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Functional Bray contrasts vs PV@0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4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485111" y="745738"/>
              <a:ext cx="2780858" cy="517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85111" y="4868486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85111" y="3385655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5111" y="1902824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50788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153606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79933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2445056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09078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85111" y="4868486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611514" y="1332251"/>
              <a:ext cx="2528052" cy="3885183"/>
            </a:xfrm>
            <a:custGeom>
              <a:avLst/>
              <a:pathLst>
                <a:path w="2528052" h="3885183">
                  <a:moveTo>
                    <a:pt x="0" y="3625563"/>
                  </a:moveTo>
                  <a:lnTo>
                    <a:pt x="9760" y="3624079"/>
                  </a:lnTo>
                  <a:lnTo>
                    <a:pt x="19521" y="3622591"/>
                  </a:lnTo>
                  <a:lnTo>
                    <a:pt x="29282" y="3621098"/>
                  </a:lnTo>
                  <a:lnTo>
                    <a:pt x="39043" y="3619601"/>
                  </a:lnTo>
                  <a:lnTo>
                    <a:pt x="48804" y="3618100"/>
                  </a:lnTo>
                  <a:lnTo>
                    <a:pt x="58564" y="3616594"/>
                  </a:lnTo>
                  <a:lnTo>
                    <a:pt x="68325" y="3615084"/>
                  </a:lnTo>
                  <a:lnTo>
                    <a:pt x="78086" y="3613569"/>
                  </a:lnTo>
                  <a:lnTo>
                    <a:pt x="87847" y="3612050"/>
                  </a:lnTo>
                  <a:lnTo>
                    <a:pt x="97608" y="3610527"/>
                  </a:lnTo>
                  <a:lnTo>
                    <a:pt x="107369" y="3608999"/>
                  </a:lnTo>
                  <a:lnTo>
                    <a:pt x="117129" y="3607466"/>
                  </a:lnTo>
                  <a:lnTo>
                    <a:pt x="126890" y="3605929"/>
                  </a:lnTo>
                  <a:lnTo>
                    <a:pt x="136651" y="3604388"/>
                  </a:lnTo>
                  <a:lnTo>
                    <a:pt x="146412" y="3602842"/>
                  </a:lnTo>
                  <a:lnTo>
                    <a:pt x="156173" y="3601291"/>
                  </a:lnTo>
                  <a:lnTo>
                    <a:pt x="165933" y="3599736"/>
                  </a:lnTo>
                  <a:lnTo>
                    <a:pt x="175694" y="3598177"/>
                  </a:lnTo>
                  <a:lnTo>
                    <a:pt x="185455" y="3596612"/>
                  </a:lnTo>
                  <a:lnTo>
                    <a:pt x="195216" y="3595044"/>
                  </a:lnTo>
                  <a:lnTo>
                    <a:pt x="204977" y="3593470"/>
                  </a:lnTo>
                  <a:lnTo>
                    <a:pt x="214738" y="3591892"/>
                  </a:lnTo>
                  <a:lnTo>
                    <a:pt x="224498" y="3590311"/>
                  </a:lnTo>
                  <a:lnTo>
                    <a:pt x="234259" y="3588725"/>
                  </a:lnTo>
                  <a:lnTo>
                    <a:pt x="244020" y="3587135"/>
                  </a:lnTo>
                  <a:lnTo>
                    <a:pt x="253781" y="3585540"/>
                  </a:lnTo>
                  <a:lnTo>
                    <a:pt x="263542" y="3583940"/>
                  </a:lnTo>
                  <a:lnTo>
                    <a:pt x="273303" y="3582335"/>
                  </a:lnTo>
                  <a:lnTo>
                    <a:pt x="283063" y="3580726"/>
                  </a:lnTo>
                  <a:lnTo>
                    <a:pt x="292824" y="3579111"/>
                  </a:lnTo>
                  <a:lnTo>
                    <a:pt x="302585" y="3577493"/>
                  </a:lnTo>
                  <a:lnTo>
                    <a:pt x="312346" y="3575869"/>
                  </a:lnTo>
                  <a:lnTo>
                    <a:pt x="322107" y="3574240"/>
                  </a:lnTo>
                  <a:lnTo>
                    <a:pt x="331867" y="3572607"/>
                  </a:lnTo>
                  <a:lnTo>
                    <a:pt x="341628" y="3570978"/>
                  </a:lnTo>
                  <a:lnTo>
                    <a:pt x="351389" y="3569363"/>
                  </a:lnTo>
                  <a:lnTo>
                    <a:pt x="361150" y="3567707"/>
                  </a:lnTo>
                  <a:lnTo>
                    <a:pt x="370911" y="3566046"/>
                  </a:lnTo>
                  <a:lnTo>
                    <a:pt x="380672" y="3564381"/>
                  </a:lnTo>
                  <a:lnTo>
                    <a:pt x="390432" y="3562711"/>
                  </a:lnTo>
                  <a:lnTo>
                    <a:pt x="400193" y="3561037"/>
                  </a:lnTo>
                  <a:lnTo>
                    <a:pt x="409954" y="3559361"/>
                  </a:lnTo>
                  <a:lnTo>
                    <a:pt x="419715" y="3557683"/>
                  </a:lnTo>
                  <a:lnTo>
                    <a:pt x="429476" y="3556001"/>
                  </a:lnTo>
                  <a:lnTo>
                    <a:pt x="439236" y="3554313"/>
                  </a:lnTo>
                  <a:lnTo>
                    <a:pt x="448997" y="3552621"/>
                  </a:lnTo>
                  <a:lnTo>
                    <a:pt x="458758" y="3550924"/>
                  </a:lnTo>
                  <a:lnTo>
                    <a:pt x="468519" y="3549222"/>
                  </a:lnTo>
                  <a:lnTo>
                    <a:pt x="478280" y="3547515"/>
                  </a:lnTo>
                  <a:lnTo>
                    <a:pt x="488041" y="3545803"/>
                  </a:lnTo>
                  <a:lnTo>
                    <a:pt x="497801" y="3544087"/>
                  </a:lnTo>
                  <a:lnTo>
                    <a:pt x="507562" y="3542365"/>
                  </a:lnTo>
                  <a:lnTo>
                    <a:pt x="517323" y="3540638"/>
                  </a:lnTo>
                  <a:lnTo>
                    <a:pt x="527084" y="3538907"/>
                  </a:lnTo>
                  <a:lnTo>
                    <a:pt x="536845" y="3537170"/>
                  </a:lnTo>
                  <a:lnTo>
                    <a:pt x="546606" y="3532459"/>
                  </a:lnTo>
                  <a:lnTo>
                    <a:pt x="556366" y="3524240"/>
                  </a:lnTo>
                  <a:lnTo>
                    <a:pt x="566127" y="3515942"/>
                  </a:lnTo>
                  <a:lnTo>
                    <a:pt x="575888" y="3507567"/>
                  </a:lnTo>
                  <a:lnTo>
                    <a:pt x="585649" y="3499114"/>
                  </a:lnTo>
                  <a:lnTo>
                    <a:pt x="595410" y="3490581"/>
                  </a:lnTo>
                  <a:lnTo>
                    <a:pt x="605170" y="3481967"/>
                  </a:lnTo>
                  <a:lnTo>
                    <a:pt x="614931" y="3473273"/>
                  </a:lnTo>
                  <a:lnTo>
                    <a:pt x="624692" y="3464500"/>
                  </a:lnTo>
                  <a:lnTo>
                    <a:pt x="634453" y="3455645"/>
                  </a:lnTo>
                  <a:lnTo>
                    <a:pt x="644214" y="3446696"/>
                  </a:lnTo>
                  <a:lnTo>
                    <a:pt x="653975" y="3437638"/>
                  </a:lnTo>
                  <a:lnTo>
                    <a:pt x="663735" y="3428556"/>
                  </a:lnTo>
                  <a:lnTo>
                    <a:pt x="673496" y="3419297"/>
                  </a:lnTo>
                  <a:lnTo>
                    <a:pt x="683257" y="3409938"/>
                  </a:lnTo>
                  <a:lnTo>
                    <a:pt x="693018" y="3400489"/>
                  </a:lnTo>
                  <a:lnTo>
                    <a:pt x="702779" y="3390972"/>
                  </a:lnTo>
                  <a:lnTo>
                    <a:pt x="712539" y="3381362"/>
                  </a:lnTo>
                  <a:lnTo>
                    <a:pt x="722300" y="3371726"/>
                  </a:lnTo>
                  <a:lnTo>
                    <a:pt x="732061" y="3362021"/>
                  </a:lnTo>
                  <a:lnTo>
                    <a:pt x="741822" y="3352193"/>
                  </a:lnTo>
                  <a:lnTo>
                    <a:pt x="751583" y="3341983"/>
                  </a:lnTo>
                  <a:lnTo>
                    <a:pt x="761344" y="3331887"/>
                  </a:lnTo>
                  <a:lnTo>
                    <a:pt x="771104" y="3321590"/>
                  </a:lnTo>
                  <a:lnTo>
                    <a:pt x="780865" y="3311166"/>
                  </a:lnTo>
                  <a:lnTo>
                    <a:pt x="790626" y="3300848"/>
                  </a:lnTo>
                  <a:lnTo>
                    <a:pt x="800387" y="3290444"/>
                  </a:lnTo>
                  <a:lnTo>
                    <a:pt x="810148" y="3279999"/>
                  </a:lnTo>
                  <a:lnTo>
                    <a:pt x="819909" y="3269321"/>
                  </a:lnTo>
                  <a:lnTo>
                    <a:pt x="829669" y="3258543"/>
                  </a:lnTo>
                  <a:lnTo>
                    <a:pt x="839430" y="3247664"/>
                  </a:lnTo>
                  <a:lnTo>
                    <a:pt x="849191" y="3236684"/>
                  </a:lnTo>
                  <a:lnTo>
                    <a:pt x="858952" y="3225612"/>
                  </a:lnTo>
                  <a:lnTo>
                    <a:pt x="868713" y="3214439"/>
                  </a:lnTo>
                  <a:lnTo>
                    <a:pt x="878473" y="3203164"/>
                  </a:lnTo>
                  <a:lnTo>
                    <a:pt x="888234" y="3191794"/>
                  </a:lnTo>
                  <a:lnTo>
                    <a:pt x="897995" y="3180611"/>
                  </a:lnTo>
                  <a:lnTo>
                    <a:pt x="907756" y="3169344"/>
                  </a:lnTo>
                  <a:lnTo>
                    <a:pt x="917517" y="3157992"/>
                  </a:lnTo>
                  <a:lnTo>
                    <a:pt x="927278" y="3146555"/>
                  </a:lnTo>
                  <a:lnTo>
                    <a:pt x="937038" y="3135034"/>
                  </a:lnTo>
                  <a:lnTo>
                    <a:pt x="946799" y="3123426"/>
                  </a:lnTo>
                  <a:lnTo>
                    <a:pt x="956560" y="3111733"/>
                  </a:lnTo>
                  <a:lnTo>
                    <a:pt x="966321" y="3099217"/>
                  </a:lnTo>
                  <a:lnTo>
                    <a:pt x="976082" y="3086275"/>
                  </a:lnTo>
                  <a:lnTo>
                    <a:pt x="985842" y="3073187"/>
                  </a:lnTo>
                  <a:lnTo>
                    <a:pt x="995603" y="3059953"/>
                  </a:lnTo>
                  <a:lnTo>
                    <a:pt x="1005364" y="3046937"/>
                  </a:lnTo>
                  <a:lnTo>
                    <a:pt x="1015125" y="3034162"/>
                  </a:lnTo>
                  <a:lnTo>
                    <a:pt x="1024886" y="3021294"/>
                  </a:lnTo>
                  <a:lnTo>
                    <a:pt x="1034647" y="3008480"/>
                  </a:lnTo>
                  <a:lnTo>
                    <a:pt x="1044407" y="2995819"/>
                  </a:lnTo>
                  <a:lnTo>
                    <a:pt x="1054168" y="2983071"/>
                  </a:lnTo>
                  <a:lnTo>
                    <a:pt x="1063929" y="2970233"/>
                  </a:lnTo>
                  <a:lnTo>
                    <a:pt x="1073690" y="2957312"/>
                  </a:lnTo>
                  <a:lnTo>
                    <a:pt x="1083451" y="2944294"/>
                  </a:lnTo>
                  <a:lnTo>
                    <a:pt x="1093212" y="2931178"/>
                  </a:lnTo>
                  <a:lnTo>
                    <a:pt x="1102972" y="2917979"/>
                  </a:lnTo>
                  <a:lnTo>
                    <a:pt x="1112733" y="2904691"/>
                  </a:lnTo>
                  <a:lnTo>
                    <a:pt x="1122494" y="2891318"/>
                  </a:lnTo>
                  <a:lnTo>
                    <a:pt x="1132255" y="2877858"/>
                  </a:lnTo>
                  <a:lnTo>
                    <a:pt x="1142016" y="2864307"/>
                  </a:lnTo>
                  <a:lnTo>
                    <a:pt x="1151776" y="2850666"/>
                  </a:lnTo>
                  <a:lnTo>
                    <a:pt x="1161537" y="2836922"/>
                  </a:lnTo>
                  <a:lnTo>
                    <a:pt x="1171298" y="2823077"/>
                  </a:lnTo>
                  <a:lnTo>
                    <a:pt x="1181059" y="2809148"/>
                  </a:lnTo>
                  <a:lnTo>
                    <a:pt x="1190820" y="2795042"/>
                  </a:lnTo>
                  <a:lnTo>
                    <a:pt x="1200581" y="2780167"/>
                  </a:lnTo>
                  <a:lnTo>
                    <a:pt x="1210341" y="2765391"/>
                  </a:lnTo>
                  <a:lnTo>
                    <a:pt x="1220102" y="2751048"/>
                  </a:lnTo>
                  <a:lnTo>
                    <a:pt x="1229863" y="2736622"/>
                  </a:lnTo>
                  <a:lnTo>
                    <a:pt x="1239624" y="2721138"/>
                  </a:lnTo>
                  <a:lnTo>
                    <a:pt x="1249385" y="2705699"/>
                  </a:lnTo>
                  <a:lnTo>
                    <a:pt x="1259145" y="2690215"/>
                  </a:lnTo>
                  <a:lnTo>
                    <a:pt x="1268906" y="2675793"/>
                  </a:lnTo>
                  <a:lnTo>
                    <a:pt x="1278667" y="2660878"/>
                  </a:lnTo>
                  <a:lnTo>
                    <a:pt x="1288428" y="2645747"/>
                  </a:lnTo>
                  <a:lnTo>
                    <a:pt x="1298189" y="2629839"/>
                  </a:lnTo>
                  <a:lnTo>
                    <a:pt x="1307950" y="2613606"/>
                  </a:lnTo>
                  <a:lnTo>
                    <a:pt x="1317710" y="2598048"/>
                  </a:lnTo>
                  <a:lnTo>
                    <a:pt x="1327471" y="2582489"/>
                  </a:lnTo>
                  <a:lnTo>
                    <a:pt x="1337232" y="2566834"/>
                  </a:lnTo>
                  <a:lnTo>
                    <a:pt x="1346993" y="2551085"/>
                  </a:lnTo>
                  <a:lnTo>
                    <a:pt x="1356754" y="2534115"/>
                  </a:lnTo>
                  <a:lnTo>
                    <a:pt x="1366515" y="2516874"/>
                  </a:lnTo>
                  <a:lnTo>
                    <a:pt x="1376275" y="2499515"/>
                  </a:lnTo>
                  <a:lnTo>
                    <a:pt x="1386036" y="2482658"/>
                  </a:lnTo>
                  <a:lnTo>
                    <a:pt x="1395797" y="2466039"/>
                  </a:lnTo>
                  <a:lnTo>
                    <a:pt x="1405558" y="2448620"/>
                  </a:lnTo>
                  <a:lnTo>
                    <a:pt x="1415319" y="2431096"/>
                  </a:lnTo>
                  <a:lnTo>
                    <a:pt x="1425079" y="2413945"/>
                  </a:lnTo>
                  <a:lnTo>
                    <a:pt x="1434840" y="2398466"/>
                  </a:lnTo>
                  <a:lnTo>
                    <a:pt x="1444601" y="2382925"/>
                  </a:lnTo>
                  <a:lnTo>
                    <a:pt x="1454362" y="2367324"/>
                  </a:lnTo>
                  <a:lnTo>
                    <a:pt x="1464123" y="2351663"/>
                  </a:lnTo>
                  <a:lnTo>
                    <a:pt x="1473884" y="2335942"/>
                  </a:lnTo>
                  <a:lnTo>
                    <a:pt x="1483644" y="2319544"/>
                  </a:lnTo>
                  <a:lnTo>
                    <a:pt x="1493405" y="2300708"/>
                  </a:lnTo>
                  <a:lnTo>
                    <a:pt x="1503166" y="2281717"/>
                  </a:lnTo>
                  <a:lnTo>
                    <a:pt x="1512927" y="2262594"/>
                  </a:lnTo>
                  <a:lnTo>
                    <a:pt x="1522688" y="2243343"/>
                  </a:lnTo>
                  <a:lnTo>
                    <a:pt x="1532448" y="2223981"/>
                  </a:lnTo>
                  <a:lnTo>
                    <a:pt x="1542209" y="2204488"/>
                  </a:lnTo>
                  <a:lnTo>
                    <a:pt x="1551970" y="2184864"/>
                  </a:lnTo>
                  <a:lnTo>
                    <a:pt x="1561731" y="2165109"/>
                  </a:lnTo>
                  <a:lnTo>
                    <a:pt x="1571492" y="2145224"/>
                  </a:lnTo>
                  <a:lnTo>
                    <a:pt x="1581253" y="2125210"/>
                  </a:lnTo>
                  <a:lnTo>
                    <a:pt x="1591013" y="2105067"/>
                  </a:lnTo>
                  <a:lnTo>
                    <a:pt x="1600774" y="2085333"/>
                  </a:lnTo>
                  <a:lnTo>
                    <a:pt x="1610535" y="2066746"/>
                  </a:lnTo>
                  <a:lnTo>
                    <a:pt x="1620296" y="2048074"/>
                  </a:lnTo>
                  <a:lnTo>
                    <a:pt x="1630057" y="2029326"/>
                  </a:lnTo>
                  <a:lnTo>
                    <a:pt x="1639818" y="2010549"/>
                  </a:lnTo>
                  <a:lnTo>
                    <a:pt x="1649578" y="1991689"/>
                  </a:lnTo>
                  <a:lnTo>
                    <a:pt x="1659339" y="1972747"/>
                  </a:lnTo>
                  <a:lnTo>
                    <a:pt x="1669100" y="1953726"/>
                  </a:lnTo>
                  <a:lnTo>
                    <a:pt x="1678861" y="1934624"/>
                  </a:lnTo>
                  <a:lnTo>
                    <a:pt x="1688622" y="1915444"/>
                  </a:lnTo>
                  <a:lnTo>
                    <a:pt x="1698382" y="1896186"/>
                  </a:lnTo>
                  <a:lnTo>
                    <a:pt x="1708143" y="1876850"/>
                  </a:lnTo>
                  <a:lnTo>
                    <a:pt x="1717904" y="1857438"/>
                  </a:lnTo>
                  <a:lnTo>
                    <a:pt x="1727665" y="1837951"/>
                  </a:lnTo>
                  <a:lnTo>
                    <a:pt x="1737426" y="1818468"/>
                  </a:lnTo>
                  <a:lnTo>
                    <a:pt x="1747187" y="1799429"/>
                  </a:lnTo>
                  <a:lnTo>
                    <a:pt x="1756947" y="1780327"/>
                  </a:lnTo>
                  <a:lnTo>
                    <a:pt x="1766708" y="1760158"/>
                  </a:lnTo>
                  <a:lnTo>
                    <a:pt x="1776469" y="1739322"/>
                  </a:lnTo>
                  <a:lnTo>
                    <a:pt x="1786230" y="1719208"/>
                  </a:lnTo>
                  <a:lnTo>
                    <a:pt x="1795991" y="1699982"/>
                  </a:lnTo>
                  <a:lnTo>
                    <a:pt x="1805752" y="1680900"/>
                  </a:lnTo>
                  <a:lnTo>
                    <a:pt x="1815512" y="1661767"/>
                  </a:lnTo>
                  <a:lnTo>
                    <a:pt x="1825273" y="1642546"/>
                  </a:lnTo>
                  <a:lnTo>
                    <a:pt x="1835034" y="1623251"/>
                  </a:lnTo>
                  <a:lnTo>
                    <a:pt x="1844795" y="1603908"/>
                  </a:lnTo>
                  <a:lnTo>
                    <a:pt x="1854556" y="1584466"/>
                  </a:lnTo>
                  <a:lnTo>
                    <a:pt x="1864316" y="1562496"/>
                  </a:lnTo>
                  <a:lnTo>
                    <a:pt x="1874077" y="1540441"/>
                  </a:lnTo>
                  <a:lnTo>
                    <a:pt x="1883838" y="1518301"/>
                  </a:lnTo>
                  <a:lnTo>
                    <a:pt x="1893599" y="1496078"/>
                  </a:lnTo>
                  <a:lnTo>
                    <a:pt x="1903360" y="1475078"/>
                  </a:lnTo>
                  <a:lnTo>
                    <a:pt x="1913121" y="1454318"/>
                  </a:lnTo>
                  <a:lnTo>
                    <a:pt x="1922881" y="1433523"/>
                  </a:lnTo>
                  <a:lnTo>
                    <a:pt x="1932642" y="1412675"/>
                  </a:lnTo>
                  <a:lnTo>
                    <a:pt x="1942403" y="1391776"/>
                  </a:lnTo>
                  <a:lnTo>
                    <a:pt x="1952164" y="1370826"/>
                  </a:lnTo>
                  <a:lnTo>
                    <a:pt x="1961925" y="1349827"/>
                  </a:lnTo>
                  <a:lnTo>
                    <a:pt x="1971685" y="1328781"/>
                  </a:lnTo>
                  <a:lnTo>
                    <a:pt x="1981446" y="1307374"/>
                  </a:lnTo>
                  <a:lnTo>
                    <a:pt x="1991207" y="1284486"/>
                  </a:lnTo>
                  <a:lnTo>
                    <a:pt x="2000968" y="1261585"/>
                  </a:lnTo>
                  <a:lnTo>
                    <a:pt x="2010729" y="1239079"/>
                  </a:lnTo>
                  <a:lnTo>
                    <a:pt x="2020490" y="1218600"/>
                  </a:lnTo>
                  <a:lnTo>
                    <a:pt x="2030250" y="1198091"/>
                  </a:lnTo>
                  <a:lnTo>
                    <a:pt x="2040011" y="1177555"/>
                  </a:lnTo>
                  <a:lnTo>
                    <a:pt x="2049772" y="1156637"/>
                  </a:lnTo>
                  <a:lnTo>
                    <a:pt x="2059533" y="1133280"/>
                  </a:lnTo>
                  <a:lnTo>
                    <a:pt x="2069294" y="1109398"/>
                  </a:lnTo>
                  <a:lnTo>
                    <a:pt x="2079055" y="1085454"/>
                  </a:lnTo>
                  <a:lnTo>
                    <a:pt x="2088815" y="1061461"/>
                  </a:lnTo>
                  <a:lnTo>
                    <a:pt x="2098576" y="1037458"/>
                  </a:lnTo>
                  <a:lnTo>
                    <a:pt x="2108337" y="1013401"/>
                  </a:lnTo>
                  <a:lnTo>
                    <a:pt x="2118098" y="989600"/>
                  </a:lnTo>
                  <a:lnTo>
                    <a:pt x="2127859" y="965973"/>
                  </a:lnTo>
                  <a:lnTo>
                    <a:pt x="2137619" y="940747"/>
                  </a:lnTo>
                  <a:lnTo>
                    <a:pt x="2147380" y="916376"/>
                  </a:lnTo>
                  <a:lnTo>
                    <a:pt x="2157141" y="891959"/>
                  </a:lnTo>
                  <a:lnTo>
                    <a:pt x="2166902" y="867532"/>
                  </a:lnTo>
                  <a:lnTo>
                    <a:pt x="2176663" y="843085"/>
                  </a:lnTo>
                  <a:lnTo>
                    <a:pt x="2186424" y="818599"/>
                  </a:lnTo>
                  <a:lnTo>
                    <a:pt x="2196184" y="794077"/>
                  </a:lnTo>
                  <a:lnTo>
                    <a:pt x="2205945" y="769519"/>
                  </a:lnTo>
                  <a:lnTo>
                    <a:pt x="2215706" y="744929"/>
                  </a:lnTo>
                  <a:lnTo>
                    <a:pt x="2225467" y="720820"/>
                  </a:lnTo>
                  <a:lnTo>
                    <a:pt x="2235228" y="698793"/>
                  </a:lnTo>
                  <a:lnTo>
                    <a:pt x="2244988" y="676761"/>
                  </a:lnTo>
                  <a:lnTo>
                    <a:pt x="2254749" y="653312"/>
                  </a:lnTo>
                  <a:lnTo>
                    <a:pt x="2264510" y="628410"/>
                  </a:lnTo>
                  <a:lnTo>
                    <a:pt x="2274271" y="603486"/>
                  </a:lnTo>
                  <a:lnTo>
                    <a:pt x="2284032" y="578542"/>
                  </a:lnTo>
                  <a:lnTo>
                    <a:pt x="2293793" y="553580"/>
                  </a:lnTo>
                  <a:lnTo>
                    <a:pt x="2303553" y="528603"/>
                  </a:lnTo>
                  <a:lnTo>
                    <a:pt x="2313314" y="504396"/>
                  </a:lnTo>
                  <a:lnTo>
                    <a:pt x="2323075" y="480303"/>
                  </a:lnTo>
                  <a:lnTo>
                    <a:pt x="2332836" y="456207"/>
                  </a:lnTo>
                  <a:lnTo>
                    <a:pt x="2342597" y="432173"/>
                  </a:lnTo>
                  <a:lnTo>
                    <a:pt x="2352358" y="408753"/>
                  </a:lnTo>
                  <a:lnTo>
                    <a:pt x="2362118" y="386519"/>
                  </a:lnTo>
                  <a:lnTo>
                    <a:pt x="2371879" y="364301"/>
                  </a:lnTo>
                  <a:lnTo>
                    <a:pt x="2381640" y="341694"/>
                  </a:lnTo>
                  <a:lnTo>
                    <a:pt x="2391401" y="316981"/>
                  </a:lnTo>
                  <a:lnTo>
                    <a:pt x="2401162" y="292301"/>
                  </a:lnTo>
                  <a:lnTo>
                    <a:pt x="2410922" y="267631"/>
                  </a:lnTo>
                  <a:lnTo>
                    <a:pt x="2420683" y="244946"/>
                  </a:lnTo>
                  <a:lnTo>
                    <a:pt x="2430444" y="222514"/>
                  </a:lnTo>
                  <a:lnTo>
                    <a:pt x="2440205" y="200113"/>
                  </a:lnTo>
                  <a:lnTo>
                    <a:pt x="2449966" y="177741"/>
                  </a:lnTo>
                  <a:lnTo>
                    <a:pt x="2459727" y="155452"/>
                  </a:lnTo>
                  <a:lnTo>
                    <a:pt x="2469487" y="135004"/>
                  </a:lnTo>
                  <a:lnTo>
                    <a:pt x="2479248" y="113997"/>
                  </a:lnTo>
                  <a:lnTo>
                    <a:pt x="2489009" y="88662"/>
                  </a:lnTo>
                  <a:lnTo>
                    <a:pt x="2498770" y="66383"/>
                  </a:lnTo>
                  <a:lnTo>
                    <a:pt x="2508531" y="44206"/>
                  </a:lnTo>
                  <a:lnTo>
                    <a:pt x="2518291" y="22082"/>
                  </a:lnTo>
                  <a:lnTo>
                    <a:pt x="2528052" y="0"/>
                  </a:lnTo>
                  <a:lnTo>
                    <a:pt x="2528052" y="3061604"/>
                  </a:lnTo>
                  <a:lnTo>
                    <a:pt x="2518291" y="3064604"/>
                  </a:lnTo>
                  <a:lnTo>
                    <a:pt x="2508531" y="3067596"/>
                  </a:lnTo>
                  <a:lnTo>
                    <a:pt x="2498770" y="3070581"/>
                  </a:lnTo>
                  <a:lnTo>
                    <a:pt x="2489009" y="3073558"/>
                  </a:lnTo>
                  <a:lnTo>
                    <a:pt x="2479248" y="3076525"/>
                  </a:lnTo>
                  <a:lnTo>
                    <a:pt x="2469487" y="3079484"/>
                  </a:lnTo>
                  <a:lnTo>
                    <a:pt x="2459727" y="3082437"/>
                  </a:lnTo>
                  <a:lnTo>
                    <a:pt x="2449966" y="3085253"/>
                  </a:lnTo>
                  <a:lnTo>
                    <a:pt x="2440205" y="3088043"/>
                  </a:lnTo>
                  <a:lnTo>
                    <a:pt x="2430444" y="3090829"/>
                  </a:lnTo>
                  <a:lnTo>
                    <a:pt x="2420683" y="3093609"/>
                  </a:lnTo>
                  <a:lnTo>
                    <a:pt x="2410922" y="3096383"/>
                  </a:lnTo>
                  <a:lnTo>
                    <a:pt x="2401162" y="3099153"/>
                  </a:lnTo>
                  <a:lnTo>
                    <a:pt x="2391401" y="3101917"/>
                  </a:lnTo>
                  <a:lnTo>
                    <a:pt x="2381640" y="3104675"/>
                  </a:lnTo>
                  <a:lnTo>
                    <a:pt x="2371879" y="3107429"/>
                  </a:lnTo>
                  <a:lnTo>
                    <a:pt x="2362118" y="3110177"/>
                  </a:lnTo>
                  <a:lnTo>
                    <a:pt x="2352358" y="3112920"/>
                  </a:lnTo>
                  <a:lnTo>
                    <a:pt x="2342597" y="3115658"/>
                  </a:lnTo>
                  <a:lnTo>
                    <a:pt x="2332836" y="3118425"/>
                  </a:lnTo>
                  <a:lnTo>
                    <a:pt x="2323075" y="3121475"/>
                  </a:lnTo>
                  <a:lnTo>
                    <a:pt x="2313314" y="3124515"/>
                  </a:lnTo>
                  <a:lnTo>
                    <a:pt x="2303553" y="3127546"/>
                  </a:lnTo>
                  <a:lnTo>
                    <a:pt x="2293793" y="3130567"/>
                  </a:lnTo>
                  <a:lnTo>
                    <a:pt x="2284032" y="3133578"/>
                  </a:lnTo>
                  <a:lnTo>
                    <a:pt x="2274271" y="3136580"/>
                  </a:lnTo>
                  <a:lnTo>
                    <a:pt x="2264510" y="3139571"/>
                  </a:lnTo>
                  <a:lnTo>
                    <a:pt x="2254749" y="3142554"/>
                  </a:lnTo>
                  <a:lnTo>
                    <a:pt x="2244988" y="3145526"/>
                  </a:lnTo>
                  <a:lnTo>
                    <a:pt x="2235228" y="3148449"/>
                  </a:lnTo>
                  <a:lnTo>
                    <a:pt x="2225467" y="3151235"/>
                  </a:lnTo>
                  <a:lnTo>
                    <a:pt x="2215706" y="3154012"/>
                  </a:lnTo>
                  <a:lnTo>
                    <a:pt x="2205945" y="3156783"/>
                  </a:lnTo>
                  <a:lnTo>
                    <a:pt x="2196184" y="3159546"/>
                  </a:lnTo>
                  <a:lnTo>
                    <a:pt x="2186424" y="3162303"/>
                  </a:lnTo>
                  <a:lnTo>
                    <a:pt x="2176663" y="3165052"/>
                  </a:lnTo>
                  <a:lnTo>
                    <a:pt x="2166902" y="3167795"/>
                  </a:lnTo>
                  <a:lnTo>
                    <a:pt x="2157141" y="3170530"/>
                  </a:lnTo>
                  <a:lnTo>
                    <a:pt x="2147380" y="3173259"/>
                  </a:lnTo>
                  <a:lnTo>
                    <a:pt x="2137619" y="3175975"/>
                  </a:lnTo>
                  <a:lnTo>
                    <a:pt x="2127859" y="3178679"/>
                  </a:lnTo>
                  <a:lnTo>
                    <a:pt x="2118098" y="3181376"/>
                  </a:lnTo>
                  <a:lnTo>
                    <a:pt x="2108337" y="3184066"/>
                  </a:lnTo>
                  <a:lnTo>
                    <a:pt x="2098576" y="3186749"/>
                  </a:lnTo>
                  <a:lnTo>
                    <a:pt x="2088815" y="3189426"/>
                  </a:lnTo>
                  <a:lnTo>
                    <a:pt x="2079055" y="3192096"/>
                  </a:lnTo>
                  <a:lnTo>
                    <a:pt x="2069294" y="3194760"/>
                  </a:lnTo>
                  <a:lnTo>
                    <a:pt x="2059533" y="3197416"/>
                  </a:lnTo>
                  <a:lnTo>
                    <a:pt x="2049772" y="3200066"/>
                  </a:lnTo>
                  <a:lnTo>
                    <a:pt x="2040011" y="3202710"/>
                  </a:lnTo>
                  <a:lnTo>
                    <a:pt x="2030250" y="3205428"/>
                  </a:lnTo>
                  <a:lnTo>
                    <a:pt x="2020490" y="3208108"/>
                  </a:lnTo>
                  <a:lnTo>
                    <a:pt x="2010729" y="3210743"/>
                  </a:lnTo>
                  <a:lnTo>
                    <a:pt x="2000968" y="3213371"/>
                  </a:lnTo>
                  <a:lnTo>
                    <a:pt x="1991207" y="3215992"/>
                  </a:lnTo>
                  <a:lnTo>
                    <a:pt x="1981446" y="3218607"/>
                  </a:lnTo>
                  <a:lnTo>
                    <a:pt x="1971685" y="3221215"/>
                  </a:lnTo>
                  <a:lnTo>
                    <a:pt x="1961925" y="3223816"/>
                  </a:lnTo>
                  <a:lnTo>
                    <a:pt x="1952164" y="3226410"/>
                  </a:lnTo>
                  <a:lnTo>
                    <a:pt x="1942403" y="3228997"/>
                  </a:lnTo>
                  <a:lnTo>
                    <a:pt x="1932642" y="3231578"/>
                  </a:lnTo>
                  <a:lnTo>
                    <a:pt x="1922881" y="3234152"/>
                  </a:lnTo>
                  <a:lnTo>
                    <a:pt x="1913121" y="3236719"/>
                  </a:lnTo>
                  <a:lnTo>
                    <a:pt x="1903360" y="3239280"/>
                  </a:lnTo>
                  <a:lnTo>
                    <a:pt x="1893599" y="3241833"/>
                  </a:lnTo>
                  <a:lnTo>
                    <a:pt x="1883838" y="3244381"/>
                  </a:lnTo>
                  <a:lnTo>
                    <a:pt x="1874077" y="3246921"/>
                  </a:lnTo>
                  <a:lnTo>
                    <a:pt x="1864316" y="3249455"/>
                  </a:lnTo>
                  <a:lnTo>
                    <a:pt x="1854556" y="3251982"/>
                  </a:lnTo>
                  <a:lnTo>
                    <a:pt x="1844795" y="3254503"/>
                  </a:lnTo>
                  <a:lnTo>
                    <a:pt x="1835034" y="3257017"/>
                  </a:lnTo>
                  <a:lnTo>
                    <a:pt x="1825273" y="3259524"/>
                  </a:lnTo>
                  <a:lnTo>
                    <a:pt x="1815512" y="3262025"/>
                  </a:lnTo>
                  <a:lnTo>
                    <a:pt x="1805752" y="3264519"/>
                  </a:lnTo>
                  <a:lnTo>
                    <a:pt x="1795991" y="3267007"/>
                  </a:lnTo>
                  <a:lnTo>
                    <a:pt x="1786230" y="3269488"/>
                  </a:lnTo>
                  <a:lnTo>
                    <a:pt x="1776469" y="3271962"/>
                  </a:lnTo>
                  <a:lnTo>
                    <a:pt x="1766708" y="3274430"/>
                  </a:lnTo>
                  <a:lnTo>
                    <a:pt x="1756947" y="3276892"/>
                  </a:lnTo>
                  <a:lnTo>
                    <a:pt x="1747187" y="3279347"/>
                  </a:lnTo>
                  <a:lnTo>
                    <a:pt x="1737426" y="3281795"/>
                  </a:lnTo>
                  <a:lnTo>
                    <a:pt x="1727665" y="3284237"/>
                  </a:lnTo>
                  <a:lnTo>
                    <a:pt x="1717904" y="3286672"/>
                  </a:lnTo>
                  <a:lnTo>
                    <a:pt x="1708143" y="3289101"/>
                  </a:lnTo>
                  <a:lnTo>
                    <a:pt x="1698382" y="3291524"/>
                  </a:lnTo>
                  <a:lnTo>
                    <a:pt x="1688622" y="3293940"/>
                  </a:lnTo>
                  <a:lnTo>
                    <a:pt x="1678861" y="3296350"/>
                  </a:lnTo>
                  <a:lnTo>
                    <a:pt x="1669100" y="3298753"/>
                  </a:lnTo>
                  <a:lnTo>
                    <a:pt x="1659339" y="3301150"/>
                  </a:lnTo>
                  <a:lnTo>
                    <a:pt x="1649578" y="3303540"/>
                  </a:lnTo>
                  <a:lnTo>
                    <a:pt x="1639818" y="3305924"/>
                  </a:lnTo>
                  <a:lnTo>
                    <a:pt x="1630057" y="3308300"/>
                  </a:lnTo>
                  <a:lnTo>
                    <a:pt x="1620296" y="3310669"/>
                  </a:lnTo>
                  <a:lnTo>
                    <a:pt x="1610535" y="3313031"/>
                  </a:lnTo>
                  <a:lnTo>
                    <a:pt x="1600774" y="3315386"/>
                  </a:lnTo>
                  <a:lnTo>
                    <a:pt x="1591013" y="3317736"/>
                  </a:lnTo>
                  <a:lnTo>
                    <a:pt x="1581253" y="3320079"/>
                  </a:lnTo>
                  <a:lnTo>
                    <a:pt x="1571492" y="3322416"/>
                  </a:lnTo>
                  <a:lnTo>
                    <a:pt x="1561731" y="3324747"/>
                  </a:lnTo>
                  <a:lnTo>
                    <a:pt x="1551970" y="3327072"/>
                  </a:lnTo>
                  <a:lnTo>
                    <a:pt x="1542209" y="3329390"/>
                  </a:lnTo>
                  <a:lnTo>
                    <a:pt x="1532448" y="3331702"/>
                  </a:lnTo>
                  <a:lnTo>
                    <a:pt x="1522688" y="3334008"/>
                  </a:lnTo>
                  <a:lnTo>
                    <a:pt x="1512927" y="3336308"/>
                  </a:lnTo>
                  <a:lnTo>
                    <a:pt x="1503166" y="3338602"/>
                  </a:lnTo>
                  <a:lnTo>
                    <a:pt x="1493405" y="3340889"/>
                  </a:lnTo>
                  <a:lnTo>
                    <a:pt x="1483644" y="3343171"/>
                  </a:lnTo>
                  <a:lnTo>
                    <a:pt x="1473884" y="3345446"/>
                  </a:lnTo>
                  <a:lnTo>
                    <a:pt x="1464123" y="3347715"/>
                  </a:lnTo>
                  <a:lnTo>
                    <a:pt x="1454362" y="3349978"/>
                  </a:lnTo>
                  <a:lnTo>
                    <a:pt x="1444601" y="3352236"/>
                  </a:lnTo>
                  <a:lnTo>
                    <a:pt x="1434840" y="3354486"/>
                  </a:lnTo>
                  <a:lnTo>
                    <a:pt x="1425079" y="3356731"/>
                  </a:lnTo>
                  <a:lnTo>
                    <a:pt x="1415319" y="3358970"/>
                  </a:lnTo>
                  <a:lnTo>
                    <a:pt x="1405558" y="3361203"/>
                  </a:lnTo>
                  <a:lnTo>
                    <a:pt x="1395797" y="3363430"/>
                  </a:lnTo>
                  <a:lnTo>
                    <a:pt x="1386036" y="3365650"/>
                  </a:lnTo>
                  <a:lnTo>
                    <a:pt x="1376275" y="3367865"/>
                  </a:lnTo>
                  <a:lnTo>
                    <a:pt x="1366515" y="3370074"/>
                  </a:lnTo>
                  <a:lnTo>
                    <a:pt x="1356754" y="3372277"/>
                  </a:lnTo>
                  <a:lnTo>
                    <a:pt x="1346993" y="3374473"/>
                  </a:lnTo>
                  <a:lnTo>
                    <a:pt x="1337232" y="3376664"/>
                  </a:lnTo>
                  <a:lnTo>
                    <a:pt x="1327471" y="3378849"/>
                  </a:lnTo>
                  <a:lnTo>
                    <a:pt x="1317710" y="3381028"/>
                  </a:lnTo>
                  <a:lnTo>
                    <a:pt x="1307950" y="3383201"/>
                  </a:lnTo>
                  <a:lnTo>
                    <a:pt x="1298189" y="3385368"/>
                  </a:lnTo>
                  <a:lnTo>
                    <a:pt x="1288428" y="3387514"/>
                  </a:lnTo>
                  <a:lnTo>
                    <a:pt x="1278667" y="3389630"/>
                  </a:lnTo>
                  <a:lnTo>
                    <a:pt x="1268906" y="3391742"/>
                  </a:lnTo>
                  <a:lnTo>
                    <a:pt x="1259145" y="3393848"/>
                  </a:lnTo>
                  <a:lnTo>
                    <a:pt x="1249385" y="3395950"/>
                  </a:lnTo>
                  <a:lnTo>
                    <a:pt x="1239624" y="3398044"/>
                  </a:lnTo>
                  <a:lnTo>
                    <a:pt x="1229863" y="3400134"/>
                  </a:lnTo>
                  <a:lnTo>
                    <a:pt x="1220102" y="3402163"/>
                  </a:lnTo>
                  <a:lnTo>
                    <a:pt x="1210341" y="3404211"/>
                  </a:lnTo>
                  <a:lnTo>
                    <a:pt x="1200581" y="3406323"/>
                  </a:lnTo>
                  <a:lnTo>
                    <a:pt x="1190820" y="3408428"/>
                  </a:lnTo>
                  <a:lnTo>
                    <a:pt x="1181059" y="3410528"/>
                  </a:lnTo>
                  <a:lnTo>
                    <a:pt x="1171298" y="3412624"/>
                  </a:lnTo>
                  <a:lnTo>
                    <a:pt x="1161537" y="3414714"/>
                  </a:lnTo>
                  <a:lnTo>
                    <a:pt x="1151776" y="3416798"/>
                  </a:lnTo>
                  <a:lnTo>
                    <a:pt x="1142016" y="3418877"/>
                  </a:lnTo>
                  <a:lnTo>
                    <a:pt x="1132255" y="3420951"/>
                  </a:lnTo>
                  <a:lnTo>
                    <a:pt x="1122494" y="3423018"/>
                  </a:lnTo>
                  <a:lnTo>
                    <a:pt x="1112733" y="3425080"/>
                  </a:lnTo>
                  <a:lnTo>
                    <a:pt x="1102972" y="3427136"/>
                  </a:lnTo>
                  <a:lnTo>
                    <a:pt x="1093212" y="3429187"/>
                  </a:lnTo>
                  <a:lnTo>
                    <a:pt x="1083451" y="3431232"/>
                  </a:lnTo>
                  <a:lnTo>
                    <a:pt x="1073690" y="3433271"/>
                  </a:lnTo>
                  <a:lnTo>
                    <a:pt x="1063929" y="3435304"/>
                  </a:lnTo>
                  <a:lnTo>
                    <a:pt x="1054168" y="3437332"/>
                  </a:lnTo>
                  <a:lnTo>
                    <a:pt x="1044407" y="3439354"/>
                  </a:lnTo>
                  <a:lnTo>
                    <a:pt x="1034647" y="3441371"/>
                  </a:lnTo>
                  <a:lnTo>
                    <a:pt x="1024886" y="3443382"/>
                  </a:lnTo>
                  <a:lnTo>
                    <a:pt x="1015125" y="3445387"/>
                  </a:lnTo>
                  <a:lnTo>
                    <a:pt x="1005364" y="3447387"/>
                  </a:lnTo>
                  <a:lnTo>
                    <a:pt x="995603" y="3449382"/>
                  </a:lnTo>
                  <a:lnTo>
                    <a:pt x="985842" y="3451371"/>
                  </a:lnTo>
                  <a:lnTo>
                    <a:pt x="976082" y="3453355"/>
                  </a:lnTo>
                  <a:lnTo>
                    <a:pt x="966321" y="3455333"/>
                  </a:lnTo>
                  <a:lnTo>
                    <a:pt x="956560" y="3457306"/>
                  </a:lnTo>
                  <a:lnTo>
                    <a:pt x="946799" y="3459274"/>
                  </a:lnTo>
                  <a:lnTo>
                    <a:pt x="937038" y="3461236"/>
                  </a:lnTo>
                  <a:lnTo>
                    <a:pt x="927278" y="3463193"/>
                  </a:lnTo>
                  <a:lnTo>
                    <a:pt x="917517" y="3465144"/>
                  </a:lnTo>
                  <a:lnTo>
                    <a:pt x="907756" y="3467090"/>
                  </a:lnTo>
                  <a:lnTo>
                    <a:pt x="897995" y="3469050"/>
                  </a:lnTo>
                  <a:lnTo>
                    <a:pt x="888234" y="3471008"/>
                  </a:lnTo>
                  <a:lnTo>
                    <a:pt x="878473" y="3472959"/>
                  </a:lnTo>
                  <a:lnTo>
                    <a:pt x="868713" y="3474903"/>
                  </a:lnTo>
                  <a:lnTo>
                    <a:pt x="858952" y="3476841"/>
                  </a:lnTo>
                  <a:lnTo>
                    <a:pt x="849191" y="3478773"/>
                  </a:lnTo>
                  <a:lnTo>
                    <a:pt x="839430" y="3480697"/>
                  </a:lnTo>
                  <a:lnTo>
                    <a:pt x="829669" y="3482615"/>
                  </a:lnTo>
                  <a:lnTo>
                    <a:pt x="819909" y="3484527"/>
                  </a:lnTo>
                  <a:lnTo>
                    <a:pt x="810148" y="3486431"/>
                  </a:lnTo>
                  <a:lnTo>
                    <a:pt x="800387" y="3488329"/>
                  </a:lnTo>
                  <a:lnTo>
                    <a:pt x="790626" y="3490221"/>
                  </a:lnTo>
                  <a:lnTo>
                    <a:pt x="780865" y="3492098"/>
                  </a:lnTo>
                  <a:lnTo>
                    <a:pt x="771104" y="3493964"/>
                  </a:lnTo>
                  <a:lnTo>
                    <a:pt x="761344" y="3495824"/>
                  </a:lnTo>
                  <a:lnTo>
                    <a:pt x="751583" y="3497679"/>
                  </a:lnTo>
                  <a:lnTo>
                    <a:pt x="741822" y="3499528"/>
                  </a:lnTo>
                  <a:lnTo>
                    <a:pt x="732061" y="3501373"/>
                  </a:lnTo>
                  <a:lnTo>
                    <a:pt x="722300" y="3503212"/>
                  </a:lnTo>
                  <a:lnTo>
                    <a:pt x="712539" y="3505046"/>
                  </a:lnTo>
                  <a:lnTo>
                    <a:pt x="702779" y="3506874"/>
                  </a:lnTo>
                  <a:lnTo>
                    <a:pt x="693018" y="3508698"/>
                  </a:lnTo>
                  <a:lnTo>
                    <a:pt x="683257" y="3510516"/>
                  </a:lnTo>
                  <a:lnTo>
                    <a:pt x="673496" y="3512329"/>
                  </a:lnTo>
                  <a:lnTo>
                    <a:pt x="663735" y="3514137"/>
                  </a:lnTo>
                  <a:lnTo>
                    <a:pt x="653975" y="3515939"/>
                  </a:lnTo>
                  <a:lnTo>
                    <a:pt x="644214" y="3517737"/>
                  </a:lnTo>
                  <a:lnTo>
                    <a:pt x="634453" y="3519529"/>
                  </a:lnTo>
                  <a:lnTo>
                    <a:pt x="624692" y="3521316"/>
                  </a:lnTo>
                  <a:lnTo>
                    <a:pt x="614931" y="3523098"/>
                  </a:lnTo>
                  <a:lnTo>
                    <a:pt x="605170" y="3524874"/>
                  </a:lnTo>
                  <a:lnTo>
                    <a:pt x="595410" y="3526646"/>
                  </a:lnTo>
                  <a:lnTo>
                    <a:pt x="585649" y="3528413"/>
                  </a:lnTo>
                  <a:lnTo>
                    <a:pt x="575888" y="3530174"/>
                  </a:lnTo>
                  <a:lnTo>
                    <a:pt x="566127" y="3531931"/>
                  </a:lnTo>
                  <a:lnTo>
                    <a:pt x="556366" y="3533682"/>
                  </a:lnTo>
                  <a:lnTo>
                    <a:pt x="546606" y="3535429"/>
                  </a:lnTo>
                  <a:lnTo>
                    <a:pt x="536845" y="3540602"/>
                  </a:lnTo>
                  <a:lnTo>
                    <a:pt x="527084" y="3548669"/>
                  </a:lnTo>
                  <a:lnTo>
                    <a:pt x="517323" y="3556670"/>
                  </a:lnTo>
                  <a:lnTo>
                    <a:pt x="507562" y="3564612"/>
                  </a:lnTo>
                  <a:lnTo>
                    <a:pt x="497801" y="3572488"/>
                  </a:lnTo>
                  <a:lnTo>
                    <a:pt x="488041" y="3580231"/>
                  </a:lnTo>
                  <a:lnTo>
                    <a:pt x="478280" y="3587886"/>
                  </a:lnTo>
                  <a:lnTo>
                    <a:pt x="468519" y="3595491"/>
                  </a:lnTo>
                  <a:lnTo>
                    <a:pt x="458758" y="3603038"/>
                  </a:lnTo>
                  <a:lnTo>
                    <a:pt x="448997" y="3610512"/>
                  </a:lnTo>
                  <a:lnTo>
                    <a:pt x="439236" y="3617913"/>
                  </a:lnTo>
                  <a:lnTo>
                    <a:pt x="429476" y="3625243"/>
                  </a:lnTo>
                  <a:lnTo>
                    <a:pt x="419715" y="3632566"/>
                  </a:lnTo>
                  <a:lnTo>
                    <a:pt x="409954" y="3639890"/>
                  </a:lnTo>
                  <a:lnTo>
                    <a:pt x="400193" y="3647162"/>
                  </a:lnTo>
                  <a:lnTo>
                    <a:pt x="390432" y="3654381"/>
                  </a:lnTo>
                  <a:lnTo>
                    <a:pt x="380672" y="3661548"/>
                  </a:lnTo>
                  <a:lnTo>
                    <a:pt x="370911" y="3668484"/>
                  </a:lnTo>
                  <a:lnTo>
                    <a:pt x="361150" y="3675330"/>
                  </a:lnTo>
                  <a:lnTo>
                    <a:pt x="351389" y="3682102"/>
                  </a:lnTo>
                  <a:lnTo>
                    <a:pt x="341628" y="3688774"/>
                  </a:lnTo>
                  <a:lnTo>
                    <a:pt x="331867" y="3695329"/>
                  </a:lnTo>
                  <a:lnTo>
                    <a:pt x="322107" y="3701808"/>
                  </a:lnTo>
                  <a:lnTo>
                    <a:pt x="312346" y="3708212"/>
                  </a:lnTo>
                  <a:lnTo>
                    <a:pt x="302585" y="3714543"/>
                  </a:lnTo>
                  <a:lnTo>
                    <a:pt x="292824" y="3720800"/>
                  </a:lnTo>
                  <a:lnTo>
                    <a:pt x="283063" y="3726984"/>
                  </a:lnTo>
                  <a:lnTo>
                    <a:pt x="273303" y="3733211"/>
                  </a:lnTo>
                  <a:lnTo>
                    <a:pt x="263542" y="3739404"/>
                  </a:lnTo>
                  <a:lnTo>
                    <a:pt x="253781" y="3745535"/>
                  </a:lnTo>
                  <a:lnTo>
                    <a:pt x="244020" y="3751604"/>
                  </a:lnTo>
                  <a:lnTo>
                    <a:pt x="234259" y="3757756"/>
                  </a:lnTo>
                  <a:lnTo>
                    <a:pt x="224498" y="3763874"/>
                  </a:lnTo>
                  <a:lnTo>
                    <a:pt x="214738" y="3769775"/>
                  </a:lnTo>
                  <a:lnTo>
                    <a:pt x="204977" y="3775555"/>
                  </a:lnTo>
                  <a:lnTo>
                    <a:pt x="195216" y="3781274"/>
                  </a:lnTo>
                  <a:lnTo>
                    <a:pt x="185455" y="3786929"/>
                  </a:lnTo>
                  <a:lnTo>
                    <a:pt x="175694" y="3792519"/>
                  </a:lnTo>
                  <a:lnTo>
                    <a:pt x="165933" y="3798185"/>
                  </a:lnTo>
                  <a:lnTo>
                    <a:pt x="156173" y="3803850"/>
                  </a:lnTo>
                  <a:lnTo>
                    <a:pt x="146412" y="3809463"/>
                  </a:lnTo>
                  <a:lnTo>
                    <a:pt x="136651" y="3815024"/>
                  </a:lnTo>
                  <a:lnTo>
                    <a:pt x="126890" y="3820182"/>
                  </a:lnTo>
                  <a:lnTo>
                    <a:pt x="117129" y="3825246"/>
                  </a:lnTo>
                  <a:lnTo>
                    <a:pt x="107369" y="3830385"/>
                  </a:lnTo>
                  <a:lnTo>
                    <a:pt x="97608" y="3835684"/>
                  </a:lnTo>
                  <a:lnTo>
                    <a:pt x="87847" y="3840928"/>
                  </a:lnTo>
                  <a:lnTo>
                    <a:pt x="78086" y="3845927"/>
                  </a:lnTo>
                  <a:lnTo>
                    <a:pt x="68325" y="3850883"/>
                  </a:lnTo>
                  <a:lnTo>
                    <a:pt x="58564" y="3855878"/>
                  </a:lnTo>
                  <a:lnTo>
                    <a:pt x="48804" y="3860821"/>
                  </a:lnTo>
                  <a:lnTo>
                    <a:pt x="39043" y="3865710"/>
                  </a:lnTo>
                  <a:lnTo>
                    <a:pt x="29282" y="3870546"/>
                  </a:lnTo>
                  <a:lnTo>
                    <a:pt x="19521" y="3875332"/>
                  </a:lnTo>
                  <a:lnTo>
                    <a:pt x="9760" y="3880067"/>
                  </a:lnTo>
                  <a:lnTo>
                    <a:pt x="0" y="3885183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611514" y="1332251"/>
              <a:ext cx="2528052" cy="3625563"/>
            </a:xfrm>
            <a:custGeom>
              <a:avLst/>
              <a:pathLst>
                <a:path w="2528052" h="3625563">
                  <a:moveTo>
                    <a:pt x="0" y="3625563"/>
                  </a:moveTo>
                  <a:lnTo>
                    <a:pt x="9760" y="3624079"/>
                  </a:lnTo>
                  <a:lnTo>
                    <a:pt x="19521" y="3622591"/>
                  </a:lnTo>
                  <a:lnTo>
                    <a:pt x="29282" y="3621098"/>
                  </a:lnTo>
                  <a:lnTo>
                    <a:pt x="39043" y="3619601"/>
                  </a:lnTo>
                  <a:lnTo>
                    <a:pt x="48804" y="3618100"/>
                  </a:lnTo>
                  <a:lnTo>
                    <a:pt x="58564" y="3616594"/>
                  </a:lnTo>
                  <a:lnTo>
                    <a:pt x="68325" y="3615084"/>
                  </a:lnTo>
                  <a:lnTo>
                    <a:pt x="78086" y="3613569"/>
                  </a:lnTo>
                  <a:lnTo>
                    <a:pt x="87847" y="3612050"/>
                  </a:lnTo>
                  <a:lnTo>
                    <a:pt x="97608" y="3610527"/>
                  </a:lnTo>
                  <a:lnTo>
                    <a:pt x="107369" y="3608999"/>
                  </a:lnTo>
                  <a:lnTo>
                    <a:pt x="117129" y="3607466"/>
                  </a:lnTo>
                  <a:lnTo>
                    <a:pt x="126890" y="3605929"/>
                  </a:lnTo>
                  <a:lnTo>
                    <a:pt x="136651" y="3604388"/>
                  </a:lnTo>
                  <a:lnTo>
                    <a:pt x="146412" y="3602842"/>
                  </a:lnTo>
                  <a:lnTo>
                    <a:pt x="156173" y="3601291"/>
                  </a:lnTo>
                  <a:lnTo>
                    <a:pt x="165933" y="3599736"/>
                  </a:lnTo>
                  <a:lnTo>
                    <a:pt x="175694" y="3598177"/>
                  </a:lnTo>
                  <a:lnTo>
                    <a:pt x="185455" y="3596612"/>
                  </a:lnTo>
                  <a:lnTo>
                    <a:pt x="195216" y="3595044"/>
                  </a:lnTo>
                  <a:lnTo>
                    <a:pt x="204977" y="3593470"/>
                  </a:lnTo>
                  <a:lnTo>
                    <a:pt x="214738" y="3591892"/>
                  </a:lnTo>
                  <a:lnTo>
                    <a:pt x="224498" y="3590311"/>
                  </a:lnTo>
                  <a:lnTo>
                    <a:pt x="234259" y="3588725"/>
                  </a:lnTo>
                  <a:lnTo>
                    <a:pt x="244020" y="3587135"/>
                  </a:lnTo>
                  <a:lnTo>
                    <a:pt x="253781" y="3585540"/>
                  </a:lnTo>
                  <a:lnTo>
                    <a:pt x="263542" y="3583940"/>
                  </a:lnTo>
                  <a:lnTo>
                    <a:pt x="273303" y="3582335"/>
                  </a:lnTo>
                  <a:lnTo>
                    <a:pt x="283063" y="3580726"/>
                  </a:lnTo>
                  <a:lnTo>
                    <a:pt x="292824" y="3579111"/>
                  </a:lnTo>
                  <a:lnTo>
                    <a:pt x="302585" y="3577493"/>
                  </a:lnTo>
                  <a:lnTo>
                    <a:pt x="312346" y="3575869"/>
                  </a:lnTo>
                  <a:lnTo>
                    <a:pt x="322107" y="3574240"/>
                  </a:lnTo>
                  <a:lnTo>
                    <a:pt x="331867" y="3572607"/>
                  </a:lnTo>
                  <a:lnTo>
                    <a:pt x="341628" y="3570978"/>
                  </a:lnTo>
                  <a:lnTo>
                    <a:pt x="351389" y="3569363"/>
                  </a:lnTo>
                  <a:lnTo>
                    <a:pt x="361150" y="3567707"/>
                  </a:lnTo>
                  <a:lnTo>
                    <a:pt x="370911" y="3566046"/>
                  </a:lnTo>
                  <a:lnTo>
                    <a:pt x="380672" y="3564381"/>
                  </a:lnTo>
                  <a:lnTo>
                    <a:pt x="390432" y="3562711"/>
                  </a:lnTo>
                  <a:lnTo>
                    <a:pt x="400193" y="3561037"/>
                  </a:lnTo>
                  <a:lnTo>
                    <a:pt x="409954" y="3559361"/>
                  </a:lnTo>
                  <a:lnTo>
                    <a:pt x="419715" y="3557683"/>
                  </a:lnTo>
                  <a:lnTo>
                    <a:pt x="429476" y="3556001"/>
                  </a:lnTo>
                  <a:lnTo>
                    <a:pt x="439236" y="3554313"/>
                  </a:lnTo>
                  <a:lnTo>
                    <a:pt x="448997" y="3552621"/>
                  </a:lnTo>
                  <a:lnTo>
                    <a:pt x="458758" y="3550924"/>
                  </a:lnTo>
                  <a:lnTo>
                    <a:pt x="468519" y="3549222"/>
                  </a:lnTo>
                  <a:lnTo>
                    <a:pt x="478280" y="3547515"/>
                  </a:lnTo>
                  <a:lnTo>
                    <a:pt x="488041" y="3545803"/>
                  </a:lnTo>
                  <a:lnTo>
                    <a:pt x="497801" y="3544087"/>
                  </a:lnTo>
                  <a:lnTo>
                    <a:pt x="507562" y="3542365"/>
                  </a:lnTo>
                  <a:lnTo>
                    <a:pt x="517323" y="3540638"/>
                  </a:lnTo>
                  <a:lnTo>
                    <a:pt x="527084" y="3538907"/>
                  </a:lnTo>
                  <a:lnTo>
                    <a:pt x="536845" y="3537170"/>
                  </a:lnTo>
                  <a:lnTo>
                    <a:pt x="546606" y="3532459"/>
                  </a:lnTo>
                  <a:lnTo>
                    <a:pt x="556366" y="3524240"/>
                  </a:lnTo>
                  <a:lnTo>
                    <a:pt x="566127" y="3515942"/>
                  </a:lnTo>
                  <a:lnTo>
                    <a:pt x="575888" y="3507567"/>
                  </a:lnTo>
                  <a:lnTo>
                    <a:pt x="585649" y="3499114"/>
                  </a:lnTo>
                  <a:lnTo>
                    <a:pt x="595410" y="3490581"/>
                  </a:lnTo>
                  <a:lnTo>
                    <a:pt x="605170" y="3481967"/>
                  </a:lnTo>
                  <a:lnTo>
                    <a:pt x="614931" y="3473273"/>
                  </a:lnTo>
                  <a:lnTo>
                    <a:pt x="624692" y="3464500"/>
                  </a:lnTo>
                  <a:lnTo>
                    <a:pt x="634453" y="3455645"/>
                  </a:lnTo>
                  <a:lnTo>
                    <a:pt x="644214" y="3446696"/>
                  </a:lnTo>
                  <a:lnTo>
                    <a:pt x="653975" y="3437638"/>
                  </a:lnTo>
                  <a:lnTo>
                    <a:pt x="663735" y="3428556"/>
                  </a:lnTo>
                  <a:lnTo>
                    <a:pt x="673496" y="3419297"/>
                  </a:lnTo>
                  <a:lnTo>
                    <a:pt x="683257" y="3409938"/>
                  </a:lnTo>
                  <a:lnTo>
                    <a:pt x="693018" y="3400489"/>
                  </a:lnTo>
                  <a:lnTo>
                    <a:pt x="702779" y="3390972"/>
                  </a:lnTo>
                  <a:lnTo>
                    <a:pt x="712539" y="3381362"/>
                  </a:lnTo>
                  <a:lnTo>
                    <a:pt x="722300" y="3371726"/>
                  </a:lnTo>
                  <a:lnTo>
                    <a:pt x="732061" y="3362021"/>
                  </a:lnTo>
                  <a:lnTo>
                    <a:pt x="741822" y="3352193"/>
                  </a:lnTo>
                  <a:lnTo>
                    <a:pt x="751583" y="3341983"/>
                  </a:lnTo>
                  <a:lnTo>
                    <a:pt x="761344" y="3331887"/>
                  </a:lnTo>
                  <a:lnTo>
                    <a:pt x="771104" y="3321590"/>
                  </a:lnTo>
                  <a:lnTo>
                    <a:pt x="780865" y="3311166"/>
                  </a:lnTo>
                  <a:lnTo>
                    <a:pt x="790626" y="3300848"/>
                  </a:lnTo>
                  <a:lnTo>
                    <a:pt x="800387" y="3290444"/>
                  </a:lnTo>
                  <a:lnTo>
                    <a:pt x="810148" y="3279999"/>
                  </a:lnTo>
                  <a:lnTo>
                    <a:pt x="819909" y="3269321"/>
                  </a:lnTo>
                  <a:lnTo>
                    <a:pt x="829669" y="3258543"/>
                  </a:lnTo>
                  <a:lnTo>
                    <a:pt x="839430" y="3247664"/>
                  </a:lnTo>
                  <a:lnTo>
                    <a:pt x="849191" y="3236684"/>
                  </a:lnTo>
                  <a:lnTo>
                    <a:pt x="858952" y="3225612"/>
                  </a:lnTo>
                  <a:lnTo>
                    <a:pt x="868713" y="3214439"/>
                  </a:lnTo>
                  <a:lnTo>
                    <a:pt x="878473" y="3203164"/>
                  </a:lnTo>
                  <a:lnTo>
                    <a:pt x="888234" y="3191794"/>
                  </a:lnTo>
                  <a:lnTo>
                    <a:pt x="897995" y="3180611"/>
                  </a:lnTo>
                  <a:lnTo>
                    <a:pt x="907756" y="3169344"/>
                  </a:lnTo>
                  <a:lnTo>
                    <a:pt x="917517" y="3157992"/>
                  </a:lnTo>
                  <a:lnTo>
                    <a:pt x="927278" y="3146555"/>
                  </a:lnTo>
                  <a:lnTo>
                    <a:pt x="937038" y="3135034"/>
                  </a:lnTo>
                  <a:lnTo>
                    <a:pt x="946799" y="3123426"/>
                  </a:lnTo>
                  <a:lnTo>
                    <a:pt x="956560" y="3111733"/>
                  </a:lnTo>
                  <a:lnTo>
                    <a:pt x="966321" y="3099217"/>
                  </a:lnTo>
                  <a:lnTo>
                    <a:pt x="976082" y="3086275"/>
                  </a:lnTo>
                  <a:lnTo>
                    <a:pt x="985842" y="3073187"/>
                  </a:lnTo>
                  <a:lnTo>
                    <a:pt x="995603" y="3059953"/>
                  </a:lnTo>
                  <a:lnTo>
                    <a:pt x="1005364" y="3046937"/>
                  </a:lnTo>
                  <a:lnTo>
                    <a:pt x="1015125" y="3034162"/>
                  </a:lnTo>
                  <a:lnTo>
                    <a:pt x="1024886" y="3021294"/>
                  </a:lnTo>
                  <a:lnTo>
                    <a:pt x="1034647" y="3008480"/>
                  </a:lnTo>
                  <a:lnTo>
                    <a:pt x="1044407" y="2995819"/>
                  </a:lnTo>
                  <a:lnTo>
                    <a:pt x="1054168" y="2983071"/>
                  </a:lnTo>
                  <a:lnTo>
                    <a:pt x="1063929" y="2970233"/>
                  </a:lnTo>
                  <a:lnTo>
                    <a:pt x="1073690" y="2957312"/>
                  </a:lnTo>
                  <a:lnTo>
                    <a:pt x="1083451" y="2944294"/>
                  </a:lnTo>
                  <a:lnTo>
                    <a:pt x="1093212" y="2931178"/>
                  </a:lnTo>
                  <a:lnTo>
                    <a:pt x="1102972" y="2917979"/>
                  </a:lnTo>
                  <a:lnTo>
                    <a:pt x="1112733" y="2904691"/>
                  </a:lnTo>
                  <a:lnTo>
                    <a:pt x="1122494" y="2891318"/>
                  </a:lnTo>
                  <a:lnTo>
                    <a:pt x="1132255" y="2877858"/>
                  </a:lnTo>
                  <a:lnTo>
                    <a:pt x="1142016" y="2864307"/>
                  </a:lnTo>
                  <a:lnTo>
                    <a:pt x="1151776" y="2850666"/>
                  </a:lnTo>
                  <a:lnTo>
                    <a:pt x="1161537" y="2836922"/>
                  </a:lnTo>
                  <a:lnTo>
                    <a:pt x="1171298" y="2823077"/>
                  </a:lnTo>
                  <a:lnTo>
                    <a:pt x="1181059" y="2809148"/>
                  </a:lnTo>
                  <a:lnTo>
                    <a:pt x="1190820" y="2795042"/>
                  </a:lnTo>
                  <a:lnTo>
                    <a:pt x="1200581" y="2780167"/>
                  </a:lnTo>
                  <a:lnTo>
                    <a:pt x="1210341" y="2765391"/>
                  </a:lnTo>
                  <a:lnTo>
                    <a:pt x="1220102" y="2751048"/>
                  </a:lnTo>
                  <a:lnTo>
                    <a:pt x="1229863" y="2736622"/>
                  </a:lnTo>
                  <a:lnTo>
                    <a:pt x="1239624" y="2721138"/>
                  </a:lnTo>
                  <a:lnTo>
                    <a:pt x="1249385" y="2705699"/>
                  </a:lnTo>
                  <a:lnTo>
                    <a:pt x="1259145" y="2690215"/>
                  </a:lnTo>
                  <a:lnTo>
                    <a:pt x="1268906" y="2675793"/>
                  </a:lnTo>
                  <a:lnTo>
                    <a:pt x="1278667" y="2660878"/>
                  </a:lnTo>
                  <a:lnTo>
                    <a:pt x="1288428" y="2645747"/>
                  </a:lnTo>
                  <a:lnTo>
                    <a:pt x="1298189" y="2629839"/>
                  </a:lnTo>
                  <a:lnTo>
                    <a:pt x="1307950" y="2613606"/>
                  </a:lnTo>
                  <a:lnTo>
                    <a:pt x="1317710" y="2598048"/>
                  </a:lnTo>
                  <a:lnTo>
                    <a:pt x="1327471" y="2582489"/>
                  </a:lnTo>
                  <a:lnTo>
                    <a:pt x="1337232" y="2566834"/>
                  </a:lnTo>
                  <a:lnTo>
                    <a:pt x="1346993" y="2551085"/>
                  </a:lnTo>
                  <a:lnTo>
                    <a:pt x="1356754" y="2534115"/>
                  </a:lnTo>
                  <a:lnTo>
                    <a:pt x="1366515" y="2516874"/>
                  </a:lnTo>
                  <a:lnTo>
                    <a:pt x="1376275" y="2499515"/>
                  </a:lnTo>
                  <a:lnTo>
                    <a:pt x="1386036" y="2482658"/>
                  </a:lnTo>
                  <a:lnTo>
                    <a:pt x="1395797" y="2466039"/>
                  </a:lnTo>
                  <a:lnTo>
                    <a:pt x="1405558" y="2448620"/>
                  </a:lnTo>
                  <a:lnTo>
                    <a:pt x="1415319" y="2431096"/>
                  </a:lnTo>
                  <a:lnTo>
                    <a:pt x="1425079" y="2413945"/>
                  </a:lnTo>
                  <a:lnTo>
                    <a:pt x="1434840" y="2398466"/>
                  </a:lnTo>
                  <a:lnTo>
                    <a:pt x="1444601" y="2382925"/>
                  </a:lnTo>
                  <a:lnTo>
                    <a:pt x="1454362" y="2367324"/>
                  </a:lnTo>
                  <a:lnTo>
                    <a:pt x="1464123" y="2351663"/>
                  </a:lnTo>
                  <a:lnTo>
                    <a:pt x="1473884" y="2335942"/>
                  </a:lnTo>
                  <a:lnTo>
                    <a:pt x="1483644" y="2319544"/>
                  </a:lnTo>
                  <a:lnTo>
                    <a:pt x="1493405" y="2300708"/>
                  </a:lnTo>
                  <a:lnTo>
                    <a:pt x="1503166" y="2281717"/>
                  </a:lnTo>
                  <a:lnTo>
                    <a:pt x="1512927" y="2262594"/>
                  </a:lnTo>
                  <a:lnTo>
                    <a:pt x="1522688" y="2243343"/>
                  </a:lnTo>
                  <a:lnTo>
                    <a:pt x="1532448" y="2223981"/>
                  </a:lnTo>
                  <a:lnTo>
                    <a:pt x="1542209" y="2204488"/>
                  </a:lnTo>
                  <a:lnTo>
                    <a:pt x="1551970" y="2184864"/>
                  </a:lnTo>
                  <a:lnTo>
                    <a:pt x="1561731" y="2165109"/>
                  </a:lnTo>
                  <a:lnTo>
                    <a:pt x="1571492" y="2145224"/>
                  </a:lnTo>
                  <a:lnTo>
                    <a:pt x="1581253" y="2125210"/>
                  </a:lnTo>
                  <a:lnTo>
                    <a:pt x="1591013" y="2105067"/>
                  </a:lnTo>
                  <a:lnTo>
                    <a:pt x="1600774" y="2085333"/>
                  </a:lnTo>
                  <a:lnTo>
                    <a:pt x="1610535" y="2066746"/>
                  </a:lnTo>
                  <a:lnTo>
                    <a:pt x="1620296" y="2048074"/>
                  </a:lnTo>
                  <a:lnTo>
                    <a:pt x="1630057" y="2029326"/>
                  </a:lnTo>
                  <a:lnTo>
                    <a:pt x="1639818" y="2010549"/>
                  </a:lnTo>
                  <a:lnTo>
                    <a:pt x="1649578" y="1991689"/>
                  </a:lnTo>
                  <a:lnTo>
                    <a:pt x="1659339" y="1972747"/>
                  </a:lnTo>
                  <a:lnTo>
                    <a:pt x="1669100" y="1953726"/>
                  </a:lnTo>
                  <a:lnTo>
                    <a:pt x="1678861" y="1934624"/>
                  </a:lnTo>
                  <a:lnTo>
                    <a:pt x="1688622" y="1915444"/>
                  </a:lnTo>
                  <a:lnTo>
                    <a:pt x="1698382" y="1896186"/>
                  </a:lnTo>
                  <a:lnTo>
                    <a:pt x="1708143" y="1876850"/>
                  </a:lnTo>
                  <a:lnTo>
                    <a:pt x="1717904" y="1857438"/>
                  </a:lnTo>
                  <a:lnTo>
                    <a:pt x="1727665" y="1837951"/>
                  </a:lnTo>
                  <a:lnTo>
                    <a:pt x="1737426" y="1818468"/>
                  </a:lnTo>
                  <a:lnTo>
                    <a:pt x="1747187" y="1799429"/>
                  </a:lnTo>
                  <a:lnTo>
                    <a:pt x="1756947" y="1780327"/>
                  </a:lnTo>
                  <a:lnTo>
                    <a:pt x="1766708" y="1760158"/>
                  </a:lnTo>
                  <a:lnTo>
                    <a:pt x="1776469" y="1739322"/>
                  </a:lnTo>
                  <a:lnTo>
                    <a:pt x="1786230" y="1719208"/>
                  </a:lnTo>
                  <a:lnTo>
                    <a:pt x="1795991" y="1699982"/>
                  </a:lnTo>
                  <a:lnTo>
                    <a:pt x="1805752" y="1680900"/>
                  </a:lnTo>
                  <a:lnTo>
                    <a:pt x="1815512" y="1661767"/>
                  </a:lnTo>
                  <a:lnTo>
                    <a:pt x="1825273" y="1642546"/>
                  </a:lnTo>
                  <a:lnTo>
                    <a:pt x="1835034" y="1623251"/>
                  </a:lnTo>
                  <a:lnTo>
                    <a:pt x="1844795" y="1603908"/>
                  </a:lnTo>
                  <a:lnTo>
                    <a:pt x="1854556" y="1584466"/>
                  </a:lnTo>
                  <a:lnTo>
                    <a:pt x="1864316" y="1562496"/>
                  </a:lnTo>
                  <a:lnTo>
                    <a:pt x="1874077" y="1540441"/>
                  </a:lnTo>
                  <a:lnTo>
                    <a:pt x="1883838" y="1518301"/>
                  </a:lnTo>
                  <a:lnTo>
                    <a:pt x="1893599" y="1496078"/>
                  </a:lnTo>
                  <a:lnTo>
                    <a:pt x="1903360" y="1475078"/>
                  </a:lnTo>
                  <a:lnTo>
                    <a:pt x="1913121" y="1454318"/>
                  </a:lnTo>
                  <a:lnTo>
                    <a:pt x="1922881" y="1433523"/>
                  </a:lnTo>
                  <a:lnTo>
                    <a:pt x="1932642" y="1412675"/>
                  </a:lnTo>
                  <a:lnTo>
                    <a:pt x="1942403" y="1391776"/>
                  </a:lnTo>
                  <a:lnTo>
                    <a:pt x="1952164" y="1370826"/>
                  </a:lnTo>
                  <a:lnTo>
                    <a:pt x="1961925" y="1349827"/>
                  </a:lnTo>
                  <a:lnTo>
                    <a:pt x="1971685" y="1328781"/>
                  </a:lnTo>
                  <a:lnTo>
                    <a:pt x="1981446" y="1307374"/>
                  </a:lnTo>
                  <a:lnTo>
                    <a:pt x="1991207" y="1284486"/>
                  </a:lnTo>
                  <a:lnTo>
                    <a:pt x="2000968" y="1261585"/>
                  </a:lnTo>
                  <a:lnTo>
                    <a:pt x="2010729" y="1239079"/>
                  </a:lnTo>
                  <a:lnTo>
                    <a:pt x="2020490" y="1218600"/>
                  </a:lnTo>
                  <a:lnTo>
                    <a:pt x="2030250" y="1198091"/>
                  </a:lnTo>
                  <a:lnTo>
                    <a:pt x="2040011" y="1177555"/>
                  </a:lnTo>
                  <a:lnTo>
                    <a:pt x="2049772" y="1156637"/>
                  </a:lnTo>
                  <a:lnTo>
                    <a:pt x="2059533" y="1133280"/>
                  </a:lnTo>
                  <a:lnTo>
                    <a:pt x="2069294" y="1109398"/>
                  </a:lnTo>
                  <a:lnTo>
                    <a:pt x="2079055" y="1085454"/>
                  </a:lnTo>
                  <a:lnTo>
                    <a:pt x="2088815" y="1061461"/>
                  </a:lnTo>
                  <a:lnTo>
                    <a:pt x="2098576" y="1037458"/>
                  </a:lnTo>
                  <a:lnTo>
                    <a:pt x="2108337" y="1013401"/>
                  </a:lnTo>
                  <a:lnTo>
                    <a:pt x="2118098" y="989600"/>
                  </a:lnTo>
                  <a:lnTo>
                    <a:pt x="2127859" y="965973"/>
                  </a:lnTo>
                  <a:lnTo>
                    <a:pt x="2137619" y="940747"/>
                  </a:lnTo>
                  <a:lnTo>
                    <a:pt x="2147380" y="916376"/>
                  </a:lnTo>
                  <a:lnTo>
                    <a:pt x="2157141" y="891959"/>
                  </a:lnTo>
                  <a:lnTo>
                    <a:pt x="2166902" y="867532"/>
                  </a:lnTo>
                  <a:lnTo>
                    <a:pt x="2176663" y="843085"/>
                  </a:lnTo>
                  <a:lnTo>
                    <a:pt x="2186424" y="818599"/>
                  </a:lnTo>
                  <a:lnTo>
                    <a:pt x="2196184" y="794077"/>
                  </a:lnTo>
                  <a:lnTo>
                    <a:pt x="2205945" y="769519"/>
                  </a:lnTo>
                  <a:lnTo>
                    <a:pt x="2215706" y="744929"/>
                  </a:lnTo>
                  <a:lnTo>
                    <a:pt x="2225467" y="720820"/>
                  </a:lnTo>
                  <a:lnTo>
                    <a:pt x="2235228" y="698793"/>
                  </a:lnTo>
                  <a:lnTo>
                    <a:pt x="2244988" y="676761"/>
                  </a:lnTo>
                  <a:lnTo>
                    <a:pt x="2254749" y="653312"/>
                  </a:lnTo>
                  <a:lnTo>
                    <a:pt x="2264510" y="628410"/>
                  </a:lnTo>
                  <a:lnTo>
                    <a:pt x="2274271" y="603486"/>
                  </a:lnTo>
                  <a:lnTo>
                    <a:pt x="2284032" y="578542"/>
                  </a:lnTo>
                  <a:lnTo>
                    <a:pt x="2293793" y="553580"/>
                  </a:lnTo>
                  <a:lnTo>
                    <a:pt x="2303553" y="528603"/>
                  </a:lnTo>
                  <a:lnTo>
                    <a:pt x="2313314" y="504396"/>
                  </a:lnTo>
                  <a:lnTo>
                    <a:pt x="2323075" y="480303"/>
                  </a:lnTo>
                  <a:lnTo>
                    <a:pt x="2332836" y="456207"/>
                  </a:lnTo>
                  <a:lnTo>
                    <a:pt x="2342597" y="432173"/>
                  </a:lnTo>
                  <a:lnTo>
                    <a:pt x="2352358" y="408753"/>
                  </a:lnTo>
                  <a:lnTo>
                    <a:pt x="2362118" y="386519"/>
                  </a:lnTo>
                  <a:lnTo>
                    <a:pt x="2371879" y="364301"/>
                  </a:lnTo>
                  <a:lnTo>
                    <a:pt x="2381640" y="341694"/>
                  </a:lnTo>
                  <a:lnTo>
                    <a:pt x="2391401" y="316981"/>
                  </a:lnTo>
                  <a:lnTo>
                    <a:pt x="2401162" y="292301"/>
                  </a:lnTo>
                  <a:lnTo>
                    <a:pt x="2410922" y="267631"/>
                  </a:lnTo>
                  <a:lnTo>
                    <a:pt x="2420683" y="244946"/>
                  </a:lnTo>
                  <a:lnTo>
                    <a:pt x="2430444" y="222514"/>
                  </a:lnTo>
                  <a:lnTo>
                    <a:pt x="2440205" y="200113"/>
                  </a:lnTo>
                  <a:lnTo>
                    <a:pt x="2449966" y="177741"/>
                  </a:lnTo>
                  <a:lnTo>
                    <a:pt x="2459727" y="155452"/>
                  </a:lnTo>
                  <a:lnTo>
                    <a:pt x="2469487" y="135004"/>
                  </a:lnTo>
                  <a:lnTo>
                    <a:pt x="2479248" y="113997"/>
                  </a:lnTo>
                  <a:lnTo>
                    <a:pt x="2489009" y="88662"/>
                  </a:lnTo>
                  <a:lnTo>
                    <a:pt x="2498770" y="66383"/>
                  </a:lnTo>
                  <a:lnTo>
                    <a:pt x="2508531" y="44206"/>
                  </a:lnTo>
                  <a:lnTo>
                    <a:pt x="2518291" y="22082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11514" y="4393856"/>
              <a:ext cx="2528052" cy="823578"/>
            </a:xfrm>
            <a:custGeom>
              <a:avLst/>
              <a:pathLst>
                <a:path w="2528052" h="823578">
                  <a:moveTo>
                    <a:pt x="2528052" y="0"/>
                  </a:moveTo>
                  <a:lnTo>
                    <a:pt x="2518291" y="2999"/>
                  </a:lnTo>
                  <a:lnTo>
                    <a:pt x="2508531" y="5992"/>
                  </a:lnTo>
                  <a:lnTo>
                    <a:pt x="2498770" y="8977"/>
                  </a:lnTo>
                  <a:lnTo>
                    <a:pt x="2489009" y="11954"/>
                  </a:lnTo>
                  <a:lnTo>
                    <a:pt x="2479248" y="14920"/>
                  </a:lnTo>
                  <a:lnTo>
                    <a:pt x="2469487" y="17880"/>
                  </a:lnTo>
                  <a:lnTo>
                    <a:pt x="2459727" y="20832"/>
                  </a:lnTo>
                  <a:lnTo>
                    <a:pt x="2449966" y="23648"/>
                  </a:lnTo>
                  <a:lnTo>
                    <a:pt x="2440205" y="26439"/>
                  </a:lnTo>
                  <a:lnTo>
                    <a:pt x="2430444" y="29224"/>
                  </a:lnTo>
                  <a:lnTo>
                    <a:pt x="2420683" y="32004"/>
                  </a:lnTo>
                  <a:lnTo>
                    <a:pt x="2410922" y="34779"/>
                  </a:lnTo>
                  <a:lnTo>
                    <a:pt x="2401162" y="37548"/>
                  </a:lnTo>
                  <a:lnTo>
                    <a:pt x="2391401" y="40312"/>
                  </a:lnTo>
                  <a:lnTo>
                    <a:pt x="2381640" y="43071"/>
                  </a:lnTo>
                  <a:lnTo>
                    <a:pt x="2371879" y="45824"/>
                  </a:lnTo>
                  <a:lnTo>
                    <a:pt x="2362118" y="48573"/>
                  </a:lnTo>
                  <a:lnTo>
                    <a:pt x="2352358" y="51316"/>
                  </a:lnTo>
                  <a:lnTo>
                    <a:pt x="2342597" y="54053"/>
                  </a:lnTo>
                  <a:lnTo>
                    <a:pt x="2332836" y="56820"/>
                  </a:lnTo>
                  <a:lnTo>
                    <a:pt x="2323075" y="59870"/>
                  </a:lnTo>
                  <a:lnTo>
                    <a:pt x="2313314" y="62911"/>
                  </a:lnTo>
                  <a:lnTo>
                    <a:pt x="2303553" y="65941"/>
                  </a:lnTo>
                  <a:lnTo>
                    <a:pt x="2293793" y="68962"/>
                  </a:lnTo>
                  <a:lnTo>
                    <a:pt x="2284032" y="71974"/>
                  </a:lnTo>
                  <a:lnTo>
                    <a:pt x="2274271" y="74975"/>
                  </a:lnTo>
                  <a:lnTo>
                    <a:pt x="2264510" y="77967"/>
                  </a:lnTo>
                  <a:lnTo>
                    <a:pt x="2254749" y="80949"/>
                  </a:lnTo>
                  <a:lnTo>
                    <a:pt x="2244988" y="83922"/>
                  </a:lnTo>
                  <a:lnTo>
                    <a:pt x="2235228" y="86844"/>
                  </a:lnTo>
                  <a:lnTo>
                    <a:pt x="2225467" y="89630"/>
                  </a:lnTo>
                  <a:lnTo>
                    <a:pt x="2215706" y="92408"/>
                  </a:lnTo>
                  <a:lnTo>
                    <a:pt x="2205945" y="95178"/>
                  </a:lnTo>
                  <a:lnTo>
                    <a:pt x="2196184" y="97942"/>
                  </a:lnTo>
                  <a:lnTo>
                    <a:pt x="2186424" y="100698"/>
                  </a:lnTo>
                  <a:lnTo>
                    <a:pt x="2176663" y="103448"/>
                  </a:lnTo>
                  <a:lnTo>
                    <a:pt x="2166902" y="106190"/>
                  </a:lnTo>
                  <a:lnTo>
                    <a:pt x="2157141" y="108926"/>
                  </a:lnTo>
                  <a:lnTo>
                    <a:pt x="2147380" y="111654"/>
                  </a:lnTo>
                  <a:lnTo>
                    <a:pt x="2137619" y="114371"/>
                  </a:lnTo>
                  <a:lnTo>
                    <a:pt x="2127859" y="117074"/>
                  </a:lnTo>
                  <a:lnTo>
                    <a:pt x="2118098" y="119771"/>
                  </a:lnTo>
                  <a:lnTo>
                    <a:pt x="2108337" y="122461"/>
                  </a:lnTo>
                  <a:lnTo>
                    <a:pt x="2098576" y="125145"/>
                  </a:lnTo>
                  <a:lnTo>
                    <a:pt x="2088815" y="127822"/>
                  </a:lnTo>
                  <a:lnTo>
                    <a:pt x="2079055" y="130492"/>
                  </a:lnTo>
                  <a:lnTo>
                    <a:pt x="2069294" y="133155"/>
                  </a:lnTo>
                  <a:lnTo>
                    <a:pt x="2059533" y="135812"/>
                  </a:lnTo>
                  <a:lnTo>
                    <a:pt x="2049772" y="138462"/>
                  </a:lnTo>
                  <a:lnTo>
                    <a:pt x="2040011" y="141105"/>
                  </a:lnTo>
                  <a:lnTo>
                    <a:pt x="2030250" y="143823"/>
                  </a:lnTo>
                  <a:lnTo>
                    <a:pt x="2020490" y="146504"/>
                  </a:lnTo>
                  <a:lnTo>
                    <a:pt x="2010729" y="149139"/>
                  </a:lnTo>
                  <a:lnTo>
                    <a:pt x="2000968" y="151767"/>
                  </a:lnTo>
                  <a:lnTo>
                    <a:pt x="1991207" y="154388"/>
                  </a:lnTo>
                  <a:lnTo>
                    <a:pt x="1981446" y="157003"/>
                  </a:lnTo>
                  <a:lnTo>
                    <a:pt x="1971685" y="159610"/>
                  </a:lnTo>
                  <a:lnTo>
                    <a:pt x="1961925" y="162211"/>
                  </a:lnTo>
                  <a:lnTo>
                    <a:pt x="1952164" y="164805"/>
                  </a:lnTo>
                  <a:lnTo>
                    <a:pt x="1942403" y="167393"/>
                  </a:lnTo>
                  <a:lnTo>
                    <a:pt x="1932642" y="169973"/>
                  </a:lnTo>
                  <a:lnTo>
                    <a:pt x="1922881" y="172547"/>
                  </a:lnTo>
                  <a:lnTo>
                    <a:pt x="1913121" y="175115"/>
                  </a:lnTo>
                  <a:lnTo>
                    <a:pt x="1903360" y="177675"/>
                  </a:lnTo>
                  <a:lnTo>
                    <a:pt x="1893599" y="180229"/>
                  </a:lnTo>
                  <a:lnTo>
                    <a:pt x="1883838" y="182776"/>
                  </a:lnTo>
                  <a:lnTo>
                    <a:pt x="1874077" y="185317"/>
                  </a:lnTo>
                  <a:lnTo>
                    <a:pt x="1864316" y="187851"/>
                  </a:lnTo>
                  <a:lnTo>
                    <a:pt x="1854556" y="190378"/>
                  </a:lnTo>
                  <a:lnTo>
                    <a:pt x="1844795" y="192898"/>
                  </a:lnTo>
                  <a:lnTo>
                    <a:pt x="1835034" y="195412"/>
                  </a:lnTo>
                  <a:lnTo>
                    <a:pt x="1825273" y="197920"/>
                  </a:lnTo>
                  <a:lnTo>
                    <a:pt x="1815512" y="200420"/>
                  </a:lnTo>
                  <a:lnTo>
                    <a:pt x="1805752" y="202915"/>
                  </a:lnTo>
                  <a:lnTo>
                    <a:pt x="1795991" y="205402"/>
                  </a:lnTo>
                  <a:lnTo>
                    <a:pt x="1786230" y="207883"/>
                  </a:lnTo>
                  <a:lnTo>
                    <a:pt x="1776469" y="210358"/>
                  </a:lnTo>
                  <a:lnTo>
                    <a:pt x="1766708" y="212826"/>
                  </a:lnTo>
                  <a:lnTo>
                    <a:pt x="1756947" y="215287"/>
                  </a:lnTo>
                  <a:lnTo>
                    <a:pt x="1747187" y="217742"/>
                  </a:lnTo>
                  <a:lnTo>
                    <a:pt x="1737426" y="220191"/>
                  </a:lnTo>
                  <a:lnTo>
                    <a:pt x="1727665" y="222633"/>
                  </a:lnTo>
                  <a:lnTo>
                    <a:pt x="1717904" y="225068"/>
                  </a:lnTo>
                  <a:lnTo>
                    <a:pt x="1708143" y="227497"/>
                  </a:lnTo>
                  <a:lnTo>
                    <a:pt x="1698382" y="229920"/>
                  </a:lnTo>
                  <a:lnTo>
                    <a:pt x="1688622" y="232336"/>
                  </a:lnTo>
                  <a:lnTo>
                    <a:pt x="1678861" y="234745"/>
                  </a:lnTo>
                  <a:lnTo>
                    <a:pt x="1669100" y="237149"/>
                  </a:lnTo>
                  <a:lnTo>
                    <a:pt x="1659339" y="239545"/>
                  </a:lnTo>
                  <a:lnTo>
                    <a:pt x="1649578" y="241936"/>
                  </a:lnTo>
                  <a:lnTo>
                    <a:pt x="1639818" y="244320"/>
                  </a:lnTo>
                  <a:lnTo>
                    <a:pt x="1630057" y="246696"/>
                  </a:lnTo>
                  <a:lnTo>
                    <a:pt x="1620296" y="249064"/>
                  </a:lnTo>
                  <a:lnTo>
                    <a:pt x="1610535" y="251426"/>
                  </a:lnTo>
                  <a:lnTo>
                    <a:pt x="1600774" y="253782"/>
                  </a:lnTo>
                  <a:lnTo>
                    <a:pt x="1591013" y="256132"/>
                  </a:lnTo>
                  <a:lnTo>
                    <a:pt x="1581253" y="258475"/>
                  </a:lnTo>
                  <a:lnTo>
                    <a:pt x="1571492" y="260812"/>
                  </a:lnTo>
                  <a:lnTo>
                    <a:pt x="1561731" y="263143"/>
                  </a:lnTo>
                  <a:lnTo>
                    <a:pt x="1551970" y="265467"/>
                  </a:lnTo>
                  <a:lnTo>
                    <a:pt x="1542209" y="267786"/>
                  </a:lnTo>
                  <a:lnTo>
                    <a:pt x="1532448" y="270098"/>
                  </a:lnTo>
                  <a:lnTo>
                    <a:pt x="1522688" y="272404"/>
                  </a:lnTo>
                  <a:lnTo>
                    <a:pt x="1512927" y="274704"/>
                  </a:lnTo>
                  <a:lnTo>
                    <a:pt x="1503166" y="276997"/>
                  </a:lnTo>
                  <a:lnTo>
                    <a:pt x="1493405" y="279285"/>
                  </a:lnTo>
                  <a:lnTo>
                    <a:pt x="1483644" y="281566"/>
                  </a:lnTo>
                  <a:lnTo>
                    <a:pt x="1473884" y="283842"/>
                  </a:lnTo>
                  <a:lnTo>
                    <a:pt x="1464123" y="286111"/>
                  </a:lnTo>
                  <a:lnTo>
                    <a:pt x="1454362" y="288374"/>
                  </a:lnTo>
                  <a:lnTo>
                    <a:pt x="1444601" y="290631"/>
                  </a:lnTo>
                  <a:lnTo>
                    <a:pt x="1434840" y="292882"/>
                  </a:lnTo>
                  <a:lnTo>
                    <a:pt x="1425079" y="295127"/>
                  </a:lnTo>
                  <a:lnTo>
                    <a:pt x="1415319" y="297366"/>
                  </a:lnTo>
                  <a:lnTo>
                    <a:pt x="1405558" y="299599"/>
                  </a:lnTo>
                  <a:lnTo>
                    <a:pt x="1395797" y="301825"/>
                  </a:lnTo>
                  <a:lnTo>
                    <a:pt x="1386036" y="304046"/>
                  </a:lnTo>
                  <a:lnTo>
                    <a:pt x="1376275" y="306261"/>
                  </a:lnTo>
                  <a:lnTo>
                    <a:pt x="1366515" y="308470"/>
                  </a:lnTo>
                  <a:lnTo>
                    <a:pt x="1356754" y="310672"/>
                  </a:lnTo>
                  <a:lnTo>
                    <a:pt x="1346993" y="312869"/>
                  </a:lnTo>
                  <a:lnTo>
                    <a:pt x="1337232" y="315060"/>
                  </a:lnTo>
                  <a:lnTo>
                    <a:pt x="1327471" y="317245"/>
                  </a:lnTo>
                  <a:lnTo>
                    <a:pt x="1317710" y="319424"/>
                  </a:lnTo>
                  <a:lnTo>
                    <a:pt x="1307950" y="321597"/>
                  </a:lnTo>
                  <a:lnTo>
                    <a:pt x="1298189" y="323764"/>
                  </a:lnTo>
                  <a:lnTo>
                    <a:pt x="1288428" y="325910"/>
                  </a:lnTo>
                  <a:lnTo>
                    <a:pt x="1278667" y="328026"/>
                  </a:lnTo>
                  <a:lnTo>
                    <a:pt x="1268906" y="330137"/>
                  </a:lnTo>
                  <a:lnTo>
                    <a:pt x="1259145" y="332244"/>
                  </a:lnTo>
                  <a:lnTo>
                    <a:pt x="1249385" y="334345"/>
                  </a:lnTo>
                  <a:lnTo>
                    <a:pt x="1239624" y="336440"/>
                  </a:lnTo>
                  <a:lnTo>
                    <a:pt x="1229863" y="338530"/>
                  </a:lnTo>
                  <a:lnTo>
                    <a:pt x="1220102" y="340559"/>
                  </a:lnTo>
                  <a:lnTo>
                    <a:pt x="1210341" y="342607"/>
                  </a:lnTo>
                  <a:lnTo>
                    <a:pt x="1200581" y="344718"/>
                  </a:lnTo>
                  <a:lnTo>
                    <a:pt x="1190820" y="346824"/>
                  </a:lnTo>
                  <a:lnTo>
                    <a:pt x="1181059" y="348923"/>
                  </a:lnTo>
                  <a:lnTo>
                    <a:pt x="1171298" y="351019"/>
                  </a:lnTo>
                  <a:lnTo>
                    <a:pt x="1161537" y="353110"/>
                  </a:lnTo>
                  <a:lnTo>
                    <a:pt x="1151776" y="355194"/>
                  </a:lnTo>
                  <a:lnTo>
                    <a:pt x="1142016" y="357273"/>
                  </a:lnTo>
                  <a:lnTo>
                    <a:pt x="1132255" y="359346"/>
                  </a:lnTo>
                  <a:lnTo>
                    <a:pt x="1122494" y="361414"/>
                  </a:lnTo>
                  <a:lnTo>
                    <a:pt x="1112733" y="363476"/>
                  </a:lnTo>
                  <a:lnTo>
                    <a:pt x="1102972" y="365532"/>
                  </a:lnTo>
                  <a:lnTo>
                    <a:pt x="1093212" y="367583"/>
                  </a:lnTo>
                  <a:lnTo>
                    <a:pt x="1083451" y="369628"/>
                  </a:lnTo>
                  <a:lnTo>
                    <a:pt x="1073690" y="371667"/>
                  </a:lnTo>
                  <a:lnTo>
                    <a:pt x="1063929" y="373700"/>
                  </a:lnTo>
                  <a:lnTo>
                    <a:pt x="1054168" y="375727"/>
                  </a:lnTo>
                  <a:lnTo>
                    <a:pt x="1044407" y="377750"/>
                  </a:lnTo>
                  <a:lnTo>
                    <a:pt x="1034647" y="379766"/>
                  </a:lnTo>
                  <a:lnTo>
                    <a:pt x="1024886" y="381777"/>
                  </a:lnTo>
                  <a:lnTo>
                    <a:pt x="1015125" y="383783"/>
                  </a:lnTo>
                  <a:lnTo>
                    <a:pt x="1005364" y="385783"/>
                  </a:lnTo>
                  <a:lnTo>
                    <a:pt x="995603" y="387778"/>
                  </a:lnTo>
                  <a:lnTo>
                    <a:pt x="985842" y="389767"/>
                  </a:lnTo>
                  <a:lnTo>
                    <a:pt x="976082" y="391751"/>
                  </a:lnTo>
                  <a:lnTo>
                    <a:pt x="966321" y="393729"/>
                  </a:lnTo>
                  <a:lnTo>
                    <a:pt x="956560" y="395702"/>
                  </a:lnTo>
                  <a:lnTo>
                    <a:pt x="946799" y="397669"/>
                  </a:lnTo>
                  <a:lnTo>
                    <a:pt x="937038" y="399632"/>
                  </a:lnTo>
                  <a:lnTo>
                    <a:pt x="927278" y="401588"/>
                  </a:lnTo>
                  <a:lnTo>
                    <a:pt x="917517" y="403540"/>
                  </a:lnTo>
                  <a:lnTo>
                    <a:pt x="907756" y="405486"/>
                  </a:lnTo>
                  <a:lnTo>
                    <a:pt x="897995" y="407445"/>
                  </a:lnTo>
                  <a:lnTo>
                    <a:pt x="888234" y="409403"/>
                  </a:lnTo>
                  <a:lnTo>
                    <a:pt x="878473" y="411354"/>
                  </a:lnTo>
                  <a:lnTo>
                    <a:pt x="868713" y="413299"/>
                  </a:lnTo>
                  <a:lnTo>
                    <a:pt x="858952" y="415237"/>
                  </a:lnTo>
                  <a:lnTo>
                    <a:pt x="849191" y="417168"/>
                  </a:lnTo>
                  <a:lnTo>
                    <a:pt x="839430" y="419093"/>
                  </a:lnTo>
                  <a:lnTo>
                    <a:pt x="829669" y="421011"/>
                  </a:lnTo>
                  <a:lnTo>
                    <a:pt x="819909" y="422922"/>
                  </a:lnTo>
                  <a:lnTo>
                    <a:pt x="810148" y="424827"/>
                  </a:lnTo>
                  <a:lnTo>
                    <a:pt x="800387" y="426725"/>
                  </a:lnTo>
                  <a:lnTo>
                    <a:pt x="790626" y="428617"/>
                  </a:lnTo>
                  <a:lnTo>
                    <a:pt x="780865" y="430494"/>
                  </a:lnTo>
                  <a:lnTo>
                    <a:pt x="771104" y="432359"/>
                  </a:lnTo>
                  <a:lnTo>
                    <a:pt x="761344" y="434219"/>
                  </a:lnTo>
                  <a:lnTo>
                    <a:pt x="751583" y="436074"/>
                  </a:lnTo>
                  <a:lnTo>
                    <a:pt x="741822" y="437924"/>
                  </a:lnTo>
                  <a:lnTo>
                    <a:pt x="732061" y="439768"/>
                  </a:lnTo>
                  <a:lnTo>
                    <a:pt x="722300" y="441607"/>
                  </a:lnTo>
                  <a:lnTo>
                    <a:pt x="712539" y="443441"/>
                  </a:lnTo>
                  <a:lnTo>
                    <a:pt x="702779" y="445270"/>
                  </a:lnTo>
                  <a:lnTo>
                    <a:pt x="693018" y="447093"/>
                  </a:lnTo>
                  <a:lnTo>
                    <a:pt x="683257" y="448911"/>
                  </a:lnTo>
                  <a:lnTo>
                    <a:pt x="673496" y="450724"/>
                  </a:lnTo>
                  <a:lnTo>
                    <a:pt x="663735" y="452532"/>
                  </a:lnTo>
                  <a:lnTo>
                    <a:pt x="653975" y="454335"/>
                  </a:lnTo>
                  <a:lnTo>
                    <a:pt x="644214" y="456132"/>
                  </a:lnTo>
                  <a:lnTo>
                    <a:pt x="634453" y="457924"/>
                  </a:lnTo>
                  <a:lnTo>
                    <a:pt x="624692" y="459711"/>
                  </a:lnTo>
                  <a:lnTo>
                    <a:pt x="614931" y="461493"/>
                  </a:lnTo>
                  <a:lnTo>
                    <a:pt x="605170" y="463270"/>
                  </a:lnTo>
                  <a:lnTo>
                    <a:pt x="595410" y="465041"/>
                  </a:lnTo>
                  <a:lnTo>
                    <a:pt x="585649" y="466808"/>
                  </a:lnTo>
                  <a:lnTo>
                    <a:pt x="575888" y="468570"/>
                  </a:lnTo>
                  <a:lnTo>
                    <a:pt x="566127" y="470326"/>
                  </a:lnTo>
                  <a:lnTo>
                    <a:pt x="556366" y="472078"/>
                  </a:lnTo>
                  <a:lnTo>
                    <a:pt x="546606" y="473824"/>
                  </a:lnTo>
                  <a:lnTo>
                    <a:pt x="536845" y="478998"/>
                  </a:lnTo>
                  <a:lnTo>
                    <a:pt x="527084" y="487064"/>
                  </a:lnTo>
                  <a:lnTo>
                    <a:pt x="517323" y="495065"/>
                  </a:lnTo>
                  <a:lnTo>
                    <a:pt x="507562" y="503008"/>
                  </a:lnTo>
                  <a:lnTo>
                    <a:pt x="497801" y="510884"/>
                  </a:lnTo>
                  <a:lnTo>
                    <a:pt x="488041" y="518627"/>
                  </a:lnTo>
                  <a:lnTo>
                    <a:pt x="478280" y="526282"/>
                  </a:lnTo>
                  <a:lnTo>
                    <a:pt x="468519" y="533887"/>
                  </a:lnTo>
                  <a:lnTo>
                    <a:pt x="458758" y="541434"/>
                  </a:lnTo>
                  <a:lnTo>
                    <a:pt x="448997" y="548907"/>
                  </a:lnTo>
                  <a:lnTo>
                    <a:pt x="439236" y="556309"/>
                  </a:lnTo>
                  <a:lnTo>
                    <a:pt x="429476" y="563639"/>
                  </a:lnTo>
                  <a:lnTo>
                    <a:pt x="419715" y="570962"/>
                  </a:lnTo>
                  <a:lnTo>
                    <a:pt x="409954" y="578286"/>
                  </a:lnTo>
                  <a:lnTo>
                    <a:pt x="400193" y="585557"/>
                  </a:lnTo>
                  <a:lnTo>
                    <a:pt x="390432" y="592776"/>
                  </a:lnTo>
                  <a:lnTo>
                    <a:pt x="380672" y="599943"/>
                  </a:lnTo>
                  <a:lnTo>
                    <a:pt x="370911" y="606879"/>
                  </a:lnTo>
                  <a:lnTo>
                    <a:pt x="361150" y="613726"/>
                  </a:lnTo>
                  <a:lnTo>
                    <a:pt x="351389" y="620497"/>
                  </a:lnTo>
                  <a:lnTo>
                    <a:pt x="341628" y="627169"/>
                  </a:lnTo>
                  <a:lnTo>
                    <a:pt x="331867" y="633724"/>
                  </a:lnTo>
                  <a:lnTo>
                    <a:pt x="322107" y="640203"/>
                  </a:lnTo>
                  <a:lnTo>
                    <a:pt x="312346" y="646608"/>
                  </a:lnTo>
                  <a:lnTo>
                    <a:pt x="302585" y="652938"/>
                  </a:lnTo>
                  <a:lnTo>
                    <a:pt x="292824" y="659195"/>
                  </a:lnTo>
                  <a:lnTo>
                    <a:pt x="283063" y="665380"/>
                  </a:lnTo>
                  <a:lnTo>
                    <a:pt x="273303" y="671607"/>
                  </a:lnTo>
                  <a:lnTo>
                    <a:pt x="263542" y="677800"/>
                  </a:lnTo>
                  <a:lnTo>
                    <a:pt x="253781" y="683930"/>
                  </a:lnTo>
                  <a:lnTo>
                    <a:pt x="244020" y="689999"/>
                  </a:lnTo>
                  <a:lnTo>
                    <a:pt x="234259" y="696152"/>
                  </a:lnTo>
                  <a:lnTo>
                    <a:pt x="224498" y="702269"/>
                  </a:lnTo>
                  <a:lnTo>
                    <a:pt x="214738" y="708170"/>
                  </a:lnTo>
                  <a:lnTo>
                    <a:pt x="204977" y="713951"/>
                  </a:lnTo>
                  <a:lnTo>
                    <a:pt x="195216" y="719669"/>
                  </a:lnTo>
                  <a:lnTo>
                    <a:pt x="185455" y="725325"/>
                  </a:lnTo>
                  <a:lnTo>
                    <a:pt x="175694" y="730914"/>
                  </a:lnTo>
                  <a:lnTo>
                    <a:pt x="165933" y="736581"/>
                  </a:lnTo>
                  <a:lnTo>
                    <a:pt x="156173" y="742246"/>
                  </a:lnTo>
                  <a:lnTo>
                    <a:pt x="146412" y="747859"/>
                  </a:lnTo>
                  <a:lnTo>
                    <a:pt x="136651" y="753420"/>
                  </a:lnTo>
                  <a:lnTo>
                    <a:pt x="126890" y="758578"/>
                  </a:lnTo>
                  <a:lnTo>
                    <a:pt x="117129" y="763641"/>
                  </a:lnTo>
                  <a:lnTo>
                    <a:pt x="107369" y="768780"/>
                  </a:lnTo>
                  <a:lnTo>
                    <a:pt x="97608" y="774080"/>
                  </a:lnTo>
                  <a:lnTo>
                    <a:pt x="87847" y="779323"/>
                  </a:lnTo>
                  <a:lnTo>
                    <a:pt x="78086" y="784323"/>
                  </a:lnTo>
                  <a:lnTo>
                    <a:pt x="68325" y="789278"/>
                  </a:lnTo>
                  <a:lnTo>
                    <a:pt x="58564" y="794273"/>
                  </a:lnTo>
                  <a:lnTo>
                    <a:pt x="48804" y="799216"/>
                  </a:lnTo>
                  <a:lnTo>
                    <a:pt x="39043" y="804105"/>
                  </a:lnTo>
                  <a:lnTo>
                    <a:pt x="29282" y="808942"/>
                  </a:lnTo>
                  <a:lnTo>
                    <a:pt x="19521" y="813727"/>
                  </a:lnTo>
                  <a:lnTo>
                    <a:pt x="9760" y="818463"/>
                  </a:lnTo>
                  <a:lnTo>
                    <a:pt x="0" y="8235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611514" y="1651301"/>
              <a:ext cx="2528052" cy="3805869"/>
            </a:xfrm>
            <a:custGeom>
              <a:avLst/>
              <a:pathLst>
                <a:path w="2528052" h="3805869">
                  <a:moveTo>
                    <a:pt x="0" y="3420372"/>
                  </a:moveTo>
                  <a:lnTo>
                    <a:pt x="9760" y="3419874"/>
                  </a:lnTo>
                  <a:lnTo>
                    <a:pt x="19521" y="3419351"/>
                  </a:lnTo>
                  <a:lnTo>
                    <a:pt x="29282" y="3418630"/>
                  </a:lnTo>
                  <a:lnTo>
                    <a:pt x="39043" y="3417252"/>
                  </a:lnTo>
                  <a:lnTo>
                    <a:pt x="48804" y="3415876"/>
                  </a:lnTo>
                  <a:lnTo>
                    <a:pt x="58564" y="3414340"/>
                  </a:lnTo>
                  <a:lnTo>
                    <a:pt x="68325" y="3413110"/>
                  </a:lnTo>
                  <a:lnTo>
                    <a:pt x="78086" y="3411714"/>
                  </a:lnTo>
                  <a:lnTo>
                    <a:pt x="87847" y="3410315"/>
                  </a:lnTo>
                  <a:lnTo>
                    <a:pt x="97608" y="3408910"/>
                  </a:lnTo>
                  <a:lnTo>
                    <a:pt x="107369" y="3407499"/>
                  </a:lnTo>
                  <a:lnTo>
                    <a:pt x="117129" y="3406066"/>
                  </a:lnTo>
                  <a:lnTo>
                    <a:pt x="126890" y="3404472"/>
                  </a:lnTo>
                  <a:lnTo>
                    <a:pt x="136651" y="3402128"/>
                  </a:lnTo>
                  <a:lnTo>
                    <a:pt x="146412" y="3400057"/>
                  </a:lnTo>
                  <a:lnTo>
                    <a:pt x="156173" y="3399156"/>
                  </a:lnTo>
                  <a:lnTo>
                    <a:pt x="165933" y="3397989"/>
                  </a:lnTo>
                  <a:lnTo>
                    <a:pt x="175694" y="3396457"/>
                  </a:lnTo>
                  <a:lnTo>
                    <a:pt x="185455" y="3394317"/>
                  </a:lnTo>
                  <a:lnTo>
                    <a:pt x="195216" y="3393328"/>
                  </a:lnTo>
                  <a:lnTo>
                    <a:pt x="204977" y="3392186"/>
                  </a:lnTo>
                  <a:lnTo>
                    <a:pt x="214738" y="3390166"/>
                  </a:lnTo>
                  <a:lnTo>
                    <a:pt x="224498" y="3388638"/>
                  </a:lnTo>
                  <a:lnTo>
                    <a:pt x="234259" y="3386222"/>
                  </a:lnTo>
                  <a:lnTo>
                    <a:pt x="244020" y="3384929"/>
                  </a:lnTo>
                  <a:lnTo>
                    <a:pt x="253781" y="3383317"/>
                  </a:lnTo>
                  <a:lnTo>
                    <a:pt x="263542" y="3381539"/>
                  </a:lnTo>
                  <a:lnTo>
                    <a:pt x="273303" y="3379721"/>
                  </a:lnTo>
                  <a:lnTo>
                    <a:pt x="283063" y="3377889"/>
                  </a:lnTo>
                  <a:lnTo>
                    <a:pt x="292824" y="3376066"/>
                  </a:lnTo>
                  <a:lnTo>
                    <a:pt x="302585" y="3374840"/>
                  </a:lnTo>
                  <a:lnTo>
                    <a:pt x="312346" y="3372370"/>
                  </a:lnTo>
                  <a:lnTo>
                    <a:pt x="322107" y="3370366"/>
                  </a:lnTo>
                  <a:lnTo>
                    <a:pt x="331867" y="3368612"/>
                  </a:lnTo>
                  <a:lnTo>
                    <a:pt x="341628" y="3365886"/>
                  </a:lnTo>
                  <a:lnTo>
                    <a:pt x="351389" y="3363118"/>
                  </a:lnTo>
                  <a:lnTo>
                    <a:pt x="361150" y="3359871"/>
                  </a:lnTo>
                  <a:lnTo>
                    <a:pt x="370911" y="3356559"/>
                  </a:lnTo>
                  <a:lnTo>
                    <a:pt x="380672" y="3353577"/>
                  </a:lnTo>
                  <a:lnTo>
                    <a:pt x="390432" y="3350651"/>
                  </a:lnTo>
                  <a:lnTo>
                    <a:pt x="400193" y="3348685"/>
                  </a:lnTo>
                  <a:lnTo>
                    <a:pt x="409954" y="3346701"/>
                  </a:lnTo>
                  <a:lnTo>
                    <a:pt x="419715" y="3344273"/>
                  </a:lnTo>
                  <a:lnTo>
                    <a:pt x="429476" y="3342578"/>
                  </a:lnTo>
                  <a:lnTo>
                    <a:pt x="439236" y="3340706"/>
                  </a:lnTo>
                  <a:lnTo>
                    <a:pt x="448997" y="3338854"/>
                  </a:lnTo>
                  <a:lnTo>
                    <a:pt x="458758" y="3337019"/>
                  </a:lnTo>
                  <a:lnTo>
                    <a:pt x="468519" y="3334981"/>
                  </a:lnTo>
                  <a:lnTo>
                    <a:pt x="478280" y="3333326"/>
                  </a:lnTo>
                  <a:lnTo>
                    <a:pt x="488041" y="3330690"/>
                  </a:lnTo>
                  <a:lnTo>
                    <a:pt x="497801" y="3328882"/>
                  </a:lnTo>
                  <a:lnTo>
                    <a:pt x="507562" y="3325633"/>
                  </a:lnTo>
                  <a:lnTo>
                    <a:pt x="517323" y="3321614"/>
                  </a:lnTo>
                  <a:lnTo>
                    <a:pt x="527084" y="3317638"/>
                  </a:lnTo>
                  <a:lnTo>
                    <a:pt x="536845" y="3315007"/>
                  </a:lnTo>
                  <a:lnTo>
                    <a:pt x="546606" y="3311456"/>
                  </a:lnTo>
                  <a:lnTo>
                    <a:pt x="556366" y="3308509"/>
                  </a:lnTo>
                  <a:lnTo>
                    <a:pt x="566127" y="3304789"/>
                  </a:lnTo>
                  <a:lnTo>
                    <a:pt x="575888" y="3302141"/>
                  </a:lnTo>
                  <a:lnTo>
                    <a:pt x="585649" y="3299154"/>
                  </a:lnTo>
                  <a:lnTo>
                    <a:pt x="595410" y="3296358"/>
                  </a:lnTo>
                  <a:lnTo>
                    <a:pt x="605170" y="3292023"/>
                  </a:lnTo>
                  <a:lnTo>
                    <a:pt x="614931" y="3287384"/>
                  </a:lnTo>
                  <a:lnTo>
                    <a:pt x="624692" y="3282362"/>
                  </a:lnTo>
                  <a:lnTo>
                    <a:pt x="634453" y="3280530"/>
                  </a:lnTo>
                  <a:lnTo>
                    <a:pt x="644214" y="3276876"/>
                  </a:lnTo>
                  <a:lnTo>
                    <a:pt x="653975" y="3272795"/>
                  </a:lnTo>
                  <a:lnTo>
                    <a:pt x="663735" y="3268675"/>
                  </a:lnTo>
                  <a:lnTo>
                    <a:pt x="673496" y="3263618"/>
                  </a:lnTo>
                  <a:lnTo>
                    <a:pt x="683257" y="3259882"/>
                  </a:lnTo>
                  <a:lnTo>
                    <a:pt x="693018" y="3254664"/>
                  </a:lnTo>
                  <a:lnTo>
                    <a:pt x="702779" y="3249829"/>
                  </a:lnTo>
                  <a:lnTo>
                    <a:pt x="712539" y="3244451"/>
                  </a:lnTo>
                  <a:lnTo>
                    <a:pt x="722300" y="3239466"/>
                  </a:lnTo>
                  <a:lnTo>
                    <a:pt x="732061" y="3234149"/>
                  </a:lnTo>
                  <a:lnTo>
                    <a:pt x="741822" y="3228191"/>
                  </a:lnTo>
                  <a:lnTo>
                    <a:pt x="751583" y="3222496"/>
                  </a:lnTo>
                  <a:lnTo>
                    <a:pt x="761344" y="3216862"/>
                  </a:lnTo>
                  <a:lnTo>
                    <a:pt x="771104" y="3210999"/>
                  </a:lnTo>
                  <a:lnTo>
                    <a:pt x="780865" y="3204019"/>
                  </a:lnTo>
                  <a:lnTo>
                    <a:pt x="790626" y="3199102"/>
                  </a:lnTo>
                  <a:lnTo>
                    <a:pt x="800387" y="3191234"/>
                  </a:lnTo>
                  <a:lnTo>
                    <a:pt x="810148" y="3184468"/>
                  </a:lnTo>
                  <a:lnTo>
                    <a:pt x="819909" y="3179423"/>
                  </a:lnTo>
                  <a:lnTo>
                    <a:pt x="829669" y="3173859"/>
                  </a:lnTo>
                  <a:lnTo>
                    <a:pt x="839430" y="3166067"/>
                  </a:lnTo>
                  <a:lnTo>
                    <a:pt x="849191" y="3160447"/>
                  </a:lnTo>
                  <a:lnTo>
                    <a:pt x="858952" y="3155516"/>
                  </a:lnTo>
                  <a:lnTo>
                    <a:pt x="868713" y="3148871"/>
                  </a:lnTo>
                  <a:lnTo>
                    <a:pt x="878473" y="3140748"/>
                  </a:lnTo>
                  <a:lnTo>
                    <a:pt x="888234" y="3131863"/>
                  </a:lnTo>
                  <a:lnTo>
                    <a:pt x="897995" y="3123084"/>
                  </a:lnTo>
                  <a:lnTo>
                    <a:pt x="907756" y="3113217"/>
                  </a:lnTo>
                  <a:lnTo>
                    <a:pt x="917517" y="3105163"/>
                  </a:lnTo>
                  <a:lnTo>
                    <a:pt x="927278" y="3095908"/>
                  </a:lnTo>
                  <a:lnTo>
                    <a:pt x="937038" y="3085621"/>
                  </a:lnTo>
                  <a:lnTo>
                    <a:pt x="946799" y="3075196"/>
                  </a:lnTo>
                  <a:lnTo>
                    <a:pt x="956560" y="3065198"/>
                  </a:lnTo>
                  <a:lnTo>
                    <a:pt x="966321" y="3054766"/>
                  </a:lnTo>
                  <a:lnTo>
                    <a:pt x="976082" y="3045956"/>
                  </a:lnTo>
                  <a:lnTo>
                    <a:pt x="985842" y="3037030"/>
                  </a:lnTo>
                  <a:lnTo>
                    <a:pt x="995603" y="3028005"/>
                  </a:lnTo>
                  <a:lnTo>
                    <a:pt x="1005364" y="3017979"/>
                  </a:lnTo>
                  <a:lnTo>
                    <a:pt x="1015125" y="3004274"/>
                  </a:lnTo>
                  <a:lnTo>
                    <a:pt x="1024886" y="2995370"/>
                  </a:lnTo>
                  <a:lnTo>
                    <a:pt x="1034647" y="2985697"/>
                  </a:lnTo>
                  <a:lnTo>
                    <a:pt x="1044407" y="2974368"/>
                  </a:lnTo>
                  <a:lnTo>
                    <a:pt x="1054168" y="2964776"/>
                  </a:lnTo>
                  <a:lnTo>
                    <a:pt x="1063929" y="2954359"/>
                  </a:lnTo>
                  <a:lnTo>
                    <a:pt x="1073690" y="2946240"/>
                  </a:lnTo>
                  <a:lnTo>
                    <a:pt x="1083451" y="2936893"/>
                  </a:lnTo>
                  <a:lnTo>
                    <a:pt x="1093212" y="2926641"/>
                  </a:lnTo>
                  <a:lnTo>
                    <a:pt x="1102972" y="2917847"/>
                  </a:lnTo>
                  <a:lnTo>
                    <a:pt x="1112733" y="2908182"/>
                  </a:lnTo>
                  <a:lnTo>
                    <a:pt x="1122494" y="2897887"/>
                  </a:lnTo>
                  <a:lnTo>
                    <a:pt x="1132255" y="2884652"/>
                  </a:lnTo>
                  <a:lnTo>
                    <a:pt x="1142016" y="2871258"/>
                  </a:lnTo>
                  <a:lnTo>
                    <a:pt x="1151776" y="2857736"/>
                  </a:lnTo>
                  <a:lnTo>
                    <a:pt x="1161537" y="2846804"/>
                  </a:lnTo>
                  <a:lnTo>
                    <a:pt x="1171298" y="2835846"/>
                  </a:lnTo>
                  <a:lnTo>
                    <a:pt x="1181059" y="2824787"/>
                  </a:lnTo>
                  <a:lnTo>
                    <a:pt x="1190820" y="2813624"/>
                  </a:lnTo>
                  <a:lnTo>
                    <a:pt x="1200581" y="2800729"/>
                  </a:lnTo>
                  <a:lnTo>
                    <a:pt x="1210341" y="2788674"/>
                  </a:lnTo>
                  <a:lnTo>
                    <a:pt x="1220102" y="2777144"/>
                  </a:lnTo>
                  <a:lnTo>
                    <a:pt x="1229863" y="2765572"/>
                  </a:lnTo>
                  <a:lnTo>
                    <a:pt x="1239624" y="2752501"/>
                  </a:lnTo>
                  <a:lnTo>
                    <a:pt x="1249385" y="2737776"/>
                  </a:lnTo>
                  <a:lnTo>
                    <a:pt x="1259145" y="2723318"/>
                  </a:lnTo>
                  <a:lnTo>
                    <a:pt x="1268906" y="2711510"/>
                  </a:lnTo>
                  <a:lnTo>
                    <a:pt x="1278667" y="2699606"/>
                  </a:lnTo>
                  <a:lnTo>
                    <a:pt x="1288428" y="2687634"/>
                  </a:lnTo>
                  <a:lnTo>
                    <a:pt x="1298189" y="2675098"/>
                  </a:lnTo>
                  <a:lnTo>
                    <a:pt x="1307950" y="2661011"/>
                  </a:lnTo>
                  <a:lnTo>
                    <a:pt x="1317710" y="2646782"/>
                  </a:lnTo>
                  <a:lnTo>
                    <a:pt x="1327471" y="2632409"/>
                  </a:lnTo>
                  <a:lnTo>
                    <a:pt x="1337232" y="2617891"/>
                  </a:lnTo>
                  <a:lnTo>
                    <a:pt x="1346993" y="2603228"/>
                  </a:lnTo>
                  <a:lnTo>
                    <a:pt x="1356754" y="2587202"/>
                  </a:lnTo>
                  <a:lnTo>
                    <a:pt x="1366515" y="2569575"/>
                  </a:lnTo>
                  <a:lnTo>
                    <a:pt x="1376275" y="2555409"/>
                  </a:lnTo>
                  <a:lnTo>
                    <a:pt x="1386036" y="2543025"/>
                  </a:lnTo>
                  <a:lnTo>
                    <a:pt x="1395797" y="2527714"/>
                  </a:lnTo>
                  <a:lnTo>
                    <a:pt x="1405558" y="2512168"/>
                  </a:lnTo>
                  <a:lnTo>
                    <a:pt x="1415319" y="2497175"/>
                  </a:lnTo>
                  <a:lnTo>
                    <a:pt x="1425079" y="2481741"/>
                  </a:lnTo>
                  <a:lnTo>
                    <a:pt x="1434840" y="2466379"/>
                  </a:lnTo>
                  <a:lnTo>
                    <a:pt x="1444601" y="2451768"/>
                  </a:lnTo>
                  <a:lnTo>
                    <a:pt x="1454362" y="2436621"/>
                  </a:lnTo>
                  <a:lnTo>
                    <a:pt x="1464123" y="2421322"/>
                  </a:lnTo>
                  <a:lnTo>
                    <a:pt x="1473884" y="2405920"/>
                  </a:lnTo>
                  <a:lnTo>
                    <a:pt x="1483644" y="2389588"/>
                  </a:lnTo>
                  <a:lnTo>
                    <a:pt x="1493405" y="2373566"/>
                  </a:lnTo>
                  <a:lnTo>
                    <a:pt x="1503166" y="2357393"/>
                  </a:lnTo>
                  <a:lnTo>
                    <a:pt x="1512927" y="2341068"/>
                  </a:lnTo>
                  <a:lnTo>
                    <a:pt x="1522688" y="2324573"/>
                  </a:lnTo>
                  <a:lnTo>
                    <a:pt x="1532448" y="2303391"/>
                  </a:lnTo>
                  <a:lnTo>
                    <a:pt x="1542209" y="2281999"/>
                  </a:lnTo>
                  <a:lnTo>
                    <a:pt x="1551970" y="2264263"/>
                  </a:lnTo>
                  <a:lnTo>
                    <a:pt x="1561731" y="2249351"/>
                  </a:lnTo>
                  <a:lnTo>
                    <a:pt x="1571492" y="2234346"/>
                  </a:lnTo>
                  <a:lnTo>
                    <a:pt x="1581253" y="2219276"/>
                  </a:lnTo>
                  <a:lnTo>
                    <a:pt x="1591013" y="2204137"/>
                  </a:lnTo>
                  <a:lnTo>
                    <a:pt x="1600774" y="2187689"/>
                  </a:lnTo>
                  <a:lnTo>
                    <a:pt x="1610535" y="2169923"/>
                  </a:lnTo>
                  <a:lnTo>
                    <a:pt x="1620296" y="2152006"/>
                  </a:lnTo>
                  <a:lnTo>
                    <a:pt x="1630057" y="2133935"/>
                  </a:lnTo>
                  <a:lnTo>
                    <a:pt x="1639818" y="2115711"/>
                  </a:lnTo>
                  <a:lnTo>
                    <a:pt x="1649578" y="2095842"/>
                  </a:lnTo>
                  <a:lnTo>
                    <a:pt x="1659339" y="2074893"/>
                  </a:lnTo>
                  <a:lnTo>
                    <a:pt x="1669100" y="2055822"/>
                  </a:lnTo>
                  <a:lnTo>
                    <a:pt x="1678861" y="2038346"/>
                  </a:lnTo>
                  <a:lnTo>
                    <a:pt x="1688622" y="2020758"/>
                  </a:lnTo>
                  <a:lnTo>
                    <a:pt x="1698382" y="2002806"/>
                  </a:lnTo>
                  <a:lnTo>
                    <a:pt x="1708143" y="1983411"/>
                  </a:lnTo>
                  <a:lnTo>
                    <a:pt x="1717904" y="1963937"/>
                  </a:lnTo>
                  <a:lnTo>
                    <a:pt x="1727665" y="1944327"/>
                  </a:lnTo>
                  <a:lnTo>
                    <a:pt x="1737426" y="1924565"/>
                  </a:lnTo>
                  <a:lnTo>
                    <a:pt x="1747187" y="1904654"/>
                  </a:lnTo>
                  <a:lnTo>
                    <a:pt x="1756947" y="1884592"/>
                  </a:lnTo>
                  <a:lnTo>
                    <a:pt x="1766708" y="1864380"/>
                  </a:lnTo>
                  <a:lnTo>
                    <a:pt x="1776469" y="1844020"/>
                  </a:lnTo>
                  <a:lnTo>
                    <a:pt x="1786230" y="1823511"/>
                  </a:lnTo>
                  <a:lnTo>
                    <a:pt x="1795991" y="1802854"/>
                  </a:lnTo>
                  <a:lnTo>
                    <a:pt x="1805752" y="1782050"/>
                  </a:lnTo>
                  <a:lnTo>
                    <a:pt x="1815512" y="1761099"/>
                  </a:lnTo>
                  <a:lnTo>
                    <a:pt x="1825273" y="1740003"/>
                  </a:lnTo>
                  <a:lnTo>
                    <a:pt x="1835034" y="1718761"/>
                  </a:lnTo>
                  <a:lnTo>
                    <a:pt x="1844795" y="1698352"/>
                  </a:lnTo>
                  <a:lnTo>
                    <a:pt x="1854556" y="1678449"/>
                  </a:lnTo>
                  <a:lnTo>
                    <a:pt x="1864316" y="1658450"/>
                  </a:lnTo>
                  <a:lnTo>
                    <a:pt x="1874077" y="1638359"/>
                  </a:lnTo>
                  <a:lnTo>
                    <a:pt x="1883838" y="1618174"/>
                  </a:lnTo>
                  <a:lnTo>
                    <a:pt x="1893599" y="1597898"/>
                  </a:lnTo>
                  <a:lnTo>
                    <a:pt x="1903360" y="1577553"/>
                  </a:lnTo>
                  <a:lnTo>
                    <a:pt x="1913121" y="1557216"/>
                  </a:lnTo>
                  <a:lnTo>
                    <a:pt x="1922881" y="1536798"/>
                  </a:lnTo>
                  <a:lnTo>
                    <a:pt x="1932642" y="1516301"/>
                  </a:lnTo>
                  <a:lnTo>
                    <a:pt x="1942403" y="1495727"/>
                  </a:lnTo>
                  <a:lnTo>
                    <a:pt x="1952164" y="1474331"/>
                  </a:lnTo>
                  <a:lnTo>
                    <a:pt x="1961925" y="1453360"/>
                  </a:lnTo>
                  <a:lnTo>
                    <a:pt x="1971685" y="1431612"/>
                  </a:lnTo>
                  <a:lnTo>
                    <a:pt x="1981446" y="1407282"/>
                  </a:lnTo>
                  <a:lnTo>
                    <a:pt x="1991207" y="1382836"/>
                  </a:lnTo>
                  <a:lnTo>
                    <a:pt x="2000968" y="1358275"/>
                  </a:lnTo>
                  <a:lnTo>
                    <a:pt x="2010729" y="1333602"/>
                  </a:lnTo>
                  <a:lnTo>
                    <a:pt x="2020490" y="1308819"/>
                  </a:lnTo>
                  <a:lnTo>
                    <a:pt x="2030250" y="1283927"/>
                  </a:lnTo>
                  <a:lnTo>
                    <a:pt x="2040011" y="1259031"/>
                  </a:lnTo>
                  <a:lnTo>
                    <a:pt x="2049772" y="1236376"/>
                  </a:lnTo>
                  <a:lnTo>
                    <a:pt x="2059533" y="1215275"/>
                  </a:lnTo>
                  <a:lnTo>
                    <a:pt x="2069294" y="1194103"/>
                  </a:lnTo>
                  <a:lnTo>
                    <a:pt x="2079055" y="1172882"/>
                  </a:lnTo>
                  <a:lnTo>
                    <a:pt x="2088815" y="1151615"/>
                  </a:lnTo>
                  <a:lnTo>
                    <a:pt x="2098576" y="1130309"/>
                  </a:lnTo>
                  <a:lnTo>
                    <a:pt x="2108337" y="1109087"/>
                  </a:lnTo>
                  <a:lnTo>
                    <a:pt x="2118098" y="1087824"/>
                  </a:lnTo>
                  <a:lnTo>
                    <a:pt x="2127859" y="1066453"/>
                  </a:lnTo>
                  <a:lnTo>
                    <a:pt x="2137619" y="1044383"/>
                  </a:lnTo>
                  <a:lnTo>
                    <a:pt x="2147380" y="1018092"/>
                  </a:lnTo>
                  <a:lnTo>
                    <a:pt x="2157141" y="991681"/>
                  </a:lnTo>
                  <a:lnTo>
                    <a:pt x="2166902" y="966710"/>
                  </a:lnTo>
                  <a:lnTo>
                    <a:pt x="2176663" y="943789"/>
                  </a:lnTo>
                  <a:lnTo>
                    <a:pt x="2186424" y="917820"/>
                  </a:lnTo>
                  <a:lnTo>
                    <a:pt x="2196184" y="891753"/>
                  </a:lnTo>
                  <a:lnTo>
                    <a:pt x="2205945" y="865591"/>
                  </a:lnTo>
                  <a:lnTo>
                    <a:pt x="2215706" y="839337"/>
                  </a:lnTo>
                  <a:lnTo>
                    <a:pt x="2225467" y="812730"/>
                  </a:lnTo>
                  <a:lnTo>
                    <a:pt x="2235228" y="785877"/>
                  </a:lnTo>
                  <a:lnTo>
                    <a:pt x="2244988" y="758940"/>
                  </a:lnTo>
                  <a:lnTo>
                    <a:pt x="2254749" y="731921"/>
                  </a:lnTo>
                  <a:lnTo>
                    <a:pt x="2264510" y="704824"/>
                  </a:lnTo>
                  <a:lnTo>
                    <a:pt x="2274271" y="677732"/>
                  </a:lnTo>
                  <a:lnTo>
                    <a:pt x="2284032" y="650570"/>
                  </a:lnTo>
                  <a:lnTo>
                    <a:pt x="2293793" y="623338"/>
                  </a:lnTo>
                  <a:lnTo>
                    <a:pt x="2303553" y="596041"/>
                  </a:lnTo>
                  <a:lnTo>
                    <a:pt x="2313314" y="569499"/>
                  </a:lnTo>
                  <a:lnTo>
                    <a:pt x="2323075" y="544764"/>
                  </a:lnTo>
                  <a:lnTo>
                    <a:pt x="2332836" y="518421"/>
                  </a:lnTo>
                  <a:lnTo>
                    <a:pt x="2342597" y="491216"/>
                  </a:lnTo>
                  <a:lnTo>
                    <a:pt x="2352358" y="463957"/>
                  </a:lnTo>
                  <a:lnTo>
                    <a:pt x="2362118" y="436726"/>
                  </a:lnTo>
                  <a:lnTo>
                    <a:pt x="2371879" y="410603"/>
                  </a:lnTo>
                  <a:lnTo>
                    <a:pt x="2381640" y="383201"/>
                  </a:lnTo>
                  <a:lnTo>
                    <a:pt x="2391401" y="355755"/>
                  </a:lnTo>
                  <a:lnTo>
                    <a:pt x="2401162" y="328288"/>
                  </a:lnTo>
                  <a:lnTo>
                    <a:pt x="2410922" y="300803"/>
                  </a:lnTo>
                  <a:lnTo>
                    <a:pt x="2420683" y="273303"/>
                  </a:lnTo>
                  <a:lnTo>
                    <a:pt x="2430444" y="245791"/>
                  </a:lnTo>
                  <a:lnTo>
                    <a:pt x="2440205" y="218270"/>
                  </a:lnTo>
                  <a:lnTo>
                    <a:pt x="2449966" y="190743"/>
                  </a:lnTo>
                  <a:lnTo>
                    <a:pt x="2459727" y="164642"/>
                  </a:lnTo>
                  <a:lnTo>
                    <a:pt x="2469487" y="142792"/>
                  </a:lnTo>
                  <a:lnTo>
                    <a:pt x="2479248" y="120956"/>
                  </a:lnTo>
                  <a:lnTo>
                    <a:pt x="2489009" y="99137"/>
                  </a:lnTo>
                  <a:lnTo>
                    <a:pt x="2498770" y="77335"/>
                  </a:lnTo>
                  <a:lnTo>
                    <a:pt x="2508531" y="54170"/>
                  </a:lnTo>
                  <a:lnTo>
                    <a:pt x="2518291" y="27054"/>
                  </a:lnTo>
                  <a:lnTo>
                    <a:pt x="2528052" y="0"/>
                  </a:lnTo>
                  <a:lnTo>
                    <a:pt x="2528052" y="3387188"/>
                  </a:lnTo>
                  <a:lnTo>
                    <a:pt x="2518291" y="3387665"/>
                  </a:lnTo>
                  <a:lnTo>
                    <a:pt x="2508531" y="3388039"/>
                  </a:lnTo>
                  <a:lnTo>
                    <a:pt x="2498770" y="3388282"/>
                  </a:lnTo>
                  <a:lnTo>
                    <a:pt x="2489009" y="3388525"/>
                  </a:lnTo>
                  <a:lnTo>
                    <a:pt x="2479248" y="3388768"/>
                  </a:lnTo>
                  <a:lnTo>
                    <a:pt x="2469487" y="3389010"/>
                  </a:lnTo>
                  <a:lnTo>
                    <a:pt x="2459727" y="3389253"/>
                  </a:lnTo>
                  <a:lnTo>
                    <a:pt x="2449966" y="3389680"/>
                  </a:lnTo>
                  <a:lnTo>
                    <a:pt x="2440205" y="3391514"/>
                  </a:lnTo>
                  <a:lnTo>
                    <a:pt x="2430444" y="3392038"/>
                  </a:lnTo>
                  <a:lnTo>
                    <a:pt x="2420683" y="3392561"/>
                  </a:lnTo>
                  <a:lnTo>
                    <a:pt x="2410922" y="3393084"/>
                  </a:lnTo>
                  <a:lnTo>
                    <a:pt x="2401162" y="3393578"/>
                  </a:lnTo>
                  <a:lnTo>
                    <a:pt x="2391401" y="3394051"/>
                  </a:lnTo>
                  <a:lnTo>
                    <a:pt x="2381640" y="3394522"/>
                  </a:lnTo>
                  <a:lnTo>
                    <a:pt x="2371879" y="3394994"/>
                  </a:lnTo>
                  <a:lnTo>
                    <a:pt x="2362118" y="3395464"/>
                  </a:lnTo>
                  <a:lnTo>
                    <a:pt x="2352358" y="3395935"/>
                  </a:lnTo>
                  <a:lnTo>
                    <a:pt x="2342597" y="3396404"/>
                  </a:lnTo>
                  <a:lnTo>
                    <a:pt x="2332836" y="3396873"/>
                  </a:lnTo>
                  <a:lnTo>
                    <a:pt x="2323075" y="3397342"/>
                  </a:lnTo>
                  <a:lnTo>
                    <a:pt x="2313314" y="3397810"/>
                  </a:lnTo>
                  <a:lnTo>
                    <a:pt x="2303553" y="3398277"/>
                  </a:lnTo>
                  <a:lnTo>
                    <a:pt x="2293793" y="3398744"/>
                  </a:lnTo>
                  <a:lnTo>
                    <a:pt x="2284032" y="3399298"/>
                  </a:lnTo>
                  <a:lnTo>
                    <a:pt x="2274271" y="3400173"/>
                  </a:lnTo>
                  <a:lnTo>
                    <a:pt x="2264510" y="3401046"/>
                  </a:lnTo>
                  <a:lnTo>
                    <a:pt x="2254749" y="3401918"/>
                  </a:lnTo>
                  <a:lnTo>
                    <a:pt x="2244988" y="3402788"/>
                  </a:lnTo>
                  <a:lnTo>
                    <a:pt x="2235228" y="3403657"/>
                  </a:lnTo>
                  <a:lnTo>
                    <a:pt x="2225467" y="3404525"/>
                  </a:lnTo>
                  <a:lnTo>
                    <a:pt x="2215706" y="3405391"/>
                  </a:lnTo>
                  <a:lnTo>
                    <a:pt x="2205945" y="3406256"/>
                  </a:lnTo>
                  <a:lnTo>
                    <a:pt x="2196184" y="3407120"/>
                  </a:lnTo>
                  <a:lnTo>
                    <a:pt x="2186424" y="3407876"/>
                  </a:lnTo>
                  <a:lnTo>
                    <a:pt x="2176663" y="3408237"/>
                  </a:lnTo>
                  <a:lnTo>
                    <a:pt x="2166902" y="3408585"/>
                  </a:lnTo>
                  <a:lnTo>
                    <a:pt x="2157141" y="3408930"/>
                  </a:lnTo>
                  <a:lnTo>
                    <a:pt x="2147380" y="3409275"/>
                  </a:lnTo>
                  <a:lnTo>
                    <a:pt x="2137619" y="3410055"/>
                  </a:lnTo>
                  <a:lnTo>
                    <a:pt x="2127859" y="3410361"/>
                  </a:lnTo>
                  <a:lnTo>
                    <a:pt x="2118098" y="3410666"/>
                  </a:lnTo>
                  <a:lnTo>
                    <a:pt x="2108337" y="3410968"/>
                  </a:lnTo>
                  <a:lnTo>
                    <a:pt x="2098576" y="3411256"/>
                  </a:lnTo>
                  <a:lnTo>
                    <a:pt x="2088815" y="3411543"/>
                  </a:lnTo>
                  <a:lnTo>
                    <a:pt x="2079055" y="3411829"/>
                  </a:lnTo>
                  <a:lnTo>
                    <a:pt x="2069294" y="3412177"/>
                  </a:lnTo>
                  <a:lnTo>
                    <a:pt x="2059533" y="3412507"/>
                  </a:lnTo>
                  <a:lnTo>
                    <a:pt x="2049772" y="3412838"/>
                  </a:lnTo>
                  <a:lnTo>
                    <a:pt x="2040011" y="3413168"/>
                  </a:lnTo>
                  <a:lnTo>
                    <a:pt x="2030250" y="3413498"/>
                  </a:lnTo>
                  <a:lnTo>
                    <a:pt x="2020490" y="3413828"/>
                  </a:lnTo>
                  <a:lnTo>
                    <a:pt x="2010729" y="3414158"/>
                  </a:lnTo>
                  <a:lnTo>
                    <a:pt x="2000968" y="3414487"/>
                  </a:lnTo>
                  <a:lnTo>
                    <a:pt x="1991207" y="3414875"/>
                  </a:lnTo>
                  <a:lnTo>
                    <a:pt x="1981446" y="3415681"/>
                  </a:lnTo>
                  <a:lnTo>
                    <a:pt x="1971685" y="3416504"/>
                  </a:lnTo>
                  <a:lnTo>
                    <a:pt x="1961925" y="3418453"/>
                  </a:lnTo>
                  <a:lnTo>
                    <a:pt x="1952164" y="3420062"/>
                  </a:lnTo>
                  <a:lnTo>
                    <a:pt x="1942403" y="3421661"/>
                  </a:lnTo>
                  <a:lnTo>
                    <a:pt x="1932642" y="3423204"/>
                  </a:lnTo>
                  <a:lnTo>
                    <a:pt x="1922881" y="3424250"/>
                  </a:lnTo>
                  <a:lnTo>
                    <a:pt x="1913121" y="3424537"/>
                  </a:lnTo>
                  <a:lnTo>
                    <a:pt x="1903360" y="3424813"/>
                  </a:lnTo>
                  <a:lnTo>
                    <a:pt x="1893599" y="3425088"/>
                  </a:lnTo>
                  <a:lnTo>
                    <a:pt x="1883838" y="3425363"/>
                  </a:lnTo>
                  <a:lnTo>
                    <a:pt x="1874077" y="3425637"/>
                  </a:lnTo>
                  <a:lnTo>
                    <a:pt x="1864316" y="3425912"/>
                  </a:lnTo>
                  <a:lnTo>
                    <a:pt x="1854556" y="3426397"/>
                  </a:lnTo>
                  <a:lnTo>
                    <a:pt x="1844795" y="3427200"/>
                  </a:lnTo>
                  <a:lnTo>
                    <a:pt x="1835034" y="3428001"/>
                  </a:lnTo>
                  <a:lnTo>
                    <a:pt x="1825273" y="3428438"/>
                  </a:lnTo>
                  <a:lnTo>
                    <a:pt x="1815512" y="3429628"/>
                  </a:lnTo>
                  <a:lnTo>
                    <a:pt x="1805752" y="3430453"/>
                  </a:lnTo>
                  <a:lnTo>
                    <a:pt x="1795991" y="3431276"/>
                  </a:lnTo>
                  <a:lnTo>
                    <a:pt x="1786230" y="3432102"/>
                  </a:lnTo>
                  <a:lnTo>
                    <a:pt x="1776469" y="3433477"/>
                  </a:lnTo>
                  <a:lnTo>
                    <a:pt x="1766708" y="3434810"/>
                  </a:lnTo>
                  <a:lnTo>
                    <a:pt x="1756947" y="3434964"/>
                  </a:lnTo>
                  <a:lnTo>
                    <a:pt x="1747187" y="3435328"/>
                  </a:lnTo>
                  <a:lnTo>
                    <a:pt x="1737426" y="3436144"/>
                  </a:lnTo>
                  <a:lnTo>
                    <a:pt x="1727665" y="3436959"/>
                  </a:lnTo>
                  <a:lnTo>
                    <a:pt x="1717904" y="3437772"/>
                  </a:lnTo>
                  <a:lnTo>
                    <a:pt x="1708143" y="3438585"/>
                  </a:lnTo>
                  <a:lnTo>
                    <a:pt x="1698382" y="3439396"/>
                  </a:lnTo>
                  <a:lnTo>
                    <a:pt x="1688622" y="3440206"/>
                  </a:lnTo>
                  <a:lnTo>
                    <a:pt x="1678861" y="3441014"/>
                  </a:lnTo>
                  <a:lnTo>
                    <a:pt x="1669100" y="3441822"/>
                  </a:lnTo>
                  <a:lnTo>
                    <a:pt x="1659339" y="3442607"/>
                  </a:lnTo>
                  <a:lnTo>
                    <a:pt x="1649578" y="3443379"/>
                  </a:lnTo>
                  <a:lnTo>
                    <a:pt x="1639818" y="3444149"/>
                  </a:lnTo>
                  <a:lnTo>
                    <a:pt x="1630057" y="3444959"/>
                  </a:lnTo>
                  <a:lnTo>
                    <a:pt x="1620296" y="3447122"/>
                  </a:lnTo>
                  <a:lnTo>
                    <a:pt x="1610535" y="3449316"/>
                  </a:lnTo>
                  <a:lnTo>
                    <a:pt x="1600774" y="3451561"/>
                  </a:lnTo>
                  <a:lnTo>
                    <a:pt x="1591013" y="3453775"/>
                  </a:lnTo>
                  <a:lnTo>
                    <a:pt x="1581253" y="3455915"/>
                  </a:lnTo>
                  <a:lnTo>
                    <a:pt x="1571492" y="3457788"/>
                  </a:lnTo>
                  <a:lnTo>
                    <a:pt x="1561731" y="3458093"/>
                  </a:lnTo>
                  <a:lnTo>
                    <a:pt x="1551970" y="3458503"/>
                  </a:lnTo>
                  <a:lnTo>
                    <a:pt x="1542209" y="3458735"/>
                  </a:lnTo>
                  <a:lnTo>
                    <a:pt x="1532448" y="3459319"/>
                  </a:lnTo>
                  <a:lnTo>
                    <a:pt x="1522688" y="3461425"/>
                  </a:lnTo>
                  <a:lnTo>
                    <a:pt x="1512927" y="3461886"/>
                  </a:lnTo>
                  <a:lnTo>
                    <a:pt x="1503166" y="3461872"/>
                  </a:lnTo>
                  <a:lnTo>
                    <a:pt x="1493405" y="3462869"/>
                  </a:lnTo>
                  <a:lnTo>
                    <a:pt x="1483644" y="3463327"/>
                  </a:lnTo>
                  <a:lnTo>
                    <a:pt x="1473884" y="3465303"/>
                  </a:lnTo>
                  <a:lnTo>
                    <a:pt x="1464123" y="3465463"/>
                  </a:lnTo>
                  <a:lnTo>
                    <a:pt x="1454362" y="3467414"/>
                  </a:lnTo>
                  <a:lnTo>
                    <a:pt x="1444601" y="3468972"/>
                  </a:lnTo>
                  <a:lnTo>
                    <a:pt x="1434840" y="3469161"/>
                  </a:lnTo>
                  <a:lnTo>
                    <a:pt x="1425079" y="3471848"/>
                  </a:lnTo>
                  <a:lnTo>
                    <a:pt x="1415319" y="3472947"/>
                  </a:lnTo>
                  <a:lnTo>
                    <a:pt x="1405558" y="3473715"/>
                  </a:lnTo>
                  <a:lnTo>
                    <a:pt x="1395797" y="3475055"/>
                  </a:lnTo>
                  <a:lnTo>
                    <a:pt x="1386036" y="3475629"/>
                  </a:lnTo>
                  <a:lnTo>
                    <a:pt x="1376275" y="3476604"/>
                  </a:lnTo>
                  <a:lnTo>
                    <a:pt x="1366515" y="3478267"/>
                  </a:lnTo>
                  <a:lnTo>
                    <a:pt x="1356754" y="3480065"/>
                  </a:lnTo>
                  <a:lnTo>
                    <a:pt x="1346993" y="3480847"/>
                  </a:lnTo>
                  <a:lnTo>
                    <a:pt x="1337232" y="3480756"/>
                  </a:lnTo>
                  <a:lnTo>
                    <a:pt x="1327471" y="3480664"/>
                  </a:lnTo>
                  <a:lnTo>
                    <a:pt x="1317710" y="3480909"/>
                  </a:lnTo>
                  <a:lnTo>
                    <a:pt x="1307950" y="3482120"/>
                  </a:lnTo>
                  <a:lnTo>
                    <a:pt x="1298189" y="3484039"/>
                  </a:lnTo>
                  <a:lnTo>
                    <a:pt x="1288428" y="3486676"/>
                  </a:lnTo>
                  <a:lnTo>
                    <a:pt x="1278667" y="3486900"/>
                  </a:lnTo>
                  <a:lnTo>
                    <a:pt x="1268906" y="3488603"/>
                  </a:lnTo>
                  <a:lnTo>
                    <a:pt x="1259145" y="3490525"/>
                  </a:lnTo>
                  <a:lnTo>
                    <a:pt x="1249385" y="3492412"/>
                  </a:lnTo>
                  <a:lnTo>
                    <a:pt x="1239624" y="3494292"/>
                  </a:lnTo>
                  <a:lnTo>
                    <a:pt x="1229863" y="3495892"/>
                  </a:lnTo>
                  <a:lnTo>
                    <a:pt x="1220102" y="3496570"/>
                  </a:lnTo>
                  <a:lnTo>
                    <a:pt x="1210341" y="3497337"/>
                  </a:lnTo>
                  <a:lnTo>
                    <a:pt x="1200581" y="3499252"/>
                  </a:lnTo>
                  <a:lnTo>
                    <a:pt x="1190820" y="3501146"/>
                  </a:lnTo>
                  <a:lnTo>
                    <a:pt x="1181059" y="3501913"/>
                  </a:lnTo>
                  <a:lnTo>
                    <a:pt x="1171298" y="3504420"/>
                  </a:lnTo>
                  <a:lnTo>
                    <a:pt x="1161537" y="3506914"/>
                  </a:lnTo>
                  <a:lnTo>
                    <a:pt x="1151776" y="3509402"/>
                  </a:lnTo>
                  <a:lnTo>
                    <a:pt x="1142016" y="3510047"/>
                  </a:lnTo>
                  <a:lnTo>
                    <a:pt x="1132255" y="3512511"/>
                  </a:lnTo>
                  <a:lnTo>
                    <a:pt x="1122494" y="3514321"/>
                  </a:lnTo>
                  <a:lnTo>
                    <a:pt x="1112733" y="3513843"/>
                  </a:lnTo>
                  <a:lnTo>
                    <a:pt x="1102972" y="3514806"/>
                  </a:lnTo>
                  <a:lnTo>
                    <a:pt x="1093212" y="3516760"/>
                  </a:lnTo>
                  <a:lnTo>
                    <a:pt x="1083451" y="3520957"/>
                  </a:lnTo>
                  <a:lnTo>
                    <a:pt x="1073690" y="3523644"/>
                  </a:lnTo>
                  <a:lnTo>
                    <a:pt x="1063929" y="3524799"/>
                  </a:lnTo>
                  <a:lnTo>
                    <a:pt x="1054168" y="3525952"/>
                  </a:lnTo>
                  <a:lnTo>
                    <a:pt x="1044407" y="3527096"/>
                  </a:lnTo>
                  <a:lnTo>
                    <a:pt x="1034647" y="3528565"/>
                  </a:lnTo>
                  <a:lnTo>
                    <a:pt x="1024886" y="3531436"/>
                  </a:lnTo>
                  <a:lnTo>
                    <a:pt x="1015125" y="3532748"/>
                  </a:lnTo>
                  <a:lnTo>
                    <a:pt x="1005364" y="3534513"/>
                  </a:lnTo>
                  <a:lnTo>
                    <a:pt x="995603" y="3537053"/>
                  </a:lnTo>
                  <a:lnTo>
                    <a:pt x="985842" y="3537830"/>
                  </a:lnTo>
                  <a:lnTo>
                    <a:pt x="976082" y="3539298"/>
                  </a:lnTo>
                  <a:lnTo>
                    <a:pt x="966321" y="3541589"/>
                  </a:lnTo>
                  <a:lnTo>
                    <a:pt x="956560" y="3543501"/>
                  </a:lnTo>
                  <a:lnTo>
                    <a:pt x="946799" y="3545442"/>
                  </a:lnTo>
                  <a:lnTo>
                    <a:pt x="937038" y="3548065"/>
                  </a:lnTo>
                  <a:lnTo>
                    <a:pt x="927278" y="3549446"/>
                  </a:lnTo>
                  <a:lnTo>
                    <a:pt x="917517" y="3551431"/>
                  </a:lnTo>
                  <a:lnTo>
                    <a:pt x="907756" y="3553424"/>
                  </a:lnTo>
                  <a:lnTo>
                    <a:pt x="897995" y="3554979"/>
                  </a:lnTo>
                  <a:lnTo>
                    <a:pt x="888234" y="3556430"/>
                  </a:lnTo>
                  <a:lnTo>
                    <a:pt x="878473" y="3558202"/>
                  </a:lnTo>
                  <a:lnTo>
                    <a:pt x="868713" y="3560034"/>
                  </a:lnTo>
                  <a:lnTo>
                    <a:pt x="858952" y="3561861"/>
                  </a:lnTo>
                  <a:lnTo>
                    <a:pt x="849191" y="3564185"/>
                  </a:lnTo>
                  <a:lnTo>
                    <a:pt x="839430" y="3565592"/>
                  </a:lnTo>
                  <a:lnTo>
                    <a:pt x="829669" y="3567247"/>
                  </a:lnTo>
                  <a:lnTo>
                    <a:pt x="819909" y="3569637"/>
                  </a:lnTo>
                  <a:lnTo>
                    <a:pt x="810148" y="3572058"/>
                  </a:lnTo>
                  <a:lnTo>
                    <a:pt x="800387" y="3574076"/>
                  </a:lnTo>
                  <a:lnTo>
                    <a:pt x="790626" y="3575812"/>
                  </a:lnTo>
                  <a:lnTo>
                    <a:pt x="780865" y="3578161"/>
                  </a:lnTo>
                  <a:lnTo>
                    <a:pt x="771104" y="3580747"/>
                  </a:lnTo>
                  <a:lnTo>
                    <a:pt x="761344" y="3582017"/>
                  </a:lnTo>
                  <a:lnTo>
                    <a:pt x="751583" y="3582897"/>
                  </a:lnTo>
                  <a:lnTo>
                    <a:pt x="741822" y="3583945"/>
                  </a:lnTo>
                  <a:lnTo>
                    <a:pt x="732061" y="3585294"/>
                  </a:lnTo>
                  <a:lnTo>
                    <a:pt x="722300" y="3587657"/>
                  </a:lnTo>
                  <a:lnTo>
                    <a:pt x="712539" y="3591132"/>
                  </a:lnTo>
                  <a:lnTo>
                    <a:pt x="702779" y="3593920"/>
                  </a:lnTo>
                  <a:lnTo>
                    <a:pt x="693018" y="3595793"/>
                  </a:lnTo>
                  <a:lnTo>
                    <a:pt x="683257" y="3597650"/>
                  </a:lnTo>
                  <a:lnTo>
                    <a:pt x="673496" y="3599501"/>
                  </a:lnTo>
                  <a:lnTo>
                    <a:pt x="663735" y="3600968"/>
                  </a:lnTo>
                  <a:lnTo>
                    <a:pt x="653975" y="3601339"/>
                  </a:lnTo>
                  <a:lnTo>
                    <a:pt x="644214" y="3602818"/>
                  </a:lnTo>
                  <a:lnTo>
                    <a:pt x="634453" y="3606529"/>
                  </a:lnTo>
                  <a:lnTo>
                    <a:pt x="624692" y="3608617"/>
                  </a:lnTo>
                  <a:lnTo>
                    <a:pt x="614931" y="3612353"/>
                  </a:lnTo>
                  <a:lnTo>
                    <a:pt x="605170" y="3613608"/>
                  </a:lnTo>
                  <a:lnTo>
                    <a:pt x="595410" y="3616432"/>
                  </a:lnTo>
                  <a:lnTo>
                    <a:pt x="585649" y="3618416"/>
                  </a:lnTo>
                  <a:lnTo>
                    <a:pt x="575888" y="3621911"/>
                  </a:lnTo>
                  <a:lnTo>
                    <a:pt x="566127" y="3625404"/>
                  </a:lnTo>
                  <a:lnTo>
                    <a:pt x="556366" y="3628920"/>
                  </a:lnTo>
                  <a:lnTo>
                    <a:pt x="546606" y="3633428"/>
                  </a:lnTo>
                  <a:lnTo>
                    <a:pt x="536845" y="3637937"/>
                  </a:lnTo>
                  <a:lnTo>
                    <a:pt x="527084" y="3641719"/>
                  </a:lnTo>
                  <a:lnTo>
                    <a:pt x="517323" y="3646112"/>
                  </a:lnTo>
                  <a:lnTo>
                    <a:pt x="507562" y="3649621"/>
                  </a:lnTo>
                  <a:lnTo>
                    <a:pt x="497801" y="3653109"/>
                  </a:lnTo>
                  <a:lnTo>
                    <a:pt x="488041" y="3655094"/>
                  </a:lnTo>
                  <a:lnTo>
                    <a:pt x="478280" y="3659962"/>
                  </a:lnTo>
                  <a:lnTo>
                    <a:pt x="468519" y="3663674"/>
                  </a:lnTo>
                  <a:lnTo>
                    <a:pt x="458758" y="3667167"/>
                  </a:lnTo>
                  <a:lnTo>
                    <a:pt x="448997" y="3670332"/>
                  </a:lnTo>
                  <a:lnTo>
                    <a:pt x="439236" y="3673151"/>
                  </a:lnTo>
                  <a:lnTo>
                    <a:pt x="429476" y="3676713"/>
                  </a:lnTo>
                  <a:lnTo>
                    <a:pt x="419715" y="3679820"/>
                  </a:lnTo>
                  <a:lnTo>
                    <a:pt x="409954" y="3682897"/>
                  </a:lnTo>
                  <a:lnTo>
                    <a:pt x="400193" y="3685516"/>
                  </a:lnTo>
                  <a:lnTo>
                    <a:pt x="390432" y="3687645"/>
                  </a:lnTo>
                  <a:lnTo>
                    <a:pt x="380672" y="3689736"/>
                  </a:lnTo>
                  <a:lnTo>
                    <a:pt x="370911" y="3692013"/>
                  </a:lnTo>
                  <a:lnTo>
                    <a:pt x="361150" y="3694348"/>
                  </a:lnTo>
                  <a:lnTo>
                    <a:pt x="351389" y="3698192"/>
                  </a:lnTo>
                  <a:lnTo>
                    <a:pt x="341628" y="3701244"/>
                  </a:lnTo>
                  <a:lnTo>
                    <a:pt x="331867" y="3704508"/>
                  </a:lnTo>
                  <a:lnTo>
                    <a:pt x="322107" y="3708117"/>
                  </a:lnTo>
                  <a:lnTo>
                    <a:pt x="312346" y="3712276"/>
                  </a:lnTo>
                  <a:lnTo>
                    <a:pt x="302585" y="3714309"/>
                  </a:lnTo>
                  <a:lnTo>
                    <a:pt x="292824" y="3717495"/>
                  </a:lnTo>
                  <a:lnTo>
                    <a:pt x="283063" y="3721155"/>
                  </a:lnTo>
                  <a:lnTo>
                    <a:pt x="273303" y="3724793"/>
                  </a:lnTo>
                  <a:lnTo>
                    <a:pt x="263542" y="3728393"/>
                  </a:lnTo>
                  <a:lnTo>
                    <a:pt x="253781" y="3731923"/>
                  </a:lnTo>
                  <a:lnTo>
                    <a:pt x="244020" y="3733465"/>
                  </a:lnTo>
                  <a:lnTo>
                    <a:pt x="234259" y="3736784"/>
                  </a:lnTo>
                  <a:lnTo>
                    <a:pt x="224498" y="3740091"/>
                  </a:lnTo>
                  <a:lnTo>
                    <a:pt x="214738" y="3743709"/>
                  </a:lnTo>
                  <a:lnTo>
                    <a:pt x="204977" y="3747277"/>
                  </a:lnTo>
                  <a:lnTo>
                    <a:pt x="195216" y="3750020"/>
                  </a:lnTo>
                  <a:lnTo>
                    <a:pt x="185455" y="3754401"/>
                  </a:lnTo>
                  <a:lnTo>
                    <a:pt x="175694" y="3758275"/>
                  </a:lnTo>
                  <a:lnTo>
                    <a:pt x="165933" y="3761884"/>
                  </a:lnTo>
                  <a:lnTo>
                    <a:pt x="156173" y="3765460"/>
                  </a:lnTo>
                  <a:lnTo>
                    <a:pt x="146412" y="3768260"/>
                  </a:lnTo>
                  <a:lnTo>
                    <a:pt x="136651" y="3770243"/>
                  </a:lnTo>
                  <a:lnTo>
                    <a:pt x="126890" y="3772211"/>
                  </a:lnTo>
                  <a:lnTo>
                    <a:pt x="117129" y="3774687"/>
                  </a:lnTo>
                  <a:lnTo>
                    <a:pt x="107369" y="3777662"/>
                  </a:lnTo>
                  <a:lnTo>
                    <a:pt x="97608" y="3781386"/>
                  </a:lnTo>
                  <a:lnTo>
                    <a:pt x="87847" y="3784720"/>
                  </a:lnTo>
                  <a:lnTo>
                    <a:pt x="78086" y="3787186"/>
                  </a:lnTo>
                  <a:lnTo>
                    <a:pt x="68325" y="3789371"/>
                  </a:lnTo>
                  <a:lnTo>
                    <a:pt x="58564" y="3792243"/>
                  </a:lnTo>
                  <a:lnTo>
                    <a:pt x="48804" y="3795106"/>
                  </a:lnTo>
                  <a:lnTo>
                    <a:pt x="39043" y="3797599"/>
                  </a:lnTo>
                  <a:lnTo>
                    <a:pt x="29282" y="3799208"/>
                  </a:lnTo>
                  <a:lnTo>
                    <a:pt x="19521" y="3800807"/>
                  </a:lnTo>
                  <a:lnTo>
                    <a:pt x="9760" y="3802786"/>
                  </a:lnTo>
                  <a:lnTo>
                    <a:pt x="0" y="3805869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611514" y="1651301"/>
              <a:ext cx="2528052" cy="3420372"/>
            </a:xfrm>
            <a:custGeom>
              <a:avLst/>
              <a:pathLst>
                <a:path w="2528052" h="3420372">
                  <a:moveTo>
                    <a:pt x="0" y="3420372"/>
                  </a:moveTo>
                  <a:lnTo>
                    <a:pt x="9760" y="3419874"/>
                  </a:lnTo>
                  <a:lnTo>
                    <a:pt x="19521" y="3419351"/>
                  </a:lnTo>
                  <a:lnTo>
                    <a:pt x="29282" y="3418630"/>
                  </a:lnTo>
                  <a:lnTo>
                    <a:pt x="39043" y="3417252"/>
                  </a:lnTo>
                  <a:lnTo>
                    <a:pt x="48804" y="3415876"/>
                  </a:lnTo>
                  <a:lnTo>
                    <a:pt x="58564" y="3414340"/>
                  </a:lnTo>
                  <a:lnTo>
                    <a:pt x="68325" y="3413110"/>
                  </a:lnTo>
                  <a:lnTo>
                    <a:pt x="78086" y="3411714"/>
                  </a:lnTo>
                  <a:lnTo>
                    <a:pt x="87847" y="3410315"/>
                  </a:lnTo>
                  <a:lnTo>
                    <a:pt x="97608" y="3408910"/>
                  </a:lnTo>
                  <a:lnTo>
                    <a:pt x="107369" y="3407499"/>
                  </a:lnTo>
                  <a:lnTo>
                    <a:pt x="117129" y="3406066"/>
                  </a:lnTo>
                  <a:lnTo>
                    <a:pt x="126890" y="3404472"/>
                  </a:lnTo>
                  <a:lnTo>
                    <a:pt x="136651" y="3402128"/>
                  </a:lnTo>
                  <a:lnTo>
                    <a:pt x="146412" y="3400057"/>
                  </a:lnTo>
                  <a:lnTo>
                    <a:pt x="156173" y="3399156"/>
                  </a:lnTo>
                  <a:lnTo>
                    <a:pt x="165933" y="3397989"/>
                  </a:lnTo>
                  <a:lnTo>
                    <a:pt x="175694" y="3396457"/>
                  </a:lnTo>
                  <a:lnTo>
                    <a:pt x="185455" y="3394317"/>
                  </a:lnTo>
                  <a:lnTo>
                    <a:pt x="195216" y="3393328"/>
                  </a:lnTo>
                  <a:lnTo>
                    <a:pt x="204977" y="3392186"/>
                  </a:lnTo>
                  <a:lnTo>
                    <a:pt x="214738" y="3390166"/>
                  </a:lnTo>
                  <a:lnTo>
                    <a:pt x="224498" y="3388638"/>
                  </a:lnTo>
                  <a:lnTo>
                    <a:pt x="234259" y="3386222"/>
                  </a:lnTo>
                  <a:lnTo>
                    <a:pt x="244020" y="3384929"/>
                  </a:lnTo>
                  <a:lnTo>
                    <a:pt x="253781" y="3383317"/>
                  </a:lnTo>
                  <a:lnTo>
                    <a:pt x="263542" y="3381539"/>
                  </a:lnTo>
                  <a:lnTo>
                    <a:pt x="273303" y="3379721"/>
                  </a:lnTo>
                  <a:lnTo>
                    <a:pt x="283063" y="3377889"/>
                  </a:lnTo>
                  <a:lnTo>
                    <a:pt x="292824" y="3376066"/>
                  </a:lnTo>
                  <a:lnTo>
                    <a:pt x="302585" y="3374840"/>
                  </a:lnTo>
                  <a:lnTo>
                    <a:pt x="312346" y="3372370"/>
                  </a:lnTo>
                  <a:lnTo>
                    <a:pt x="322107" y="3370366"/>
                  </a:lnTo>
                  <a:lnTo>
                    <a:pt x="331867" y="3368612"/>
                  </a:lnTo>
                  <a:lnTo>
                    <a:pt x="341628" y="3365886"/>
                  </a:lnTo>
                  <a:lnTo>
                    <a:pt x="351389" y="3363118"/>
                  </a:lnTo>
                  <a:lnTo>
                    <a:pt x="361150" y="3359871"/>
                  </a:lnTo>
                  <a:lnTo>
                    <a:pt x="370911" y="3356559"/>
                  </a:lnTo>
                  <a:lnTo>
                    <a:pt x="380672" y="3353577"/>
                  </a:lnTo>
                  <a:lnTo>
                    <a:pt x="390432" y="3350651"/>
                  </a:lnTo>
                  <a:lnTo>
                    <a:pt x="400193" y="3348685"/>
                  </a:lnTo>
                  <a:lnTo>
                    <a:pt x="409954" y="3346701"/>
                  </a:lnTo>
                  <a:lnTo>
                    <a:pt x="419715" y="3344273"/>
                  </a:lnTo>
                  <a:lnTo>
                    <a:pt x="429476" y="3342578"/>
                  </a:lnTo>
                  <a:lnTo>
                    <a:pt x="439236" y="3340706"/>
                  </a:lnTo>
                  <a:lnTo>
                    <a:pt x="448997" y="3338854"/>
                  </a:lnTo>
                  <a:lnTo>
                    <a:pt x="458758" y="3337019"/>
                  </a:lnTo>
                  <a:lnTo>
                    <a:pt x="468519" y="3334981"/>
                  </a:lnTo>
                  <a:lnTo>
                    <a:pt x="478280" y="3333326"/>
                  </a:lnTo>
                  <a:lnTo>
                    <a:pt x="488041" y="3330690"/>
                  </a:lnTo>
                  <a:lnTo>
                    <a:pt x="497801" y="3328882"/>
                  </a:lnTo>
                  <a:lnTo>
                    <a:pt x="507562" y="3325633"/>
                  </a:lnTo>
                  <a:lnTo>
                    <a:pt x="517323" y="3321614"/>
                  </a:lnTo>
                  <a:lnTo>
                    <a:pt x="527084" y="3317638"/>
                  </a:lnTo>
                  <a:lnTo>
                    <a:pt x="536845" y="3315007"/>
                  </a:lnTo>
                  <a:lnTo>
                    <a:pt x="546606" y="3311456"/>
                  </a:lnTo>
                  <a:lnTo>
                    <a:pt x="556366" y="3308509"/>
                  </a:lnTo>
                  <a:lnTo>
                    <a:pt x="566127" y="3304789"/>
                  </a:lnTo>
                  <a:lnTo>
                    <a:pt x="575888" y="3302141"/>
                  </a:lnTo>
                  <a:lnTo>
                    <a:pt x="585649" y="3299154"/>
                  </a:lnTo>
                  <a:lnTo>
                    <a:pt x="595410" y="3296358"/>
                  </a:lnTo>
                  <a:lnTo>
                    <a:pt x="605170" y="3292023"/>
                  </a:lnTo>
                  <a:lnTo>
                    <a:pt x="614931" y="3287384"/>
                  </a:lnTo>
                  <a:lnTo>
                    <a:pt x="624692" y="3282362"/>
                  </a:lnTo>
                  <a:lnTo>
                    <a:pt x="634453" y="3280530"/>
                  </a:lnTo>
                  <a:lnTo>
                    <a:pt x="644214" y="3276876"/>
                  </a:lnTo>
                  <a:lnTo>
                    <a:pt x="653975" y="3272795"/>
                  </a:lnTo>
                  <a:lnTo>
                    <a:pt x="663735" y="3268675"/>
                  </a:lnTo>
                  <a:lnTo>
                    <a:pt x="673496" y="3263618"/>
                  </a:lnTo>
                  <a:lnTo>
                    <a:pt x="683257" y="3259882"/>
                  </a:lnTo>
                  <a:lnTo>
                    <a:pt x="693018" y="3254664"/>
                  </a:lnTo>
                  <a:lnTo>
                    <a:pt x="702779" y="3249829"/>
                  </a:lnTo>
                  <a:lnTo>
                    <a:pt x="712539" y="3244451"/>
                  </a:lnTo>
                  <a:lnTo>
                    <a:pt x="722300" y="3239466"/>
                  </a:lnTo>
                  <a:lnTo>
                    <a:pt x="732061" y="3234149"/>
                  </a:lnTo>
                  <a:lnTo>
                    <a:pt x="741822" y="3228191"/>
                  </a:lnTo>
                  <a:lnTo>
                    <a:pt x="751583" y="3222496"/>
                  </a:lnTo>
                  <a:lnTo>
                    <a:pt x="761344" y="3216862"/>
                  </a:lnTo>
                  <a:lnTo>
                    <a:pt x="771104" y="3210999"/>
                  </a:lnTo>
                  <a:lnTo>
                    <a:pt x="780865" y="3204019"/>
                  </a:lnTo>
                  <a:lnTo>
                    <a:pt x="790626" y="3199102"/>
                  </a:lnTo>
                  <a:lnTo>
                    <a:pt x="800387" y="3191234"/>
                  </a:lnTo>
                  <a:lnTo>
                    <a:pt x="810148" y="3184468"/>
                  </a:lnTo>
                  <a:lnTo>
                    <a:pt x="819909" y="3179423"/>
                  </a:lnTo>
                  <a:lnTo>
                    <a:pt x="829669" y="3173859"/>
                  </a:lnTo>
                  <a:lnTo>
                    <a:pt x="839430" y="3166067"/>
                  </a:lnTo>
                  <a:lnTo>
                    <a:pt x="849191" y="3160447"/>
                  </a:lnTo>
                  <a:lnTo>
                    <a:pt x="858952" y="3155516"/>
                  </a:lnTo>
                  <a:lnTo>
                    <a:pt x="868713" y="3148871"/>
                  </a:lnTo>
                  <a:lnTo>
                    <a:pt x="878473" y="3140748"/>
                  </a:lnTo>
                  <a:lnTo>
                    <a:pt x="888234" y="3131863"/>
                  </a:lnTo>
                  <a:lnTo>
                    <a:pt x="897995" y="3123084"/>
                  </a:lnTo>
                  <a:lnTo>
                    <a:pt x="907756" y="3113217"/>
                  </a:lnTo>
                  <a:lnTo>
                    <a:pt x="917517" y="3105163"/>
                  </a:lnTo>
                  <a:lnTo>
                    <a:pt x="927278" y="3095908"/>
                  </a:lnTo>
                  <a:lnTo>
                    <a:pt x="937038" y="3085621"/>
                  </a:lnTo>
                  <a:lnTo>
                    <a:pt x="946799" y="3075196"/>
                  </a:lnTo>
                  <a:lnTo>
                    <a:pt x="956560" y="3065198"/>
                  </a:lnTo>
                  <a:lnTo>
                    <a:pt x="966321" y="3054766"/>
                  </a:lnTo>
                  <a:lnTo>
                    <a:pt x="976082" y="3045956"/>
                  </a:lnTo>
                  <a:lnTo>
                    <a:pt x="985842" y="3037030"/>
                  </a:lnTo>
                  <a:lnTo>
                    <a:pt x="995603" y="3028005"/>
                  </a:lnTo>
                  <a:lnTo>
                    <a:pt x="1005364" y="3017979"/>
                  </a:lnTo>
                  <a:lnTo>
                    <a:pt x="1015125" y="3004274"/>
                  </a:lnTo>
                  <a:lnTo>
                    <a:pt x="1024886" y="2995370"/>
                  </a:lnTo>
                  <a:lnTo>
                    <a:pt x="1034647" y="2985697"/>
                  </a:lnTo>
                  <a:lnTo>
                    <a:pt x="1044407" y="2974368"/>
                  </a:lnTo>
                  <a:lnTo>
                    <a:pt x="1054168" y="2964776"/>
                  </a:lnTo>
                  <a:lnTo>
                    <a:pt x="1063929" y="2954359"/>
                  </a:lnTo>
                  <a:lnTo>
                    <a:pt x="1073690" y="2946240"/>
                  </a:lnTo>
                  <a:lnTo>
                    <a:pt x="1083451" y="2936893"/>
                  </a:lnTo>
                  <a:lnTo>
                    <a:pt x="1093212" y="2926641"/>
                  </a:lnTo>
                  <a:lnTo>
                    <a:pt x="1102972" y="2917847"/>
                  </a:lnTo>
                  <a:lnTo>
                    <a:pt x="1112733" y="2908182"/>
                  </a:lnTo>
                  <a:lnTo>
                    <a:pt x="1122494" y="2897887"/>
                  </a:lnTo>
                  <a:lnTo>
                    <a:pt x="1132255" y="2884652"/>
                  </a:lnTo>
                  <a:lnTo>
                    <a:pt x="1142016" y="2871258"/>
                  </a:lnTo>
                  <a:lnTo>
                    <a:pt x="1151776" y="2857736"/>
                  </a:lnTo>
                  <a:lnTo>
                    <a:pt x="1161537" y="2846804"/>
                  </a:lnTo>
                  <a:lnTo>
                    <a:pt x="1171298" y="2835846"/>
                  </a:lnTo>
                  <a:lnTo>
                    <a:pt x="1181059" y="2824787"/>
                  </a:lnTo>
                  <a:lnTo>
                    <a:pt x="1190820" y="2813624"/>
                  </a:lnTo>
                  <a:lnTo>
                    <a:pt x="1200581" y="2800729"/>
                  </a:lnTo>
                  <a:lnTo>
                    <a:pt x="1210341" y="2788674"/>
                  </a:lnTo>
                  <a:lnTo>
                    <a:pt x="1220102" y="2777144"/>
                  </a:lnTo>
                  <a:lnTo>
                    <a:pt x="1229863" y="2765572"/>
                  </a:lnTo>
                  <a:lnTo>
                    <a:pt x="1239624" y="2752501"/>
                  </a:lnTo>
                  <a:lnTo>
                    <a:pt x="1249385" y="2737776"/>
                  </a:lnTo>
                  <a:lnTo>
                    <a:pt x="1259145" y="2723318"/>
                  </a:lnTo>
                  <a:lnTo>
                    <a:pt x="1268906" y="2711510"/>
                  </a:lnTo>
                  <a:lnTo>
                    <a:pt x="1278667" y="2699606"/>
                  </a:lnTo>
                  <a:lnTo>
                    <a:pt x="1288428" y="2687634"/>
                  </a:lnTo>
                  <a:lnTo>
                    <a:pt x="1298189" y="2675098"/>
                  </a:lnTo>
                  <a:lnTo>
                    <a:pt x="1307950" y="2661011"/>
                  </a:lnTo>
                  <a:lnTo>
                    <a:pt x="1317710" y="2646782"/>
                  </a:lnTo>
                  <a:lnTo>
                    <a:pt x="1327471" y="2632409"/>
                  </a:lnTo>
                  <a:lnTo>
                    <a:pt x="1337232" y="2617891"/>
                  </a:lnTo>
                  <a:lnTo>
                    <a:pt x="1346993" y="2603228"/>
                  </a:lnTo>
                  <a:lnTo>
                    <a:pt x="1356754" y="2587202"/>
                  </a:lnTo>
                  <a:lnTo>
                    <a:pt x="1366515" y="2569575"/>
                  </a:lnTo>
                  <a:lnTo>
                    <a:pt x="1376275" y="2555409"/>
                  </a:lnTo>
                  <a:lnTo>
                    <a:pt x="1386036" y="2543025"/>
                  </a:lnTo>
                  <a:lnTo>
                    <a:pt x="1395797" y="2527714"/>
                  </a:lnTo>
                  <a:lnTo>
                    <a:pt x="1405558" y="2512168"/>
                  </a:lnTo>
                  <a:lnTo>
                    <a:pt x="1415319" y="2497175"/>
                  </a:lnTo>
                  <a:lnTo>
                    <a:pt x="1425079" y="2481741"/>
                  </a:lnTo>
                  <a:lnTo>
                    <a:pt x="1434840" y="2466379"/>
                  </a:lnTo>
                  <a:lnTo>
                    <a:pt x="1444601" y="2451768"/>
                  </a:lnTo>
                  <a:lnTo>
                    <a:pt x="1454362" y="2436621"/>
                  </a:lnTo>
                  <a:lnTo>
                    <a:pt x="1464123" y="2421322"/>
                  </a:lnTo>
                  <a:lnTo>
                    <a:pt x="1473884" y="2405920"/>
                  </a:lnTo>
                  <a:lnTo>
                    <a:pt x="1483644" y="2389588"/>
                  </a:lnTo>
                  <a:lnTo>
                    <a:pt x="1493405" y="2373566"/>
                  </a:lnTo>
                  <a:lnTo>
                    <a:pt x="1503166" y="2357393"/>
                  </a:lnTo>
                  <a:lnTo>
                    <a:pt x="1512927" y="2341068"/>
                  </a:lnTo>
                  <a:lnTo>
                    <a:pt x="1522688" y="2324573"/>
                  </a:lnTo>
                  <a:lnTo>
                    <a:pt x="1532448" y="2303391"/>
                  </a:lnTo>
                  <a:lnTo>
                    <a:pt x="1542209" y="2281999"/>
                  </a:lnTo>
                  <a:lnTo>
                    <a:pt x="1551970" y="2264263"/>
                  </a:lnTo>
                  <a:lnTo>
                    <a:pt x="1561731" y="2249351"/>
                  </a:lnTo>
                  <a:lnTo>
                    <a:pt x="1571492" y="2234346"/>
                  </a:lnTo>
                  <a:lnTo>
                    <a:pt x="1581253" y="2219276"/>
                  </a:lnTo>
                  <a:lnTo>
                    <a:pt x="1591013" y="2204137"/>
                  </a:lnTo>
                  <a:lnTo>
                    <a:pt x="1600774" y="2187689"/>
                  </a:lnTo>
                  <a:lnTo>
                    <a:pt x="1610535" y="2169923"/>
                  </a:lnTo>
                  <a:lnTo>
                    <a:pt x="1620296" y="2152006"/>
                  </a:lnTo>
                  <a:lnTo>
                    <a:pt x="1630057" y="2133935"/>
                  </a:lnTo>
                  <a:lnTo>
                    <a:pt x="1639818" y="2115711"/>
                  </a:lnTo>
                  <a:lnTo>
                    <a:pt x="1649578" y="2095842"/>
                  </a:lnTo>
                  <a:lnTo>
                    <a:pt x="1659339" y="2074893"/>
                  </a:lnTo>
                  <a:lnTo>
                    <a:pt x="1669100" y="2055822"/>
                  </a:lnTo>
                  <a:lnTo>
                    <a:pt x="1678861" y="2038346"/>
                  </a:lnTo>
                  <a:lnTo>
                    <a:pt x="1688622" y="2020758"/>
                  </a:lnTo>
                  <a:lnTo>
                    <a:pt x="1698382" y="2002806"/>
                  </a:lnTo>
                  <a:lnTo>
                    <a:pt x="1708143" y="1983411"/>
                  </a:lnTo>
                  <a:lnTo>
                    <a:pt x="1717904" y="1963937"/>
                  </a:lnTo>
                  <a:lnTo>
                    <a:pt x="1727665" y="1944327"/>
                  </a:lnTo>
                  <a:lnTo>
                    <a:pt x="1737426" y="1924565"/>
                  </a:lnTo>
                  <a:lnTo>
                    <a:pt x="1747187" y="1904654"/>
                  </a:lnTo>
                  <a:lnTo>
                    <a:pt x="1756947" y="1884592"/>
                  </a:lnTo>
                  <a:lnTo>
                    <a:pt x="1766708" y="1864380"/>
                  </a:lnTo>
                  <a:lnTo>
                    <a:pt x="1776469" y="1844020"/>
                  </a:lnTo>
                  <a:lnTo>
                    <a:pt x="1786230" y="1823511"/>
                  </a:lnTo>
                  <a:lnTo>
                    <a:pt x="1795991" y="1802854"/>
                  </a:lnTo>
                  <a:lnTo>
                    <a:pt x="1805752" y="1782050"/>
                  </a:lnTo>
                  <a:lnTo>
                    <a:pt x="1815512" y="1761099"/>
                  </a:lnTo>
                  <a:lnTo>
                    <a:pt x="1825273" y="1740003"/>
                  </a:lnTo>
                  <a:lnTo>
                    <a:pt x="1835034" y="1718761"/>
                  </a:lnTo>
                  <a:lnTo>
                    <a:pt x="1844795" y="1698352"/>
                  </a:lnTo>
                  <a:lnTo>
                    <a:pt x="1854556" y="1678449"/>
                  </a:lnTo>
                  <a:lnTo>
                    <a:pt x="1864316" y="1658450"/>
                  </a:lnTo>
                  <a:lnTo>
                    <a:pt x="1874077" y="1638359"/>
                  </a:lnTo>
                  <a:lnTo>
                    <a:pt x="1883838" y="1618174"/>
                  </a:lnTo>
                  <a:lnTo>
                    <a:pt x="1893599" y="1597898"/>
                  </a:lnTo>
                  <a:lnTo>
                    <a:pt x="1903360" y="1577553"/>
                  </a:lnTo>
                  <a:lnTo>
                    <a:pt x="1913121" y="1557216"/>
                  </a:lnTo>
                  <a:lnTo>
                    <a:pt x="1922881" y="1536798"/>
                  </a:lnTo>
                  <a:lnTo>
                    <a:pt x="1932642" y="1516301"/>
                  </a:lnTo>
                  <a:lnTo>
                    <a:pt x="1942403" y="1495727"/>
                  </a:lnTo>
                  <a:lnTo>
                    <a:pt x="1952164" y="1474331"/>
                  </a:lnTo>
                  <a:lnTo>
                    <a:pt x="1961925" y="1453360"/>
                  </a:lnTo>
                  <a:lnTo>
                    <a:pt x="1971685" y="1431612"/>
                  </a:lnTo>
                  <a:lnTo>
                    <a:pt x="1981446" y="1407282"/>
                  </a:lnTo>
                  <a:lnTo>
                    <a:pt x="1991207" y="1382836"/>
                  </a:lnTo>
                  <a:lnTo>
                    <a:pt x="2000968" y="1358275"/>
                  </a:lnTo>
                  <a:lnTo>
                    <a:pt x="2010729" y="1333602"/>
                  </a:lnTo>
                  <a:lnTo>
                    <a:pt x="2020490" y="1308819"/>
                  </a:lnTo>
                  <a:lnTo>
                    <a:pt x="2030250" y="1283927"/>
                  </a:lnTo>
                  <a:lnTo>
                    <a:pt x="2040011" y="1259031"/>
                  </a:lnTo>
                  <a:lnTo>
                    <a:pt x="2049772" y="1236376"/>
                  </a:lnTo>
                  <a:lnTo>
                    <a:pt x="2059533" y="1215275"/>
                  </a:lnTo>
                  <a:lnTo>
                    <a:pt x="2069294" y="1194103"/>
                  </a:lnTo>
                  <a:lnTo>
                    <a:pt x="2079055" y="1172882"/>
                  </a:lnTo>
                  <a:lnTo>
                    <a:pt x="2088815" y="1151615"/>
                  </a:lnTo>
                  <a:lnTo>
                    <a:pt x="2098576" y="1130309"/>
                  </a:lnTo>
                  <a:lnTo>
                    <a:pt x="2108337" y="1109087"/>
                  </a:lnTo>
                  <a:lnTo>
                    <a:pt x="2118098" y="1087824"/>
                  </a:lnTo>
                  <a:lnTo>
                    <a:pt x="2127859" y="1066453"/>
                  </a:lnTo>
                  <a:lnTo>
                    <a:pt x="2137619" y="1044383"/>
                  </a:lnTo>
                  <a:lnTo>
                    <a:pt x="2147380" y="1018092"/>
                  </a:lnTo>
                  <a:lnTo>
                    <a:pt x="2157141" y="991681"/>
                  </a:lnTo>
                  <a:lnTo>
                    <a:pt x="2166902" y="966710"/>
                  </a:lnTo>
                  <a:lnTo>
                    <a:pt x="2176663" y="943789"/>
                  </a:lnTo>
                  <a:lnTo>
                    <a:pt x="2186424" y="917820"/>
                  </a:lnTo>
                  <a:lnTo>
                    <a:pt x="2196184" y="891753"/>
                  </a:lnTo>
                  <a:lnTo>
                    <a:pt x="2205945" y="865591"/>
                  </a:lnTo>
                  <a:lnTo>
                    <a:pt x="2215706" y="839337"/>
                  </a:lnTo>
                  <a:lnTo>
                    <a:pt x="2225467" y="812730"/>
                  </a:lnTo>
                  <a:lnTo>
                    <a:pt x="2235228" y="785877"/>
                  </a:lnTo>
                  <a:lnTo>
                    <a:pt x="2244988" y="758940"/>
                  </a:lnTo>
                  <a:lnTo>
                    <a:pt x="2254749" y="731921"/>
                  </a:lnTo>
                  <a:lnTo>
                    <a:pt x="2264510" y="704824"/>
                  </a:lnTo>
                  <a:lnTo>
                    <a:pt x="2274271" y="677732"/>
                  </a:lnTo>
                  <a:lnTo>
                    <a:pt x="2284032" y="650570"/>
                  </a:lnTo>
                  <a:lnTo>
                    <a:pt x="2293793" y="623338"/>
                  </a:lnTo>
                  <a:lnTo>
                    <a:pt x="2303553" y="596041"/>
                  </a:lnTo>
                  <a:lnTo>
                    <a:pt x="2313314" y="569499"/>
                  </a:lnTo>
                  <a:lnTo>
                    <a:pt x="2323075" y="544764"/>
                  </a:lnTo>
                  <a:lnTo>
                    <a:pt x="2332836" y="518421"/>
                  </a:lnTo>
                  <a:lnTo>
                    <a:pt x="2342597" y="491216"/>
                  </a:lnTo>
                  <a:lnTo>
                    <a:pt x="2352358" y="463957"/>
                  </a:lnTo>
                  <a:lnTo>
                    <a:pt x="2362118" y="436726"/>
                  </a:lnTo>
                  <a:lnTo>
                    <a:pt x="2371879" y="410603"/>
                  </a:lnTo>
                  <a:lnTo>
                    <a:pt x="2381640" y="383201"/>
                  </a:lnTo>
                  <a:lnTo>
                    <a:pt x="2391401" y="355755"/>
                  </a:lnTo>
                  <a:lnTo>
                    <a:pt x="2401162" y="328288"/>
                  </a:lnTo>
                  <a:lnTo>
                    <a:pt x="2410922" y="300803"/>
                  </a:lnTo>
                  <a:lnTo>
                    <a:pt x="2420683" y="273303"/>
                  </a:lnTo>
                  <a:lnTo>
                    <a:pt x="2430444" y="245791"/>
                  </a:lnTo>
                  <a:lnTo>
                    <a:pt x="2440205" y="218270"/>
                  </a:lnTo>
                  <a:lnTo>
                    <a:pt x="2449966" y="190743"/>
                  </a:lnTo>
                  <a:lnTo>
                    <a:pt x="2459727" y="164642"/>
                  </a:lnTo>
                  <a:lnTo>
                    <a:pt x="2469487" y="142792"/>
                  </a:lnTo>
                  <a:lnTo>
                    <a:pt x="2479248" y="120956"/>
                  </a:lnTo>
                  <a:lnTo>
                    <a:pt x="2489009" y="99137"/>
                  </a:lnTo>
                  <a:lnTo>
                    <a:pt x="2498770" y="77335"/>
                  </a:lnTo>
                  <a:lnTo>
                    <a:pt x="2508531" y="54170"/>
                  </a:lnTo>
                  <a:lnTo>
                    <a:pt x="2518291" y="27054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611514" y="5038490"/>
              <a:ext cx="2528052" cy="418680"/>
            </a:xfrm>
            <a:custGeom>
              <a:avLst/>
              <a:pathLst>
                <a:path w="2528052" h="418680">
                  <a:moveTo>
                    <a:pt x="2528052" y="0"/>
                  </a:moveTo>
                  <a:lnTo>
                    <a:pt x="2518291" y="476"/>
                  </a:lnTo>
                  <a:lnTo>
                    <a:pt x="2508531" y="850"/>
                  </a:lnTo>
                  <a:lnTo>
                    <a:pt x="2498770" y="1093"/>
                  </a:lnTo>
                  <a:lnTo>
                    <a:pt x="2489009" y="1336"/>
                  </a:lnTo>
                  <a:lnTo>
                    <a:pt x="2479248" y="1579"/>
                  </a:lnTo>
                  <a:lnTo>
                    <a:pt x="2469487" y="1821"/>
                  </a:lnTo>
                  <a:lnTo>
                    <a:pt x="2459727" y="2064"/>
                  </a:lnTo>
                  <a:lnTo>
                    <a:pt x="2449966" y="2491"/>
                  </a:lnTo>
                  <a:lnTo>
                    <a:pt x="2440205" y="4326"/>
                  </a:lnTo>
                  <a:lnTo>
                    <a:pt x="2430444" y="4849"/>
                  </a:lnTo>
                  <a:lnTo>
                    <a:pt x="2420683" y="5372"/>
                  </a:lnTo>
                  <a:lnTo>
                    <a:pt x="2410922" y="5895"/>
                  </a:lnTo>
                  <a:lnTo>
                    <a:pt x="2401162" y="6389"/>
                  </a:lnTo>
                  <a:lnTo>
                    <a:pt x="2391401" y="6862"/>
                  </a:lnTo>
                  <a:lnTo>
                    <a:pt x="2381640" y="7334"/>
                  </a:lnTo>
                  <a:lnTo>
                    <a:pt x="2371879" y="7805"/>
                  </a:lnTo>
                  <a:lnTo>
                    <a:pt x="2362118" y="8276"/>
                  </a:lnTo>
                  <a:lnTo>
                    <a:pt x="2352358" y="8746"/>
                  </a:lnTo>
                  <a:lnTo>
                    <a:pt x="2342597" y="9215"/>
                  </a:lnTo>
                  <a:lnTo>
                    <a:pt x="2332836" y="9684"/>
                  </a:lnTo>
                  <a:lnTo>
                    <a:pt x="2323075" y="10153"/>
                  </a:lnTo>
                  <a:lnTo>
                    <a:pt x="2313314" y="10621"/>
                  </a:lnTo>
                  <a:lnTo>
                    <a:pt x="2303553" y="11088"/>
                  </a:lnTo>
                  <a:lnTo>
                    <a:pt x="2293793" y="11555"/>
                  </a:lnTo>
                  <a:lnTo>
                    <a:pt x="2284032" y="12109"/>
                  </a:lnTo>
                  <a:lnTo>
                    <a:pt x="2274271" y="12984"/>
                  </a:lnTo>
                  <a:lnTo>
                    <a:pt x="2264510" y="13857"/>
                  </a:lnTo>
                  <a:lnTo>
                    <a:pt x="2254749" y="14729"/>
                  </a:lnTo>
                  <a:lnTo>
                    <a:pt x="2244988" y="15599"/>
                  </a:lnTo>
                  <a:lnTo>
                    <a:pt x="2235228" y="16468"/>
                  </a:lnTo>
                  <a:lnTo>
                    <a:pt x="2225467" y="17336"/>
                  </a:lnTo>
                  <a:lnTo>
                    <a:pt x="2215706" y="18202"/>
                  </a:lnTo>
                  <a:lnTo>
                    <a:pt x="2205945" y="19067"/>
                  </a:lnTo>
                  <a:lnTo>
                    <a:pt x="2196184" y="19931"/>
                  </a:lnTo>
                  <a:lnTo>
                    <a:pt x="2186424" y="20687"/>
                  </a:lnTo>
                  <a:lnTo>
                    <a:pt x="2176663" y="21048"/>
                  </a:lnTo>
                  <a:lnTo>
                    <a:pt x="2166902" y="21396"/>
                  </a:lnTo>
                  <a:lnTo>
                    <a:pt x="2157141" y="21741"/>
                  </a:lnTo>
                  <a:lnTo>
                    <a:pt x="2147380" y="22086"/>
                  </a:lnTo>
                  <a:lnTo>
                    <a:pt x="2137619" y="22867"/>
                  </a:lnTo>
                  <a:lnTo>
                    <a:pt x="2127859" y="23172"/>
                  </a:lnTo>
                  <a:lnTo>
                    <a:pt x="2118098" y="23477"/>
                  </a:lnTo>
                  <a:lnTo>
                    <a:pt x="2108337" y="23780"/>
                  </a:lnTo>
                  <a:lnTo>
                    <a:pt x="2098576" y="24067"/>
                  </a:lnTo>
                  <a:lnTo>
                    <a:pt x="2088815" y="24354"/>
                  </a:lnTo>
                  <a:lnTo>
                    <a:pt x="2079055" y="24641"/>
                  </a:lnTo>
                  <a:lnTo>
                    <a:pt x="2069294" y="24988"/>
                  </a:lnTo>
                  <a:lnTo>
                    <a:pt x="2059533" y="25319"/>
                  </a:lnTo>
                  <a:lnTo>
                    <a:pt x="2049772" y="25649"/>
                  </a:lnTo>
                  <a:lnTo>
                    <a:pt x="2040011" y="25980"/>
                  </a:lnTo>
                  <a:lnTo>
                    <a:pt x="2030250" y="26310"/>
                  </a:lnTo>
                  <a:lnTo>
                    <a:pt x="2020490" y="26639"/>
                  </a:lnTo>
                  <a:lnTo>
                    <a:pt x="2010729" y="26969"/>
                  </a:lnTo>
                  <a:lnTo>
                    <a:pt x="2000968" y="27298"/>
                  </a:lnTo>
                  <a:lnTo>
                    <a:pt x="1991207" y="27686"/>
                  </a:lnTo>
                  <a:lnTo>
                    <a:pt x="1981446" y="28493"/>
                  </a:lnTo>
                  <a:lnTo>
                    <a:pt x="1971685" y="29315"/>
                  </a:lnTo>
                  <a:lnTo>
                    <a:pt x="1961925" y="31264"/>
                  </a:lnTo>
                  <a:lnTo>
                    <a:pt x="1952164" y="32873"/>
                  </a:lnTo>
                  <a:lnTo>
                    <a:pt x="1942403" y="34472"/>
                  </a:lnTo>
                  <a:lnTo>
                    <a:pt x="1932642" y="36015"/>
                  </a:lnTo>
                  <a:lnTo>
                    <a:pt x="1922881" y="37061"/>
                  </a:lnTo>
                  <a:lnTo>
                    <a:pt x="1913121" y="37349"/>
                  </a:lnTo>
                  <a:lnTo>
                    <a:pt x="1903360" y="37624"/>
                  </a:lnTo>
                  <a:lnTo>
                    <a:pt x="1893599" y="37899"/>
                  </a:lnTo>
                  <a:lnTo>
                    <a:pt x="1883838" y="38174"/>
                  </a:lnTo>
                  <a:lnTo>
                    <a:pt x="1874077" y="38449"/>
                  </a:lnTo>
                  <a:lnTo>
                    <a:pt x="1864316" y="38723"/>
                  </a:lnTo>
                  <a:lnTo>
                    <a:pt x="1854556" y="39208"/>
                  </a:lnTo>
                  <a:lnTo>
                    <a:pt x="1844795" y="40011"/>
                  </a:lnTo>
                  <a:lnTo>
                    <a:pt x="1835034" y="40812"/>
                  </a:lnTo>
                  <a:lnTo>
                    <a:pt x="1825273" y="41249"/>
                  </a:lnTo>
                  <a:lnTo>
                    <a:pt x="1815512" y="42440"/>
                  </a:lnTo>
                  <a:lnTo>
                    <a:pt x="1805752" y="43264"/>
                  </a:lnTo>
                  <a:lnTo>
                    <a:pt x="1795991" y="44087"/>
                  </a:lnTo>
                  <a:lnTo>
                    <a:pt x="1786230" y="44913"/>
                  </a:lnTo>
                  <a:lnTo>
                    <a:pt x="1776469" y="46288"/>
                  </a:lnTo>
                  <a:lnTo>
                    <a:pt x="1766708" y="47621"/>
                  </a:lnTo>
                  <a:lnTo>
                    <a:pt x="1756947" y="47775"/>
                  </a:lnTo>
                  <a:lnTo>
                    <a:pt x="1747187" y="48139"/>
                  </a:lnTo>
                  <a:lnTo>
                    <a:pt x="1737426" y="48955"/>
                  </a:lnTo>
                  <a:lnTo>
                    <a:pt x="1727665" y="49770"/>
                  </a:lnTo>
                  <a:lnTo>
                    <a:pt x="1717904" y="50583"/>
                  </a:lnTo>
                  <a:lnTo>
                    <a:pt x="1708143" y="51396"/>
                  </a:lnTo>
                  <a:lnTo>
                    <a:pt x="1698382" y="52207"/>
                  </a:lnTo>
                  <a:lnTo>
                    <a:pt x="1688622" y="53017"/>
                  </a:lnTo>
                  <a:lnTo>
                    <a:pt x="1678861" y="53825"/>
                  </a:lnTo>
                  <a:lnTo>
                    <a:pt x="1669100" y="54633"/>
                  </a:lnTo>
                  <a:lnTo>
                    <a:pt x="1659339" y="55418"/>
                  </a:lnTo>
                  <a:lnTo>
                    <a:pt x="1649578" y="56190"/>
                  </a:lnTo>
                  <a:lnTo>
                    <a:pt x="1639818" y="56960"/>
                  </a:lnTo>
                  <a:lnTo>
                    <a:pt x="1630057" y="57770"/>
                  </a:lnTo>
                  <a:lnTo>
                    <a:pt x="1620296" y="59934"/>
                  </a:lnTo>
                  <a:lnTo>
                    <a:pt x="1610535" y="62127"/>
                  </a:lnTo>
                  <a:lnTo>
                    <a:pt x="1600774" y="64372"/>
                  </a:lnTo>
                  <a:lnTo>
                    <a:pt x="1591013" y="66586"/>
                  </a:lnTo>
                  <a:lnTo>
                    <a:pt x="1581253" y="68726"/>
                  </a:lnTo>
                  <a:lnTo>
                    <a:pt x="1571492" y="70599"/>
                  </a:lnTo>
                  <a:lnTo>
                    <a:pt x="1561731" y="70904"/>
                  </a:lnTo>
                  <a:lnTo>
                    <a:pt x="1551970" y="71315"/>
                  </a:lnTo>
                  <a:lnTo>
                    <a:pt x="1542209" y="71547"/>
                  </a:lnTo>
                  <a:lnTo>
                    <a:pt x="1532448" y="72130"/>
                  </a:lnTo>
                  <a:lnTo>
                    <a:pt x="1522688" y="74236"/>
                  </a:lnTo>
                  <a:lnTo>
                    <a:pt x="1512927" y="74697"/>
                  </a:lnTo>
                  <a:lnTo>
                    <a:pt x="1503166" y="74683"/>
                  </a:lnTo>
                  <a:lnTo>
                    <a:pt x="1493405" y="75680"/>
                  </a:lnTo>
                  <a:lnTo>
                    <a:pt x="1483644" y="76138"/>
                  </a:lnTo>
                  <a:lnTo>
                    <a:pt x="1473884" y="78114"/>
                  </a:lnTo>
                  <a:lnTo>
                    <a:pt x="1464123" y="78275"/>
                  </a:lnTo>
                  <a:lnTo>
                    <a:pt x="1454362" y="80225"/>
                  </a:lnTo>
                  <a:lnTo>
                    <a:pt x="1444601" y="81783"/>
                  </a:lnTo>
                  <a:lnTo>
                    <a:pt x="1434840" y="81972"/>
                  </a:lnTo>
                  <a:lnTo>
                    <a:pt x="1425079" y="84659"/>
                  </a:lnTo>
                  <a:lnTo>
                    <a:pt x="1415319" y="85758"/>
                  </a:lnTo>
                  <a:lnTo>
                    <a:pt x="1405558" y="86526"/>
                  </a:lnTo>
                  <a:lnTo>
                    <a:pt x="1395797" y="87867"/>
                  </a:lnTo>
                  <a:lnTo>
                    <a:pt x="1386036" y="88440"/>
                  </a:lnTo>
                  <a:lnTo>
                    <a:pt x="1376275" y="89416"/>
                  </a:lnTo>
                  <a:lnTo>
                    <a:pt x="1366515" y="91079"/>
                  </a:lnTo>
                  <a:lnTo>
                    <a:pt x="1356754" y="92876"/>
                  </a:lnTo>
                  <a:lnTo>
                    <a:pt x="1346993" y="93659"/>
                  </a:lnTo>
                  <a:lnTo>
                    <a:pt x="1337232" y="93567"/>
                  </a:lnTo>
                  <a:lnTo>
                    <a:pt x="1327471" y="93476"/>
                  </a:lnTo>
                  <a:lnTo>
                    <a:pt x="1317710" y="93720"/>
                  </a:lnTo>
                  <a:lnTo>
                    <a:pt x="1307950" y="94931"/>
                  </a:lnTo>
                  <a:lnTo>
                    <a:pt x="1298189" y="96850"/>
                  </a:lnTo>
                  <a:lnTo>
                    <a:pt x="1288428" y="99487"/>
                  </a:lnTo>
                  <a:lnTo>
                    <a:pt x="1278667" y="99711"/>
                  </a:lnTo>
                  <a:lnTo>
                    <a:pt x="1268906" y="101414"/>
                  </a:lnTo>
                  <a:lnTo>
                    <a:pt x="1259145" y="103336"/>
                  </a:lnTo>
                  <a:lnTo>
                    <a:pt x="1249385" y="105223"/>
                  </a:lnTo>
                  <a:lnTo>
                    <a:pt x="1239624" y="107104"/>
                  </a:lnTo>
                  <a:lnTo>
                    <a:pt x="1229863" y="108703"/>
                  </a:lnTo>
                  <a:lnTo>
                    <a:pt x="1220102" y="109381"/>
                  </a:lnTo>
                  <a:lnTo>
                    <a:pt x="1210341" y="110148"/>
                  </a:lnTo>
                  <a:lnTo>
                    <a:pt x="1200581" y="112063"/>
                  </a:lnTo>
                  <a:lnTo>
                    <a:pt x="1190820" y="113957"/>
                  </a:lnTo>
                  <a:lnTo>
                    <a:pt x="1181059" y="114724"/>
                  </a:lnTo>
                  <a:lnTo>
                    <a:pt x="1171298" y="117231"/>
                  </a:lnTo>
                  <a:lnTo>
                    <a:pt x="1161537" y="119725"/>
                  </a:lnTo>
                  <a:lnTo>
                    <a:pt x="1151776" y="122213"/>
                  </a:lnTo>
                  <a:lnTo>
                    <a:pt x="1142016" y="122858"/>
                  </a:lnTo>
                  <a:lnTo>
                    <a:pt x="1132255" y="125322"/>
                  </a:lnTo>
                  <a:lnTo>
                    <a:pt x="1122494" y="127132"/>
                  </a:lnTo>
                  <a:lnTo>
                    <a:pt x="1112733" y="126655"/>
                  </a:lnTo>
                  <a:lnTo>
                    <a:pt x="1102972" y="127617"/>
                  </a:lnTo>
                  <a:lnTo>
                    <a:pt x="1093212" y="129571"/>
                  </a:lnTo>
                  <a:lnTo>
                    <a:pt x="1083451" y="133768"/>
                  </a:lnTo>
                  <a:lnTo>
                    <a:pt x="1073690" y="136455"/>
                  </a:lnTo>
                  <a:lnTo>
                    <a:pt x="1063929" y="137610"/>
                  </a:lnTo>
                  <a:lnTo>
                    <a:pt x="1054168" y="138763"/>
                  </a:lnTo>
                  <a:lnTo>
                    <a:pt x="1044407" y="139907"/>
                  </a:lnTo>
                  <a:lnTo>
                    <a:pt x="1034647" y="141376"/>
                  </a:lnTo>
                  <a:lnTo>
                    <a:pt x="1024886" y="144247"/>
                  </a:lnTo>
                  <a:lnTo>
                    <a:pt x="1015125" y="145559"/>
                  </a:lnTo>
                  <a:lnTo>
                    <a:pt x="1005364" y="147324"/>
                  </a:lnTo>
                  <a:lnTo>
                    <a:pt x="995603" y="149864"/>
                  </a:lnTo>
                  <a:lnTo>
                    <a:pt x="985842" y="150641"/>
                  </a:lnTo>
                  <a:lnTo>
                    <a:pt x="976082" y="152109"/>
                  </a:lnTo>
                  <a:lnTo>
                    <a:pt x="966321" y="154401"/>
                  </a:lnTo>
                  <a:lnTo>
                    <a:pt x="956560" y="156312"/>
                  </a:lnTo>
                  <a:lnTo>
                    <a:pt x="946799" y="158253"/>
                  </a:lnTo>
                  <a:lnTo>
                    <a:pt x="937038" y="160876"/>
                  </a:lnTo>
                  <a:lnTo>
                    <a:pt x="927278" y="162258"/>
                  </a:lnTo>
                  <a:lnTo>
                    <a:pt x="917517" y="164242"/>
                  </a:lnTo>
                  <a:lnTo>
                    <a:pt x="907756" y="166235"/>
                  </a:lnTo>
                  <a:lnTo>
                    <a:pt x="897995" y="167790"/>
                  </a:lnTo>
                  <a:lnTo>
                    <a:pt x="888234" y="169241"/>
                  </a:lnTo>
                  <a:lnTo>
                    <a:pt x="878473" y="171013"/>
                  </a:lnTo>
                  <a:lnTo>
                    <a:pt x="868713" y="172845"/>
                  </a:lnTo>
                  <a:lnTo>
                    <a:pt x="858952" y="174673"/>
                  </a:lnTo>
                  <a:lnTo>
                    <a:pt x="849191" y="176997"/>
                  </a:lnTo>
                  <a:lnTo>
                    <a:pt x="839430" y="178403"/>
                  </a:lnTo>
                  <a:lnTo>
                    <a:pt x="829669" y="180058"/>
                  </a:lnTo>
                  <a:lnTo>
                    <a:pt x="819909" y="182448"/>
                  </a:lnTo>
                  <a:lnTo>
                    <a:pt x="810148" y="184869"/>
                  </a:lnTo>
                  <a:lnTo>
                    <a:pt x="800387" y="186887"/>
                  </a:lnTo>
                  <a:lnTo>
                    <a:pt x="790626" y="188623"/>
                  </a:lnTo>
                  <a:lnTo>
                    <a:pt x="780865" y="190973"/>
                  </a:lnTo>
                  <a:lnTo>
                    <a:pt x="771104" y="193558"/>
                  </a:lnTo>
                  <a:lnTo>
                    <a:pt x="761344" y="194828"/>
                  </a:lnTo>
                  <a:lnTo>
                    <a:pt x="751583" y="195708"/>
                  </a:lnTo>
                  <a:lnTo>
                    <a:pt x="741822" y="196756"/>
                  </a:lnTo>
                  <a:lnTo>
                    <a:pt x="732061" y="198105"/>
                  </a:lnTo>
                  <a:lnTo>
                    <a:pt x="722300" y="200468"/>
                  </a:lnTo>
                  <a:lnTo>
                    <a:pt x="712539" y="203944"/>
                  </a:lnTo>
                  <a:lnTo>
                    <a:pt x="702779" y="206731"/>
                  </a:lnTo>
                  <a:lnTo>
                    <a:pt x="693018" y="208604"/>
                  </a:lnTo>
                  <a:lnTo>
                    <a:pt x="683257" y="210462"/>
                  </a:lnTo>
                  <a:lnTo>
                    <a:pt x="673496" y="212313"/>
                  </a:lnTo>
                  <a:lnTo>
                    <a:pt x="663735" y="213779"/>
                  </a:lnTo>
                  <a:lnTo>
                    <a:pt x="653975" y="214150"/>
                  </a:lnTo>
                  <a:lnTo>
                    <a:pt x="644214" y="215629"/>
                  </a:lnTo>
                  <a:lnTo>
                    <a:pt x="634453" y="219340"/>
                  </a:lnTo>
                  <a:lnTo>
                    <a:pt x="624692" y="221428"/>
                  </a:lnTo>
                  <a:lnTo>
                    <a:pt x="614931" y="225164"/>
                  </a:lnTo>
                  <a:lnTo>
                    <a:pt x="605170" y="226419"/>
                  </a:lnTo>
                  <a:lnTo>
                    <a:pt x="595410" y="229243"/>
                  </a:lnTo>
                  <a:lnTo>
                    <a:pt x="585649" y="231227"/>
                  </a:lnTo>
                  <a:lnTo>
                    <a:pt x="575888" y="234722"/>
                  </a:lnTo>
                  <a:lnTo>
                    <a:pt x="566127" y="238215"/>
                  </a:lnTo>
                  <a:lnTo>
                    <a:pt x="556366" y="241731"/>
                  </a:lnTo>
                  <a:lnTo>
                    <a:pt x="546606" y="246240"/>
                  </a:lnTo>
                  <a:lnTo>
                    <a:pt x="536845" y="250748"/>
                  </a:lnTo>
                  <a:lnTo>
                    <a:pt x="527084" y="254531"/>
                  </a:lnTo>
                  <a:lnTo>
                    <a:pt x="517323" y="258924"/>
                  </a:lnTo>
                  <a:lnTo>
                    <a:pt x="507562" y="262433"/>
                  </a:lnTo>
                  <a:lnTo>
                    <a:pt x="497801" y="265920"/>
                  </a:lnTo>
                  <a:lnTo>
                    <a:pt x="488041" y="267905"/>
                  </a:lnTo>
                  <a:lnTo>
                    <a:pt x="478280" y="272773"/>
                  </a:lnTo>
                  <a:lnTo>
                    <a:pt x="468519" y="276485"/>
                  </a:lnTo>
                  <a:lnTo>
                    <a:pt x="458758" y="279979"/>
                  </a:lnTo>
                  <a:lnTo>
                    <a:pt x="448997" y="283143"/>
                  </a:lnTo>
                  <a:lnTo>
                    <a:pt x="439236" y="285962"/>
                  </a:lnTo>
                  <a:lnTo>
                    <a:pt x="429476" y="289524"/>
                  </a:lnTo>
                  <a:lnTo>
                    <a:pt x="419715" y="292631"/>
                  </a:lnTo>
                  <a:lnTo>
                    <a:pt x="409954" y="295708"/>
                  </a:lnTo>
                  <a:lnTo>
                    <a:pt x="400193" y="298327"/>
                  </a:lnTo>
                  <a:lnTo>
                    <a:pt x="390432" y="300456"/>
                  </a:lnTo>
                  <a:lnTo>
                    <a:pt x="380672" y="302547"/>
                  </a:lnTo>
                  <a:lnTo>
                    <a:pt x="370911" y="304824"/>
                  </a:lnTo>
                  <a:lnTo>
                    <a:pt x="361150" y="307160"/>
                  </a:lnTo>
                  <a:lnTo>
                    <a:pt x="351389" y="311003"/>
                  </a:lnTo>
                  <a:lnTo>
                    <a:pt x="341628" y="314055"/>
                  </a:lnTo>
                  <a:lnTo>
                    <a:pt x="331867" y="317320"/>
                  </a:lnTo>
                  <a:lnTo>
                    <a:pt x="322107" y="320928"/>
                  </a:lnTo>
                  <a:lnTo>
                    <a:pt x="312346" y="325087"/>
                  </a:lnTo>
                  <a:lnTo>
                    <a:pt x="302585" y="327120"/>
                  </a:lnTo>
                  <a:lnTo>
                    <a:pt x="292824" y="330306"/>
                  </a:lnTo>
                  <a:lnTo>
                    <a:pt x="283063" y="333966"/>
                  </a:lnTo>
                  <a:lnTo>
                    <a:pt x="273303" y="337604"/>
                  </a:lnTo>
                  <a:lnTo>
                    <a:pt x="263542" y="341204"/>
                  </a:lnTo>
                  <a:lnTo>
                    <a:pt x="253781" y="344734"/>
                  </a:lnTo>
                  <a:lnTo>
                    <a:pt x="244020" y="346276"/>
                  </a:lnTo>
                  <a:lnTo>
                    <a:pt x="234259" y="349595"/>
                  </a:lnTo>
                  <a:lnTo>
                    <a:pt x="224498" y="352902"/>
                  </a:lnTo>
                  <a:lnTo>
                    <a:pt x="214738" y="356520"/>
                  </a:lnTo>
                  <a:lnTo>
                    <a:pt x="204977" y="360088"/>
                  </a:lnTo>
                  <a:lnTo>
                    <a:pt x="195216" y="362831"/>
                  </a:lnTo>
                  <a:lnTo>
                    <a:pt x="185455" y="367212"/>
                  </a:lnTo>
                  <a:lnTo>
                    <a:pt x="175694" y="371086"/>
                  </a:lnTo>
                  <a:lnTo>
                    <a:pt x="165933" y="374695"/>
                  </a:lnTo>
                  <a:lnTo>
                    <a:pt x="156173" y="378271"/>
                  </a:lnTo>
                  <a:lnTo>
                    <a:pt x="146412" y="381071"/>
                  </a:lnTo>
                  <a:lnTo>
                    <a:pt x="136651" y="383054"/>
                  </a:lnTo>
                  <a:lnTo>
                    <a:pt x="126890" y="385022"/>
                  </a:lnTo>
                  <a:lnTo>
                    <a:pt x="117129" y="387498"/>
                  </a:lnTo>
                  <a:lnTo>
                    <a:pt x="107369" y="390473"/>
                  </a:lnTo>
                  <a:lnTo>
                    <a:pt x="97608" y="394197"/>
                  </a:lnTo>
                  <a:lnTo>
                    <a:pt x="87847" y="397532"/>
                  </a:lnTo>
                  <a:lnTo>
                    <a:pt x="78086" y="399997"/>
                  </a:lnTo>
                  <a:lnTo>
                    <a:pt x="68325" y="402183"/>
                  </a:lnTo>
                  <a:lnTo>
                    <a:pt x="58564" y="405054"/>
                  </a:lnTo>
                  <a:lnTo>
                    <a:pt x="48804" y="407917"/>
                  </a:lnTo>
                  <a:lnTo>
                    <a:pt x="39043" y="410410"/>
                  </a:lnTo>
                  <a:lnTo>
                    <a:pt x="29282" y="412019"/>
                  </a:lnTo>
                  <a:lnTo>
                    <a:pt x="19521" y="413618"/>
                  </a:lnTo>
                  <a:lnTo>
                    <a:pt x="9760" y="415597"/>
                  </a:lnTo>
                  <a:lnTo>
                    <a:pt x="0" y="418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611514" y="4859698"/>
              <a:ext cx="2528052" cy="830408"/>
            </a:xfrm>
            <a:custGeom>
              <a:avLst/>
              <a:pathLst>
                <a:path w="2528052" h="830408">
                  <a:moveTo>
                    <a:pt x="0" y="0"/>
                  </a:moveTo>
                  <a:lnTo>
                    <a:pt x="9760" y="5072"/>
                  </a:lnTo>
                  <a:lnTo>
                    <a:pt x="19521" y="12125"/>
                  </a:lnTo>
                  <a:lnTo>
                    <a:pt x="29282" y="16999"/>
                  </a:lnTo>
                  <a:lnTo>
                    <a:pt x="39043" y="21697"/>
                  </a:lnTo>
                  <a:lnTo>
                    <a:pt x="48804" y="26013"/>
                  </a:lnTo>
                  <a:lnTo>
                    <a:pt x="58564" y="30464"/>
                  </a:lnTo>
                  <a:lnTo>
                    <a:pt x="68325" y="36211"/>
                  </a:lnTo>
                  <a:lnTo>
                    <a:pt x="78086" y="43873"/>
                  </a:lnTo>
                  <a:lnTo>
                    <a:pt x="87847" y="49167"/>
                  </a:lnTo>
                  <a:lnTo>
                    <a:pt x="97608" y="53168"/>
                  </a:lnTo>
                  <a:lnTo>
                    <a:pt x="107369" y="58663"/>
                  </a:lnTo>
                  <a:lnTo>
                    <a:pt x="117129" y="63148"/>
                  </a:lnTo>
                  <a:lnTo>
                    <a:pt x="126890" y="68935"/>
                  </a:lnTo>
                  <a:lnTo>
                    <a:pt x="136651" y="74978"/>
                  </a:lnTo>
                  <a:lnTo>
                    <a:pt x="146412" y="80234"/>
                  </a:lnTo>
                  <a:lnTo>
                    <a:pt x="156173" y="85287"/>
                  </a:lnTo>
                  <a:lnTo>
                    <a:pt x="165933" y="90308"/>
                  </a:lnTo>
                  <a:lnTo>
                    <a:pt x="175694" y="95707"/>
                  </a:lnTo>
                  <a:lnTo>
                    <a:pt x="185455" y="100051"/>
                  </a:lnTo>
                  <a:lnTo>
                    <a:pt x="195216" y="105182"/>
                  </a:lnTo>
                  <a:lnTo>
                    <a:pt x="204977" y="108871"/>
                  </a:lnTo>
                  <a:lnTo>
                    <a:pt x="214738" y="113024"/>
                  </a:lnTo>
                  <a:lnTo>
                    <a:pt x="224498" y="116812"/>
                  </a:lnTo>
                  <a:lnTo>
                    <a:pt x="234259" y="120488"/>
                  </a:lnTo>
                  <a:lnTo>
                    <a:pt x="244020" y="125332"/>
                  </a:lnTo>
                  <a:lnTo>
                    <a:pt x="253781" y="130118"/>
                  </a:lnTo>
                  <a:lnTo>
                    <a:pt x="263542" y="132802"/>
                  </a:lnTo>
                  <a:lnTo>
                    <a:pt x="273303" y="135500"/>
                  </a:lnTo>
                  <a:lnTo>
                    <a:pt x="283063" y="139115"/>
                  </a:lnTo>
                  <a:lnTo>
                    <a:pt x="292824" y="142859"/>
                  </a:lnTo>
                  <a:lnTo>
                    <a:pt x="302585" y="147017"/>
                  </a:lnTo>
                  <a:lnTo>
                    <a:pt x="312346" y="151094"/>
                  </a:lnTo>
                  <a:lnTo>
                    <a:pt x="322107" y="153230"/>
                  </a:lnTo>
                  <a:lnTo>
                    <a:pt x="331867" y="156271"/>
                  </a:lnTo>
                  <a:lnTo>
                    <a:pt x="341628" y="160006"/>
                  </a:lnTo>
                  <a:lnTo>
                    <a:pt x="351389" y="162949"/>
                  </a:lnTo>
                  <a:lnTo>
                    <a:pt x="361150" y="166731"/>
                  </a:lnTo>
                  <a:lnTo>
                    <a:pt x="370911" y="169174"/>
                  </a:lnTo>
                  <a:lnTo>
                    <a:pt x="380672" y="171816"/>
                  </a:lnTo>
                  <a:lnTo>
                    <a:pt x="390432" y="174138"/>
                  </a:lnTo>
                  <a:lnTo>
                    <a:pt x="400193" y="176389"/>
                  </a:lnTo>
                  <a:lnTo>
                    <a:pt x="409954" y="178692"/>
                  </a:lnTo>
                  <a:lnTo>
                    <a:pt x="419715" y="181227"/>
                  </a:lnTo>
                  <a:lnTo>
                    <a:pt x="429476" y="183349"/>
                  </a:lnTo>
                  <a:lnTo>
                    <a:pt x="439236" y="185796"/>
                  </a:lnTo>
                  <a:lnTo>
                    <a:pt x="448997" y="187848"/>
                  </a:lnTo>
                  <a:lnTo>
                    <a:pt x="458758" y="190014"/>
                  </a:lnTo>
                  <a:lnTo>
                    <a:pt x="468519" y="192370"/>
                  </a:lnTo>
                  <a:lnTo>
                    <a:pt x="478280" y="194544"/>
                  </a:lnTo>
                  <a:lnTo>
                    <a:pt x="488041" y="195706"/>
                  </a:lnTo>
                  <a:lnTo>
                    <a:pt x="497801" y="198279"/>
                  </a:lnTo>
                  <a:lnTo>
                    <a:pt x="507562" y="199832"/>
                  </a:lnTo>
                  <a:lnTo>
                    <a:pt x="517323" y="201446"/>
                  </a:lnTo>
                  <a:lnTo>
                    <a:pt x="527084" y="203503"/>
                  </a:lnTo>
                  <a:lnTo>
                    <a:pt x="536845" y="204260"/>
                  </a:lnTo>
                  <a:lnTo>
                    <a:pt x="546606" y="207030"/>
                  </a:lnTo>
                  <a:lnTo>
                    <a:pt x="556366" y="209209"/>
                  </a:lnTo>
                  <a:lnTo>
                    <a:pt x="566127" y="211834"/>
                  </a:lnTo>
                  <a:lnTo>
                    <a:pt x="575888" y="213365"/>
                  </a:lnTo>
                  <a:lnTo>
                    <a:pt x="585649" y="214889"/>
                  </a:lnTo>
                  <a:lnTo>
                    <a:pt x="595410" y="216806"/>
                  </a:lnTo>
                  <a:lnTo>
                    <a:pt x="605170" y="218951"/>
                  </a:lnTo>
                  <a:lnTo>
                    <a:pt x="614931" y="220321"/>
                  </a:lnTo>
                  <a:lnTo>
                    <a:pt x="624692" y="221940"/>
                  </a:lnTo>
                  <a:lnTo>
                    <a:pt x="634453" y="223182"/>
                  </a:lnTo>
                  <a:lnTo>
                    <a:pt x="644214" y="224863"/>
                  </a:lnTo>
                  <a:lnTo>
                    <a:pt x="653975" y="226720"/>
                  </a:lnTo>
                  <a:lnTo>
                    <a:pt x="663735" y="227903"/>
                  </a:lnTo>
                  <a:lnTo>
                    <a:pt x="673496" y="228903"/>
                  </a:lnTo>
                  <a:lnTo>
                    <a:pt x="683257" y="229909"/>
                  </a:lnTo>
                  <a:lnTo>
                    <a:pt x="693018" y="231546"/>
                  </a:lnTo>
                  <a:lnTo>
                    <a:pt x="702779" y="232525"/>
                  </a:lnTo>
                  <a:lnTo>
                    <a:pt x="712539" y="233880"/>
                  </a:lnTo>
                  <a:lnTo>
                    <a:pt x="722300" y="234946"/>
                  </a:lnTo>
                  <a:lnTo>
                    <a:pt x="732061" y="236299"/>
                  </a:lnTo>
                  <a:lnTo>
                    <a:pt x="741822" y="237643"/>
                  </a:lnTo>
                  <a:lnTo>
                    <a:pt x="751583" y="238495"/>
                  </a:lnTo>
                  <a:lnTo>
                    <a:pt x="761344" y="239218"/>
                  </a:lnTo>
                  <a:lnTo>
                    <a:pt x="771104" y="239943"/>
                  </a:lnTo>
                  <a:lnTo>
                    <a:pt x="780865" y="240812"/>
                  </a:lnTo>
                  <a:lnTo>
                    <a:pt x="790626" y="241926"/>
                  </a:lnTo>
                  <a:lnTo>
                    <a:pt x="800387" y="243046"/>
                  </a:lnTo>
                  <a:lnTo>
                    <a:pt x="810148" y="244453"/>
                  </a:lnTo>
                  <a:lnTo>
                    <a:pt x="819909" y="245290"/>
                  </a:lnTo>
                  <a:lnTo>
                    <a:pt x="829669" y="246797"/>
                  </a:lnTo>
                  <a:lnTo>
                    <a:pt x="839430" y="247536"/>
                  </a:lnTo>
                  <a:lnTo>
                    <a:pt x="849191" y="248361"/>
                  </a:lnTo>
                  <a:lnTo>
                    <a:pt x="858952" y="248989"/>
                  </a:lnTo>
                  <a:lnTo>
                    <a:pt x="868713" y="249708"/>
                  </a:lnTo>
                  <a:lnTo>
                    <a:pt x="878473" y="251377"/>
                  </a:lnTo>
                  <a:lnTo>
                    <a:pt x="888234" y="252805"/>
                  </a:lnTo>
                  <a:lnTo>
                    <a:pt x="897995" y="253865"/>
                  </a:lnTo>
                  <a:lnTo>
                    <a:pt x="907756" y="254711"/>
                  </a:lnTo>
                  <a:lnTo>
                    <a:pt x="917517" y="255535"/>
                  </a:lnTo>
                  <a:lnTo>
                    <a:pt x="927278" y="256357"/>
                  </a:lnTo>
                  <a:lnTo>
                    <a:pt x="937038" y="257254"/>
                  </a:lnTo>
                  <a:lnTo>
                    <a:pt x="946799" y="258463"/>
                  </a:lnTo>
                  <a:lnTo>
                    <a:pt x="956560" y="259665"/>
                  </a:lnTo>
                  <a:lnTo>
                    <a:pt x="966321" y="260557"/>
                  </a:lnTo>
                  <a:lnTo>
                    <a:pt x="976082" y="261313"/>
                  </a:lnTo>
                  <a:lnTo>
                    <a:pt x="985842" y="262211"/>
                  </a:lnTo>
                  <a:lnTo>
                    <a:pt x="995603" y="263076"/>
                  </a:lnTo>
                  <a:lnTo>
                    <a:pt x="1005364" y="263753"/>
                  </a:lnTo>
                  <a:lnTo>
                    <a:pt x="1015125" y="264372"/>
                  </a:lnTo>
                  <a:lnTo>
                    <a:pt x="1024886" y="265025"/>
                  </a:lnTo>
                  <a:lnTo>
                    <a:pt x="1034647" y="265759"/>
                  </a:lnTo>
                  <a:lnTo>
                    <a:pt x="1044407" y="266488"/>
                  </a:lnTo>
                  <a:lnTo>
                    <a:pt x="1054168" y="267211"/>
                  </a:lnTo>
                  <a:lnTo>
                    <a:pt x="1063929" y="267932"/>
                  </a:lnTo>
                  <a:lnTo>
                    <a:pt x="1073690" y="268650"/>
                  </a:lnTo>
                  <a:lnTo>
                    <a:pt x="1083451" y="269372"/>
                  </a:lnTo>
                  <a:lnTo>
                    <a:pt x="1093212" y="270812"/>
                  </a:lnTo>
                  <a:lnTo>
                    <a:pt x="1102972" y="271798"/>
                  </a:lnTo>
                  <a:lnTo>
                    <a:pt x="1112733" y="272442"/>
                  </a:lnTo>
                  <a:lnTo>
                    <a:pt x="1122494" y="273083"/>
                  </a:lnTo>
                  <a:lnTo>
                    <a:pt x="1132255" y="273721"/>
                  </a:lnTo>
                  <a:lnTo>
                    <a:pt x="1142016" y="274359"/>
                  </a:lnTo>
                  <a:lnTo>
                    <a:pt x="1151776" y="274995"/>
                  </a:lnTo>
                  <a:lnTo>
                    <a:pt x="1161537" y="275628"/>
                  </a:lnTo>
                  <a:lnTo>
                    <a:pt x="1171298" y="276259"/>
                  </a:lnTo>
                  <a:lnTo>
                    <a:pt x="1181059" y="277046"/>
                  </a:lnTo>
                  <a:lnTo>
                    <a:pt x="1190820" y="278426"/>
                  </a:lnTo>
                  <a:lnTo>
                    <a:pt x="1200581" y="279095"/>
                  </a:lnTo>
                  <a:lnTo>
                    <a:pt x="1210341" y="279734"/>
                  </a:lnTo>
                  <a:lnTo>
                    <a:pt x="1220102" y="280859"/>
                  </a:lnTo>
                  <a:lnTo>
                    <a:pt x="1229863" y="281981"/>
                  </a:lnTo>
                  <a:lnTo>
                    <a:pt x="1239624" y="282526"/>
                  </a:lnTo>
                  <a:lnTo>
                    <a:pt x="1249385" y="282958"/>
                  </a:lnTo>
                  <a:lnTo>
                    <a:pt x="1259145" y="283472"/>
                  </a:lnTo>
                  <a:lnTo>
                    <a:pt x="1268906" y="284245"/>
                  </a:lnTo>
                  <a:lnTo>
                    <a:pt x="1278667" y="285013"/>
                  </a:lnTo>
                  <a:lnTo>
                    <a:pt x="1288428" y="285778"/>
                  </a:lnTo>
                  <a:lnTo>
                    <a:pt x="1298189" y="286544"/>
                  </a:lnTo>
                  <a:lnTo>
                    <a:pt x="1307950" y="287306"/>
                  </a:lnTo>
                  <a:lnTo>
                    <a:pt x="1317710" y="288063"/>
                  </a:lnTo>
                  <a:lnTo>
                    <a:pt x="1327471" y="288686"/>
                  </a:lnTo>
                  <a:lnTo>
                    <a:pt x="1337232" y="288370"/>
                  </a:lnTo>
                  <a:lnTo>
                    <a:pt x="1346993" y="288979"/>
                  </a:lnTo>
                  <a:lnTo>
                    <a:pt x="1356754" y="289561"/>
                  </a:lnTo>
                  <a:lnTo>
                    <a:pt x="1366515" y="289611"/>
                  </a:lnTo>
                  <a:lnTo>
                    <a:pt x="1376275" y="289660"/>
                  </a:lnTo>
                  <a:lnTo>
                    <a:pt x="1386036" y="290211"/>
                  </a:lnTo>
                  <a:lnTo>
                    <a:pt x="1395797" y="290831"/>
                  </a:lnTo>
                  <a:lnTo>
                    <a:pt x="1405558" y="291457"/>
                  </a:lnTo>
                  <a:lnTo>
                    <a:pt x="1415319" y="292081"/>
                  </a:lnTo>
                  <a:lnTo>
                    <a:pt x="1425079" y="292706"/>
                  </a:lnTo>
                  <a:lnTo>
                    <a:pt x="1434840" y="293330"/>
                  </a:lnTo>
                  <a:lnTo>
                    <a:pt x="1444601" y="293952"/>
                  </a:lnTo>
                  <a:lnTo>
                    <a:pt x="1454362" y="294570"/>
                  </a:lnTo>
                  <a:lnTo>
                    <a:pt x="1464123" y="295187"/>
                  </a:lnTo>
                  <a:lnTo>
                    <a:pt x="1473884" y="295800"/>
                  </a:lnTo>
                  <a:lnTo>
                    <a:pt x="1483644" y="296412"/>
                  </a:lnTo>
                  <a:lnTo>
                    <a:pt x="1493405" y="297158"/>
                  </a:lnTo>
                  <a:lnTo>
                    <a:pt x="1503166" y="297682"/>
                  </a:lnTo>
                  <a:lnTo>
                    <a:pt x="1512927" y="298391"/>
                  </a:lnTo>
                  <a:lnTo>
                    <a:pt x="1522688" y="299095"/>
                  </a:lnTo>
                  <a:lnTo>
                    <a:pt x="1532448" y="299792"/>
                  </a:lnTo>
                  <a:lnTo>
                    <a:pt x="1542209" y="300483"/>
                  </a:lnTo>
                  <a:lnTo>
                    <a:pt x="1551970" y="301168"/>
                  </a:lnTo>
                  <a:lnTo>
                    <a:pt x="1561731" y="301847"/>
                  </a:lnTo>
                  <a:lnTo>
                    <a:pt x="1571492" y="301779"/>
                  </a:lnTo>
                  <a:lnTo>
                    <a:pt x="1581253" y="302363"/>
                  </a:lnTo>
                  <a:lnTo>
                    <a:pt x="1591013" y="303015"/>
                  </a:lnTo>
                  <a:lnTo>
                    <a:pt x="1600774" y="303716"/>
                  </a:lnTo>
                  <a:lnTo>
                    <a:pt x="1610535" y="304413"/>
                  </a:lnTo>
                  <a:lnTo>
                    <a:pt x="1620296" y="304675"/>
                  </a:lnTo>
                  <a:lnTo>
                    <a:pt x="1630057" y="305236"/>
                  </a:lnTo>
                  <a:lnTo>
                    <a:pt x="1639818" y="305801"/>
                  </a:lnTo>
                  <a:lnTo>
                    <a:pt x="1649578" y="305748"/>
                  </a:lnTo>
                  <a:lnTo>
                    <a:pt x="1659339" y="306404"/>
                  </a:lnTo>
                  <a:lnTo>
                    <a:pt x="1669100" y="307059"/>
                  </a:lnTo>
                  <a:lnTo>
                    <a:pt x="1678861" y="307723"/>
                  </a:lnTo>
                  <a:lnTo>
                    <a:pt x="1688622" y="307591"/>
                  </a:lnTo>
                  <a:lnTo>
                    <a:pt x="1698382" y="306992"/>
                  </a:lnTo>
                  <a:lnTo>
                    <a:pt x="1708143" y="307376"/>
                  </a:lnTo>
                  <a:lnTo>
                    <a:pt x="1717904" y="307903"/>
                  </a:lnTo>
                  <a:lnTo>
                    <a:pt x="1727665" y="308428"/>
                  </a:lnTo>
                  <a:lnTo>
                    <a:pt x="1737426" y="308949"/>
                  </a:lnTo>
                  <a:lnTo>
                    <a:pt x="1747187" y="309467"/>
                  </a:lnTo>
                  <a:lnTo>
                    <a:pt x="1756947" y="309983"/>
                  </a:lnTo>
                  <a:lnTo>
                    <a:pt x="1766708" y="310495"/>
                  </a:lnTo>
                  <a:lnTo>
                    <a:pt x="1776469" y="311004"/>
                  </a:lnTo>
                  <a:lnTo>
                    <a:pt x="1786230" y="311511"/>
                  </a:lnTo>
                  <a:lnTo>
                    <a:pt x="1795991" y="312014"/>
                  </a:lnTo>
                  <a:lnTo>
                    <a:pt x="1805752" y="312515"/>
                  </a:lnTo>
                  <a:lnTo>
                    <a:pt x="1815512" y="312914"/>
                  </a:lnTo>
                  <a:lnTo>
                    <a:pt x="1825273" y="313426"/>
                  </a:lnTo>
                  <a:lnTo>
                    <a:pt x="1835034" y="313939"/>
                  </a:lnTo>
                  <a:lnTo>
                    <a:pt x="1844795" y="314450"/>
                  </a:lnTo>
                  <a:lnTo>
                    <a:pt x="1854556" y="314961"/>
                  </a:lnTo>
                  <a:lnTo>
                    <a:pt x="1864316" y="315307"/>
                  </a:lnTo>
                  <a:lnTo>
                    <a:pt x="1874077" y="315695"/>
                  </a:lnTo>
                  <a:lnTo>
                    <a:pt x="1883838" y="316182"/>
                  </a:lnTo>
                  <a:lnTo>
                    <a:pt x="1893599" y="316678"/>
                  </a:lnTo>
                  <a:lnTo>
                    <a:pt x="1903360" y="316816"/>
                  </a:lnTo>
                  <a:lnTo>
                    <a:pt x="1913121" y="316913"/>
                  </a:lnTo>
                  <a:lnTo>
                    <a:pt x="1922881" y="317059"/>
                  </a:lnTo>
                  <a:lnTo>
                    <a:pt x="1932642" y="317494"/>
                  </a:lnTo>
                  <a:lnTo>
                    <a:pt x="1942403" y="317939"/>
                  </a:lnTo>
                  <a:lnTo>
                    <a:pt x="1952164" y="318166"/>
                  </a:lnTo>
                  <a:lnTo>
                    <a:pt x="1961925" y="318663"/>
                  </a:lnTo>
                  <a:lnTo>
                    <a:pt x="1971685" y="319173"/>
                  </a:lnTo>
                  <a:lnTo>
                    <a:pt x="1981446" y="319668"/>
                  </a:lnTo>
                  <a:lnTo>
                    <a:pt x="1991207" y="320095"/>
                  </a:lnTo>
                  <a:lnTo>
                    <a:pt x="2000968" y="320528"/>
                  </a:lnTo>
                  <a:lnTo>
                    <a:pt x="2010729" y="320959"/>
                  </a:lnTo>
                  <a:lnTo>
                    <a:pt x="2020490" y="321388"/>
                  </a:lnTo>
                  <a:lnTo>
                    <a:pt x="2030250" y="321318"/>
                  </a:lnTo>
                  <a:lnTo>
                    <a:pt x="2040011" y="321236"/>
                  </a:lnTo>
                  <a:lnTo>
                    <a:pt x="2049772" y="321713"/>
                  </a:lnTo>
                  <a:lnTo>
                    <a:pt x="2059533" y="322188"/>
                  </a:lnTo>
                  <a:lnTo>
                    <a:pt x="2069294" y="322659"/>
                  </a:lnTo>
                  <a:lnTo>
                    <a:pt x="2079055" y="323129"/>
                  </a:lnTo>
                  <a:lnTo>
                    <a:pt x="2088815" y="323595"/>
                  </a:lnTo>
                  <a:lnTo>
                    <a:pt x="2098576" y="324043"/>
                  </a:lnTo>
                  <a:lnTo>
                    <a:pt x="2108337" y="324240"/>
                  </a:lnTo>
                  <a:lnTo>
                    <a:pt x="2118098" y="324436"/>
                  </a:lnTo>
                  <a:lnTo>
                    <a:pt x="2127859" y="324632"/>
                  </a:lnTo>
                  <a:lnTo>
                    <a:pt x="2137619" y="324828"/>
                  </a:lnTo>
                  <a:lnTo>
                    <a:pt x="2147380" y="325023"/>
                  </a:lnTo>
                  <a:lnTo>
                    <a:pt x="2157141" y="325218"/>
                  </a:lnTo>
                  <a:lnTo>
                    <a:pt x="2166902" y="325413"/>
                  </a:lnTo>
                  <a:lnTo>
                    <a:pt x="2176663" y="325608"/>
                  </a:lnTo>
                  <a:lnTo>
                    <a:pt x="2186424" y="325803"/>
                  </a:lnTo>
                  <a:lnTo>
                    <a:pt x="2196184" y="325997"/>
                  </a:lnTo>
                  <a:lnTo>
                    <a:pt x="2205945" y="326078"/>
                  </a:lnTo>
                  <a:lnTo>
                    <a:pt x="2215706" y="326370"/>
                  </a:lnTo>
                  <a:lnTo>
                    <a:pt x="2225467" y="326551"/>
                  </a:lnTo>
                  <a:lnTo>
                    <a:pt x="2235228" y="326732"/>
                  </a:lnTo>
                  <a:lnTo>
                    <a:pt x="2244988" y="326912"/>
                  </a:lnTo>
                  <a:lnTo>
                    <a:pt x="2254749" y="327093"/>
                  </a:lnTo>
                  <a:lnTo>
                    <a:pt x="2264510" y="327238"/>
                  </a:lnTo>
                  <a:lnTo>
                    <a:pt x="2274271" y="327370"/>
                  </a:lnTo>
                  <a:lnTo>
                    <a:pt x="2284032" y="327506"/>
                  </a:lnTo>
                  <a:lnTo>
                    <a:pt x="2293793" y="327643"/>
                  </a:lnTo>
                  <a:lnTo>
                    <a:pt x="2303553" y="327779"/>
                  </a:lnTo>
                  <a:lnTo>
                    <a:pt x="2313314" y="327915"/>
                  </a:lnTo>
                  <a:lnTo>
                    <a:pt x="2323075" y="328051"/>
                  </a:lnTo>
                  <a:lnTo>
                    <a:pt x="2332836" y="328254"/>
                  </a:lnTo>
                  <a:lnTo>
                    <a:pt x="2342597" y="328618"/>
                  </a:lnTo>
                  <a:lnTo>
                    <a:pt x="2352358" y="328960"/>
                  </a:lnTo>
                  <a:lnTo>
                    <a:pt x="2362118" y="329143"/>
                  </a:lnTo>
                  <a:lnTo>
                    <a:pt x="2371879" y="329325"/>
                  </a:lnTo>
                  <a:lnTo>
                    <a:pt x="2381640" y="329507"/>
                  </a:lnTo>
                  <a:lnTo>
                    <a:pt x="2391401" y="329688"/>
                  </a:lnTo>
                  <a:lnTo>
                    <a:pt x="2401162" y="329870"/>
                  </a:lnTo>
                  <a:lnTo>
                    <a:pt x="2410922" y="330051"/>
                  </a:lnTo>
                  <a:lnTo>
                    <a:pt x="2420683" y="330233"/>
                  </a:lnTo>
                  <a:lnTo>
                    <a:pt x="2430444" y="330414"/>
                  </a:lnTo>
                  <a:lnTo>
                    <a:pt x="2440205" y="330594"/>
                  </a:lnTo>
                  <a:lnTo>
                    <a:pt x="2449966" y="330775"/>
                  </a:lnTo>
                  <a:lnTo>
                    <a:pt x="2459727" y="330955"/>
                  </a:lnTo>
                  <a:lnTo>
                    <a:pt x="2469487" y="331136"/>
                  </a:lnTo>
                  <a:lnTo>
                    <a:pt x="2479248" y="331316"/>
                  </a:lnTo>
                  <a:lnTo>
                    <a:pt x="2489009" y="331495"/>
                  </a:lnTo>
                  <a:lnTo>
                    <a:pt x="2498770" y="331676"/>
                  </a:lnTo>
                  <a:lnTo>
                    <a:pt x="2508531" y="331861"/>
                  </a:lnTo>
                  <a:lnTo>
                    <a:pt x="2518291" y="332045"/>
                  </a:lnTo>
                  <a:lnTo>
                    <a:pt x="2528052" y="332229"/>
                  </a:lnTo>
                  <a:lnTo>
                    <a:pt x="2528052" y="830408"/>
                  </a:lnTo>
                  <a:lnTo>
                    <a:pt x="2518291" y="830052"/>
                  </a:lnTo>
                  <a:lnTo>
                    <a:pt x="2508531" y="829691"/>
                  </a:lnTo>
                  <a:lnTo>
                    <a:pt x="2498770" y="829325"/>
                  </a:lnTo>
                  <a:lnTo>
                    <a:pt x="2489009" y="828834"/>
                  </a:lnTo>
                  <a:lnTo>
                    <a:pt x="2479248" y="827978"/>
                  </a:lnTo>
                  <a:lnTo>
                    <a:pt x="2469487" y="827117"/>
                  </a:lnTo>
                  <a:lnTo>
                    <a:pt x="2459727" y="826252"/>
                  </a:lnTo>
                  <a:lnTo>
                    <a:pt x="2449966" y="825382"/>
                  </a:lnTo>
                  <a:lnTo>
                    <a:pt x="2440205" y="824508"/>
                  </a:lnTo>
                  <a:lnTo>
                    <a:pt x="2430444" y="823629"/>
                  </a:lnTo>
                  <a:lnTo>
                    <a:pt x="2420683" y="822745"/>
                  </a:lnTo>
                  <a:lnTo>
                    <a:pt x="2410922" y="821857"/>
                  </a:lnTo>
                  <a:lnTo>
                    <a:pt x="2401162" y="820963"/>
                  </a:lnTo>
                  <a:lnTo>
                    <a:pt x="2391401" y="820066"/>
                  </a:lnTo>
                  <a:lnTo>
                    <a:pt x="2381640" y="819360"/>
                  </a:lnTo>
                  <a:lnTo>
                    <a:pt x="2371879" y="818814"/>
                  </a:lnTo>
                  <a:lnTo>
                    <a:pt x="2362118" y="818263"/>
                  </a:lnTo>
                  <a:lnTo>
                    <a:pt x="2352358" y="817705"/>
                  </a:lnTo>
                  <a:lnTo>
                    <a:pt x="2342597" y="817141"/>
                  </a:lnTo>
                  <a:lnTo>
                    <a:pt x="2332836" y="816571"/>
                  </a:lnTo>
                  <a:lnTo>
                    <a:pt x="2323075" y="815994"/>
                  </a:lnTo>
                  <a:lnTo>
                    <a:pt x="2313314" y="815399"/>
                  </a:lnTo>
                  <a:lnTo>
                    <a:pt x="2303553" y="814799"/>
                  </a:lnTo>
                  <a:lnTo>
                    <a:pt x="2293793" y="814191"/>
                  </a:lnTo>
                  <a:lnTo>
                    <a:pt x="2284032" y="813577"/>
                  </a:lnTo>
                  <a:lnTo>
                    <a:pt x="2274271" y="812957"/>
                  </a:lnTo>
                  <a:lnTo>
                    <a:pt x="2264510" y="812329"/>
                  </a:lnTo>
                  <a:lnTo>
                    <a:pt x="2254749" y="811695"/>
                  </a:lnTo>
                  <a:lnTo>
                    <a:pt x="2244988" y="811054"/>
                  </a:lnTo>
                  <a:lnTo>
                    <a:pt x="2235228" y="810406"/>
                  </a:lnTo>
                  <a:lnTo>
                    <a:pt x="2225467" y="809751"/>
                  </a:lnTo>
                  <a:lnTo>
                    <a:pt x="2215706" y="809089"/>
                  </a:lnTo>
                  <a:lnTo>
                    <a:pt x="2205945" y="808419"/>
                  </a:lnTo>
                  <a:lnTo>
                    <a:pt x="2196184" y="807743"/>
                  </a:lnTo>
                  <a:lnTo>
                    <a:pt x="2186424" y="807058"/>
                  </a:lnTo>
                  <a:lnTo>
                    <a:pt x="2176663" y="806367"/>
                  </a:lnTo>
                  <a:lnTo>
                    <a:pt x="2166902" y="805668"/>
                  </a:lnTo>
                  <a:lnTo>
                    <a:pt x="2157141" y="804962"/>
                  </a:lnTo>
                  <a:lnTo>
                    <a:pt x="2147380" y="804243"/>
                  </a:lnTo>
                  <a:lnTo>
                    <a:pt x="2137619" y="803179"/>
                  </a:lnTo>
                  <a:lnTo>
                    <a:pt x="2127859" y="802110"/>
                  </a:lnTo>
                  <a:lnTo>
                    <a:pt x="2118098" y="801030"/>
                  </a:lnTo>
                  <a:lnTo>
                    <a:pt x="2108337" y="799939"/>
                  </a:lnTo>
                  <a:lnTo>
                    <a:pt x="2098576" y="798840"/>
                  </a:lnTo>
                  <a:lnTo>
                    <a:pt x="2088815" y="797732"/>
                  </a:lnTo>
                  <a:lnTo>
                    <a:pt x="2079055" y="796615"/>
                  </a:lnTo>
                  <a:lnTo>
                    <a:pt x="2069294" y="795490"/>
                  </a:lnTo>
                  <a:lnTo>
                    <a:pt x="2059533" y="794355"/>
                  </a:lnTo>
                  <a:lnTo>
                    <a:pt x="2049772" y="793212"/>
                  </a:lnTo>
                  <a:lnTo>
                    <a:pt x="2040011" y="792060"/>
                  </a:lnTo>
                  <a:lnTo>
                    <a:pt x="2030250" y="790790"/>
                  </a:lnTo>
                  <a:lnTo>
                    <a:pt x="2020490" y="789370"/>
                  </a:lnTo>
                  <a:lnTo>
                    <a:pt x="2010729" y="787939"/>
                  </a:lnTo>
                  <a:lnTo>
                    <a:pt x="2000968" y="787107"/>
                  </a:lnTo>
                  <a:lnTo>
                    <a:pt x="1991207" y="786160"/>
                  </a:lnTo>
                  <a:lnTo>
                    <a:pt x="1981446" y="784952"/>
                  </a:lnTo>
                  <a:lnTo>
                    <a:pt x="1971685" y="783735"/>
                  </a:lnTo>
                  <a:lnTo>
                    <a:pt x="1961925" y="782729"/>
                  </a:lnTo>
                  <a:lnTo>
                    <a:pt x="1952164" y="781531"/>
                  </a:lnTo>
                  <a:lnTo>
                    <a:pt x="1942403" y="780328"/>
                  </a:lnTo>
                  <a:lnTo>
                    <a:pt x="1932642" y="779118"/>
                  </a:lnTo>
                  <a:lnTo>
                    <a:pt x="1922881" y="777902"/>
                  </a:lnTo>
                  <a:lnTo>
                    <a:pt x="1913121" y="776679"/>
                  </a:lnTo>
                  <a:lnTo>
                    <a:pt x="1903360" y="775441"/>
                  </a:lnTo>
                  <a:lnTo>
                    <a:pt x="1893599" y="774192"/>
                  </a:lnTo>
                  <a:lnTo>
                    <a:pt x="1883838" y="772936"/>
                  </a:lnTo>
                  <a:lnTo>
                    <a:pt x="1874077" y="771673"/>
                  </a:lnTo>
                  <a:lnTo>
                    <a:pt x="1864316" y="770741"/>
                  </a:lnTo>
                  <a:lnTo>
                    <a:pt x="1854556" y="769904"/>
                  </a:lnTo>
                  <a:lnTo>
                    <a:pt x="1844795" y="769061"/>
                  </a:lnTo>
                  <a:lnTo>
                    <a:pt x="1835034" y="768213"/>
                  </a:lnTo>
                  <a:lnTo>
                    <a:pt x="1825273" y="767360"/>
                  </a:lnTo>
                  <a:lnTo>
                    <a:pt x="1815512" y="766087"/>
                  </a:lnTo>
                  <a:lnTo>
                    <a:pt x="1805752" y="764670"/>
                  </a:lnTo>
                  <a:lnTo>
                    <a:pt x="1795991" y="763233"/>
                  </a:lnTo>
                  <a:lnTo>
                    <a:pt x="1786230" y="762235"/>
                  </a:lnTo>
                  <a:lnTo>
                    <a:pt x="1776469" y="761324"/>
                  </a:lnTo>
                  <a:lnTo>
                    <a:pt x="1766708" y="760403"/>
                  </a:lnTo>
                  <a:lnTo>
                    <a:pt x="1756947" y="759215"/>
                  </a:lnTo>
                  <a:lnTo>
                    <a:pt x="1747187" y="757848"/>
                  </a:lnTo>
                  <a:lnTo>
                    <a:pt x="1737426" y="756465"/>
                  </a:lnTo>
                  <a:lnTo>
                    <a:pt x="1727665" y="755068"/>
                  </a:lnTo>
                  <a:lnTo>
                    <a:pt x="1717904" y="753662"/>
                  </a:lnTo>
                  <a:lnTo>
                    <a:pt x="1708143" y="752566"/>
                  </a:lnTo>
                  <a:lnTo>
                    <a:pt x="1698382" y="751627"/>
                  </a:lnTo>
                  <a:lnTo>
                    <a:pt x="1688622" y="750676"/>
                  </a:lnTo>
                  <a:lnTo>
                    <a:pt x="1678861" y="749400"/>
                  </a:lnTo>
                  <a:lnTo>
                    <a:pt x="1669100" y="748048"/>
                  </a:lnTo>
                  <a:lnTo>
                    <a:pt x="1659339" y="746678"/>
                  </a:lnTo>
                  <a:lnTo>
                    <a:pt x="1649578" y="745395"/>
                  </a:lnTo>
                  <a:lnTo>
                    <a:pt x="1639818" y="744101"/>
                  </a:lnTo>
                  <a:lnTo>
                    <a:pt x="1630057" y="742510"/>
                  </a:lnTo>
                  <a:lnTo>
                    <a:pt x="1620296" y="741112"/>
                  </a:lnTo>
                  <a:lnTo>
                    <a:pt x="1610535" y="739705"/>
                  </a:lnTo>
                  <a:lnTo>
                    <a:pt x="1600774" y="738289"/>
                  </a:lnTo>
                  <a:lnTo>
                    <a:pt x="1591013" y="736864"/>
                  </a:lnTo>
                  <a:lnTo>
                    <a:pt x="1581253" y="735430"/>
                  </a:lnTo>
                  <a:lnTo>
                    <a:pt x="1571492" y="733987"/>
                  </a:lnTo>
                  <a:lnTo>
                    <a:pt x="1561731" y="732536"/>
                  </a:lnTo>
                  <a:lnTo>
                    <a:pt x="1551970" y="731075"/>
                  </a:lnTo>
                  <a:lnTo>
                    <a:pt x="1542209" y="729605"/>
                  </a:lnTo>
                  <a:lnTo>
                    <a:pt x="1532448" y="728126"/>
                  </a:lnTo>
                  <a:lnTo>
                    <a:pt x="1522688" y="726638"/>
                  </a:lnTo>
                  <a:lnTo>
                    <a:pt x="1512927" y="725141"/>
                  </a:lnTo>
                  <a:lnTo>
                    <a:pt x="1503166" y="723634"/>
                  </a:lnTo>
                  <a:lnTo>
                    <a:pt x="1493405" y="722118"/>
                  </a:lnTo>
                  <a:lnTo>
                    <a:pt x="1483644" y="720637"/>
                  </a:lnTo>
                  <a:lnTo>
                    <a:pt x="1473884" y="719181"/>
                  </a:lnTo>
                  <a:lnTo>
                    <a:pt x="1464123" y="717714"/>
                  </a:lnTo>
                  <a:lnTo>
                    <a:pt x="1454362" y="716236"/>
                  </a:lnTo>
                  <a:lnTo>
                    <a:pt x="1444601" y="714746"/>
                  </a:lnTo>
                  <a:lnTo>
                    <a:pt x="1434840" y="713245"/>
                  </a:lnTo>
                  <a:lnTo>
                    <a:pt x="1425079" y="711733"/>
                  </a:lnTo>
                  <a:lnTo>
                    <a:pt x="1415319" y="710210"/>
                  </a:lnTo>
                  <a:lnTo>
                    <a:pt x="1405558" y="708711"/>
                  </a:lnTo>
                  <a:lnTo>
                    <a:pt x="1395797" y="707636"/>
                  </a:lnTo>
                  <a:lnTo>
                    <a:pt x="1386036" y="706557"/>
                  </a:lnTo>
                  <a:lnTo>
                    <a:pt x="1376275" y="705473"/>
                  </a:lnTo>
                  <a:lnTo>
                    <a:pt x="1366515" y="704384"/>
                  </a:lnTo>
                  <a:lnTo>
                    <a:pt x="1356754" y="703290"/>
                  </a:lnTo>
                  <a:lnTo>
                    <a:pt x="1346993" y="702192"/>
                  </a:lnTo>
                  <a:lnTo>
                    <a:pt x="1337232" y="701089"/>
                  </a:lnTo>
                  <a:lnTo>
                    <a:pt x="1327471" y="699982"/>
                  </a:lnTo>
                  <a:lnTo>
                    <a:pt x="1317710" y="698869"/>
                  </a:lnTo>
                  <a:lnTo>
                    <a:pt x="1307950" y="697752"/>
                  </a:lnTo>
                  <a:lnTo>
                    <a:pt x="1298189" y="696630"/>
                  </a:lnTo>
                  <a:lnTo>
                    <a:pt x="1288428" y="695504"/>
                  </a:lnTo>
                  <a:lnTo>
                    <a:pt x="1278667" y="694372"/>
                  </a:lnTo>
                  <a:lnTo>
                    <a:pt x="1268906" y="693236"/>
                  </a:lnTo>
                  <a:lnTo>
                    <a:pt x="1259145" y="692095"/>
                  </a:lnTo>
                  <a:lnTo>
                    <a:pt x="1249385" y="690949"/>
                  </a:lnTo>
                  <a:lnTo>
                    <a:pt x="1239624" y="689798"/>
                  </a:lnTo>
                  <a:lnTo>
                    <a:pt x="1229863" y="688541"/>
                  </a:lnTo>
                  <a:lnTo>
                    <a:pt x="1220102" y="686673"/>
                  </a:lnTo>
                  <a:lnTo>
                    <a:pt x="1210341" y="684702"/>
                  </a:lnTo>
                  <a:lnTo>
                    <a:pt x="1200581" y="683396"/>
                  </a:lnTo>
                  <a:lnTo>
                    <a:pt x="1190820" y="682196"/>
                  </a:lnTo>
                  <a:lnTo>
                    <a:pt x="1181059" y="680577"/>
                  </a:lnTo>
                  <a:lnTo>
                    <a:pt x="1171298" y="678808"/>
                  </a:lnTo>
                  <a:lnTo>
                    <a:pt x="1161537" y="676934"/>
                  </a:lnTo>
                  <a:lnTo>
                    <a:pt x="1151776" y="675606"/>
                  </a:lnTo>
                  <a:lnTo>
                    <a:pt x="1142016" y="673695"/>
                  </a:lnTo>
                  <a:lnTo>
                    <a:pt x="1132255" y="671773"/>
                  </a:lnTo>
                  <a:lnTo>
                    <a:pt x="1122494" y="669842"/>
                  </a:lnTo>
                  <a:lnTo>
                    <a:pt x="1112733" y="667901"/>
                  </a:lnTo>
                  <a:lnTo>
                    <a:pt x="1102972" y="665950"/>
                  </a:lnTo>
                  <a:lnTo>
                    <a:pt x="1093212" y="663989"/>
                  </a:lnTo>
                  <a:lnTo>
                    <a:pt x="1083451" y="661995"/>
                  </a:lnTo>
                  <a:lnTo>
                    <a:pt x="1073690" y="659826"/>
                  </a:lnTo>
                  <a:lnTo>
                    <a:pt x="1063929" y="657996"/>
                  </a:lnTo>
                  <a:lnTo>
                    <a:pt x="1054168" y="655999"/>
                  </a:lnTo>
                  <a:lnTo>
                    <a:pt x="1044407" y="653987"/>
                  </a:lnTo>
                  <a:lnTo>
                    <a:pt x="1034647" y="651940"/>
                  </a:lnTo>
                  <a:lnTo>
                    <a:pt x="1024886" y="649907"/>
                  </a:lnTo>
                  <a:lnTo>
                    <a:pt x="1015125" y="647874"/>
                  </a:lnTo>
                  <a:lnTo>
                    <a:pt x="1005364" y="645815"/>
                  </a:lnTo>
                  <a:lnTo>
                    <a:pt x="995603" y="643741"/>
                  </a:lnTo>
                  <a:lnTo>
                    <a:pt x="985842" y="641657"/>
                  </a:lnTo>
                  <a:lnTo>
                    <a:pt x="976082" y="639561"/>
                  </a:lnTo>
                  <a:lnTo>
                    <a:pt x="966321" y="637455"/>
                  </a:lnTo>
                  <a:lnTo>
                    <a:pt x="956560" y="635644"/>
                  </a:lnTo>
                  <a:lnTo>
                    <a:pt x="946799" y="633347"/>
                  </a:lnTo>
                  <a:lnTo>
                    <a:pt x="937038" y="632014"/>
                  </a:lnTo>
                  <a:lnTo>
                    <a:pt x="927278" y="629345"/>
                  </a:lnTo>
                  <a:lnTo>
                    <a:pt x="917517" y="626951"/>
                  </a:lnTo>
                  <a:lnTo>
                    <a:pt x="907756" y="625355"/>
                  </a:lnTo>
                  <a:lnTo>
                    <a:pt x="897995" y="623172"/>
                  </a:lnTo>
                  <a:lnTo>
                    <a:pt x="888234" y="620700"/>
                  </a:lnTo>
                  <a:lnTo>
                    <a:pt x="878473" y="618189"/>
                  </a:lnTo>
                  <a:lnTo>
                    <a:pt x="868713" y="616206"/>
                  </a:lnTo>
                  <a:lnTo>
                    <a:pt x="858952" y="614033"/>
                  </a:lnTo>
                  <a:lnTo>
                    <a:pt x="849191" y="611409"/>
                  </a:lnTo>
                  <a:lnTo>
                    <a:pt x="839430" y="609153"/>
                  </a:lnTo>
                  <a:lnTo>
                    <a:pt x="829669" y="606904"/>
                  </a:lnTo>
                  <a:lnTo>
                    <a:pt x="819909" y="604644"/>
                  </a:lnTo>
                  <a:lnTo>
                    <a:pt x="810148" y="602668"/>
                  </a:lnTo>
                  <a:lnTo>
                    <a:pt x="800387" y="601413"/>
                  </a:lnTo>
                  <a:lnTo>
                    <a:pt x="790626" y="598467"/>
                  </a:lnTo>
                  <a:lnTo>
                    <a:pt x="780865" y="596626"/>
                  </a:lnTo>
                  <a:lnTo>
                    <a:pt x="771104" y="594802"/>
                  </a:lnTo>
                  <a:lnTo>
                    <a:pt x="761344" y="592989"/>
                  </a:lnTo>
                  <a:lnTo>
                    <a:pt x="751583" y="591137"/>
                  </a:lnTo>
                  <a:lnTo>
                    <a:pt x="741822" y="589251"/>
                  </a:lnTo>
                  <a:lnTo>
                    <a:pt x="732061" y="587127"/>
                  </a:lnTo>
                  <a:lnTo>
                    <a:pt x="722300" y="585474"/>
                  </a:lnTo>
                  <a:lnTo>
                    <a:pt x="712539" y="583586"/>
                  </a:lnTo>
                  <a:lnTo>
                    <a:pt x="702779" y="581655"/>
                  </a:lnTo>
                  <a:lnTo>
                    <a:pt x="693018" y="577680"/>
                  </a:lnTo>
                  <a:lnTo>
                    <a:pt x="683257" y="577369"/>
                  </a:lnTo>
                  <a:lnTo>
                    <a:pt x="673496" y="575765"/>
                  </a:lnTo>
                  <a:lnTo>
                    <a:pt x="663735" y="572843"/>
                  </a:lnTo>
                  <a:lnTo>
                    <a:pt x="653975" y="569887"/>
                  </a:lnTo>
                  <a:lnTo>
                    <a:pt x="644214" y="566906"/>
                  </a:lnTo>
                  <a:lnTo>
                    <a:pt x="634453" y="563902"/>
                  </a:lnTo>
                  <a:lnTo>
                    <a:pt x="624692" y="560874"/>
                  </a:lnTo>
                  <a:lnTo>
                    <a:pt x="614931" y="557804"/>
                  </a:lnTo>
                  <a:lnTo>
                    <a:pt x="605170" y="555828"/>
                  </a:lnTo>
                  <a:lnTo>
                    <a:pt x="595410" y="553818"/>
                  </a:lnTo>
                  <a:lnTo>
                    <a:pt x="585649" y="551264"/>
                  </a:lnTo>
                  <a:lnTo>
                    <a:pt x="575888" y="549817"/>
                  </a:lnTo>
                  <a:lnTo>
                    <a:pt x="566127" y="547436"/>
                  </a:lnTo>
                  <a:lnTo>
                    <a:pt x="556366" y="545331"/>
                  </a:lnTo>
                  <a:lnTo>
                    <a:pt x="546606" y="543342"/>
                  </a:lnTo>
                  <a:lnTo>
                    <a:pt x="536845" y="541359"/>
                  </a:lnTo>
                  <a:lnTo>
                    <a:pt x="527084" y="539333"/>
                  </a:lnTo>
                  <a:lnTo>
                    <a:pt x="517323" y="537246"/>
                  </a:lnTo>
                  <a:lnTo>
                    <a:pt x="507562" y="533840"/>
                  </a:lnTo>
                  <a:lnTo>
                    <a:pt x="497801" y="531727"/>
                  </a:lnTo>
                  <a:lnTo>
                    <a:pt x="488041" y="529605"/>
                  </a:lnTo>
                  <a:lnTo>
                    <a:pt x="478280" y="527933"/>
                  </a:lnTo>
                  <a:lnTo>
                    <a:pt x="468519" y="526686"/>
                  </a:lnTo>
                  <a:lnTo>
                    <a:pt x="458758" y="524700"/>
                  </a:lnTo>
                  <a:lnTo>
                    <a:pt x="448997" y="522003"/>
                  </a:lnTo>
                  <a:lnTo>
                    <a:pt x="439236" y="519957"/>
                  </a:lnTo>
                  <a:lnTo>
                    <a:pt x="429476" y="518226"/>
                  </a:lnTo>
                  <a:lnTo>
                    <a:pt x="419715" y="516607"/>
                  </a:lnTo>
                  <a:lnTo>
                    <a:pt x="409954" y="514481"/>
                  </a:lnTo>
                  <a:lnTo>
                    <a:pt x="400193" y="512046"/>
                  </a:lnTo>
                  <a:lnTo>
                    <a:pt x="390432" y="509598"/>
                  </a:lnTo>
                  <a:lnTo>
                    <a:pt x="380672" y="507209"/>
                  </a:lnTo>
                  <a:lnTo>
                    <a:pt x="370911" y="504961"/>
                  </a:lnTo>
                  <a:lnTo>
                    <a:pt x="361150" y="503622"/>
                  </a:lnTo>
                  <a:lnTo>
                    <a:pt x="351389" y="502897"/>
                  </a:lnTo>
                  <a:lnTo>
                    <a:pt x="341628" y="501247"/>
                  </a:lnTo>
                  <a:lnTo>
                    <a:pt x="331867" y="499433"/>
                  </a:lnTo>
                  <a:lnTo>
                    <a:pt x="322107" y="497476"/>
                  </a:lnTo>
                  <a:lnTo>
                    <a:pt x="312346" y="497121"/>
                  </a:lnTo>
                  <a:lnTo>
                    <a:pt x="302585" y="496540"/>
                  </a:lnTo>
                  <a:lnTo>
                    <a:pt x="292824" y="493119"/>
                  </a:lnTo>
                  <a:lnTo>
                    <a:pt x="283063" y="489050"/>
                  </a:lnTo>
                  <a:lnTo>
                    <a:pt x="273303" y="484940"/>
                  </a:lnTo>
                  <a:lnTo>
                    <a:pt x="263542" y="483069"/>
                  </a:lnTo>
                  <a:lnTo>
                    <a:pt x="253781" y="480176"/>
                  </a:lnTo>
                  <a:lnTo>
                    <a:pt x="244020" y="477631"/>
                  </a:lnTo>
                  <a:lnTo>
                    <a:pt x="234259" y="474824"/>
                  </a:lnTo>
                  <a:lnTo>
                    <a:pt x="224498" y="473559"/>
                  </a:lnTo>
                  <a:lnTo>
                    <a:pt x="214738" y="471687"/>
                  </a:lnTo>
                  <a:lnTo>
                    <a:pt x="204977" y="469400"/>
                  </a:lnTo>
                  <a:lnTo>
                    <a:pt x="195216" y="467400"/>
                  </a:lnTo>
                  <a:lnTo>
                    <a:pt x="185455" y="465559"/>
                  </a:lnTo>
                  <a:lnTo>
                    <a:pt x="175694" y="463558"/>
                  </a:lnTo>
                  <a:lnTo>
                    <a:pt x="165933" y="461655"/>
                  </a:lnTo>
                  <a:lnTo>
                    <a:pt x="156173" y="459301"/>
                  </a:lnTo>
                  <a:lnTo>
                    <a:pt x="146412" y="457708"/>
                  </a:lnTo>
                  <a:lnTo>
                    <a:pt x="136651" y="456682"/>
                  </a:lnTo>
                  <a:lnTo>
                    <a:pt x="126890" y="455652"/>
                  </a:lnTo>
                  <a:lnTo>
                    <a:pt x="117129" y="454060"/>
                  </a:lnTo>
                  <a:lnTo>
                    <a:pt x="107369" y="450905"/>
                  </a:lnTo>
                  <a:lnTo>
                    <a:pt x="97608" y="450061"/>
                  </a:lnTo>
                  <a:lnTo>
                    <a:pt x="87847" y="447280"/>
                  </a:lnTo>
                  <a:lnTo>
                    <a:pt x="78086" y="444457"/>
                  </a:lnTo>
                  <a:lnTo>
                    <a:pt x="68325" y="441619"/>
                  </a:lnTo>
                  <a:lnTo>
                    <a:pt x="58564" y="438873"/>
                  </a:lnTo>
                  <a:lnTo>
                    <a:pt x="48804" y="438643"/>
                  </a:lnTo>
                  <a:lnTo>
                    <a:pt x="39043" y="437327"/>
                  </a:lnTo>
                  <a:lnTo>
                    <a:pt x="29282" y="437481"/>
                  </a:lnTo>
                  <a:lnTo>
                    <a:pt x="19521" y="437634"/>
                  </a:lnTo>
                  <a:lnTo>
                    <a:pt x="9760" y="436547"/>
                  </a:lnTo>
                  <a:lnTo>
                    <a:pt x="0" y="434929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611514" y="4859698"/>
              <a:ext cx="2528052" cy="332229"/>
            </a:xfrm>
            <a:custGeom>
              <a:avLst/>
              <a:pathLst>
                <a:path w="2528052" h="332229">
                  <a:moveTo>
                    <a:pt x="0" y="0"/>
                  </a:moveTo>
                  <a:lnTo>
                    <a:pt x="9760" y="5072"/>
                  </a:lnTo>
                  <a:lnTo>
                    <a:pt x="19521" y="12125"/>
                  </a:lnTo>
                  <a:lnTo>
                    <a:pt x="29282" y="16999"/>
                  </a:lnTo>
                  <a:lnTo>
                    <a:pt x="39043" y="21697"/>
                  </a:lnTo>
                  <a:lnTo>
                    <a:pt x="48804" y="26013"/>
                  </a:lnTo>
                  <a:lnTo>
                    <a:pt x="58564" y="30464"/>
                  </a:lnTo>
                  <a:lnTo>
                    <a:pt x="68325" y="36211"/>
                  </a:lnTo>
                  <a:lnTo>
                    <a:pt x="78086" y="43873"/>
                  </a:lnTo>
                  <a:lnTo>
                    <a:pt x="87847" y="49167"/>
                  </a:lnTo>
                  <a:lnTo>
                    <a:pt x="97608" y="53168"/>
                  </a:lnTo>
                  <a:lnTo>
                    <a:pt x="107369" y="58663"/>
                  </a:lnTo>
                  <a:lnTo>
                    <a:pt x="117129" y="63148"/>
                  </a:lnTo>
                  <a:lnTo>
                    <a:pt x="126890" y="68935"/>
                  </a:lnTo>
                  <a:lnTo>
                    <a:pt x="136651" y="74978"/>
                  </a:lnTo>
                  <a:lnTo>
                    <a:pt x="146412" y="80234"/>
                  </a:lnTo>
                  <a:lnTo>
                    <a:pt x="156173" y="85287"/>
                  </a:lnTo>
                  <a:lnTo>
                    <a:pt x="165933" y="90308"/>
                  </a:lnTo>
                  <a:lnTo>
                    <a:pt x="175694" y="95707"/>
                  </a:lnTo>
                  <a:lnTo>
                    <a:pt x="185455" y="100051"/>
                  </a:lnTo>
                  <a:lnTo>
                    <a:pt x="195216" y="105182"/>
                  </a:lnTo>
                  <a:lnTo>
                    <a:pt x="204977" y="108871"/>
                  </a:lnTo>
                  <a:lnTo>
                    <a:pt x="214738" y="113024"/>
                  </a:lnTo>
                  <a:lnTo>
                    <a:pt x="224498" y="116812"/>
                  </a:lnTo>
                  <a:lnTo>
                    <a:pt x="234259" y="120488"/>
                  </a:lnTo>
                  <a:lnTo>
                    <a:pt x="244020" y="125332"/>
                  </a:lnTo>
                  <a:lnTo>
                    <a:pt x="253781" y="130118"/>
                  </a:lnTo>
                  <a:lnTo>
                    <a:pt x="263542" y="132802"/>
                  </a:lnTo>
                  <a:lnTo>
                    <a:pt x="273303" y="135500"/>
                  </a:lnTo>
                  <a:lnTo>
                    <a:pt x="283063" y="139115"/>
                  </a:lnTo>
                  <a:lnTo>
                    <a:pt x="292824" y="142859"/>
                  </a:lnTo>
                  <a:lnTo>
                    <a:pt x="302585" y="147017"/>
                  </a:lnTo>
                  <a:lnTo>
                    <a:pt x="312346" y="151094"/>
                  </a:lnTo>
                  <a:lnTo>
                    <a:pt x="322107" y="153230"/>
                  </a:lnTo>
                  <a:lnTo>
                    <a:pt x="331867" y="156271"/>
                  </a:lnTo>
                  <a:lnTo>
                    <a:pt x="341628" y="160006"/>
                  </a:lnTo>
                  <a:lnTo>
                    <a:pt x="351389" y="162949"/>
                  </a:lnTo>
                  <a:lnTo>
                    <a:pt x="361150" y="166731"/>
                  </a:lnTo>
                  <a:lnTo>
                    <a:pt x="370911" y="169174"/>
                  </a:lnTo>
                  <a:lnTo>
                    <a:pt x="380672" y="171816"/>
                  </a:lnTo>
                  <a:lnTo>
                    <a:pt x="390432" y="174138"/>
                  </a:lnTo>
                  <a:lnTo>
                    <a:pt x="400193" y="176389"/>
                  </a:lnTo>
                  <a:lnTo>
                    <a:pt x="409954" y="178692"/>
                  </a:lnTo>
                  <a:lnTo>
                    <a:pt x="419715" y="181227"/>
                  </a:lnTo>
                  <a:lnTo>
                    <a:pt x="429476" y="183349"/>
                  </a:lnTo>
                  <a:lnTo>
                    <a:pt x="439236" y="185796"/>
                  </a:lnTo>
                  <a:lnTo>
                    <a:pt x="448997" y="187848"/>
                  </a:lnTo>
                  <a:lnTo>
                    <a:pt x="458758" y="190014"/>
                  </a:lnTo>
                  <a:lnTo>
                    <a:pt x="468519" y="192370"/>
                  </a:lnTo>
                  <a:lnTo>
                    <a:pt x="478280" y="194544"/>
                  </a:lnTo>
                  <a:lnTo>
                    <a:pt x="488041" y="195706"/>
                  </a:lnTo>
                  <a:lnTo>
                    <a:pt x="497801" y="198279"/>
                  </a:lnTo>
                  <a:lnTo>
                    <a:pt x="507562" y="199832"/>
                  </a:lnTo>
                  <a:lnTo>
                    <a:pt x="517323" y="201446"/>
                  </a:lnTo>
                  <a:lnTo>
                    <a:pt x="527084" y="203503"/>
                  </a:lnTo>
                  <a:lnTo>
                    <a:pt x="536845" y="204260"/>
                  </a:lnTo>
                  <a:lnTo>
                    <a:pt x="546606" y="207030"/>
                  </a:lnTo>
                  <a:lnTo>
                    <a:pt x="556366" y="209209"/>
                  </a:lnTo>
                  <a:lnTo>
                    <a:pt x="566127" y="211834"/>
                  </a:lnTo>
                  <a:lnTo>
                    <a:pt x="575888" y="213365"/>
                  </a:lnTo>
                  <a:lnTo>
                    <a:pt x="585649" y="214889"/>
                  </a:lnTo>
                  <a:lnTo>
                    <a:pt x="595410" y="216806"/>
                  </a:lnTo>
                  <a:lnTo>
                    <a:pt x="605170" y="218951"/>
                  </a:lnTo>
                  <a:lnTo>
                    <a:pt x="614931" y="220321"/>
                  </a:lnTo>
                  <a:lnTo>
                    <a:pt x="624692" y="221940"/>
                  </a:lnTo>
                  <a:lnTo>
                    <a:pt x="634453" y="223182"/>
                  </a:lnTo>
                  <a:lnTo>
                    <a:pt x="644214" y="224863"/>
                  </a:lnTo>
                  <a:lnTo>
                    <a:pt x="653975" y="226720"/>
                  </a:lnTo>
                  <a:lnTo>
                    <a:pt x="663735" y="227903"/>
                  </a:lnTo>
                  <a:lnTo>
                    <a:pt x="673496" y="228903"/>
                  </a:lnTo>
                  <a:lnTo>
                    <a:pt x="683257" y="229909"/>
                  </a:lnTo>
                  <a:lnTo>
                    <a:pt x="693018" y="231546"/>
                  </a:lnTo>
                  <a:lnTo>
                    <a:pt x="702779" y="232525"/>
                  </a:lnTo>
                  <a:lnTo>
                    <a:pt x="712539" y="233880"/>
                  </a:lnTo>
                  <a:lnTo>
                    <a:pt x="722300" y="234946"/>
                  </a:lnTo>
                  <a:lnTo>
                    <a:pt x="732061" y="236299"/>
                  </a:lnTo>
                  <a:lnTo>
                    <a:pt x="741822" y="237643"/>
                  </a:lnTo>
                  <a:lnTo>
                    <a:pt x="751583" y="238495"/>
                  </a:lnTo>
                  <a:lnTo>
                    <a:pt x="761344" y="239218"/>
                  </a:lnTo>
                  <a:lnTo>
                    <a:pt x="771104" y="239943"/>
                  </a:lnTo>
                  <a:lnTo>
                    <a:pt x="780865" y="240812"/>
                  </a:lnTo>
                  <a:lnTo>
                    <a:pt x="790626" y="241926"/>
                  </a:lnTo>
                  <a:lnTo>
                    <a:pt x="800387" y="243046"/>
                  </a:lnTo>
                  <a:lnTo>
                    <a:pt x="810148" y="244453"/>
                  </a:lnTo>
                  <a:lnTo>
                    <a:pt x="819909" y="245290"/>
                  </a:lnTo>
                  <a:lnTo>
                    <a:pt x="829669" y="246797"/>
                  </a:lnTo>
                  <a:lnTo>
                    <a:pt x="839430" y="247536"/>
                  </a:lnTo>
                  <a:lnTo>
                    <a:pt x="849191" y="248361"/>
                  </a:lnTo>
                  <a:lnTo>
                    <a:pt x="858952" y="248989"/>
                  </a:lnTo>
                  <a:lnTo>
                    <a:pt x="868713" y="249708"/>
                  </a:lnTo>
                  <a:lnTo>
                    <a:pt x="878473" y="251377"/>
                  </a:lnTo>
                  <a:lnTo>
                    <a:pt x="888234" y="252805"/>
                  </a:lnTo>
                  <a:lnTo>
                    <a:pt x="897995" y="253865"/>
                  </a:lnTo>
                  <a:lnTo>
                    <a:pt x="907756" y="254711"/>
                  </a:lnTo>
                  <a:lnTo>
                    <a:pt x="917517" y="255535"/>
                  </a:lnTo>
                  <a:lnTo>
                    <a:pt x="927278" y="256357"/>
                  </a:lnTo>
                  <a:lnTo>
                    <a:pt x="937038" y="257254"/>
                  </a:lnTo>
                  <a:lnTo>
                    <a:pt x="946799" y="258463"/>
                  </a:lnTo>
                  <a:lnTo>
                    <a:pt x="956560" y="259665"/>
                  </a:lnTo>
                  <a:lnTo>
                    <a:pt x="966321" y="260557"/>
                  </a:lnTo>
                  <a:lnTo>
                    <a:pt x="976082" y="261313"/>
                  </a:lnTo>
                  <a:lnTo>
                    <a:pt x="985842" y="262211"/>
                  </a:lnTo>
                  <a:lnTo>
                    <a:pt x="995603" y="263076"/>
                  </a:lnTo>
                  <a:lnTo>
                    <a:pt x="1005364" y="263753"/>
                  </a:lnTo>
                  <a:lnTo>
                    <a:pt x="1015125" y="264372"/>
                  </a:lnTo>
                  <a:lnTo>
                    <a:pt x="1024886" y="265025"/>
                  </a:lnTo>
                  <a:lnTo>
                    <a:pt x="1034647" y="265759"/>
                  </a:lnTo>
                  <a:lnTo>
                    <a:pt x="1044407" y="266488"/>
                  </a:lnTo>
                  <a:lnTo>
                    <a:pt x="1054168" y="267211"/>
                  </a:lnTo>
                  <a:lnTo>
                    <a:pt x="1063929" y="267932"/>
                  </a:lnTo>
                  <a:lnTo>
                    <a:pt x="1073690" y="268650"/>
                  </a:lnTo>
                  <a:lnTo>
                    <a:pt x="1083451" y="269372"/>
                  </a:lnTo>
                  <a:lnTo>
                    <a:pt x="1093212" y="270812"/>
                  </a:lnTo>
                  <a:lnTo>
                    <a:pt x="1102972" y="271798"/>
                  </a:lnTo>
                  <a:lnTo>
                    <a:pt x="1112733" y="272442"/>
                  </a:lnTo>
                  <a:lnTo>
                    <a:pt x="1122494" y="273083"/>
                  </a:lnTo>
                  <a:lnTo>
                    <a:pt x="1132255" y="273721"/>
                  </a:lnTo>
                  <a:lnTo>
                    <a:pt x="1142016" y="274359"/>
                  </a:lnTo>
                  <a:lnTo>
                    <a:pt x="1151776" y="274995"/>
                  </a:lnTo>
                  <a:lnTo>
                    <a:pt x="1161537" y="275628"/>
                  </a:lnTo>
                  <a:lnTo>
                    <a:pt x="1171298" y="276259"/>
                  </a:lnTo>
                  <a:lnTo>
                    <a:pt x="1181059" y="277046"/>
                  </a:lnTo>
                  <a:lnTo>
                    <a:pt x="1190820" y="278426"/>
                  </a:lnTo>
                  <a:lnTo>
                    <a:pt x="1200581" y="279095"/>
                  </a:lnTo>
                  <a:lnTo>
                    <a:pt x="1210341" y="279734"/>
                  </a:lnTo>
                  <a:lnTo>
                    <a:pt x="1220102" y="280859"/>
                  </a:lnTo>
                  <a:lnTo>
                    <a:pt x="1229863" y="281981"/>
                  </a:lnTo>
                  <a:lnTo>
                    <a:pt x="1239624" y="282526"/>
                  </a:lnTo>
                  <a:lnTo>
                    <a:pt x="1249385" y="282958"/>
                  </a:lnTo>
                  <a:lnTo>
                    <a:pt x="1259145" y="283472"/>
                  </a:lnTo>
                  <a:lnTo>
                    <a:pt x="1268906" y="284245"/>
                  </a:lnTo>
                  <a:lnTo>
                    <a:pt x="1278667" y="285013"/>
                  </a:lnTo>
                  <a:lnTo>
                    <a:pt x="1288428" y="285778"/>
                  </a:lnTo>
                  <a:lnTo>
                    <a:pt x="1298189" y="286544"/>
                  </a:lnTo>
                  <a:lnTo>
                    <a:pt x="1307950" y="287306"/>
                  </a:lnTo>
                  <a:lnTo>
                    <a:pt x="1317710" y="288063"/>
                  </a:lnTo>
                  <a:lnTo>
                    <a:pt x="1327471" y="288686"/>
                  </a:lnTo>
                  <a:lnTo>
                    <a:pt x="1337232" y="288370"/>
                  </a:lnTo>
                  <a:lnTo>
                    <a:pt x="1346993" y="288979"/>
                  </a:lnTo>
                  <a:lnTo>
                    <a:pt x="1356754" y="289561"/>
                  </a:lnTo>
                  <a:lnTo>
                    <a:pt x="1366515" y="289611"/>
                  </a:lnTo>
                  <a:lnTo>
                    <a:pt x="1376275" y="289660"/>
                  </a:lnTo>
                  <a:lnTo>
                    <a:pt x="1386036" y="290211"/>
                  </a:lnTo>
                  <a:lnTo>
                    <a:pt x="1395797" y="290831"/>
                  </a:lnTo>
                  <a:lnTo>
                    <a:pt x="1405558" y="291457"/>
                  </a:lnTo>
                  <a:lnTo>
                    <a:pt x="1415319" y="292081"/>
                  </a:lnTo>
                  <a:lnTo>
                    <a:pt x="1425079" y="292706"/>
                  </a:lnTo>
                  <a:lnTo>
                    <a:pt x="1434840" y="293330"/>
                  </a:lnTo>
                  <a:lnTo>
                    <a:pt x="1444601" y="293952"/>
                  </a:lnTo>
                  <a:lnTo>
                    <a:pt x="1454362" y="294570"/>
                  </a:lnTo>
                  <a:lnTo>
                    <a:pt x="1464123" y="295187"/>
                  </a:lnTo>
                  <a:lnTo>
                    <a:pt x="1473884" y="295800"/>
                  </a:lnTo>
                  <a:lnTo>
                    <a:pt x="1483644" y="296412"/>
                  </a:lnTo>
                  <a:lnTo>
                    <a:pt x="1493405" y="297158"/>
                  </a:lnTo>
                  <a:lnTo>
                    <a:pt x="1503166" y="297682"/>
                  </a:lnTo>
                  <a:lnTo>
                    <a:pt x="1512927" y="298391"/>
                  </a:lnTo>
                  <a:lnTo>
                    <a:pt x="1522688" y="299095"/>
                  </a:lnTo>
                  <a:lnTo>
                    <a:pt x="1532448" y="299792"/>
                  </a:lnTo>
                  <a:lnTo>
                    <a:pt x="1542209" y="300483"/>
                  </a:lnTo>
                  <a:lnTo>
                    <a:pt x="1551970" y="301168"/>
                  </a:lnTo>
                  <a:lnTo>
                    <a:pt x="1561731" y="301847"/>
                  </a:lnTo>
                  <a:lnTo>
                    <a:pt x="1571492" y="301779"/>
                  </a:lnTo>
                  <a:lnTo>
                    <a:pt x="1581253" y="302363"/>
                  </a:lnTo>
                  <a:lnTo>
                    <a:pt x="1591013" y="303015"/>
                  </a:lnTo>
                  <a:lnTo>
                    <a:pt x="1600774" y="303716"/>
                  </a:lnTo>
                  <a:lnTo>
                    <a:pt x="1610535" y="304413"/>
                  </a:lnTo>
                  <a:lnTo>
                    <a:pt x="1620296" y="304675"/>
                  </a:lnTo>
                  <a:lnTo>
                    <a:pt x="1630057" y="305236"/>
                  </a:lnTo>
                  <a:lnTo>
                    <a:pt x="1639818" y="305801"/>
                  </a:lnTo>
                  <a:lnTo>
                    <a:pt x="1649578" y="305748"/>
                  </a:lnTo>
                  <a:lnTo>
                    <a:pt x="1659339" y="306404"/>
                  </a:lnTo>
                  <a:lnTo>
                    <a:pt x="1669100" y="307059"/>
                  </a:lnTo>
                  <a:lnTo>
                    <a:pt x="1678861" y="307723"/>
                  </a:lnTo>
                  <a:lnTo>
                    <a:pt x="1688622" y="307591"/>
                  </a:lnTo>
                  <a:lnTo>
                    <a:pt x="1698382" y="306992"/>
                  </a:lnTo>
                  <a:lnTo>
                    <a:pt x="1708143" y="307376"/>
                  </a:lnTo>
                  <a:lnTo>
                    <a:pt x="1717904" y="307903"/>
                  </a:lnTo>
                  <a:lnTo>
                    <a:pt x="1727665" y="308428"/>
                  </a:lnTo>
                  <a:lnTo>
                    <a:pt x="1737426" y="308949"/>
                  </a:lnTo>
                  <a:lnTo>
                    <a:pt x="1747187" y="309467"/>
                  </a:lnTo>
                  <a:lnTo>
                    <a:pt x="1756947" y="309983"/>
                  </a:lnTo>
                  <a:lnTo>
                    <a:pt x="1766708" y="310495"/>
                  </a:lnTo>
                  <a:lnTo>
                    <a:pt x="1776469" y="311004"/>
                  </a:lnTo>
                  <a:lnTo>
                    <a:pt x="1786230" y="311511"/>
                  </a:lnTo>
                  <a:lnTo>
                    <a:pt x="1795991" y="312014"/>
                  </a:lnTo>
                  <a:lnTo>
                    <a:pt x="1805752" y="312515"/>
                  </a:lnTo>
                  <a:lnTo>
                    <a:pt x="1815512" y="312914"/>
                  </a:lnTo>
                  <a:lnTo>
                    <a:pt x="1825273" y="313426"/>
                  </a:lnTo>
                  <a:lnTo>
                    <a:pt x="1835034" y="313939"/>
                  </a:lnTo>
                  <a:lnTo>
                    <a:pt x="1844795" y="314450"/>
                  </a:lnTo>
                  <a:lnTo>
                    <a:pt x="1854556" y="314961"/>
                  </a:lnTo>
                  <a:lnTo>
                    <a:pt x="1864316" y="315307"/>
                  </a:lnTo>
                  <a:lnTo>
                    <a:pt x="1874077" y="315695"/>
                  </a:lnTo>
                  <a:lnTo>
                    <a:pt x="1883838" y="316182"/>
                  </a:lnTo>
                  <a:lnTo>
                    <a:pt x="1893599" y="316678"/>
                  </a:lnTo>
                  <a:lnTo>
                    <a:pt x="1903360" y="316816"/>
                  </a:lnTo>
                  <a:lnTo>
                    <a:pt x="1913121" y="316913"/>
                  </a:lnTo>
                  <a:lnTo>
                    <a:pt x="1922881" y="317059"/>
                  </a:lnTo>
                  <a:lnTo>
                    <a:pt x="1932642" y="317494"/>
                  </a:lnTo>
                  <a:lnTo>
                    <a:pt x="1942403" y="317939"/>
                  </a:lnTo>
                  <a:lnTo>
                    <a:pt x="1952164" y="318166"/>
                  </a:lnTo>
                  <a:lnTo>
                    <a:pt x="1961925" y="318663"/>
                  </a:lnTo>
                  <a:lnTo>
                    <a:pt x="1971685" y="319173"/>
                  </a:lnTo>
                  <a:lnTo>
                    <a:pt x="1981446" y="319668"/>
                  </a:lnTo>
                  <a:lnTo>
                    <a:pt x="1991207" y="320095"/>
                  </a:lnTo>
                  <a:lnTo>
                    <a:pt x="2000968" y="320528"/>
                  </a:lnTo>
                  <a:lnTo>
                    <a:pt x="2010729" y="320959"/>
                  </a:lnTo>
                  <a:lnTo>
                    <a:pt x="2020490" y="321388"/>
                  </a:lnTo>
                  <a:lnTo>
                    <a:pt x="2030250" y="321318"/>
                  </a:lnTo>
                  <a:lnTo>
                    <a:pt x="2040011" y="321236"/>
                  </a:lnTo>
                  <a:lnTo>
                    <a:pt x="2049772" y="321713"/>
                  </a:lnTo>
                  <a:lnTo>
                    <a:pt x="2059533" y="322188"/>
                  </a:lnTo>
                  <a:lnTo>
                    <a:pt x="2069294" y="322659"/>
                  </a:lnTo>
                  <a:lnTo>
                    <a:pt x="2079055" y="323129"/>
                  </a:lnTo>
                  <a:lnTo>
                    <a:pt x="2088815" y="323595"/>
                  </a:lnTo>
                  <a:lnTo>
                    <a:pt x="2098576" y="324043"/>
                  </a:lnTo>
                  <a:lnTo>
                    <a:pt x="2108337" y="324240"/>
                  </a:lnTo>
                  <a:lnTo>
                    <a:pt x="2118098" y="324436"/>
                  </a:lnTo>
                  <a:lnTo>
                    <a:pt x="2127859" y="324632"/>
                  </a:lnTo>
                  <a:lnTo>
                    <a:pt x="2137619" y="324828"/>
                  </a:lnTo>
                  <a:lnTo>
                    <a:pt x="2147380" y="325023"/>
                  </a:lnTo>
                  <a:lnTo>
                    <a:pt x="2157141" y="325218"/>
                  </a:lnTo>
                  <a:lnTo>
                    <a:pt x="2166902" y="325413"/>
                  </a:lnTo>
                  <a:lnTo>
                    <a:pt x="2176663" y="325608"/>
                  </a:lnTo>
                  <a:lnTo>
                    <a:pt x="2186424" y="325803"/>
                  </a:lnTo>
                  <a:lnTo>
                    <a:pt x="2196184" y="325997"/>
                  </a:lnTo>
                  <a:lnTo>
                    <a:pt x="2205945" y="326078"/>
                  </a:lnTo>
                  <a:lnTo>
                    <a:pt x="2215706" y="326370"/>
                  </a:lnTo>
                  <a:lnTo>
                    <a:pt x="2225467" y="326551"/>
                  </a:lnTo>
                  <a:lnTo>
                    <a:pt x="2235228" y="326732"/>
                  </a:lnTo>
                  <a:lnTo>
                    <a:pt x="2244988" y="326912"/>
                  </a:lnTo>
                  <a:lnTo>
                    <a:pt x="2254749" y="327093"/>
                  </a:lnTo>
                  <a:lnTo>
                    <a:pt x="2264510" y="327238"/>
                  </a:lnTo>
                  <a:lnTo>
                    <a:pt x="2274271" y="327370"/>
                  </a:lnTo>
                  <a:lnTo>
                    <a:pt x="2284032" y="327506"/>
                  </a:lnTo>
                  <a:lnTo>
                    <a:pt x="2293793" y="327643"/>
                  </a:lnTo>
                  <a:lnTo>
                    <a:pt x="2303553" y="327779"/>
                  </a:lnTo>
                  <a:lnTo>
                    <a:pt x="2313314" y="327915"/>
                  </a:lnTo>
                  <a:lnTo>
                    <a:pt x="2323075" y="328051"/>
                  </a:lnTo>
                  <a:lnTo>
                    <a:pt x="2332836" y="328254"/>
                  </a:lnTo>
                  <a:lnTo>
                    <a:pt x="2342597" y="328618"/>
                  </a:lnTo>
                  <a:lnTo>
                    <a:pt x="2352358" y="328960"/>
                  </a:lnTo>
                  <a:lnTo>
                    <a:pt x="2362118" y="329143"/>
                  </a:lnTo>
                  <a:lnTo>
                    <a:pt x="2371879" y="329325"/>
                  </a:lnTo>
                  <a:lnTo>
                    <a:pt x="2381640" y="329507"/>
                  </a:lnTo>
                  <a:lnTo>
                    <a:pt x="2391401" y="329688"/>
                  </a:lnTo>
                  <a:lnTo>
                    <a:pt x="2401162" y="329870"/>
                  </a:lnTo>
                  <a:lnTo>
                    <a:pt x="2410922" y="330051"/>
                  </a:lnTo>
                  <a:lnTo>
                    <a:pt x="2420683" y="330233"/>
                  </a:lnTo>
                  <a:lnTo>
                    <a:pt x="2430444" y="330414"/>
                  </a:lnTo>
                  <a:lnTo>
                    <a:pt x="2440205" y="330594"/>
                  </a:lnTo>
                  <a:lnTo>
                    <a:pt x="2449966" y="330775"/>
                  </a:lnTo>
                  <a:lnTo>
                    <a:pt x="2459727" y="330955"/>
                  </a:lnTo>
                  <a:lnTo>
                    <a:pt x="2469487" y="331136"/>
                  </a:lnTo>
                  <a:lnTo>
                    <a:pt x="2479248" y="331316"/>
                  </a:lnTo>
                  <a:lnTo>
                    <a:pt x="2489009" y="331495"/>
                  </a:lnTo>
                  <a:lnTo>
                    <a:pt x="2498770" y="331676"/>
                  </a:lnTo>
                  <a:lnTo>
                    <a:pt x="2508531" y="331861"/>
                  </a:lnTo>
                  <a:lnTo>
                    <a:pt x="2518291" y="332045"/>
                  </a:lnTo>
                  <a:lnTo>
                    <a:pt x="2528052" y="332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611514" y="5294628"/>
              <a:ext cx="2528052" cy="395479"/>
            </a:xfrm>
            <a:custGeom>
              <a:avLst/>
              <a:pathLst>
                <a:path w="2528052" h="395479">
                  <a:moveTo>
                    <a:pt x="2528052" y="395479"/>
                  </a:moveTo>
                  <a:lnTo>
                    <a:pt x="2518291" y="395122"/>
                  </a:lnTo>
                  <a:lnTo>
                    <a:pt x="2508531" y="394761"/>
                  </a:lnTo>
                  <a:lnTo>
                    <a:pt x="2498770" y="394395"/>
                  </a:lnTo>
                  <a:lnTo>
                    <a:pt x="2489009" y="393905"/>
                  </a:lnTo>
                  <a:lnTo>
                    <a:pt x="2479248" y="393049"/>
                  </a:lnTo>
                  <a:lnTo>
                    <a:pt x="2469487" y="392188"/>
                  </a:lnTo>
                  <a:lnTo>
                    <a:pt x="2459727" y="391323"/>
                  </a:lnTo>
                  <a:lnTo>
                    <a:pt x="2449966" y="390453"/>
                  </a:lnTo>
                  <a:lnTo>
                    <a:pt x="2440205" y="389578"/>
                  </a:lnTo>
                  <a:lnTo>
                    <a:pt x="2430444" y="388699"/>
                  </a:lnTo>
                  <a:lnTo>
                    <a:pt x="2420683" y="387816"/>
                  </a:lnTo>
                  <a:lnTo>
                    <a:pt x="2410922" y="386927"/>
                  </a:lnTo>
                  <a:lnTo>
                    <a:pt x="2401162" y="386034"/>
                  </a:lnTo>
                  <a:lnTo>
                    <a:pt x="2391401" y="385136"/>
                  </a:lnTo>
                  <a:lnTo>
                    <a:pt x="2381640" y="384430"/>
                  </a:lnTo>
                  <a:lnTo>
                    <a:pt x="2371879" y="383885"/>
                  </a:lnTo>
                  <a:lnTo>
                    <a:pt x="2362118" y="383333"/>
                  </a:lnTo>
                  <a:lnTo>
                    <a:pt x="2352358" y="382776"/>
                  </a:lnTo>
                  <a:lnTo>
                    <a:pt x="2342597" y="382212"/>
                  </a:lnTo>
                  <a:lnTo>
                    <a:pt x="2332836" y="381642"/>
                  </a:lnTo>
                  <a:lnTo>
                    <a:pt x="2323075" y="381064"/>
                  </a:lnTo>
                  <a:lnTo>
                    <a:pt x="2313314" y="380470"/>
                  </a:lnTo>
                  <a:lnTo>
                    <a:pt x="2303553" y="379869"/>
                  </a:lnTo>
                  <a:lnTo>
                    <a:pt x="2293793" y="379262"/>
                  </a:lnTo>
                  <a:lnTo>
                    <a:pt x="2284032" y="378648"/>
                  </a:lnTo>
                  <a:lnTo>
                    <a:pt x="2274271" y="378027"/>
                  </a:lnTo>
                  <a:lnTo>
                    <a:pt x="2264510" y="377400"/>
                  </a:lnTo>
                  <a:lnTo>
                    <a:pt x="2254749" y="376766"/>
                  </a:lnTo>
                  <a:lnTo>
                    <a:pt x="2244988" y="376124"/>
                  </a:lnTo>
                  <a:lnTo>
                    <a:pt x="2235228" y="375476"/>
                  </a:lnTo>
                  <a:lnTo>
                    <a:pt x="2225467" y="374821"/>
                  </a:lnTo>
                  <a:lnTo>
                    <a:pt x="2215706" y="374159"/>
                  </a:lnTo>
                  <a:lnTo>
                    <a:pt x="2205945" y="373490"/>
                  </a:lnTo>
                  <a:lnTo>
                    <a:pt x="2196184" y="372813"/>
                  </a:lnTo>
                  <a:lnTo>
                    <a:pt x="2186424" y="372129"/>
                  </a:lnTo>
                  <a:lnTo>
                    <a:pt x="2176663" y="371437"/>
                  </a:lnTo>
                  <a:lnTo>
                    <a:pt x="2166902" y="370739"/>
                  </a:lnTo>
                  <a:lnTo>
                    <a:pt x="2157141" y="370032"/>
                  </a:lnTo>
                  <a:lnTo>
                    <a:pt x="2147380" y="369314"/>
                  </a:lnTo>
                  <a:lnTo>
                    <a:pt x="2137619" y="368250"/>
                  </a:lnTo>
                  <a:lnTo>
                    <a:pt x="2127859" y="367181"/>
                  </a:lnTo>
                  <a:lnTo>
                    <a:pt x="2118098" y="366100"/>
                  </a:lnTo>
                  <a:lnTo>
                    <a:pt x="2108337" y="365010"/>
                  </a:lnTo>
                  <a:lnTo>
                    <a:pt x="2098576" y="363910"/>
                  </a:lnTo>
                  <a:lnTo>
                    <a:pt x="2088815" y="362802"/>
                  </a:lnTo>
                  <a:lnTo>
                    <a:pt x="2079055" y="361686"/>
                  </a:lnTo>
                  <a:lnTo>
                    <a:pt x="2069294" y="360560"/>
                  </a:lnTo>
                  <a:lnTo>
                    <a:pt x="2059533" y="359426"/>
                  </a:lnTo>
                  <a:lnTo>
                    <a:pt x="2049772" y="358282"/>
                  </a:lnTo>
                  <a:lnTo>
                    <a:pt x="2040011" y="357130"/>
                  </a:lnTo>
                  <a:lnTo>
                    <a:pt x="2030250" y="355860"/>
                  </a:lnTo>
                  <a:lnTo>
                    <a:pt x="2020490" y="354441"/>
                  </a:lnTo>
                  <a:lnTo>
                    <a:pt x="2010729" y="353010"/>
                  </a:lnTo>
                  <a:lnTo>
                    <a:pt x="2000968" y="352177"/>
                  </a:lnTo>
                  <a:lnTo>
                    <a:pt x="1991207" y="351230"/>
                  </a:lnTo>
                  <a:lnTo>
                    <a:pt x="1981446" y="350023"/>
                  </a:lnTo>
                  <a:lnTo>
                    <a:pt x="1971685" y="348805"/>
                  </a:lnTo>
                  <a:lnTo>
                    <a:pt x="1961925" y="347799"/>
                  </a:lnTo>
                  <a:lnTo>
                    <a:pt x="1952164" y="346602"/>
                  </a:lnTo>
                  <a:lnTo>
                    <a:pt x="1942403" y="345398"/>
                  </a:lnTo>
                  <a:lnTo>
                    <a:pt x="1932642" y="344188"/>
                  </a:lnTo>
                  <a:lnTo>
                    <a:pt x="1922881" y="342972"/>
                  </a:lnTo>
                  <a:lnTo>
                    <a:pt x="1913121" y="341750"/>
                  </a:lnTo>
                  <a:lnTo>
                    <a:pt x="1903360" y="340512"/>
                  </a:lnTo>
                  <a:lnTo>
                    <a:pt x="1893599" y="339262"/>
                  </a:lnTo>
                  <a:lnTo>
                    <a:pt x="1883838" y="338006"/>
                  </a:lnTo>
                  <a:lnTo>
                    <a:pt x="1874077" y="336744"/>
                  </a:lnTo>
                  <a:lnTo>
                    <a:pt x="1864316" y="335811"/>
                  </a:lnTo>
                  <a:lnTo>
                    <a:pt x="1854556" y="334974"/>
                  </a:lnTo>
                  <a:lnTo>
                    <a:pt x="1844795" y="334132"/>
                  </a:lnTo>
                  <a:lnTo>
                    <a:pt x="1835034" y="333284"/>
                  </a:lnTo>
                  <a:lnTo>
                    <a:pt x="1825273" y="332431"/>
                  </a:lnTo>
                  <a:lnTo>
                    <a:pt x="1815512" y="331157"/>
                  </a:lnTo>
                  <a:lnTo>
                    <a:pt x="1805752" y="329741"/>
                  </a:lnTo>
                  <a:lnTo>
                    <a:pt x="1795991" y="328304"/>
                  </a:lnTo>
                  <a:lnTo>
                    <a:pt x="1786230" y="327306"/>
                  </a:lnTo>
                  <a:lnTo>
                    <a:pt x="1776469" y="326395"/>
                  </a:lnTo>
                  <a:lnTo>
                    <a:pt x="1766708" y="325474"/>
                  </a:lnTo>
                  <a:lnTo>
                    <a:pt x="1756947" y="324285"/>
                  </a:lnTo>
                  <a:lnTo>
                    <a:pt x="1747187" y="322918"/>
                  </a:lnTo>
                  <a:lnTo>
                    <a:pt x="1737426" y="321535"/>
                  </a:lnTo>
                  <a:lnTo>
                    <a:pt x="1727665" y="320139"/>
                  </a:lnTo>
                  <a:lnTo>
                    <a:pt x="1717904" y="318732"/>
                  </a:lnTo>
                  <a:lnTo>
                    <a:pt x="1708143" y="317637"/>
                  </a:lnTo>
                  <a:lnTo>
                    <a:pt x="1698382" y="316697"/>
                  </a:lnTo>
                  <a:lnTo>
                    <a:pt x="1688622" y="315746"/>
                  </a:lnTo>
                  <a:lnTo>
                    <a:pt x="1678861" y="314471"/>
                  </a:lnTo>
                  <a:lnTo>
                    <a:pt x="1669100" y="313118"/>
                  </a:lnTo>
                  <a:lnTo>
                    <a:pt x="1659339" y="311748"/>
                  </a:lnTo>
                  <a:lnTo>
                    <a:pt x="1649578" y="310465"/>
                  </a:lnTo>
                  <a:lnTo>
                    <a:pt x="1639818" y="309172"/>
                  </a:lnTo>
                  <a:lnTo>
                    <a:pt x="1630057" y="307581"/>
                  </a:lnTo>
                  <a:lnTo>
                    <a:pt x="1620296" y="306182"/>
                  </a:lnTo>
                  <a:lnTo>
                    <a:pt x="1610535" y="304775"/>
                  </a:lnTo>
                  <a:lnTo>
                    <a:pt x="1600774" y="303359"/>
                  </a:lnTo>
                  <a:lnTo>
                    <a:pt x="1591013" y="301934"/>
                  </a:lnTo>
                  <a:lnTo>
                    <a:pt x="1581253" y="300500"/>
                  </a:lnTo>
                  <a:lnTo>
                    <a:pt x="1571492" y="299058"/>
                  </a:lnTo>
                  <a:lnTo>
                    <a:pt x="1561731" y="297606"/>
                  </a:lnTo>
                  <a:lnTo>
                    <a:pt x="1551970" y="296145"/>
                  </a:lnTo>
                  <a:lnTo>
                    <a:pt x="1542209" y="294676"/>
                  </a:lnTo>
                  <a:lnTo>
                    <a:pt x="1532448" y="293197"/>
                  </a:lnTo>
                  <a:lnTo>
                    <a:pt x="1522688" y="291709"/>
                  </a:lnTo>
                  <a:lnTo>
                    <a:pt x="1512927" y="290211"/>
                  </a:lnTo>
                  <a:lnTo>
                    <a:pt x="1503166" y="288705"/>
                  </a:lnTo>
                  <a:lnTo>
                    <a:pt x="1493405" y="287189"/>
                  </a:lnTo>
                  <a:lnTo>
                    <a:pt x="1483644" y="285708"/>
                  </a:lnTo>
                  <a:lnTo>
                    <a:pt x="1473884" y="284252"/>
                  </a:lnTo>
                  <a:lnTo>
                    <a:pt x="1464123" y="282784"/>
                  </a:lnTo>
                  <a:lnTo>
                    <a:pt x="1454362" y="281306"/>
                  </a:lnTo>
                  <a:lnTo>
                    <a:pt x="1444601" y="279817"/>
                  </a:lnTo>
                  <a:lnTo>
                    <a:pt x="1434840" y="278316"/>
                  </a:lnTo>
                  <a:lnTo>
                    <a:pt x="1425079" y="276804"/>
                  </a:lnTo>
                  <a:lnTo>
                    <a:pt x="1415319" y="275280"/>
                  </a:lnTo>
                  <a:lnTo>
                    <a:pt x="1405558" y="273782"/>
                  </a:lnTo>
                  <a:lnTo>
                    <a:pt x="1395797" y="272707"/>
                  </a:lnTo>
                  <a:lnTo>
                    <a:pt x="1386036" y="271627"/>
                  </a:lnTo>
                  <a:lnTo>
                    <a:pt x="1376275" y="270543"/>
                  </a:lnTo>
                  <a:lnTo>
                    <a:pt x="1366515" y="269454"/>
                  </a:lnTo>
                  <a:lnTo>
                    <a:pt x="1356754" y="268361"/>
                  </a:lnTo>
                  <a:lnTo>
                    <a:pt x="1346993" y="267262"/>
                  </a:lnTo>
                  <a:lnTo>
                    <a:pt x="1337232" y="266160"/>
                  </a:lnTo>
                  <a:lnTo>
                    <a:pt x="1327471" y="265052"/>
                  </a:lnTo>
                  <a:lnTo>
                    <a:pt x="1317710" y="263940"/>
                  </a:lnTo>
                  <a:lnTo>
                    <a:pt x="1307950" y="262823"/>
                  </a:lnTo>
                  <a:lnTo>
                    <a:pt x="1298189" y="261701"/>
                  </a:lnTo>
                  <a:lnTo>
                    <a:pt x="1288428" y="260574"/>
                  </a:lnTo>
                  <a:lnTo>
                    <a:pt x="1278667" y="259443"/>
                  </a:lnTo>
                  <a:lnTo>
                    <a:pt x="1268906" y="258306"/>
                  </a:lnTo>
                  <a:lnTo>
                    <a:pt x="1259145" y="257165"/>
                  </a:lnTo>
                  <a:lnTo>
                    <a:pt x="1249385" y="256019"/>
                  </a:lnTo>
                  <a:lnTo>
                    <a:pt x="1239624" y="254868"/>
                  </a:lnTo>
                  <a:lnTo>
                    <a:pt x="1229863" y="253611"/>
                  </a:lnTo>
                  <a:lnTo>
                    <a:pt x="1220102" y="251743"/>
                  </a:lnTo>
                  <a:lnTo>
                    <a:pt x="1210341" y="249772"/>
                  </a:lnTo>
                  <a:lnTo>
                    <a:pt x="1200581" y="248466"/>
                  </a:lnTo>
                  <a:lnTo>
                    <a:pt x="1190820" y="247266"/>
                  </a:lnTo>
                  <a:lnTo>
                    <a:pt x="1181059" y="245647"/>
                  </a:lnTo>
                  <a:lnTo>
                    <a:pt x="1171298" y="243878"/>
                  </a:lnTo>
                  <a:lnTo>
                    <a:pt x="1161537" y="242005"/>
                  </a:lnTo>
                  <a:lnTo>
                    <a:pt x="1151776" y="240676"/>
                  </a:lnTo>
                  <a:lnTo>
                    <a:pt x="1142016" y="238765"/>
                  </a:lnTo>
                  <a:lnTo>
                    <a:pt x="1132255" y="236844"/>
                  </a:lnTo>
                  <a:lnTo>
                    <a:pt x="1122494" y="234913"/>
                  </a:lnTo>
                  <a:lnTo>
                    <a:pt x="1112733" y="232972"/>
                  </a:lnTo>
                  <a:lnTo>
                    <a:pt x="1102972" y="231021"/>
                  </a:lnTo>
                  <a:lnTo>
                    <a:pt x="1093212" y="229059"/>
                  </a:lnTo>
                  <a:lnTo>
                    <a:pt x="1083451" y="227066"/>
                  </a:lnTo>
                  <a:lnTo>
                    <a:pt x="1073690" y="224896"/>
                  </a:lnTo>
                  <a:lnTo>
                    <a:pt x="1063929" y="223066"/>
                  </a:lnTo>
                  <a:lnTo>
                    <a:pt x="1054168" y="221070"/>
                  </a:lnTo>
                  <a:lnTo>
                    <a:pt x="1044407" y="219057"/>
                  </a:lnTo>
                  <a:lnTo>
                    <a:pt x="1034647" y="217011"/>
                  </a:lnTo>
                  <a:lnTo>
                    <a:pt x="1024886" y="214978"/>
                  </a:lnTo>
                  <a:lnTo>
                    <a:pt x="1015125" y="212945"/>
                  </a:lnTo>
                  <a:lnTo>
                    <a:pt x="1005364" y="210885"/>
                  </a:lnTo>
                  <a:lnTo>
                    <a:pt x="995603" y="208811"/>
                  </a:lnTo>
                  <a:lnTo>
                    <a:pt x="985842" y="206727"/>
                  </a:lnTo>
                  <a:lnTo>
                    <a:pt x="976082" y="204632"/>
                  </a:lnTo>
                  <a:lnTo>
                    <a:pt x="966321" y="202525"/>
                  </a:lnTo>
                  <a:lnTo>
                    <a:pt x="956560" y="200715"/>
                  </a:lnTo>
                  <a:lnTo>
                    <a:pt x="946799" y="198418"/>
                  </a:lnTo>
                  <a:lnTo>
                    <a:pt x="937038" y="197084"/>
                  </a:lnTo>
                  <a:lnTo>
                    <a:pt x="927278" y="194415"/>
                  </a:lnTo>
                  <a:lnTo>
                    <a:pt x="917517" y="192021"/>
                  </a:lnTo>
                  <a:lnTo>
                    <a:pt x="907756" y="190425"/>
                  </a:lnTo>
                  <a:lnTo>
                    <a:pt x="897995" y="188243"/>
                  </a:lnTo>
                  <a:lnTo>
                    <a:pt x="888234" y="185770"/>
                  </a:lnTo>
                  <a:lnTo>
                    <a:pt x="878473" y="183259"/>
                  </a:lnTo>
                  <a:lnTo>
                    <a:pt x="868713" y="181276"/>
                  </a:lnTo>
                  <a:lnTo>
                    <a:pt x="858952" y="179103"/>
                  </a:lnTo>
                  <a:lnTo>
                    <a:pt x="849191" y="176479"/>
                  </a:lnTo>
                  <a:lnTo>
                    <a:pt x="839430" y="174223"/>
                  </a:lnTo>
                  <a:lnTo>
                    <a:pt x="829669" y="171975"/>
                  </a:lnTo>
                  <a:lnTo>
                    <a:pt x="819909" y="169715"/>
                  </a:lnTo>
                  <a:lnTo>
                    <a:pt x="810148" y="167738"/>
                  </a:lnTo>
                  <a:lnTo>
                    <a:pt x="800387" y="166483"/>
                  </a:lnTo>
                  <a:lnTo>
                    <a:pt x="790626" y="163538"/>
                  </a:lnTo>
                  <a:lnTo>
                    <a:pt x="780865" y="161696"/>
                  </a:lnTo>
                  <a:lnTo>
                    <a:pt x="771104" y="159872"/>
                  </a:lnTo>
                  <a:lnTo>
                    <a:pt x="761344" y="158059"/>
                  </a:lnTo>
                  <a:lnTo>
                    <a:pt x="751583" y="156207"/>
                  </a:lnTo>
                  <a:lnTo>
                    <a:pt x="741822" y="154321"/>
                  </a:lnTo>
                  <a:lnTo>
                    <a:pt x="732061" y="152197"/>
                  </a:lnTo>
                  <a:lnTo>
                    <a:pt x="722300" y="150544"/>
                  </a:lnTo>
                  <a:lnTo>
                    <a:pt x="712539" y="148656"/>
                  </a:lnTo>
                  <a:lnTo>
                    <a:pt x="702779" y="146725"/>
                  </a:lnTo>
                  <a:lnTo>
                    <a:pt x="693018" y="142750"/>
                  </a:lnTo>
                  <a:lnTo>
                    <a:pt x="683257" y="142439"/>
                  </a:lnTo>
                  <a:lnTo>
                    <a:pt x="673496" y="140835"/>
                  </a:lnTo>
                  <a:lnTo>
                    <a:pt x="663735" y="137914"/>
                  </a:lnTo>
                  <a:lnTo>
                    <a:pt x="653975" y="134957"/>
                  </a:lnTo>
                  <a:lnTo>
                    <a:pt x="644214" y="131977"/>
                  </a:lnTo>
                  <a:lnTo>
                    <a:pt x="634453" y="128973"/>
                  </a:lnTo>
                  <a:lnTo>
                    <a:pt x="624692" y="125944"/>
                  </a:lnTo>
                  <a:lnTo>
                    <a:pt x="614931" y="122875"/>
                  </a:lnTo>
                  <a:lnTo>
                    <a:pt x="605170" y="120898"/>
                  </a:lnTo>
                  <a:lnTo>
                    <a:pt x="595410" y="118888"/>
                  </a:lnTo>
                  <a:lnTo>
                    <a:pt x="585649" y="116335"/>
                  </a:lnTo>
                  <a:lnTo>
                    <a:pt x="575888" y="114887"/>
                  </a:lnTo>
                  <a:lnTo>
                    <a:pt x="566127" y="112507"/>
                  </a:lnTo>
                  <a:lnTo>
                    <a:pt x="556366" y="110401"/>
                  </a:lnTo>
                  <a:lnTo>
                    <a:pt x="546606" y="108413"/>
                  </a:lnTo>
                  <a:lnTo>
                    <a:pt x="536845" y="106430"/>
                  </a:lnTo>
                  <a:lnTo>
                    <a:pt x="527084" y="104403"/>
                  </a:lnTo>
                  <a:lnTo>
                    <a:pt x="517323" y="102316"/>
                  </a:lnTo>
                  <a:lnTo>
                    <a:pt x="507562" y="98910"/>
                  </a:lnTo>
                  <a:lnTo>
                    <a:pt x="497801" y="96798"/>
                  </a:lnTo>
                  <a:lnTo>
                    <a:pt x="488041" y="94676"/>
                  </a:lnTo>
                  <a:lnTo>
                    <a:pt x="478280" y="93003"/>
                  </a:lnTo>
                  <a:lnTo>
                    <a:pt x="468519" y="91757"/>
                  </a:lnTo>
                  <a:lnTo>
                    <a:pt x="458758" y="89770"/>
                  </a:lnTo>
                  <a:lnTo>
                    <a:pt x="448997" y="87074"/>
                  </a:lnTo>
                  <a:lnTo>
                    <a:pt x="439236" y="85027"/>
                  </a:lnTo>
                  <a:lnTo>
                    <a:pt x="429476" y="83296"/>
                  </a:lnTo>
                  <a:lnTo>
                    <a:pt x="419715" y="81678"/>
                  </a:lnTo>
                  <a:lnTo>
                    <a:pt x="409954" y="79552"/>
                  </a:lnTo>
                  <a:lnTo>
                    <a:pt x="400193" y="77116"/>
                  </a:lnTo>
                  <a:lnTo>
                    <a:pt x="390432" y="74668"/>
                  </a:lnTo>
                  <a:lnTo>
                    <a:pt x="380672" y="72280"/>
                  </a:lnTo>
                  <a:lnTo>
                    <a:pt x="370911" y="70031"/>
                  </a:lnTo>
                  <a:lnTo>
                    <a:pt x="361150" y="68692"/>
                  </a:lnTo>
                  <a:lnTo>
                    <a:pt x="351389" y="67968"/>
                  </a:lnTo>
                  <a:lnTo>
                    <a:pt x="341628" y="66318"/>
                  </a:lnTo>
                  <a:lnTo>
                    <a:pt x="331867" y="64503"/>
                  </a:lnTo>
                  <a:lnTo>
                    <a:pt x="322107" y="62546"/>
                  </a:lnTo>
                  <a:lnTo>
                    <a:pt x="312346" y="62191"/>
                  </a:lnTo>
                  <a:lnTo>
                    <a:pt x="302585" y="61610"/>
                  </a:lnTo>
                  <a:lnTo>
                    <a:pt x="292824" y="58189"/>
                  </a:lnTo>
                  <a:lnTo>
                    <a:pt x="283063" y="54121"/>
                  </a:lnTo>
                  <a:lnTo>
                    <a:pt x="273303" y="50010"/>
                  </a:lnTo>
                  <a:lnTo>
                    <a:pt x="263542" y="48140"/>
                  </a:lnTo>
                  <a:lnTo>
                    <a:pt x="253781" y="45246"/>
                  </a:lnTo>
                  <a:lnTo>
                    <a:pt x="244020" y="42702"/>
                  </a:lnTo>
                  <a:lnTo>
                    <a:pt x="234259" y="39894"/>
                  </a:lnTo>
                  <a:lnTo>
                    <a:pt x="224498" y="38630"/>
                  </a:lnTo>
                  <a:lnTo>
                    <a:pt x="214738" y="36757"/>
                  </a:lnTo>
                  <a:lnTo>
                    <a:pt x="204977" y="34470"/>
                  </a:lnTo>
                  <a:lnTo>
                    <a:pt x="195216" y="32471"/>
                  </a:lnTo>
                  <a:lnTo>
                    <a:pt x="185455" y="30630"/>
                  </a:lnTo>
                  <a:lnTo>
                    <a:pt x="175694" y="28628"/>
                  </a:lnTo>
                  <a:lnTo>
                    <a:pt x="165933" y="26726"/>
                  </a:lnTo>
                  <a:lnTo>
                    <a:pt x="156173" y="24371"/>
                  </a:lnTo>
                  <a:lnTo>
                    <a:pt x="146412" y="22778"/>
                  </a:lnTo>
                  <a:lnTo>
                    <a:pt x="136651" y="21752"/>
                  </a:lnTo>
                  <a:lnTo>
                    <a:pt x="126890" y="20722"/>
                  </a:lnTo>
                  <a:lnTo>
                    <a:pt x="117129" y="19130"/>
                  </a:lnTo>
                  <a:lnTo>
                    <a:pt x="107369" y="15976"/>
                  </a:lnTo>
                  <a:lnTo>
                    <a:pt x="97608" y="15132"/>
                  </a:lnTo>
                  <a:lnTo>
                    <a:pt x="87847" y="12350"/>
                  </a:lnTo>
                  <a:lnTo>
                    <a:pt x="78086" y="9527"/>
                  </a:lnTo>
                  <a:lnTo>
                    <a:pt x="68325" y="6690"/>
                  </a:lnTo>
                  <a:lnTo>
                    <a:pt x="58564" y="3944"/>
                  </a:lnTo>
                  <a:lnTo>
                    <a:pt x="48804" y="3713"/>
                  </a:lnTo>
                  <a:lnTo>
                    <a:pt x="39043" y="2398"/>
                  </a:lnTo>
                  <a:lnTo>
                    <a:pt x="29282" y="2551"/>
                  </a:lnTo>
                  <a:lnTo>
                    <a:pt x="19521" y="2705"/>
                  </a:lnTo>
                  <a:lnTo>
                    <a:pt x="9760" y="1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611514" y="4603266"/>
              <a:ext cx="2528052" cy="873243"/>
            </a:xfrm>
            <a:custGeom>
              <a:avLst/>
              <a:pathLst>
                <a:path w="2528052" h="873243">
                  <a:moveTo>
                    <a:pt x="0" y="0"/>
                  </a:moveTo>
                  <a:lnTo>
                    <a:pt x="9760" y="5957"/>
                  </a:lnTo>
                  <a:lnTo>
                    <a:pt x="19521" y="11843"/>
                  </a:lnTo>
                  <a:lnTo>
                    <a:pt x="29282" y="16360"/>
                  </a:lnTo>
                  <a:lnTo>
                    <a:pt x="39043" y="18446"/>
                  </a:lnTo>
                  <a:lnTo>
                    <a:pt x="48804" y="24888"/>
                  </a:lnTo>
                  <a:lnTo>
                    <a:pt x="58564" y="30443"/>
                  </a:lnTo>
                  <a:lnTo>
                    <a:pt x="68325" y="34625"/>
                  </a:lnTo>
                  <a:lnTo>
                    <a:pt x="78086" y="38787"/>
                  </a:lnTo>
                  <a:lnTo>
                    <a:pt x="87847" y="43098"/>
                  </a:lnTo>
                  <a:lnTo>
                    <a:pt x="97608" y="46992"/>
                  </a:lnTo>
                  <a:lnTo>
                    <a:pt x="107369" y="51700"/>
                  </a:lnTo>
                  <a:lnTo>
                    <a:pt x="117129" y="58075"/>
                  </a:lnTo>
                  <a:lnTo>
                    <a:pt x="126890" y="62364"/>
                  </a:lnTo>
                  <a:lnTo>
                    <a:pt x="136651" y="65702"/>
                  </a:lnTo>
                  <a:lnTo>
                    <a:pt x="146412" y="69694"/>
                  </a:lnTo>
                  <a:lnTo>
                    <a:pt x="156173" y="74125"/>
                  </a:lnTo>
                  <a:lnTo>
                    <a:pt x="165933" y="76824"/>
                  </a:lnTo>
                  <a:lnTo>
                    <a:pt x="175694" y="83295"/>
                  </a:lnTo>
                  <a:lnTo>
                    <a:pt x="185455" y="84828"/>
                  </a:lnTo>
                  <a:lnTo>
                    <a:pt x="195216" y="86848"/>
                  </a:lnTo>
                  <a:lnTo>
                    <a:pt x="204977" y="90729"/>
                  </a:lnTo>
                  <a:lnTo>
                    <a:pt x="214738" y="95932"/>
                  </a:lnTo>
                  <a:lnTo>
                    <a:pt x="224498" y="101864"/>
                  </a:lnTo>
                  <a:lnTo>
                    <a:pt x="234259" y="106723"/>
                  </a:lnTo>
                  <a:lnTo>
                    <a:pt x="244020" y="108390"/>
                  </a:lnTo>
                  <a:lnTo>
                    <a:pt x="253781" y="113603"/>
                  </a:lnTo>
                  <a:lnTo>
                    <a:pt x="263542" y="115361"/>
                  </a:lnTo>
                  <a:lnTo>
                    <a:pt x="273303" y="121255"/>
                  </a:lnTo>
                  <a:lnTo>
                    <a:pt x="283063" y="124090"/>
                  </a:lnTo>
                  <a:lnTo>
                    <a:pt x="292824" y="128616"/>
                  </a:lnTo>
                  <a:lnTo>
                    <a:pt x="302585" y="130785"/>
                  </a:lnTo>
                  <a:lnTo>
                    <a:pt x="312346" y="132956"/>
                  </a:lnTo>
                  <a:lnTo>
                    <a:pt x="322107" y="135898"/>
                  </a:lnTo>
                  <a:lnTo>
                    <a:pt x="331867" y="139763"/>
                  </a:lnTo>
                  <a:lnTo>
                    <a:pt x="341628" y="144273"/>
                  </a:lnTo>
                  <a:lnTo>
                    <a:pt x="351389" y="146877"/>
                  </a:lnTo>
                  <a:lnTo>
                    <a:pt x="361150" y="150426"/>
                  </a:lnTo>
                  <a:lnTo>
                    <a:pt x="370911" y="154063"/>
                  </a:lnTo>
                  <a:lnTo>
                    <a:pt x="380672" y="157743"/>
                  </a:lnTo>
                  <a:lnTo>
                    <a:pt x="390432" y="160841"/>
                  </a:lnTo>
                  <a:lnTo>
                    <a:pt x="400193" y="163503"/>
                  </a:lnTo>
                  <a:lnTo>
                    <a:pt x="409954" y="165532"/>
                  </a:lnTo>
                  <a:lnTo>
                    <a:pt x="419715" y="169657"/>
                  </a:lnTo>
                  <a:lnTo>
                    <a:pt x="429476" y="172082"/>
                  </a:lnTo>
                  <a:lnTo>
                    <a:pt x="439236" y="174576"/>
                  </a:lnTo>
                  <a:lnTo>
                    <a:pt x="448997" y="177211"/>
                  </a:lnTo>
                  <a:lnTo>
                    <a:pt x="458758" y="178720"/>
                  </a:lnTo>
                  <a:lnTo>
                    <a:pt x="468519" y="182064"/>
                  </a:lnTo>
                  <a:lnTo>
                    <a:pt x="478280" y="185379"/>
                  </a:lnTo>
                  <a:lnTo>
                    <a:pt x="488041" y="188706"/>
                  </a:lnTo>
                  <a:lnTo>
                    <a:pt x="497801" y="191154"/>
                  </a:lnTo>
                  <a:lnTo>
                    <a:pt x="507562" y="192571"/>
                  </a:lnTo>
                  <a:lnTo>
                    <a:pt x="517323" y="193727"/>
                  </a:lnTo>
                  <a:lnTo>
                    <a:pt x="527084" y="195298"/>
                  </a:lnTo>
                  <a:lnTo>
                    <a:pt x="536845" y="198339"/>
                  </a:lnTo>
                  <a:lnTo>
                    <a:pt x="546606" y="201304"/>
                  </a:lnTo>
                  <a:lnTo>
                    <a:pt x="556366" y="204037"/>
                  </a:lnTo>
                  <a:lnTo>
                    <a:pt x="566127" y="206795"/>
                  </a:lnTo>
                  <a:lnTo>
                    <a:pt x="575888" y="208686"/>
                  </a:lnTo>
                  <a:lnTo>
                    <a:pt x="585649" y="210509"/>
                  </a:lnTo>
                  <a:lnTo>
                    <a:pt x="595410" y="212308"/>
                  </a:lnTo>
                  <a:lnTo>
                    <a:pt x="605170" y="214161"/>
                  </a:lnTo>
                  <a:lnTo>
                    <a:pt x="614931" y="215981"/>
                  </a:lnTo>
                  <a:lnTo>
                    <a:pt x="624692" y="217907"/>
                  </a:lnTo>
                  <a:lnTo>
                    <a:pt x="634453" y="219889"/>
                  </a:lnTo>
                  <a:lnTo>
                    <a:pt x="644214" y="221436"/>
                  </a:lnTo>
                  <a:lnTo>
                    <a:pt x="653975" y="224693"/>
                  </a:lnTo>
                  <a:lnTo>
                    <a:pt x="663735" y="226769"/>
                  </a:lnTo>
                  <a:lnTo>
                    <a:pt x="673496" y="228182"/>
                  </a:lnTo>
                  <a:lnTo>
                    <a:pt x="683257" y="230226"/>
                  </a:lnTo>
                  <a:lnTo>
                    <a:pt x="693018" y="232247"/>
                  </a:lnTo>
                  <a:lnTo>
                    <a:pt x="702779" y="234007"/>
                  </a:lnTo>
                  <a:lnTo>
                    <a:pt x="712539" y="235684"/>
                  </a:lnTo>
                  <a:lnTo>
                    <a:pt x="722300" y="235965"/>
                  </a:lnTo>
                  <a:lnTo>
                    <a:pt x="732061" y="237496"/>
                  </a:lnTo>
                  <a:lnTo>
                    <a:pt x="741822" y="239295"/>
                  </a:lnTo>
                  <a:lnTo>
                    <a:pt x="751583" y="241021"/>
                  </a:lnTo>
                  <a:lnTo>
                    <a:pt x="761344" y="242131"/>
                  </a:lnTo>
                  <a:lnTo>
                    <a:pt x="771104" y="244534"/>
                  </a:lnTo>
                  <a:lnTo>
                    <a:pt x="780865" y="246323"/>
                  </a:lnTo>
                  <a:lnTo>
                    <a:pt x="790626" y="246029"/>
                  </a:lnTo>
                  <a:lnTo>
                    <a:pt x="800387" y="245704"/>
                  </a:lnTo>
                  <a:lnTo>
                    <a:pt x="810148" y="247277"/>
                  </a:lnTo>
                  <a:lnTo>
                    <a:pt x="819909" y="249095"/>
                  </a:lnTo>
                  <a:lnTo>
                    <a:pt x="829669" y="249243"/>
                  </a:lnTo>
                  <a:lnTo>
                    <a:pt x="839430" y="247421"/>
                  </a:lnTo>
                  <a:lnTo>
                    <a:pt x="849191" y="245602"/>
                  </a:lnTo>
                  <a:lnTo>
                    <a:pt x="858952" y="246356"/>
                  </a:lnTo>
                  <a:lnTo>
                    <a:pt x="868713" y="247314"/>
                  </a:lnTo>
                  <a:lnTo>
                    <a:pt x="878473" y="249104"/>
                  </a:lnTo>
                  <a:lnTo>
                    <a:pt x="888234" y="250373"/>
                  </a:lnTo>
                  <a:lnTo>
                    <a:pt x="897995" y="252064"/>
                  </a:lnTo>
                  <a:lnTo>
                    <a:pt x="907756" y="252688"/>
                  </a:lnTo>
                  <a:lnTo>
                    <a:pt x="917517" y="255162"/>
                  </a:lnTo>
                  <a:lnTo>
                    <a:pt x="927278" y="256622"/>
                  </a:lnTo>
                  <a:lnTo>
                    <a:pt x="937038" y="258128"/>
                  </a:lnTo>
                  <a:lnTo>
                    <a:pt x="946799" y="259079"/>
                  </a:lnTo>
                  <a:lnTo>
                    <a:pt x="956560" y="258928"/>
                  </a:lnTo>
                  <a:lnTo>
                    <a:pt x="966321" y="258788"/>
                  </a:lnTo>
                  <a:lnTo>
                    <a:pt x="976082" y="258634"/>
                  </a:lnTo>
                  <a:lnTo>
                    <a:pt x="985842" y="258542"/>
                  </a:lnTo>
                  <a:lnTo>
                    <a:pt x="995603" y="258784"/>
                  </a:lnTo>
                  <a:lnTo>
                    <a:pt x="1005364" y="258155"/>
                  </a:lnTo>
                  <a:lnTo>
                    <a:pt x="1015125" y="257964"/>
                  </a:lnTo>
                  <a:lnTo>
                    <a:pt x="1024886" y="257799"/>
                  </a:lnTo>
                  <a:lnTo>
                    <a:pt x="1034647" y="257694"/>
                  </a:lnTo>
                  <a:lnTo>
                    <a:pt x="1044407" y="257693"/>
                  </a:lnTo>
                  <a:lnTo>
                    <a:pt x="1054168" y="257557"/>
                  </a:lnTo>
                  <a:lnTo>
                    <a:pt x="1063929" y="257414"/>
                  </a:lnTo>
                  <a:lnTo>
                    <a:pt x="1073690" y="257082"/>
                  </a:lnTo>
                  <a:lnTo>
                    <a:pt x="1083451" y="256942"/>
                  </a:lnTo>
                  <a:lnTo>
                    <a:pt x="1093212" y="256793"/>
                  </a:lnTo>
                  <a:lnTo>
                    <a:pt x="1102972" y="257700"/>
                  </a:lnTo>
                  <a:lnTo>
                    <a:pt x="1112733" y="257954"/>
                  </a:lnTo>
                  <a:lnTo>
                    <a:pt x="1122494" y="256332"/>
                  </a:lnTo>
                  <a:lnTo>
                    <a:pt x="1132255" y="256459"/>
                  </a:lnTo>
                  <a:lnTo>
                    <a:pt x="1142016" y="256022"/>
                  </a:lnTo>
                  <a:lnTo>
                    <a:pt x="1151776" y="256733"/>
                  </a:lnTo>
                  <a:lnTo>
                    <a:pt x="1161537" y="256262"/>
                  </a:lnTo>
                  <a:lnTo>
                    <a:pt x="1171298" y="257145"/>
                  </a:lnTo>
                  <a:lnTo>
                    <a:pt x="1181059" y="257317"/>
                  </a:lnTo>
                  <a:lnTo>
                    <a:pt x="1190820" y="255903"/>
                  </a:lnTo>
                  <a:lnTo>
                    <a:pt x="1200581" y="256609"/>
                  </a:lnTo>
                  <a:lnTo>
                    <a:pt x="1210341" y="256127"/>
                  </a:lnTo>
                  <a:lnTo>
                    <a:pt x="1220102" y="255838"/>
                  </a:lnTo>
                  <a:lnTo>
                    <a:pt x="1229863" y="255695"/>
                  </a:lnTo>
                  <a:lnTo>
                    <a:pt x="1239624" y="254861"/>
                  </a:lnTo>
                  <a:lnTo>
                    <a:pt x="1249385" y="254761"/>
                  </a:lnTo>
                  <a:lnTo>
                    <a:pt x="1259145" y="254154"/>
                  </a:lnTo>
                  <a:lnTo>
                    <a:pt x="1268906" y="254205"/>
                  </a:lnTo>
                  <a:lnTo>
                    <a:pt x="1278667" y="255261"/>
                  </a:lnTo>
                  <a:lnTo>
                    <a:pt x="1288428" y="254416"/>
                  </a:lnTo>
                  <a:lnTo>
                    <a:pt x="1298189" y="253553"/>
                  </a:lnTo>
                  <a:lnTo>
                    <a:pt x="1307950" y="252691"/>
                  </a:lnTo>
                  <a:lnTo>
                    <a:pt x="1317710" y="251816"/>
                  </a:lnTo>
                  <a:lnTo>
                    <a:pt x="1327471" y="251402"/>
                  </a:lnTo>
                  <a:lnTo>
                    <a:pt x="1337232" y="250988"/>
                  </a:lnTo>
                  <a:lnTo>
                    <a:pt x="1346993" y="250125"/>
                  </a:lnTo>
                  <a:lnTo>
                    <a:pt x="1356754" y="250697"/>
                  </a:lnTo>
                  <a:lnTo>
                    <a:pt x="1366515" y="250011"/>
                  </a:lnTo>
                  <a:lnTo>
                    <a:pt x="1376275" y="249433"/>
                  </a:lnTo>
                  <a:lnTo>
                    <a:pt x="1386036" y="248774"/>
                  </a:lnTo>
                  <a:lnTo>
                    <a:pt x="1395797" y="248115"/>
                  </a:lnTo>
                  <a:lnTo>
                    <a:pt x="1405558" y="247160"/>
                  </a:lnTo>
                  <a:lnTo>
                    <a:pt x="1415319" y="246509"/>
                  </a:lnTo>
                  <a:lnTo>
                    <a:pt x="1425079" y="246134"/>
                  </a:lnTo>
                  <a:lnTo>
                    <a:pt x="1434840" y="245472"/>
                  </a:lnTo>
                  <a:lnTo>
                    <a:pt x="1444601" y="244583"/>
                  </a:lnTo>
                  <a:lnTo>
                    <a:pt x="1454362" y="242977"/>
                  </a:lnTo>
                  <a:lnTo>
                    <a:pt x="1464123" y="242154"/>
                  </a:lnTo>
                  <a:lnTo>
                    <a:pt x="1473884" y="240070"/>
                  </a:lnTo>
                  <a:lnTo>
                    <a:pt x="1483644" y="238533"/>
                  </a:lnTo>
                  <a:lnTo>
                    <a:pt x="1493405" y="237179"/>
                  </a:lnTo>
                  <a:lnTo>
                    <a:pt x="1503166" y="236673"/>
                  </a:lnTo>
                  <a:lnTo>
                    <a:pt x="1512927" y="235965"/>
                  </a:lnTo>
                  <a:lnTo>
                    <a:pt x="1522688" y="235704"/>
                  </a:lnTo>
                  <a:lnTo>
                    <a:pt x="1532448" y="234617"/>
                  </a:lnTo>
                  <a:lnTo>
                    <a:pt x="1542209" y="232928"/>
                  </a:lnTo>
                  <a:lnTo>
                    <a:pt x="1551970" y="231248"/>
                  </a:lnTo>
                  <a:lnTo>
                    <a:pt x="1561731" y="229915"/>
                  </a:lnTo>
                  <a:lnTo>
                    <a:pt x="1571492" y="228847"/>
                  </a:lnTo>
                  <a:lnTo>
                    <a:pt x="1581253" y="227591"/>
                  </a:lnTo>
                  <a:lnTo>
                    <a:pt x="1591013" y="225814"/>
                  </a:lnTo>
                  <a:lnTo>
                    <a:pt x="1600774" y="224254"/>
                  </a:lnTo>
                  <a:lnTo>
                    <a:pt x="1610535" y="222294"/>
                  </a:lnTo>
                  <a:lnTo>
                    <a:pt x="1620296" y="220507"/>
                  </a:lnTo>
                  <a:lnTo>
                    <a:pt x="1630057" y="218725"/>
                  </a:lnTo>
                  <a:lnTo>
                    <a:pt x="1639818" y="217626"/>
                  </a:lnTo>
                  <a:lnTo>
                    <a:pt x="1649578" y="216315"/>
                  </a:lnTo>
                  <a:lnTo>
                    <a:pt x="1659339" y="215659"/>
                  </a:lnTo>
                  <a:lnTo>
                    <a:pt x="1669100" y="214668"/>
                  </a:lnTo>
                  <a:lnTo>
                    <a:pt x="1678861" y="213504"/>
                  </a:lnTo>
                  <a:lnTo>
                    <a:pt x="1688622" y="212305"/>
                  </a:lnTo>
                  <a:lnTo>
                    <a:pt x="1698382" y="210994"/>
                  </a:lnTo>
                  <a:lnTo>
                    <a:pt x="1708143" y="209454"/>
                  </a:lnTo>
                  <a:lnTo>
                    <a:pt x="1717904" y="207937"/>
                  </a:lnTo>
                  <a:lnTo>
                    <a:pt x="1727665" y="206454"/>
                  </a:lnTo>
                  <a:lnTo>
                    <a:pt x="1737426" y="204929"/>
                  </a:lnTo>
                  <a:lnTo>
                    <a:pt x="1747187" y="203387"/>
                  </a:lnTo>
                  <a:lnTo>
                    <a:pt x="1756947" y="201865"/>
                  </a:lnTo>
                  <a:lnTo>
                    <a:pt x="1766708" y="200346"/>
                  </a:lnTo>
                  <a:lnTo>
                    <a:pt x="1776469" y="199345"/>
                  </a:lnTo>
                  <a:lnTo>
                    <a:pt x="1786230" y="199090"/>
                  </a:lnTo>
                  <a:lnTo>
                    <a:pt x="1795991" y="198538"/>
                  </a:lnTo>
                  <a:lnTo>
                    <a:pt x="1805752" y="197281"/>
                  </a:lnTo>
                  <a:lnTo>
                    <a:pt x="1815512" y="196016"/>
                  </a:lnTo>
                  <a:lnTo>
                    <a:pt x="1825273" y="194527"/>
                  </a:lnTo>
                  <a:lnTo>
                    <a:pt x="1835034" y="193035"/>
                  </a:lnTo>
                  <a:lnTo>
                    <a:pt x="1844795" y="191541"/>
                  </a:lnTo>
                  <a:lnTo>
                    <a:pt x="1854556" y="189709"/>
                  </a:lnTo>
                  <a:lnTo>
                    <a:pt x="1864316" y="187500"/>
                  </a:lnTo>
                  <a:lnTo>
                    <a:pt x="1874077" y="185638"/>
                  </a:lnTo>
                  <a:lnTo>
                    <a:pt x="1883838" y="184608"/>
                  </a:lnTo>
                  <a:lnTo>
                    <a:pt x="1893599" y="183593"/>
                  </a:lnTo>
                  <a:lnTo>
                    <a:pt x="1903360" y="181834"/>
                  </a:lnTo>
                  <a:lnTo>
                    <a:pt x="1913121" y="180522"/>
                  </a:lnTo>
                  <a:lnTo>
                    <a:pt x="1922881" y="179361"/>
                  </a:lnTo>
                  <a:lnTo>
                    <a:pt x="1932642" y="177820"/>
                  </a:lnTo>
                  <a:lnTo>
                    <a:pt x="1942403" y="176297"/>
                  </a:lnTo>
                  <a:lnTo>
                    <a:pt x="1952164" y="174771"/>
                  </a:lnTo>
                  <a:lnTo>
                    <a:pt x="1961925" y="173243"/>
                  </a:lnTo>
                  <a:lnTo>
                    <a:pt x="1971685" y="171761"/>
                  </a:lnTo>
                  <a:lnTo>
                    <a:pt x="1981446" y="170662"/>
                  </a:lnTo>
                  <a:lnTo>
                    <a:pt x="1991207" y="169560"/>
                  </a:lnTo>
                  <a:lnTo>
                    <a:pt x="2000968" y="168474"/>
                  </a:lnTo>
                  <a:lnTo>
                    <a:pt x="2010729" y="167396"/>
                  </a:lnTo>
                  <a:lnTo>
                    <a:pt x="2020490" y="165938"/>
                  </a:lnTo>
                  <a:lnTo>
                    <a:pt x="2030250" y="163869"/>
                  </a:lnTo>
                  <a:lnTo>
                    <a:pt x="2040011" y="161800"/>
                  </a:lnTo>
                  <a:lnTo>
                    <a:pt x="2049772" y="159725"/>
                  </a:lnTo>
                  <a:lnTo>
                    <a:pt x="2059533" y="157688"/>
                  </a:lnTo>
                  <a:lnTo>
                    <a:pt x="2069294" y="156102"/>
                  </a:lnTo>
                  <a:lnTo>
                    <a:pt x="2079055" y="154513"/>
                  </a:lnTo>
                  <a:lnTo>
                    <a:pt x="2088815" y="152921"/>
                  </a:lnTo>
                  <a:lnTo>
                    <a:pt x="2098576" y="151339"/>
                  </a:lnTo>
                  <a:lnTo>
                    <a:pt x="2108337" y="149762"/>
                  </a:lnTo>
                  <a:lnTo>
                    <a:pt x="2118098" y="147801"/>
                  </a:lnTo>
                  <a:lnTo>
                    <a:pt x="2127859" y="145916"/>
                  </a:lnTo>
                  <a:lnTo>
                    <a:pt x="2137619" y="144628"/>
                  </a:lnTo>
                  <a:lnTo>
                    <a:pt x="2147380" y="143354"/>
                  </a:lnTo>
                  <a:lnTo>
                    <a:pt x="2157141" y="141805"/>
                  </a:lnTo>
                  <a:lnTo>
                    <a:pt x="2166902" y="140209"/>
                  </a:lnTo>
                  <a:lnTo>
                    <a:pt x="2176663" y="138612"/>
                  </a:lnTo>
                  <a:lnTo>
                    <a:pt x="2186424" y="137252"/>
                  </a:lnTo>
                  <a:lnTo>
                    <a:pt x="2196184" y="136191"/>
                  </a:lnTo>
                  <a:lnTo>
                    <a:pt x="2205945" y="135133"/>
                  </a:lnTo>
                  <a:lnTo>
                    <a:pt x="2215706" y="134073"/>
                  </a:lnTo>
                  <a:lnTo>
                    <a:pt x="2225467" y="133012"/>
                  </a:lnTo>
                  <a:lnTo>
                    <a:pt x="2235228" y="131805"/>
                  </a:lnTo>
                  <a:lnTo>
                    <a:pt x="2244988" y="130511"/>
                  </a:lnTo>
                  <a:lnTo>
                    <a:pt x="2254749" y="129215"/>
                  </a:lnTo>
                  <a:lnTo>
                    <a:pt x="2264510" y="127917"/>
                  </a:lnTo>
                  <a:lnTo>
                    <a:pt x="2274271" y="126616"/>
                  </a:lnTo>
                  <a:lnTo>
                    <a:pt x="2284032" y="125314"/>
                  </a:lnTo>
                  <a:lnTo>
                    <a:pt x="2293793" y="124009"/>
                  </a:lnTo>
                  <a:lnTo>
                    <a:pt x="2303553" y="122702"/>
                  </a:lnTo>
                  <a:lnTo>
                    <a:pt x="2313314" y="121393"/>
                  </a:lnTo>
                  <a:lnTo>
                    <a:pt x="2323075" y="120082"/>
                  </a:lnTo>
                  <a:lnTo>
                    <a:pt x="2332836" y="118769"/>
                  </a:lnTo>
                  <a:lnTo>
                    <a:pt x="2342597" y="117170"/>
                  </a:lnTo>
                  <a:lnTo>
                    <a:pt x="2352358" y="114951"/>
                  </a:lnTo>
                  <a:lnTo>
                    <a:pt x="2362118" y="112726"/>
                  </a:lnTo>
                  <a:lnTo>
                    <a:pt x="2371879" y="110608"/>
                  </a:lnTo>
                  <a:lnTo>
                    <a:pt x="2381640" y="109188"/>
                  </a:lnTo>
                  <a:lnTo>
                    <a:pt x="2391401" y="107766"/>
                  </a:lnTo>
                  <a:lnTo>
                    <a:pt x="2401162" y="106374"/>
                  </a:lnTo>
                  <a:lnTo>
                    <a:pt x="2410922" y="104979"/>
                  </a:lnTo>
                  <a:lnTo>
                    <a:pt x="2420683" y="103582"/>
                  </a:lnTo>
                  <a:lnTo>
                    <a:pt x="2430444" y="102184"/>
                  </a:lnTo>
                  <a:lnTo>
                    <a:pt x="2440205" y="100855"/>
                  </a:lnTo>
                  <a:lnTo>
                    <a:pt x="2449966" y="99816"/>
                  </a:lnTo>
                  <a:lnTo>
                    <a:pt x="2459727" y="98775"/>
                  </a:lnTo>
                  <a:lnTo>
                    <a:pt x="2469487" y="97733"/>
                  </a:lnTo>
                  <a:lnTo>
                    <a:pt x="2479248" y="96690"/>
                  </a:lnTo>
                  <a:lnTo>
                    <a:pt x="2489009" y="95646"/>
                  </a:lnTo>
                  <a:lnTo>
                    <a:pt x="2498770" y="94600"/>
                  </a:lnTo>
                  <a:lnTo>
                    <a:pt x="2508531" y="93552"/>
                  </a:lnTo>
                  <a:lnTo>
                    <a:pt x="2518291" y="91748"/>
                  </a:lnTo>
                  <a:lnTo>
                    <a:pt x="2528052" y="89774"/>
                  </a:lnTo>
                  <a:lnTo>
                    <a:pt x="2528052" y="873243"/>
                  </a:lnTo>
                  <a:lnTo>
                    <a:pt x="2518291" y="872003"/>
                  </a:lnTo>
                  <a:lnTo>
                    <a:pt x="2508531" y="870656"/>
                  </a:lnTo>
                  <a:lnTo>
                    <a:pt x="2498770" y="869403"/>
                  </a:lnTo>
                  <a:lnTo>
                    <a:pt x="2489009" y="868144"/>
                  </a:lnTo>
                  <a:lnTo>
                    <a:pt x="2479248" y="866879"/>
                  </a:lnTo>
                  <a:lnTo>
                    <a:pt x="2469487" y="865607"/>
                  </a:lnTo>
                  <a:lnTo>
                    <a:pt x="2459727" y="864329"/>
                  </a:lnTo>
                  <a:lnTo>
                    <a:pt x="2449966" y="863045"/>
                  </a:lnTo>
                  <a:lnTo>
                    <a:pt x="2440205" y="861755"/>
                  </a:lnTo>
                  <a:lnTo>
                    <a:pt x="2430444" y="860458"/>
                  </a:lnTo>
                  <a:lnTo>
                    <a:pt x="2420683" y="859155"/>
                  </a:lnTo>
                  <a:lnTo>
                    <a:pt x="2410922" y="857892"/>
                  </a:lnTo>
                  <a:lnTo>
                    <a:pt x="2401162" y="856564"/>
                  </a:lnTo>
                  <a:lnTo>
                    <a:pt x="2391401" y="855227"/>
                  </a:lnTo>
                  <a:lnTo>
                    <a:pt x="2381640" y="854153"/>
                  </a:lnTo>
                  <a:lnTo>
                    <a:pt x="2371879" y="853238"/>
                  </a:lnTo>
                  <a:lnTo>
                    <a:pt x="2362118" y="851947"/>
                  </a:lnTo>
                  <a:lnTo>
                    <a:pt x="2352358" y="850614"/>
                  </a:lnTo>
                  <a:lnTo>
                    <a:pt x="2342597" y="849271"/>
                  </a:lnTo>
                  <a:lnTo>
                    <a:pt x="2332836" y="847909"/>
                  </a:lnTo>
                  <a:lnTo>
                    <a:pt x="2323075" y="846538"/>
                  </a:lnTo>
                  <a:lnTo>
                    <a:pt x="2313314" y="845050"/>
                  </a:lnTo>
                  <a:lnTo>
                    <a:pt x="2303553" y="843798"/>
                  </a:lnTo>
                  <a:lnTo>
                    <a:pt x="2293793" y="842426"/>
                  </a:lnTo>
                  <a:lnTo>
                    <a:pt x="2284032" y="841049"/>
                  </a:lnTo>
                  <a:lnTo>
                    <a:pt x="2274271" y="839667"/>
                  </a:lnTo>
                  <a:lnTo>
                    <a:pt x="2264510" y="838279"/>
                  </a:lnTo>
                  <a:lnTo>
                    <a:pt x="2254749" y="836886"/>
                  </a:lnTo>
                  <a:lnTo>
                    <a:pt x="2244988" y="835563"/>
                  </a:lnTo>
                  <a:lnTo>
                    <a:pt x="2235228" y="834327"/>
                  </a:lnTo>
                  <a:lnTo>
                    <a:pt x="2225467" y="833082"/>
                  </a:lnTo>
                  <a:lnTo>
                    <a:pt x="2215706" y="831828"/>
                  </a:lnTo>
                  <a:lnTo>
                    <a:pt x="2205945" y="830565"/>
                  </a:lnTo>
                  <a:lnTo>
                    <a:pt x="2196184" y="829293"/>
                  </a:lnTo>
                  <a:lnTo>
                    <a:pt x="2186424" y="828012"/>
                  </a:lnTo>
                  <a:lnTo>
                    <a:pt x="2176663" y="826722"/>
                  </a:lnTo>
                  <a:lnTo>
                    <a:pt x="2166902" y="825422"/>
                  </a:lnTo>
                  <a:lnTo>
                    <a:pt x="2157141" y="824111"/>
                  </a:lnTo>
                  <a:lnTo>
                    <a:pt x="2147380" y="822787"/>
                  </a:lnTo>
                  <a:lnTo>
                    <a:pt x="2137619" y="821455"/>
                  </a:lnTo>
                  <a:lnTo>
                    <a:pt x="2127859" y="820081"/>
                  </a:lnTo>
                  <a:lnTo>
                    <a:pt x="2118098" y="818545"/>
                  </a:lnTo>
                  <a:lnTo>
                    <a:pt x="2108337" y="817412"/>
                  </a:lnTo>
                  <a:lnTo>
                    <a:pt x="2098576" y="816054"/>
                  </a:lnTo>
                  <a:lnTo>
                    <a:pt x="2088815" y="814686"/>
                  </a:lnTo>
                  <a:lnTo>
                    <a:pt x="2079055" y="813298"/>
                  </a:lnTo>
                  <a:lnTo>
                    <a:pt x="2069294" y="811754"/>
                  </a:lnTo>
                  <a:lnTo>
                    <a:pt x="2059533" y="809626"/>
                  </a:lnTo>
                  <a:lnTo>
                    <a:pt x="2049772" y="807504"/>
                  </a:lnTo>
                  <a:lnTo>
                    <a:pt x="2040011" y="806140"/>
                  </a:lnTo>
                  <a:lnTo>
                    <a:pt x="2030250" y="804770"/>
                  </a:lnTo>
                  <a:lnTo>
                    <a:pt x="2020490" y="803150"/>
                  </a:lnTo>
                  <a:lnTo>
                    <a:pt x="2010729" y="801234"/>
                  </a:lnTo>
                  <a:lnTo>
                    <a:pt x="2000968" y="799339"/>
                  </a:lnTo>
                  <a:lnTo>
                    <a:pt x="1991207" y="797668"/>
                  </a:lnTo>
                  <a:lnTo>
                    <a:pt x="1981446" y="796029"/>
                  </a:lnTo>
                  <a:lnTo>
                    <a:pt x="1971685" y="794331"/>
                  </a:lnTo>
                  <a:lnTo>
                    <a:pt x="1961925" y="792659"/>
                  </a:lnTo>
                  <a:lnTo>
                    <a:pt x="1952164" y="790979"/>
                  </a:lnTo>
                  <a:lnTo>
                    <a:pt x="1942403" y="789291"/>
                  </a:lnTo>
                  <a:lnTo>
                    <a:pt x="1932642" y="787639"/>
                  </a:lnTo>
                  <a:lnTo>
                    <a:pt x="1922881" y="786052"/>
                  </a:lnTo>
                  <a:lnTo>
                    <a:pt x="1913121" y="784459"/>
                  </a:lnTo>
                  <a:lnTo>
                    <a:pt x="1903360" y="782859"/>
                  </a:lnTo>
                  <a:lnTo>
                    <a:pt x="1893599" y="781254"/>
                  </a:lnTo>
                  <a:lnTo>
                    <a:pt x="1883838" y="779642"/>
                  </a:lnTo>
                  <a:lnTo>
                    <a:pt x="1874077" y="778025"/>
                  </a:lnTo>
                  <a:lnTo>
                    <a:pt x="1864316" y="776399"/>
                  </a:lnTo>
                  <a:lnTo>
                    <a:pt x="1854556" y="774763"/>
                  </a:lnTo>
                  <a:lnTo>
                    <a:pt x="1844795" y="773197"/>
                  </a:lnTo>
                  <a:lnTo>
                    <a:pt x="1835034" y="771752"/>
                  </a:lnTo>
                  <a:lnTo>
                    <a:pt x="1825273" y="770301"/>
                  </a:lnTo>
                  <a:lnTo>
                    <a:pt x="1815512" y="768844"/>
                  </a:lnTo>
                  <a:lnTo>
                    <a:pt x="1805752" y="767382"/>
                  </a:lnTo>
                  <a:lnTo>
                    <a:pt x="1795991" y="765914"/>
                  </a:lnTo>
                  <a:lnTo>
                    <a:pt x="1786230" y="764439"/>
                  </a:lnTo>
                  <a:lnTo>
                    <a:pt x="1776469" y="762959"/>
                  </a:lnTo>
                  <a:lnTo>
                    <a:pt x="1766708" y="761473"/>
                  </a:lnTo>
                  <a:lnTo>
                    <a:pt x="1756947" y="759980"/>
                  </a:lnTo>
                  <a:lnTo>
                    <a:pt x="1747187" y="758482"/>
                  </a:lnTo>
                  <a:lnTo>
                    <a:pt x="1737426" y="756978"/>
                  </a:lnTo>
                  <a:lnTo>
                    <a:pt x="1727665" y="755467"/>
                  </a:lnTo>
                  <a:lnTo>
                    <a:pt x="1717904" y="753951"/>
                  </a:lnTo>
                  <a:lnTo>
                    <a:pt x="1708143" y="752428"/>
                  </a:lnTo>
                  <a:lnTo>
                    <a:pt x="1698382" y="750781"/>
                  </a:lnTo>
                  <a:lnTo>
                    <a:pt x="1688622" y="749097"/>
                  </a:lnTo>
                  <a:lnTo>
                    <a:pt x="1678861" y="747843"/>
                  </a:lnTo>
                  <a:lnTo>
                    <a:pt x="1669100" y="746304"/>
                  </a:lnTo>
                  <a:lnTo>
                    <a:pt x="1659339" y="744761"/>
                  </a:lnTo>
                  <a:lnTo>
                    <a:pt x="1649578" y="743213"/>
                  </a:lnTo>
                  <a:lnTo>
                    <a:pt x="1639818" y="741658"/>
                  </a:lnTo>
                  <a:lnTo>
                    <a:pt x="1630057" y="740098"/>
                  </a:lnTo>
                  <a:lnTo>
                    <a:pt x="1620296" y="738520"/>
                  </a:lnTo>
                  <a:lnTo>
                    <a:pt x="1610535" y="736724"/>
                  </a:lnTo>
                  <a:lnTo>
                    <a:pt x="1600774" y="734312"/>
                  </a:lnTo>
                  <a:lnTo>
                    <a:pt x="1591013" y="731799"/>
                  </a:lnTo>
                  <a:lnTo>
                    <a:pt x="1581253" y="729256"/>
                  </a:lnTo>
                  <a:lnTo>
                    <a:pt x="1571492" y="726716"/>
                  </a:lnTo>
                  <a:lnTo>
                    <a:pt x="1561731" y="724178"/>
                  </a:lnTo>
                  <a:lnTo>
                    <a:pt x="1551970" y="722162"/>
                  </a:lnTo>
                  <a:lnTo>
                    <a:pt x="1542209" y="720421"/>
                  </a:lnTo>
                  <a:lnTo>
                    <a:pt x="1532448" y="718789"/>
                  </a:lnTo>
                  <a:lnTo>
                    <a:pt x="1522688" y="717574"/>
                  </a:lnTo>
                  <a:lnTo>
                    <a:pt x="1512927" y="716094"/>
                  </a:lnTo>
                  <a:lnTo>
                    <a:pt x="1503166" y="713962"/>
                  </a:lnTo>
                  <a:lnTo>
                    <a:pt x="1493405" y="711999"/>
                  </a:lnTo>
                  <a:lnTo>
                    <a:pt x="1483644" y="709733"/>
                  </a:lnTo>
                  <a:lnTo>
                    <a:pt x="1473884" y="707627"/>
                  </a:lnTo>
                  <a:lnTo>
                    <a:pt x="1464123" y="705197"/>
                  </a:lnTo>
                  <a:lnTo>
                    <a:pt x="1454362" y="704176"/>
                  </a:lnTo>
                  <a:lnTo>
                    <a:pt x="1444601" y="702328"/>
                  </a:lnTo>
                  <a:lnTo>
                    <a:pt x="1434840" y="700536"/>
                  </a:lnTo>
                  <a:lnTo>
                    <a:pt x="1425079" y="698751"/>
                  </a:lnTo>
                  <a:lnTo>
                    <a:pt x="1415319" y="697117"/>
                  </a:lnTo>
                  <a:lnTo>
                    <a:pt x="1405558" y="695283"/>
                  </a:lnTo>
                  <a:lnTo>
                    <a:pt x="1395797" y="693432"/>
                  </a:lnTo>
                  <a:lnTo>
                    <a:pt x="1386036" y="691796"/>
                  </a:lnTo>
                  <a:lnTo>
                    <a:pt x="1376275" y="690296"/>
                  </a:lnTo>
                  <a:lnTo>
                    <a:pt x="1366515" y="688014"/>
                  </a:lnTo>
                  <a:lnTo>
                    <a:pt x="1356754" y="685952"/>
                  </a:lnTo>
                  <a:lnTo>
                    <a:pt x="1346993" y="684063"/>
                  </a:lnTo>
                  <a:lnTo>
                    <a:pt x="1337232" y="682200"/>
                  </a:lnTo>
                  <a:lnTo>
                    <a:pt x="1327471" y="680264"/>
                  </a:lnTo>
                  <a:lnTo>
                    <a:pt x="1317710" y="678367"/>
                  </a:lnTo>
                  <a:lnTo>
                    <a:pt x="1307950" y="676462"/>
                  </a:lnTo>
                  <a:lnTo>
                    <a:pt x="1298189" y="674550"/>
                  </a:lnTo>
                  <a:lnTo>
                    <a:pt x="1288428" y="672608"/>
                  </a:lnTo>
                  <a:lnTo>
                    <a:pt x="1278667" y="670656"/>
                  </a:lnTo>
                  <a:lnTo>
                    <a:pt x="1268906" y="668802"/>
                  </a:lnTo>
                  <a:lnTo>
                    <a:pt x="1259145" y="668068"/>
                  </a:lnTo>
                  <a:lnTo>
                    <a:pt x="1249385" y="667177"/>
                  </a:lnTo>
                  <a:lnTo>
                    <a:pt x="1239624" y="665664"/>
                  </a:lnTo>
                  <a:lnTo>
                    <a:pt x="1229863" y="662357"/>
                  </a:lnTo>
                  <a:lnTo>
                    <a:pt x="1220102" y="659795"/>
                  </a:lnTo>
                  <a:lnTo>
                    <a:pt x="1210341" y="658048"/>
                  </a:lnTo>
                  <a:lnTo>
                    <a:pt x="1200581" y="656296"/>
                  </a:lnTo>
                  <a:lnTo>
                    <a:pt x="1190820" y="653880"/>
                  </a:lnTo>
                  <a:lnTo>
                    <a:pt x="1181059" y="651421"/>
                  </a:lnTo>
                  <a:lnTo>
                    <a:pt x="1171298" y="650604"/>
                  </a:lnTo>
                  <a:lnTo>
                    <a:pt x="1161537" y="649356"/>
                  </a:lnTo>
                  <a:lnTo>
                    <a:pt x="1151776" y="647606"/>
                  </a:lnTo>
                  <a:lnTo>
                    <a:pt x="1142016" y="645762"/>
                  </a:lnTo>
                  <a:lnTo>
                    <a:pt x="1132255" y="643576"/>
                  </a:lnTo>
                  <a:lnTo>
                    <a:pt x="1122494" y="642035"/>
                  </a:lnTo>
                  <a:lnTo>
                    <a:pt x="1112733" y="640560"/>
                  </a:lnTo>
                  <a:lnTo>
                    <a:pt x="1102972" y="638044"/>
                  </a:lnTo>
                  <a:lnTo>
                    <a:pt x="1093212" y="636056"/>
                  </a:lnTo>
                  <a:lnTo>
                    <a:pt x="1083451" y="635218"/>
                  </a:lnTo>
                  <a:lnTo>
                    <a:pt x="1073690" y="633339"/>
                  </a:lnTo>
                  <a:lnTo>
                    <a:pt x="1063929" y="631644"/>
                  </a:lnTo>
                  <a:lnTo>
                    <a:pt x="1054168" y="629857"/>
                  </a:lnTo>
                  <a:lnTo>
                    <a:pt x="1044407" y="628446"/>
                  </a:lnTo>
                  <a:lnTo>
                    <a:pt x="1034647" y="626258"/>
                  </a:lnTo>
                  <a:lnTo>
                    <a:pt x="1024886" y="624463"/>
                  </a:lnTo>
                  <a:lnTo>
                    <a:pt x="1015125" y="622595"/>
                  </a:lnTo>
                  <a:lnTo>
                    <a:pt x="1005364" y="620764"/>
                  </a:lnTo>
                  <a:lnTo>
                    <a:pt x="995603" y="618943"/>
                  </a:lnTo>
                  <a:lnTo>
                    <a:pt x="985842" y="617370"/>
                  </a:lnTo>
                  <a:lnTo>
                    <a:pt x="976082" y="614831"/>
                  </a:lnTo>
                  <a:lnTo>
                    <a:pt x="966321" y="613222"/>
                  </a:lnTo>
                  <a:lnTo>
                    <a:pt x="956560" y="610891"/>
                  </a:lnTo>
                  <a:lnTo>
                    <a:pt x="946799" y="609155"/>
                  </a:lnTo>
                  <a:lnTo>
                    <a:pt x="937038" y="607490"/>
                  </a:lnTo>
                  <a:lnTo>
                    <a:pt x="927278" y="605919"/>
                  </a:lnTo>
                  <a:lnTo>
                    <a:pt x="917517" y="604049"/>
                  </a:lnTo>
                  <a:lnTo>
                    <a:pt x="907756" y="602895"/>
                  </a:lnTo>
                  <a:lnTo>
                    <a:pt x="897995" y="601456"/>
                  </a:lnTo>
                  <a:lnTo>
                    <a:pt x="888234" y="600335"/>
                  </a:lnTo>
                  <a:lnTo>
                    <a:pt x="878473" y="598423"/>
                  </a:lnTo>
                  <a:lnTo>
                    <a:pt x="868713" y="596884"/>
                  </a:lnTo>
                  <a:lnTo>
                    <a:pt x="858952" y="595557"/>
                  </a:lnTo>
                  <a:lnTo>
                    <a:pt x="849191" y="594586"/>
                  </a:lnTo>
                  <a:lnTo>
                    <a:pt x="839430" y="593601"/>
                  </a:lnTo>
                  <a:lnTo>
                    <a:pt x="829669" y="592595"/>
                  </a:lnTo>
                  <a:lnTo>
                    <a:pt x="819909" y="591588"/>
                  </a:lnTo>
                  <a:lnTo>
                    <a:pt x="810148" y="590579"/>
                  </a:lnTo>
                  <a:lnTo>
                    <a:pt x="800387" y="589193"/>
                  </a:lnTo>
                  <a:lnTo>
                    <a:pt x="790626" y="588049"/>
                  </a:lnTo>
                  <a:lnTo>
                    <a:pt x="780865" y="587576"/>
                  </a:lnTo>
                  <a:lnTo>
                    <a:pt x="771104" y="586179"/>
                  </a:lnTo>
                  <a:lnTo>
                    <a:pt x="761344" y="584933"/>
                  </a:lnTo>
                  <a:lnTo>
                    <a:pt x="751583" y="583876"/>
                  </a:lnTo>
                  <a:lnTo>
                    <a:pt x="741822" y="581281"/>
                  </a:lnTo>
                  <a:lnTo>
                    <a:pt x="732061" y="581190"/>
                  </a:lnTo>
                  <a:lnTo>
                    <a:pt x="722300" y="579199"/>
                  </a:lnTo>
                  <a:lnTo>
                    <a:pt x="712539" y="578205"/>
                  </a:lnTo>
                  <a:lnTo>
                    <a:pt x="702779" y="576254"/>
                  </a:lnTo>
                  <a:lnTo>
                    <a:pt x="693018" y="575926"/>
                  </a:lnTo>
                  <a:lnTo>
                    <a:pt x="683257" y="572952"/>
                  </a:lnTo>
                  <a:lnTo>
                    <a:pt x="673496" y="571841"/>
                  </a:lnTo>
                  <a:lnTo>
                    <a:pt x="663735" y="569743"/>
                  </a:lnTo>
                  <a:lnTo>
                    <a:pt x="653975" y="567643"/>
                  </a:lnTo>
                  <a:lnTo>
                    <a:pt x="644214" y="566552"/>
                  </a:lnTo>
                  <a:lnTo>
                    <a:pt x="634453" y="564969"/>
                  </a:lnTo>
                  <a:lnTo>
                    <a:pt x="624692" y="564019"/>
                  </a:lnTo>
                  <a:lnTo>
                    <a:pt x="614931" y="563133"/>
                  </a:lnTo>
                  <a:lnTo>
                    <a:pt x="605170" y="562202"/>
                  </a:lnTo>
                  <a:lnTo>
                    <a:pt x="595410" y="561249"/>
                  </a:lnTo>
                  <a:lnTo>
                    <a:pt x="585649" y="559654"/>
                  </a:lnTo>
                  <a:lnTo>
                    <a:pt x="575888" y="558280"/>
                  </a:lnTo>
                  <a:lnTo>
                    <a:pt x="566127" y="558097"/>
                  </a:lnTo>
                  <a:lnTo>
                    <a:pt x="556366" y="557443"/>
                  </a:lnTo>
                  <a:lnTo>
                    <a:pt x="546606" y="556070"/>
                  </a:lnTo>
                  <a:lnTo>
                    <a:pt x="536845" y="555428"/>
                  </a:lnTo>
                  <a:lnTo>
                    <a:pt x="527084" y="554709"/>
                  </a:lnTo>
                  <a:lnTo>
                    <a:pt x="517323" y="553762"/>
                  </a:lnTo>
                  <a:lnTo>
                    <a:pt x="507562" y="552825"/>
                  </a:lnTo>
                  <a:lnTo>
                    <a:pt x="497801" y="552082"/>
                  </a:lnTo>
                  <a:lnTo>
                    <a:pt x="488041" y="551657"/>
                  </a:lnTo>
                  <a:lnTo>
                    <a:pt x="478280" y="551843"/>
                  </a:lnTo>
                  <a:lnTo>
                    <a:pt x="468519" y="551692"/>
                  </a:lnTo>
                  <a:lnTo>
                    <a:pt x="458758" y="551197"/>
                  </a:lnTo>
                  <a:lnTo>
                    <a:pt x="448997" y="551437"/>
                  </a:lnTo>
                  <a:lnTo>
                    <a:pt x="439236" y="551102"/>
                  </a:lnTo>
                  <a:lnTo>
                    <a:pt x="429476" y="550231"/>
                  </a:lnTo>
                  <a:lnTo>
                    <a:pt x="419715" y="549175"/>
                  </a:lnTo>
                  <a:lnTo>
                    <a:pt x="409954" y="549044"/>
                  </a:lnTo>
                  <a:lnTo>
                    <a:pt x="400193" y="548945"/>
                  </a:lnTo>
                  <a:lnTo>
                    <a:pt x="390432" y="549264"/>
                  </a:lnTo>
                  <a:lnTo>
                    <a:pt x="380672" y="549744"/>
                  </a:lnTo>
                  <a:lnTo>
                    <a:pt x="370911" y="550200"/>
                  </a:lnTo>
                  <a:lnTo>
                    <a:pt x="361150" y="549411"/>
                  </a:lnTo>
                  <a:lnTo>
                    <a:pt x="351389" y="548331"/>
                  </a:lnTo>
                  <a:lnTo>
                    <a:pt x="341628" y="547078"/>
                  </a:lnTo>
                  <a:lnTo>
                    <a:pt x="331867" y="546334"/>
                  </a:lnTo>
                  <a:lnTo>
                    <a:pt x="322107" y="546001"/>
                  </a:lnTo>
                  <a:lnTo>
                    <a:pt x="312346" y="545556"/>
                  </a:lnTo>
                  <a:lnTo>
                    <a:pt x="302585" y="545139"/>
                  </a:lnTo>
                  <a:lnTo>
                    <a:pt x="292824" y="545495"/>
                  </a:lnTo>
                  <a:lnTo>
                    <a:pt x="283063" y="544400"/>
                  </a:lnTo>
                  <a:lnTo>
                    <a:pt x="273303" y="543720"/>
                  </a:lnTo>
                  <a:lnTo>
                    <a:pt x="263542" y="543284"/>
                  </a:lnTo>
                  <a:lnTo>
                    <a:pt x="253781" y="543223"/>
                  </a:lnTo>
                  <a:lnTo>
                    <a:pt x="244020" y="542509"/>
                  </a:lnTo>
                  <a:lnTo>
                    <a:pt x="234259" y="541608"/>
                  </a:lnTo>
                  <a:lnTo>
                    <a:pt x="224498" y="540712"/>
                  </a:lnTo>
                  <a:lnTo>
                    <a:pt x="214738" y="540655"/>
                  </a:lnTo>
                  <a:lnTo>
                    <a:pt x="204977" y="540596"/>
                  </a:lnTo>
                  <a:lnTo>
                    <a:pt x="195216" y="540553"/>
                  </a:lnTo>
                  <a:lnTo>
                    <a:pt x="185455" y="539733"/>
                  </a:lnTo>
                  <a:lnTo>
                    <a:pt x="175694" y="539673"/>
                  </a:lnTo>
                  <a:lnTo>
                    <a:pt x="165933" y="540369"/>
                  </a:lnTo>
                  <a:lnTo>
                    <a:pt x="156173" y="540663"/>
                  </a:lnTo>
                  <a:lnTo>
                    <a:pt x="146412" y="540314"/>
                  </a:lnTo>
                  <a:lnTo>
                    <a:pt x="136651" y="540279"/>
                  </a:lnTo>
                  <a:lnTo>
                    <a:pt x="126890" y="540250"/>
                  </a:lnTo>
                  <a:lnTo>
                    <a:pt x="117129" y="540222"/>
                  </a:lnTo>
                  <a:lnTo>
                    <a:pt x="107369" y="540191"/>
                  </a:lnTo>
                  <a:lnTo>
                    <a:pt x="97608" y="540111"/>
                  </a:lnTo>
                  <a:lnTo>
                    <a:pt x="87847" y="540032"/>
                  </a:lnTo>
                  <a:lnTo>
                    <a:pt x="78086" y="538834"/>
                  </a:lnTo>
                  <a:lnTo>
                    <a:pt x="68325" y="537535"/>
                  </a:lnTo>
                  <a:lnTo>
                    <a:pt x="58564" y="537347"/>
                  </a:lnTo>
                  <a:lnTo>
                    <a:pt x="48804" y="537543"/>
                  </a:lnTo>
                  <a:lnTo>
                    <a:pt x="39043" y="537732"/>
                  </a:lnTo>
                  <a:lnTo>
                    <a:pt x="29282" y="538334"/>
                  </a:lnTo>
                  <a:lnTo>
                    <a:pt x="19521" y="538163"/>
                  </a:lnTo>
                  <a:lnTo>
                    <a:pt x="9760" y="538786"/>
                  </a:lnTo>
                  <a:lnTo>
                    <a:pt x="0" y="540217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611514" y="4603266"/>
              <a:ext cx="2528052" cy="259079"/>
            </a:xfrm>
            <a:custGeom>
              <a:avLst/>
              <a:pathLst>
                <a:path w="2528052" h="259079">
                  <a:moveTo>
                    <a:pt x="0" y="0"/>
                  </a:moveTo>
                  <a:lnTo>
                    <a:pt x="9760" y="5957"/>
                  </a:lnTo>
                  <a:lnTo>
                    <a:pt x="19521" y="11843"/>
                  </a:lnTo>
                  <a:lnTo>
                    <a:pt x="29282" y="16360"/>
                  </a:lnTo>
                  <a:lnTo>
                    <a:pt x="39043" y="18446"/>
                  </a:lnTo>
                  <a:lnTo>
                    <a:pt x="48804" y="24888"/>
                  </a:lnTo>
                  <a:lnTo>
                    <a:pt x="58564" y="30443"/>
                  </a:lnTo>
                  <a:lnTo>
                    <a:pt x="68325" y="34625"/>
                  </a:lnTo>
                  <a:lnTo>
                    <a:pt x="78086" y="38787"/>
                  </a:lnTo>
                  <a:lnTo>
                    <a:pt x="87847" y="43098"/>
                  </a:lnTo>
                  <a:lnTo>
                    <a:pt x="97608" y="46992"/>
                  </a:lnTo>
                  <a:lnTo>
                    <a:pt x="107369" y="51700"/>
                  </a:lnTo>
                  <a:lnTo>
                    <a:pt x="117129" y="58075"/>
                  </a:lnTo>
                  <a:lnTo>
                    <a:pt x="126890" y="62364"/>
                  </a:lnTo>
                  <a:lnTo>
                    <a:pt x="136651" y="65702"/>
                  </a:lnTo>
                  <a:lnTo>
                    <a:pt x="146412" y="69694"/>
                  </a:lnTo>
                  <a:lnTo>
                    <a:pt x="156173" y="74125"/>
                  </a:lnTo>
                  <a:lnTo>
                    <a:pt x="165933" y="76824"/>
                  </a:lnTo>
                  <a:lnTo>
                    <a:pt x="175694" y="83295"/>
                  </a:lnTo>
                  <a:lnTo>
                    <a:pt x="185455" y="84828"/>
                  </a:lnTo>
                  <a:lnTo>
                    <a:pt x="195216" y="86848"/>
                  </a:lnTo>
                  <a:lnTo>
                    <a:pt x="204977" y="90729"/>
                  </a:lnTo>
                  <a:lnTo>
                    <a:pt x="214738" y="95932"/>
                  </a:lnTo>
                  <a:lnTo>
                    <a:pt x="224498" y="101864"/>
                  </a:lnTo>
                  <a:lnTo>
                    <a:pt x="234259" y="106723"/>
                  </a:lnTo>
                  <a:lnTo>
                    <a:pt x="244020" y="108390"/>
                  </a:lnTo>
                  <a:lnTo>
                    <a:pt x="253781" y="113603"/>
                  </a:lnTo>
                  <a:lnTo>
                    <a:pt x="263542" y="115361"/>
                  </a:lnTo>
                  <a:lnTo>
                    <a:pt x="273303" y="121255"/>
                  </a:lnTo>
                  <a:lnTo>
                    <a:pt x="283063" y="124090"/>
                  </a:lnTo>
                  <a:lnTo>
                    <a:pt x="292824" y="128616"/>
                  </a:lnTo>
                  <a:lnTo>
                    <a:pt x="302585" y="130785"/>
                  </a:lnTo>
                  <a:lnTo>
                    <a:pt x="312346" y="132956"/>
                  </a:lnTo>
                  <a:lnTo>
                    <a:pt x="322107" y="135898"/>
                  </a:lnTo>
                  <a:lnTo>
                    <a:pt x="331867" y="139763"/>
                  </a:lnTo>
                  <a:lnTo>
                    <a:pt x="341628" y="144273"/>
                  </a:lnTo>
                  <a:lnTo>
                    <a:pt x="351389" y="146877"/>
                  </a:lnTo>
                  <a:lnTo>
                    <a:pt x="361150" y="150426"/>
                  </a:lnTo>
                  <a:lnTo>
                    <a:pt x="370911" y="154063"/>
                  </a:lnTo>
                  <a:lnTo>
                    <a:pt x="380672" y="157743"/>
                  </a:lnTo>
                  <a:lnTo>
                    <a:pt x="390432" y="160841"/>
                  </a:lnTo>
                  <a:lnTo>
                    <a:pt x="400193" y="163503"/>
                  </a:lnTo>
                  <a:lnTo>
                    <a:pt x="409954" y="165532"/>
                  </a:lnTo>
                  <a:lnTo>
                    <a:pt x="419715" y="169657"/>
                  </a:lnTo>
                  <a:lnTo>
                    <a:pt x="429476" y="172082"/>
                  </a:lnTo>
                  <a:lnTo>
                    <a:pt x="439236" y="174576"/>
                  </a:lnTo>
                  <a:lnTo>
                    <a:pt x="448997" y="177211"/>
                  </a:lnTo>
                  <a:lnTo>
                    <a:pt x="458758" y="178720"/>
                  </a:lnTo>
                  <a:lnTo>
                    <a:pt x="468519" y="182064"/>
                  </a:lnTo>
                  <a:lnTo>
                    <a:pt x="478280" y="185379"/>
                  </a:lnTo>
                  <a:lnTo>
                    <a:pt x="488041" y="188706"/>
                  </a:lnTo>
                  <a:lnTo>
                    <a:pt x="497801" y="191154"/>
                  </a:lnTo>
                  <a:lnTo>
                    <a:pt x="507562" y="192571"/>
                  </a:lnTo>
                  <a:lnTo>
                    <a:pt x="517323" y="193727"/>
                  </a:lnTo>
                  <a:lnTo>
                    <a:pt x="527084" y="195298"/>
                  </a:lnTo>
                  <a:lnTo>
                    <a:pt x="536845" y="198339"/>
                  </a:lnTo>
                  <a:lnTo>
                    <a:pt x="546606" y="201304"/>
                  </a:lnTo>
                  <a:lnTo>
                    <a:pt x="556366" y="204037"/>
                  </a:lnTo>
                  <a:lnTo>
                    <a:pt x="566127" y="206795"/>
                  </a:lnTo>
                  <a:lnTo>
                    <a:pt x="575888" y="208686"/>
                  </a:lnTo>
                  <a:lnTo>
                    <a:pt x="585649" y="210509"/>
                  </a:lnTo>
                  <a:lnTo>
                    <a:pt x="595410" y="212308"/>
                  </a:lnTo>
                  <a:lnTo>
                    <a:pt x="605170" y="214161"/>
                  </a:lnTo>
                  <a:lnTo>
                    <a:pt x="614931" y="215981"/>
                  </a:lnTo>
                  <a:lnTo>
                    <a:pt x="624692" y="217907"/>
                  </a:lnTo>
                  <a:lnTo>
                    <a:pt x="634453" y="219889"/>
                  </a:lnTo>
                  <a:lnTo>
                    <a:pt x="644214" y="221436"/>
                  </a:lnTo>
                  <a:lnTo>
                    <a:pt x="653975" y="224693"/>
                  </a:lnTo>
                  <a:lnTo>
                    <a:pt x="663735" y="226769"/>
                  </a:lnTo>
                  <a:lnTo>
                    <a:pt x="673496" y="228182"/>
                  </a:lnTo>
                  <a:lnTo>
                    <a:pt x="683257" y="230226"/>
                  </a:lnTo>
                  <a:lnTo>
                    <a:pt x="693018" y="232247"/>
                  </a:lnTo>
                  <a:lnTo>
                    <a:pt x="702779" y="234007"/>
                  </a:lnTo>
                  <a:lnTo>
                    <a:pt x="712539" y="235684"/>
                  </a:lnTo>
                  <a:lnTo>
                    <a:pt x="722300" y="235965"/>
                  </a:lnTo>
                  <a:lnTo>
                    <a:pt x="732061" y="237496"/>
                  </a:lnTo>
                  <a:lnTo>
                    <a:pt x="741822" y="239295"/>
                  </a:lnTo>
                  <a:lnTo>
                    <a:pt x="751583" y="241021"/>
                  </a:lnTo>
                  <a:lnTo>
                    <a:pt x="761344" y="242131"/>
                  </a:lnTo>
                  <a:lnTo>
                    <a:pt x="771104" y="244534"/>
                  </a:lnTo>
                  <a:lnTo>
                    <a:pt x="780865" y="246323"/>
                  </a:lnTo>
                  <a:lnTo>
                    <a:pt x="790626" y="246029"/>
                  </a:lnTo>
                  <a:lnTo>
                    <a:pt x="800387" y="245704"/>
                  </a:lnTo>
                  <a:lnTo>
                    <a:pt x="810148" y="247277"/>
                  </a:lnTo>
                  <a:lnTo>
                    <a:pt x="819909" y="249095"/>
                  </a:lnTo>
                  <a:lnTo>
                    <a:pt x="829669" y="249243"/>
                  </a:lnTo>
                  <a:lnTo>
                    <a:pt x="839430" y="247421"/>
                  </a:lnTo>
                  <a:lnTo>
                    <a:pt x="849191" y="245602"/>
                  </a:lnTo>
                  <a:lnTo>
                    <a:pt x="858952" y="246356"/>
                  </a:lnTo>
                  <a:lnTo>
                    <a:pt x="868713" y="247314"/>
                  </a:lnTo>
                  <a:lnTo>
                    <a:pt x="878473" y="249104"/>
                  </a:lnTo>
                  <a:lnTo>
                    <a:pt x="888234" y="250373"/>
                  </a:lnTo>
                  <a:lnTo>
                    <a:pt x="897995" y="252064"/>
                  </a:lnTo>
                  <a:lnTo>
                    <a:pt x="907756" y="252688"/>
                  </a:lnTo>
                  <a:lnTo>
                    <a:pt x="917517" y="255162"/>
                  </a:lnTo>
                  <a:lnTo>
                    <a:pt x="927278" y="256622"/>
                  </a:lnTo>
                  <a:lnTo>
                    <a:pt x="937038" y="258128"/>
                  </a:lnTo>
                  <a:lnTo>
                    <a:pt x="946799" y="259079"/>
                  </a:lnTo>
                  <a:lnTo>
                    <a:pt x="956560" y="258928"/>
                  </a:lnTo>
                  <a:lnTo>
                    <a:pt x="966321" y="258788"/>
                  </a:lnTo>
                  <a:lnTo>
                    <a:pt x="976082" y="258634"/>
                  </a:lnTo>
                  <a:lnTo>
                    <a:pt x="985842" y="258542"/>
                  </a:lnTo>
                  <a:lnTo>
                    <a:pt x="995603" y="258784"/>
                  </a:lnTo>
                  <a:lnTo>
                    <a:pt x="1005364" y="258155"/>
                  </a:lnTo>
                  <a:lnTo>
                    <a:pt x="1015125" y="257964"/>
                  </a:lnTo>
                  <a:lnTo>
                    <a:pt x="1024886" y="257799"/>
                  </a:lnTo>
                  <a:lnTo>
                    <a:pt x="1034647" y="257694"/>
                  </a:lnTo>
                  <a:lnTo>
                    <a:pt x="1044407" y="257693"/>
                  </a:lnTo>
                  <a:lnTo>
                    <a:pt x="1054168" y="257557"/>
                  </a:lnTo>
                  <a:lnTo>
                    <a:pt x="1063929" y="257414"/>
                  </a:lnTo>
                  <a:lnTo>
                    <a:pt x="1073690" y="257082"/>
                  </a:lnTo>
                  <a:lnTo>
                    <a:pt x="1083451" y="256942"/>
                  </a:lnTo>
                  <a:lnTo>
                    <a:pt x="1093212" y="256793"/>
                  </a:lnTo>
                  <a:lnTo>
                    <a:pt x="1102972" y="257700"/>
                  </a:lnTo>
                  <a:lnTo>
                    <a:pt x="1112733" y="257954"/>
                  </a:lnTo>
                  <a:lnTo>
                    <a:pt x="1122494" y="256332"/>
                  </a:lnTo>
                  <a:lnTo>
                    <a:pt x="1132255" y="256459"/>
                  </a:lnTo>
                  <a:lnTo>
                    <a:pt x="1142016" y="256022"/>
                  </a:lnTo>
                  <a:lnTo>
                    <a:pt x="1151776" y="256733"/>
                  </a:lnTo>
                  <a:lnTo>
                    <a:pt x="1161537" y="256262"/>
                  </a:lnTo>
                  <a:lnTo>
                    <a:pt x="1171298" y="257145"/>
                  </a:lnTo>
                  <a:lnTo>
                    <a:pt x="1181059" y="257317"/>
                  </a:lnTo>
                  <a:lnTo>
                    <a:pt x="1190820" y="255903"/>
                  </a:lnTo>
                  <a:lnTo>
                    <a:pt x="1200581" y="256609"/>
                  </a:lnTo>
                  <a:lnTo>
                    <a:pt x="1210341" y="256127"/>
                  </a:lnTo>
                  <a:lnTo>
                    <a:pt x="1220102" y="255838"/>
                  </a:lnTo>
                  <a:lnTo>
                    <a:pt x="1229863" y="255695"/>
                  </a:lnTo>
                  <a:lnTo>
                    <a:pt x="1239624" y="254861"/>
                  </a:lnTo>
                  <a:lnTo>
                    <a:pt x="1249385" y="254761"/>
                  </a:lnTo>
                  <a:lnTo>
                    <a:pt x="1259145" y="254154"/>
                  </a:lnTo>
                  <a:lnTo>
                    <a:pt x="1268906" y="254205"/>
                  </a:lnTo>
                  <a:lnTo>
                    <a:pt x="1278667" y="255261"/>
                  </a:lnTo>
                  <a:lnTo>
                    <a:pt x="1288428" y="254416"/>
                  </a:lnTo>
                  <a:lnTo>
                    <a:pt x="1298189" y="253553"/>
                  </a:lnTo>
                  <a:lnTo>
                    <a:pt x="1307950" y="252691"/>
                  </a:lnTo>
                  <a:lnTo>
                    <a:pt x="1317710" y="251816"/>
                  </a:lnTo>
                  <a:lnTo>
                    <a:pt x="1327471" y="251402"/>
                  </a:lnTo>
                  <a:lnTo>
                    <a:pt x="1337232" y="250988"/>
                  </a:lnTo>
                  <a:lnTo>
                    <a:pt x="1346993" y="250125"/>
                  </a:lnTo>
                  <a:lnTo>
                    <a:pt x="1356754" y="250697"/>
                  </a:lnTo>
                  <a:lnTo>
                    <a:pt x="1366515" y="250011"/>
                  </a:lnTo>
                  <a:lnTo>
                    <a:pt x="1376275" y="249433"/>
                  </a:lnTo>
                  <a:lnTo>
                    <a:pt x="1386036" y="248774"/>
                  </a:lnTo>
                  <a:lnTo>
                    <a:pt x="1395797" y="248115"/>
                  </a:lnTo>
                  <a:lnTo>
                    <a:pt x="1405558" y="247160"/>
                  </a:lnTo>
                  <a:lnTo>
                    <a:pt x="1415319" y="246509"/>
                  </a:lnTo>
                  <a:lnTo>
                    <a:pt x="1425079" y="246134"/>
                  </a:lnTo>
                  <a:lnTo>
                    <a:pt x="1434840" y="245472"/>
                  </a:lnTo>
                  <a:lnTo>
                    <a:pt x="1444601" y="244583"/>
                  </a:lnTo>
                  <a:lnTo>
                    <a:pt x="1454362" y="242977"/>
                  </a:lnTo>
                  <a:lnTo>
                    <a:pt x="1464123" y="242154"/>
                  </a:lnTo>
                  <a:lnTo>
                    <a:pt x="1473884" y="240070"/>
                  </a:lnTo>
                  <a:lnTo>
                    <a:pt x="1483644" y="238533"/>
                  </a:lnTo>
                  <a:lnTo>
                    <a:pt x="1493405" y="237179"/>
                  </a:lnTo>
                  <a:lnTo>
                    <a:pt x="1503166" y="236673"/>
                  </a:lnTo>
                  <a:lnTo>
                    <a:pt x="1512927" y="235965"/>
                  </a:lnTo>
                  <a:lnTo>
                    <a:pt x="1522688" y="235704"/>
                  </a:lnTo>
                  <a:lnTo>
                    <a:pt x="1532448" y="234617"/>
                  </a:lnTo>
                  <a:lnTo>
                    <a:pt x="1542209" y="232928"/>
                  </a:lnTo>
                  <a:lnTo>
                    <a:pt x="1551970" y="231248"/>
                  </a:lnTo>
                  <a:lnTo>
                    <a:pt x="1561731" y="229915"/>
                  </a:lnTo>
                  <a:lnTo>
                    <a:pt x="1571492" y="228847"/>
                  </a:lnTo>
                  <a:lnTo>
                    <a:pt x="1581253" y="227591"/>
                  </a:lnTo>
                  <a:lnTo>
                    <a:pt x="1591013" y="225814"/>
                  </a:lnTo>
                  <a:lnTo>
                    <a:pt x="1600774" y="224254"/>
                  </a:lnTo>
                  <a:lnTo>
                    <a:pt x="1610535" y="222294"/>
                  </a:lnTo>
                  <a:lnTo>
                    <a:pt x="1620296" y="220507"/>
                  </a:lnTo>
                  <a:lnTo>
                    <a:pt x="1630057" y="218725"/>
                  </a:lnTo>
                  <a:lnTo>
                    <a:pt x="1639818" y="217626"/>
                  </a:lnTo>
                  <a:lnTo>
                    <a:pt x="1649578" y="216315"/>
                  </a:lnTo>
                  <a:lnTo>
                    <a:pt x="1659339" y="215659"/>
                  </a:lnTo>
                  <a:lnTo>
                    <a:pt x="1669100" y="214668"/>
                  </a:lnTo>
                  <a:lnTo>
                    <a:pt x="1678861" y="213504"/>
                  </a:lnTo>
                  <a:lnTo>
                    <a:pt x="1688622" y="212305"/>
                  </a:lnTo>
                  <a:lnTo>
                    <a:pt x="1698382" y="210994"/>
                  </a:lnTo>
                  <a:lnTo>
                    <a:pt x="1708143" y="209454"/>
                  </a:lnTo>
                  <a:lnTo>
                    <a:pt x="1717904" y="207937"/>
                  </a:lnTo>
                  <a:lnTo>
                    <a:pt x="1727665" y="206454"/>
                  </a:lnTo>
                  <a:lnTo>
                    <a:pt x="1737426" y="204929"/>
                  </a:lnTo>
                  <a:lnTo>
                    <a:pt x="1747187" y="203387"/>
                  </a:lnTo>
                  <a:lnTo>
                    <a:pt x="1756947" y="201865"/>
                  </a:lnTo>
                  <a:lnTo>
                    <a:pt x="1766708" y="200346"/>
                  </a:lnTo>
                  <a:lnTo>
                    <a:pt x="1776469" y="199345"/>
                  </a:lnTo>
                  <a:lnTo>
                    <a:pt x="1786230" y="199090"/>
                  </a:lnTo>
                  <a:lnTo>
                    <a:pt x="1795991" y="198538"/>
                  </a:lnTo>
                  <a:lnTo>
                    <a:pt x="1805752" y="197281"/>
                  </a:lnTo>
                  <a:lnTo>
                    <a:pt x="1815512" y="196016"/>
                  </a:lnTo>
                  <a:lnTo>
                    <a:pt x="1825273" y="194527"/>
                  </a:lnTo>
                  <a:lnTo>
                    <a:pt x="1835034" y="193035"/>
                  </a:lnTo>
                  <a:lnTo>
                    <a:pt x="1844795" y="191541"/>
                  </a:lnTo>
                  <a:lnTo>
                    <a:pt x="1854556" y="189709"/>
                  </a:lnTo>
                  <a:lnTo>
                    <a:pt x="1864316" y="187500"/>
                  </a:lnTo>
                  <a:lnTo>
                    <a:pt x="1874077" y="185638"/>
                  </a:lnTo>
                  <a:lnTo>
                    <a:pt x="1883838" y="184608"/>
                  </a:lnTo>
                  <a:lnTo>
                    <a:pt x="1893599" y="183593"/>
                  </a:lnTo>
                  <a:lnTo>
                    <a:pt x="1903360" y="181834"/>
                  </a:lnTo>
                  <a:lnTo>
                    <a:pt x="1913121" y="180522"/>
                  </a:lnTo>
                  <a:lnTo>
                    <a:pt x="1922881" y="179361"/>
                  </a:lnTo>
                  <a:lnTo>
                    <a:pt x="1932642" y="177820"/>
                  </a:lnTo>
                  <a:lnTo>
                    <a:pt x="1942403" y="176297"/>
                  </a:lnTo>
                  <a:lnTo>
                    <a:pt x="1952164" y="174771"/>
                  </a:lnTo>
                  <a:lnTo>
                    <a:pt x="1961925" y="173243"/>
                  </a:lnTo>
                  <a:lnTo>
                    <a:pt x="1971685" y="171761"/>
                  </a:lnTo>
                  <a:lnTo>
                    <a:pt x="1981446" y="170662"/>
                  </a:lnTo>
                  <a:lnTo>
                    <a:pt x="1991207" y="169560"/>
                  </a:lnTo>
                  <a:lnTo>
                    <a:pt x="2000968" y="168474"/>
                  </a:lnTo>
                  <a:lnTo>
                    <a:pt x="2010729" y="167396"/>
                  </a:lnTo>
                  <a:lnTo>
                    <a:pt x="2020490" y="165938"/>
                  </a:lnTo>
                  <a:lnTo>
                    <a:pt x="2030250" y="163869"/>
                  </a:lnTo>
                  <a:lnTo>
                    <a:pt x="2040011" y="161800"/>
                  </a:lnTo>
                  <a:lnTo>
                    <a:pt x="2049772" y="159725"/>
                  </a:lnTo>
                  <a:lnTo>
                    <a:pt x="2059533" y="157688"/>
                  </a:lnTo>
                  <a:lnTo>
                    <a:pt x="2069294" y="156102"/>
                  </a:lnTo>
                  <a:lnTo>
                    <a:pt x="2079055" y="154513"/>
                  </a:lnTo>
                  <a:lnTo>
                    <a:pt x="2088815" y="152921"/>
                  </a:lnTo>
                  <a:lnTo>
                    <a:pt x="2098576" y="151339"/>
                  </a:lnTo>
                  <a:lnTo>
                    <a:pt x="2108337" y="149762"/>
                  </a:lnTo>
                  <a:lnTo>
                    <a:pt x="2118098" y="147801"/>
                  </a:lnTo>
                  <a:lnTo>
                    <a:pt x="2127859" y="145916"/>
                  </a:lnTo>
                  <a:lnTo>
                    <a:pt x="2137619" y="144628"/>
                  </a:lnTo>
                  <a:lnTo>
                    <a:pt x="2147380" y="143354"/>
                  </a:lnTo>
                  <a:lnTo>
                    <a:pt x="2157141" y="141805"/>
                  </a:lnTo>
                  <a:lnTo>
                    <a:pt x="2166902" y="140209"/>
                  </a:lnTo>
                  <a:lnTo>
                    <a:pt x="2176663" y="138612"/>
                  </a:lnTo>
                  <a:lnTo>
                    <a:pt x="2186424" y="137252"/>
                  </a:lnTo>
                  <a:lnTo>
                    <a:pt x="2196184" y="136191"/>
                  </a:lnTo>
                  <a:lnTo>
                    <a:pt x="2205945" y="135133"/>
                  </a:lnTo>
                  <a:lnTo>
                    <a:pt x="2215706" y="134073"/>
                  </a:lnTo>
                  <a:lnTo>
                    <a:pt x="2225467" y="133012"/>
                  </a:lnTo>
                  <a:lnTo>
                    <a:pt x="2235228" y="131805"/>
                  </a:lnTo>
                  <a:lnTo>
                    <a:pt x="2244988" y="130511"/>
                  </a:lnTo>
                  <a:lnTo>
                    <a:pt x="2254749" y="129215"/>
                  </a:lnTo>
                  <a:lnTo>
                    <a:pt x="2264510" y="127917"/>
                  </a:lnTo>
                  <a:lnTo>
                    <a:pt x="2274271" y="126616"/>
                  </a:lnTo>
                  <a:lnTo>
                    <a:pt x="2284032" y="125314"/>
                  </a:lnTo>
                  <a:lnTo>
                    <a:pt x="2293793" y="124009"/>
                  </a:lnTo>
                  <a:lnTo>
                    <a:pt x="2303553" y="122702"/>
                  </a:lnTo>
                  <a:lnTo>
                    <a:pt x="2313314" y="121393"/>
                  </a:lnTo>
                  <a:lnTo>
                    <a:pt x="2323075" y="120082"/>
                  </a:lnTo>
                  <a:lnTo>
                    <a:pt x="2332836" y="118769"/>
                  </a:lnTo>
                  <a:lnTo>
                    <a:pt x="2342597" y="117170"/>
                  </a:lnTo>
                  <a:lnTo>
                    <a:pt x="2352358" y="114951"/>
                  </a:lnTo>
                  <a:lnTo>
                    <a:pt x="2362118" y="112726"/>
                  </a:lnTo>
                  <a:lnTo>
                    <a:pt x="2371879" y="110608"/>
                  </a:lnTo>
                  <a:lnTo>
                    <a:pt x="2381640" y="109188"/>
                  </a:lnTo>
                  <a:lnTo>
                    <a:pt x="2391401" y="107766"/>
                  </a:lnTo>
                  <a:lnTo>
                    <a:pt x="2401162" y="106374"/>
                  </a:lnTo>
                  <a:lnTo>
                    <a:pt x="2410922" y="104979"/>
                  </a:lnTo>
                  <a:lnTo>
                    <a:pt x="2420683" y="103582"/>
                  </a:lnTo>
                  <a:lnTo>
                    <a:pt x="2430444" y="102184"/>
                  </a:lnTo>
                  <a:lnTo>
                    <a:pt x="2440205" y="100855"/>
                  </a:lnTo>
                  <a:lnTo>
                    <a:pt x="2449966" y="99816"/>
                  </a:lnTo>
                  <a:lnTo>
                    <a:pt x="2459727" y="98775"/>
                  </a:lnTo>
                  <a:lnTo>
                    <a:pt x="2469487" y="97733"/>
                  </a:lnTo>
                  <a:lnTo>
                    <a:pt x="2479248" y="96690"/>
                  </a:lnTo>
                  <a:lnTo>
                    <a:pt x="2489009" y="95646"/>
                  </a:lnTo>
                  <a:lnTo>
                    <a:pt x="2498770" y="94600"/>
                  </a:lnTo>
                  <a:lnTo>
                    <a:pt x="2508531" y="93552"/>
                  </a:lnTo>
                  <a:lnTo>
                    <a:pt x="2518291" y="91748"/>
                  </a:lnTo>
                  <a:lnTo>
                    <a:pt x="2528052" y="89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611514" y="5140614"/>
              <a:ext cx="2528052" cy="335895"/>
            </a:xfrm>
            <a:custGeom>
              <a:avLst/>
              <a:pathLst>
                <a:path w="2528052" h="335895">
                  <a:moveTo>
                    <a:pt x="2528052" y="335895"/>
                  </a:moveTo>
                  <a:lnTo>
                    <a:pt x="2518291" y="334655"/>
                  </a:lnTo>
                  <a:lnTo>
                    <a:pt x="2508531" y="333308"/>
                  </a:lnTo>
                  <a:lnTo>
                    <a:pt x="2498770" y="332055"/>
                  </a:lnTo>
                  <a:lnTo>
                    <a:pt x="2489009" y="330796"/>
                  </a:lnTo>
                  <a:lnTo>
                    <a:pt x="2479248" y="329531"/>
                  </a:lnTo>
                  <a:lnTo>
                    <a:pt x="2469487" y="328259"/>
                  </a:lnTo>
                  <a:lnTo>
                    <a:pt x="2459727" y="326981"/>
                  </a:lnTo>
                  <a:lnTo>
                    <a:pt x="2449966" y="325697"/>
                  </a:lnTo>
                  <a:lnTo>
                    <a:pt x="2440205" y="324407"/>
                  </a:lnTo>
                  <a:lnTo>
                    <a:pt x="2430444" y="323110"/>
                  </a:lnTo>
                  <a:lnTo>
                    <a:pt x="2420683" y="321807"/>
                  </a:lnTo>
                  <a:lnTo>
                    <a:pt x="2410922" y="320545"/>
                  </a:lnTo>
                  <a:lnTo>
                    <a:pt x="2401162" y="319216"/>
                  </a:lnTo>
                  <a:lnTo>
                    <a:pt x="2391401" y="317879"/>
                  </a:lnTo>
                  <a:lnTo>
                    <a:pt x="2381640" y="316805"/>
                  </a:lnTo>
                  <a:lnTo>
                    <a:pt x="2371879" y="315890"/>
                  </a:lnTo>
                  <a:lnTo>
                    <a:pt x="2362118" y="314599"/>
                  </a:lnTo>
                  <a:lnTo>
                    <a:pt x="2352358" y="313266"/>
                  </a:lnTo>
                  <a:lnTo>
                    <a:pt x="2342597" y="311923"/>
                  </a:lnTo>
                  <a:lnTo>
                    <a:pt x="2332836" y="310561"/>
                  </a:lnTo>
                  <a:lnTo>
                    <a:pt x="2323075" y="309190"/>
                  </a:lnTo>
                  <a:lnTo>
                    <a:pt x="2313314" y="307703"/>
                  </a:lnTo>
                  <a:lnTo>
                    <a:pt x="2303553" y="306450"/>
                  </a:lnTo>
                  <a:lnTo>
                    <a:pt x="2293793" y="305078"/>
                  </a:lnTo>
                  <a:lnTo>
                    <a:pt x="2284032" y="303701"/>
                  </a:lnTo>
                  <a:lnTo>
                    <a:pt x="2274271" y="302319"/>
                  </a:lnTo>
                  <a:lnTo>
                    <a:pt x="2264510" y="300931"/>
                  </a:lnTo>
                  <a:lnTo>
                    <a:pt x="2254749" y="299538"/>
                  </a:lnTo>
                  <a:lnTo>
                    <a:pt x="2244988" y="298215"/>
                  </a:lnTo>
                  <a:lnTo>
                    <a:pt x="2235228" y="296979"/>
                  </a:lnTo>
                  <a:lnTo>
                    <a:pt x="2225467" y="295734"/>
                  </a:lnTo>
                  <a:lnTo>
                    <a:pt x="2215706" y="294480"/>
                  </a:lnTo>
                  <a:lnTo>
                    <a:pt x="2205945" y="293217"/>
                  </a:lnTo>
                  <a:lnTo>
                    <a:pt x="2196184" y="291945"/>
                  </a:lnTo>
                  <a:lnTo>
                    <a:pt x="2186424" y="290664"/>
                  </a:lnTo>
                  <a:lnTo>
                    <a:pt x="2176663" y="289374"/>
                  </a:lnTo>
                  <a:lnTo>
                    <a:pt x="2166902" y="288075"/>
                  </a:lnTo>
                  <a:lnTo>
                    <a:pt x="2157141" y="286763"/>
                  </a:lnTo>
                  <a:lnTo>
                    <a:pt x="2147380" y="285440"/>
                  </a:lnTo>
                  <a:lnTo>
                    <a:pt x="2137619" y="284107"/>
                  </a:lnTo>
                  <a:lnTo>
                    <a:pt x="2127859" y="282733"/>
                  </a:lnTo>
                  <a:lnTo>
                    <a:pt x="2118098" y="281197"/>
                  </a:lnTo>
                  <a:lnTo>
                    <a:pt x="2108337" y="280065"/>
                  </a:lnTo>
                  <a:lnTo>
                    <a:pt x="2098576" y="278706"/>
                  </a:lnTo>
                  <a:lnTo>
                    <a:pt x="2088815" y="277338"/>
                  </a:lnTo>
                  <a:lnTo>
                    <a:pt x="2079055" y="275950"/>
                  </a:lnTo>
                  <a:lnTo>
                    <a:pt x="2069294" y="274406"/>
                  </a:lnTo>
                  <a:lnTo>
                    <a:pt x="2059533" y="272278"/>
                  </a:lnTo>
                  <a:lnTo>
                    <a:pt x="2049772" y="270156"/>
                  </a:lnTo>
                  <a:lnTo>
                    <a:pt x="2040011" y="268792"/>
                  </a:lnTo>
                  <a:lnTo>
                    <a:pt x="2030250" y="267422"/>
                  </a:lnTo>
                  <a:lnTo>
                    <a:pt x="2020490" y="265802"/>
                  </a:lnTo>
                  <a:lnTo>
                    <a:pt x="2010729" y="263886"/>
                  </a:lnTo>
                  <a:lnTo>
                    <a:pt x="2000968" y="261991"/>
                  </a:lnTo>
                  <a:lnTo>
                    <a:pt x="1991207" y="260320"/>
                  </a:lnTo>
                  <a:lnTo>
                    <a:pt x="1981446" y="258682"/>
                  </a:lnTo>
                  <a:lnTo>
                    <a:pt x="1971685" y="256983"/>
                  </a:lnTo>
                  <a:lnTo>
                    <a:pt x="1961925" y="255311"/>
                  </a:lnTo>
                  <a:lnTo>
                    <a:pt x="1952164" y="253632"/>
                  </a:lnTo>
                  <a:lnTo>
                    <a:pt x="1942403" y="251943"/>
                  </a:lnTo>
                  <a:lnTo>
                    <a:pt x="1932642" y="250291"/>
                  </a:lnTo>
                  <a:lnTo>
                    <a:pt x="1922881" y="248704"/>
                  </a:lnTo>
                  <a:lnTo>
                    <a:pt x="1913121" y="247111"/>
                  </a:lnTo>
                  <a:lnTo>
                    <a:pt x="1903360" y="245512"/>
                  </a:lnTo>
                  <a:lnTo>
                    <a:pt x="1893599" y="243906"/>
                  </a:lnTo>
                  <a:lnTo>
                    <a:pt x="1883838" y="242295"/>
                  </a:lnTo>
                  <a:lnTo>
                    <a:pt x="1874077" y="240677"/>
                  </a:lnTo>
                  <a:lnTo>
                    <a:pt x="1864316" y="239052"/>
                  </a:lnTo>
                  <a:lnTo>
                    <a:pt x="1854556" y="237415"/>
                  </a:lnTo>
                  <a:lnTo>
                    <a:pt x="1844795" y="235849"/>
                  </a:lnTo>
                  <a:lnTo>
                    <a:pt x="1835034" y="234404"/>
                  </a:lnTo>
                  <a:lnTo>
                    <a:pt x="1825273" y="232953"/>
                  </a:lnTo>
                  <a:lnTo>
                    <a:pt x="1815512" y="231497"/>
                  </a:lnTo>
                  <a:lnTo>
                    <a:pt x="1805752" y="230034"/>
                  </a:lnTo>
                  <a:lnTo>
                    <a:pt x="1795991" y="228566"/>
                  </a:lnTo>
                  <a:lnTo>
                    <a:pt x="1786230" y="227091"/>
                  </a:lnTo>
                  <a:lnTo>
                    <a:pt x="1776469" y="225611"/>
                  </a:lnTo>
                  <a:lnTo>
                    <a:pt x="1766708" y="224125"/>
                  </a:lnTo>
                  <a:lnTo>
                    <a:pt x="1756947" y="222632"/>
                  </a:lnTo>
                  <a:lnTo>
                    <a:pt x="1747187" y="221134"/>
                  </a:lnTo>
                  <a:lnTo>
                    <a:pt x="1737426" y="219630"/>
                  </a:lnTo>
                  <a:lnTo>
                    <a:pt x="1727665" y="218119"/>
                  </a:lnTo>
                  <a:lnTo>
                    <a:pt x="1717904" y="216603"/>
                  </a:lnTo>
                  <a:lnTo>
                    <a:pt x="1708143" y="215080"/>
                  </a:lnTo>
                  <a:lnTo>
                    <a:pt x="1698382" y="213433"/>
                  </a:lnTo>
                  <a:lnTo>
                    <a:pt x="1688622" y="211749"/>
                  </a:lnTo>
                  <a:lnTo>
                    <a:pt x="1678861" y="210495"/>
                  </a:lnTo>
                  <a:lnTo>
                    <a:pt x="1669100" y="208956"/>
                  </a:lnTo>
                  <a:lnTo>
                    <a:pt x="1659339" y="207413"/>
                  </a:lnTo>
                  <a:lnTo>
                    <a:pt x="1649578" y="205865"/>
                  </a:lnTo>
                  <a:lnTo>
                    <a:pt x="1639818" y="204310"/>
                  </a:lnTo>
                  <a:lnTo>
                    <a:pt x="1630057" y="202750"/>
                  </a:lnTo>
                  <a:lnTo>
                    <a:pt x="1620296" y="201173"/>
                  </a:lnTo>
                  <a:lnTo>
                    <a:pt x="1610535" y="199376"/>
                  </a:lnTo>
                  <a:lnTo>
                    <a:pt x="1600774" y="196964"/>
                  </a:lnTo>
                  <a:lnTo>
                    <a:pt x="1591013" y="194451"/>
                  </a:lnTo>
                  <a:lnTo>
                    <a:pt x="1581253" y="191909"/>
                  </a:lnTo>
                  <a:lnTo>
                    <a:pt x="1571492" y="189368"/>
                  </a:lnTo>
                  <a:lnTo>
                    <a:pt x="1561731" y="186830"/>
                  </a:lnTo>
                  <a:lnTo>
                    <a:pt x="1551970" y="184815"/>
                  </a:lnTo>
                  <a:lnTo>
                    <a:pt x="1542209" y="183073"/>
                  </a:lnTo>
                  <a:lnTo>
                    <a:pt x="1532448" y="181441"/>
                  </a:lnTo>
                  <a:lnTo>
                    <a:pt x="1522688" y="180226"/>
                  </a:lnTo>
                  <a:lnTo>
                    <a:pt x="1512927" y="178746"/>
                  </a:lnTo>
                  <a:lnTo>
                    <a:pt x="1503166" y="176614"/>
                  </a:lnTo>
                  <a:lnTo>
                    <a:pt x="1493405" y="174651"/>
                  </a:lnTo>
                  <a:lnTo>
                    <a:pt x="1483644" y="172385"/>
                  </a:lnTo>
                  <a:lnTo>
                    <a:pt x="1473884" y="170280"/>
                  </a:lnTo>
                  <a:lnTo>
                    <a:pt x="1464123" y="167850"/>
                  </a:lnTo>
                  <a:lnTo>
                    <a:pt x="1454362" y="166828"/>
                  </a:lnTo>
                  <a:lnTo>
                    <a:pt x="1444601" y="164980"/>
                  </a:lnTo>
                  <a:lnTo>
                    <a:pt x="1434840" y="163188"/>
                  </a:lnTo>
                  <a:lnTo>
                    <a:pt x="1425079" y="161403"/>
                  </a:lnTo>
                  <a:lnTo>
                    <a:pt x="1415319" y="159770"/>
                  </a:lnTo>
                  <a:lnTo>
                    <a:pt x="1405558" y="157936"/>
                  </a:lnTo>
                  <a:lnTo>
                    <a:pt x="1395797" y="156084"/>
                  </a:lnTo>
                  <a:lnTo>
                    <a:pt x="1386036" y="154448"/>
                  </a:lnTo>
                  <a:lnTo>
                    <a:pt x="1376275" y="152949"/>
                  </a:lnTo>
                  <a:lnTo>
                    <a:pt x="1366515" y="150666"/>
                  </a:lnTo>
                  <a:lnTo>
                    <a:pt x="1356754" y="148604"/>
                  </a:lnTo>
                  <a:lnTo>
                    <a:pt x="1346993" y="146715"/>
                  </a:lnTo>
                  <a:lnTo>
                    <a:pt x="1337232" y="144852"/>
                  </a:lnTo>
                  <a:lnTo>
                    <a:pt x="1327471" y="142917"/>
                  </a:lnTo>
                  <a:lnTo>
                    <a:pt x="1317710" y="141019"/>
                  </a:lnTo>
                  <a:lnTo>
                    <a:pt x="1307950" y="139114"/>
                  </a:lnTo>
                  <a:lnTo>
                    <a:pt x="1298189" y="137202"/>
                  </a:lnTo>
                  <a:lnTo>
                    <a:pt x="1288428" y="135261"/>
                  </a:lnTo>
                  <a:lnTo>
                    <a:pt x="1278667" y="133309"/>
                  </a:lnTo>
                  <a:lnTo>
                    <a:pt x="1268906" y="131454"/>
                  </a:lnTo>
                  <a:lnTo>
                    <a:pt x="1259145" y="130720"/>
                  </a:lnTo>
                  <a:lnTo>
                    <a:pt x="1249385" y="129829"/>
                  </a:lnTo>
                  <a:lnTo>
                    <a:pt x="1239624" y="128316"/>
                  </a:lnTo>
                  <a:lnTo>
                    <a:pt x="1229863" y="125009"/>
                  </a:lnTo>
                  <a:lnTo>
                    <a:pt x="1220102" y="122448"/>
                  </a:lnTo>
                  <a:lnTo>
                    <a:pt x="1210341" y="120701"/>
                  </a:lnTo>
                  <a:lnTo>
                    <a:pt x="1200581" y="118948"/>
                  </a:lnTo>
                  <a:lnTo>
                    <a:pt x="1190820" y="116532"/>
                  </a:lnTo>
                  <a:lnTo>
                    <a:pt x="1181059" y="114073"/>
                  </a:lnTo>
                  <a:lnTo>
                    <a:pt x="1171298" y="113257"/>
                  </a:lnTo>
                  <a:lnTo>
                    <a:pt x="1161537" y="112008"/>
                  </a:lnTo>
                  <a:lnTo>
                    <a:pt x="1151776" y="110258"/>
                  </a:lnTo>
                  <a:lnTo>
                    <a:pt x="1142016" y="108415"/>
                  </a:lnTo>
                  <a:lnTo>
                    <a:pt x="1132255" y="106228"/>
                  </a:lnTo>
                  <a:lnTo>
                    <a:pt x="1122494" y="104688"/>
                  </a:lnTo>
                  <a:lnTo>
                    <a:pt x="1112733" y="103213"/>
                  </a:lnTo>
                  <a:lnTo>
                    <a:pt x="1102972" y="100696"/>
                  </a:lnTo>
                  <a:lnTo>
                    <a:pt x="1093212" y="98708"/>
                  </a:lnTo>
                  <a:lnTo>
                    <a:pt x="1083451" y="97871"/>
                  </a:lnTo>
                  <a:lnTo>
                    <a:pt x="1073690" y="95991"/>
                  </a:lnTo>
                  <a:lnTo>
                    <a:pt x="1063929" y="94296"/>
                  </a:lnTo>
                  <a:lnTo>
                    <a:pt x="1054168" y="92509"/>
                  </a:lnTo>
                  <a:lnTo>
                    <a:pt x="1044407" y="91098"/>
                  </a:lnTo>
                  <a:lnTo>
                    <a:pt x="1034647" y="88910"/>
                  </a:lnTo>
                  <a:lnTo>
                    <a:pt x="1024886" y="87115"/>
                  </a:lnTo>
                  <a:lnTo>
                    <a:pt x="1015125" y="85247"/>
                  </a:lnTo>
                  <a:lnTo>
                    <a:pt x="1005364" y="83416"/>
                  </a:lnTo>
                  <a:lnTo>
                    <a:pt x="995603" y="81595"/>
                  </a:lnTo>
                  <a:lnTo>
                    <a:pt x="985842" y="80022"/>
                  </a:lnTo>
                  <a:lnTo>
                    <a:pt x="976082" y="77483"/>
                  </a:lnTo>
                  <a:lnTo>
                    <a:pt x="966321" y="75874"/>
                  </a:lnTo>
                  <a:lnTo>
                    <a:pt x="956560" y="73543"/>
                  </a:lnTo>
                  <a:lnTo>
                    <a:pt x="946799" y="71808"/>
                  </a:lnTo>
                  <a:lnTo>
                    <a:pt x="937038" y="70143"/>
                  </a:lnTo>
                  <a:lnTo>
                    <a:pt x="927278" y="68571"/>
                  </a:lnTo>
                  <a:lnTo>
                    <a:pt x="917517" y="66701"/>
                  </a:lnTo>
                  <a:lnTo>
                    <a:pt x="907756" y="65548"/>
                  </a:lnTo>
                  <a:lnTo>
                    <a:pt x="897995" y="64109"/>
                  </a:lnTo>
                  <a:lnTo>
                    <a:pt x="888234" y="62987"/>
                  </a:lnTo>
                  <a:lnTo>
                    <a:pt x="878473" y="61075"/>
                  </a:lnTo>
                  <a:lnTo>
                    <a:pt x="868713" y="59536"/>
                  </a:lnTo>
                  <a:lnTo>
                    <a:pt x="858952" y="58209"/>
                  </a:lnTo>
                  <a:lnTo>
                    <a:pt x="849191" y="57239"/>
                  </a:lnTo>
                  <a:lnTo>
                    <a:pt x="839430" y="56253"/>
                  </a:lnTo>
                  <a:lnTo>
                    <a:pt x="829669" y="55248"/>
                  </a:lnTo>
                  <a:lnTo>
                    <a:pt x="819909" y="54240"/>
                  </a:lnTo>
                  <a:lnTo>
                    <a:pt x="810148" y="53231"/>
                  </a:lnTo>
                  <a:lnTo>
                    <a:pt x="800387" y="51845"/>
                  </a:lnTo>
                  <a:lnTo>
                    <a:pt x="790626" y="50701"/>
                  </a:lnTo>
                  <a:lnTo>
                    <a:pt x="780865" y="50228"/>
                  </a:lnTo>
                  <a:lnTo>
                    <a:pt x="771104" y="48832"/>
                  </a:lnTo>
                  <a:lnTo>
                    <a:pt x="761344" y="47586"/>
                  </a:lnTo>
                  <a:lnTo>
                    <a:pt x="751583" y="46528"/>
                  </a:lnTo>
                  <a:lnTo>
                    <a:pt x="741822" y="43933"/>
                  </a:lnTo>
                  <a:lnTo>
                    <a:pt x="732061" y="43842"/>
                  </a:lnTo>
                  <a:lnTo>
                    <a:pt x="722300" y="41851"/>
                  </a:lnTo>
                  <a:lnTo>
                    <a:pt x="712539" y="40857"/>
                  </a:lnTo>
                  <a:lnTo>
                    <a:pt x="702779" y="38907"/>
                  </a:lnTo>
                  <a:lnTo>
                    <a:pt x="693018" y="38578"/>
                  </a:lnTo>
                  <a:lnTo>
                    <a:pt x="683257" y="35604"/>
                  </a:lnTo>
                  <a:lnTo>
                    <a:pt x="673496" y="34494"/>
                  </a:lnTo>
                  <a:lnTo>
                    <a:pt x="663735" y="32395"/>
                  </a:lnTo>
                  <a:lnTo>
                    <a:pt x="653975" y="30295"/>
                  </a:lnTo>
                  <a:lnTo>
                    <a:pt x="644214" y="29205"/>
                  </a:lnTo>
                  <a:lnTo>
                    <a:pt x="634453" y="27621"/>
                  </a:lnTo>
                  <a:lnTo>
                    <a:pt x="624692" y="26671"/>
                  </a:lnTo>
                  <a:lnTo>
                    <a:pt x="614931" y="25785"/>
                  </a:lnTo>
                  <a:lnTo>
                    <a:pt x="605170" y="24854"/>
                  </a:lnTo>
                  <a:lnTo>
                    <a:pt x="595410" y="23901"/>
                  </a:lnTo>
                  <a:lnTo>
                    <a:pt x="585649" y="22307"/>
                  </a:lnTo>
                  <a:lnTo>
                    <a:pt x="575888" y="20932"/>
                  </a:lnTo>
                  <a:lnTo>
                    <a:pt x="566127" y="20749"/>
                  </a:lnTo>
                  <a:lnTo>
                    <a:pt x="556366" y="20095"/>
                  </a:lnTo>
                  <a:lnTo>
                    <a:pt x="546606" y="18722"/>
                  </a:lnTo>
                  <a:lnTo>
                    <a:pt x="536845" y="18080"/>
                  </a:lnTo>
                  <a:lnTo>
                    <a:pt x="527084" y="17361"/>
                  </a:lnTo>
                  <a:lnTo>
                    <a:pt x="517323" y="16415"/>
                  </a:lnTo>
                  <a:lnTo>
                    <a:pt x="507562" y="15477"/>
                  </a:lnTo>
                  <a:lnTo>
                    <a:pt x="497801" y="14734"/>
                  </a:lnTo>
                  <a:lnTo>
                    <a:pt x="488041" y="14310"/>
                  </a:lnTo>
                  <a:lnTo>
                    <a:pt x="478280" y="14495"/>
                  </a:lnTo>
                  <a:lnTo>
                    <a:pt x="468519" y="14345"/>
                  </a:lnTo>
                  <a:lnTo>
                    <a:pt x="458758" y="13849"/>
                  </a:lnTo>
                  <a:lnTo>
                    <a:pt x="448997" y="14089"/>
                  </a:lnTo>
                  <a:lnTo>
                    <a:pt x="439236" y="13755"/>
                  </a:lnTo>
                  <a:lnTo>
                    <a:pt x="429476" y="12884"/>
                  </a:lnTo>
                  <a:lnTo>
                    <a:pt x="419715" y="11827"/>
                  </a:lnTo>
                  <a:lnTo>
                    <a:pt x="409954" y="11696"/>
                  </a:lnTo>
                  <a:lnTo>
                    <a:pt x="400193" y="11597"/>
                  </a:lnTo>
                  <a:lnTo>
                    <a:pt x="390432" y="11917"/>
                  </a:lnTo>
                  <a:lnTo>
                    <a:pt x="380672" y="12396"/>
                  </a:lnTo>
                  <a:lnTo>
                    <a:pt x="370911" y="12853"/>
                  </a:lnTo>
                  <a:lnTo>
                    <a:pt x="361150" y="12064"/>
                  </a:lnTo>
                  <a:lnTo>
                    <a:pt x="351389" y="10983"/>
                  </a:lnTo>
                  <a:lnTo>
                    <a:pt x="341628" y="9730"/>
                  </a:lnTo>
                  <a:lnTo>
                    <a:pt x="331867" y="8986"/>
                  </a:lnTo>
                  <a:lnTo>
                    <a:pt x="322107" y="8653"/>
                  </a:lnTo>
                  <a:lnTo>
                    <a:pt x="312346" y="8208"/>
                  </a:lnTo>
                  <a:lnTo>
                    <a:pt x="302585" y="7791"/>
                  </a:lnTo>
                  <a:lnTo>
                    <a:pt x="292824" y="8147"/>
                  </a:lnTo>
                  <a:lnTo>
                    <a:pt x="283063" y="7052"/>
                  </a:lnTo>
                  <a:lnTo>
                    <a:pt x="273303" y="6373"/>
                  </a:lnTo>
                  <a:lnTo>
                    <a:pt x="263542" y="5936"/>
                  </a:lnTo>
                  <a:lnTo>
                    <a:pt x="253781" y="5875"/>
                  </a:lnTo>
                  <a:lnTo>
                    <a:pt x="244020" y="5162"/>
                  </a:lnTo>
                  <a:lnTo>
                    <a:pt x="234259" y="4260"/>
                  </a:lnTo>
                  <a:lnTo>
                    <a:pt x="224498" y="3365"/>
                  </a:lnTo>
                  <a:lnTo>
                    <a:pt x="214738" y="3307"/>
                  </a:lnTo>
                  <a:lnTo>
                    <a:pt x="204977" y="3248"/>
                  </a:lnTo>
                  <a:lnTo>
                    <a:pt x="195216" y="3205"/>
                  </a:lnTo>
                  <a:lnTo>
                    <a:pt x="185455" y="2385"/>
                  </a:lnTo>
                  <a:lnTo>
                    <a:pt x="175694" y="2325"/>
                  </a:lnTo>
                  <a:lnTo>
                    <a:pt x="165933" y="3022"/>
                  </a:lnTo>
                  <a:lnTo>
                    <a:pt x="156173" y="3315"/>
                  </a:lnTo>
                  <a:lnTo>
                    <a:pt x="146412" y="2966"/>
                  </a:lnTo>
                  <a:lnTo>
                    <a:pt x="136651" y="2931"/>
                  </a:lnTo>
                  <a:lnTo>
                    <a:pt x="126890" y="2903"/>
                  </a:lnTo>
                  <a:lnTo>
                    <a:pt x="117129" y="2874"/>
                  </a:lnTo>
                  <a:lnTo>
                    <a:pt x="107369" y="2843"/>
                  </a:lnTo>
                  <a:lnTo>
                    <a:pt x="97608" y="2763"/>
                  </a:lnTo>
                  <a:lnTo>
                    <a:pt x="87847" y="2684"/>
                  </a:lnTo>
                  <a:lnTo>
                    <a:pt x="78086" y="1486"/>
                  </a:lnTo>
                  <a:lnTo>
                    <a:pt x="68325" y="187"/>
                  </a:lnTo>
                  <a:lnTo>
                    <a:pt x="58564" y="0"/>
                  </a:lnTo>
                  <a:lnTo>
                    <a:pt x="48804" y="195"/>
                  </a:lnTo>
                  <a:lnTo>
                    <a:pt x="39043" y="384"/>
                  </a:lnTo>
                  <a:lnTo>
                    <a:pt x="29282" y="987"/>
                  </a:lnTo>
                  <a:lnTo>
                    <a:pt x="19521" y="816"/>
                  </a:lnTo>
                  <a:lnTo>
                    <a:pt x="9760" y="1438"/>
                  </a:lnTo>
                  <a:lnTo>
                    <a:pt x="0" y="2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611514" y="981184"/>
              <a:ext cx="2528052" cy="4680978"/>
            </a:xfrm>
            <a:custGeom>
              <a:avLst/>
              <a:pathLst>
                <a:path w="2528052" h="4680978">
                  <a:moveTo>
                    <a:pt x="0" y="3979143"/>
                  </a:moveTo>
                  <a:lnTo>
                    <a:pt x="9760" y="3982178"/>
                  </a:lnTo>
                  <a:lnTo>
                    <a:pt x="19521" y="3984480"/>
                  </a:lnTo>
                  <a:lnTo>
                    <a:pt x="29282" y="3986691"/>
                  </a:lnTo>
                  <a:lnTo>
                    <a:pt x="39043" y="3990701"/>
                  </a:lnTo>
                  <a:lnTo>
                    <a:pt x="48804" y="3993222"/>
                  </a:lnTo>
                  <a:lnTo>
                    <a:pt x="58564" y="3997817"/>
                  </a:lnTo>
                  <a:lnTo>
                    <a:pt x="68325" y="4000105"/>
                  </a:lnTo>
                  <a:lnTo>
                    <a:pt x="78086" y="4001458"/>
                  </a:lnTo>
                  <a:lnTo>
                    <a:pt x="87847" y="4003636"/>
                  </a:lnTo>
                  <a:lnTo>
                    <a:pt x="97608" y="4005163"/>
                  </a:lnTo>
                  <a:lnTo>
                    <a:pt x="107369" y="4006805"/>
                  </a:lnTo>
                  <a:lnTo>
                    <a:pt x="117129" y="4008573"/>
                  </a:lnTo>
                  <a:lnTo>
                    <a:pt x="126890" y="4009816"/>
                  </a:lnTo>
                  <a:lnTo>
                    <a:pt x="136651" y="4010520"/>
                  </a:lnTo>
                  <a:lnTo>
                    <a:pt x="146412" y="4011841"/>
                  </a:lnTo>
                  <a:lnTo>
                    <a:pt x="156173" y="4012421"/>
                  </a:lnTo>
                  <a:lnTo>
                    <a:pt x="165933" y="4013255"/>
                  </a:lnTo>
                  <a:lnTo>
                    <a:pt x="175694" y="4013825"/>
                  </a:lnTo>
                  <a:lnTo>
                    <a:pt x="185455" y="4014677"/>
                  </a:lnTo>
                  <a:lnTo>
                    <a:pt x="195216" y="4013889"/>
                  </a:lnTo>
                  <a:lnTo>
                    <a:pt x="204977" y="4013358"/>
                  </a:lnTo>
                  <a:lnTo>
                    <a:pt x="214738" y="4010570"/>
                  </a:lnTo>
                  <a:lnTo>
                    <a:pt x="224498" y="4008984"/>
                  </a:lnTo>
                  <a:lnTo>
                    <a:pt x="234259" y="4007951"/>
                  </a:lnTo>
                  <a:lnTo>
                    <a:pt x="244020" y="4007458"/>
                  </a:lnTo>
                  <a:lnTo>
                    <a:pt x="253781" y="4007341"/>
                  </a:lnTo>
                  <a:lnTo>
                    <a:pt x="263542" y="4004718"/>
                  </a:lnTo>
                  <a:lnTo>
                    <a:pt x="273303" y="4002061"/>
                  </a:lnTo>
                  <a:lnTo>
                    <a:pt x="283063" y="3999981"/>
                  </a:lnTo>
                  <a:lnTo>
                    <a:pt x="292824" y="3998837"/>
                  </a:lnTo>
                  <a:lnTo>
                    <a:pt x="302585" y="3996974"/>
                  </a:lnTo>
                  <a:lnTo>
                    <a:pt x="312346" y="3995690"/>
                  </a:lnTo>
                  <a:lnTo>
                    <a:pt x="322107" y="3992754"/>
                  </a:lnTo>
                  <a:lnTo>
                    <a:pt x="331867" y="3990461"/>
                  </a:lnTo>
                  <a:lnTo>
                    <a:pt x="341628" y="3987693"/>
                  </a:lnTo>
                  <a:lnTo>
                    <a:pt x="351389" y="3984896"/>
                  </a:lnTo>
                  <a:lnTo>
                    <a:pt x="361150" y="3982690"/>
                  </a:lnTo>
                  <a:lnTo>
                    <a:pt x="370911" y="3980032"/>
                  </a:lnTo>
                  <a:lnTo>
                    <a:pt x="380672" y="3977899"/>
                  </a:lnTo>
                  <a:lnTo>
                    <a:pt x="390432" y="3974160"/>
                  </a:lnTo>
                  <a:lnTo>
                    <a:pt x="400193" y="3969957"/>
                  </a:lnTo>
                  <a:lnTo>
                    <a:pt x="409954" y="3963987"/>
                  </a:lnTo>
                  <a:lnTo>
                    <a:pt x="419715" y="3960295"/>
                  </a:lnTo>
                  <a:lnTo>
                    <a:pt x="429476" y="3958230"/>
                  </a:lnTo>
                  <a:lnTo>
                    <a:pt x="439236" y="3954234"/>
                  </a:lnTo>
                  <a:lnTo>
                    <a:pt x="448997" y="3948260"/>
                  </a:lnTo>
                  <a:lnTo>
                    <a:pt x="458758" y="3941202"/>
                  </a:lnTo>
                  <a:lnTo>
                    <a:pt x="468519" y="3936548"/>
                  </a:lnTo>
                  <a:lnTo>
                    <a:pt x="478280" y="3935701"/>
                  </a:lnTo>
                  <a:lnTo>
                    <a:pt x="488041" y="3930687"/>
                  </a:lnTo>
                  <a:lnTo>
                    <a:pt x="497801" y="3926028"/>
                  </a:lnTo>
                  <a:lnTo>
                    <a:pt x="507562" y="3917764"/>
                  </a:lnTo>
                  <a:lnTo>
                    <a:pt x="517323" y="3912816"/>
                  </a:lnTo>
                  <a:lnTo>
                    <a:pt x="527084" y="3905806"/>
                  </a:lnTo>
                  <a:lnTo>
                    <a:pt x="536845" y="3899055"/>
                  </a:lnTo>
                  <a:lnTo>
                    <a:pt x="546606" y="3893644"/>
                  </a:lnTo>
                  <a:lnTo>
                    <a:pt x="556366" y="3888531"/>
                  </a:lnTo>
                  <a:lnTo>
                    <a:pt x="566127" y="3884582"/>
                  </a:lnTo>
                  <a:lnTo>
                    <a:pt x="575888" y="3876037"/>
                  </a:lnTo>
                  <a:lnTo>
                    <a:pt x="585649" y="3866961"/>
                  </a:lnTo>
                  <a:lnTo>
                    <a:pt x="595410" y="3858635"/>
                  </a:lnTo>
                  <a:lnTo>
                    <a:pt x="605170" y="3855325"/>
                  </a:lnTo>
                  <a:lnTo>
                    <a:pt x="614931" y="3846469"/>
                  </a:lnTo>
                  <a:lnTo>
                    <a:pt x="624692" y="3840381"/>
                  </a:lnTo>
                  <a:lnTo>
                    <a:pt x="634453" y="3833513"/>
                  </a:lnTo>
                  <a:lnTo>
                    <a:pt x="644214" y="3825435"/>
                  </a:lnTo>
                  <a:lnTo>
                    <a:pt x="653975" y="3818319"/>
                  </a:lnTo>
                  <a:lnTo>
                    <a:pt x="663735" y="3812554"/>
                  </a:lnTo>
                  <a:lnTo>
                    <a:pt x="673496" y="3806760"/>
                  </a:lnTo>
                  <a:lnTo>
                    <a:pt x="683257" y="3801081"/>
                  </a:lnTo>
                  <a:lnTo>
                    <a:pt x="693018" y="3795213"/>
                  </a:lnTo>
                  <a:lnTo>
                    <a:pt x="702779" y="3789200"/>
                  </a:lnTo>
                  <a:lnTo>
                    <a:pt x="712539" y="3783139"/>
                  </a:lnTo>
                  <a:lnTo>
                    <a:pt x="722300" y="3777029"/>
                  </a:lnTo>
                  <a:lnTo>
                    <a:pt x="732061" y="3770887"/>
                  </a:lnTo>
                  <a:lnTo>
                    <a:pt x="741822" y="3764743"/>
                  </a:lnTo>
                  <a:lnTo>
                    <a:pt x="751583" y="3758551"/>
                  </a:lnTo>
                  <a:lnTo>
                    <a:pt x="761344" y="3752311"/>
                  </a:lnTo>
                  <a:lnTo>
                    <a:pt x="771104" y="3745017"/>
                  </a:lnTo>
                  <a:lnTo>
                    <a:pt x="780865" y="3736629"/>
                  </a:lnTo>
                  <a:lnTo>
                    <a:pt x="790626" y="3721970"/>
                  </a:lnTo>
                  <a:lnTo>
                    <a:pt x="800387" y="3703689"/>
                  </a:lnTo>
                  <a:lnTo>
                    <a:pt x="810148" y="3685153"/>
                  </a:lnTo>
                  <a:lnTo>
                    <a:pt x="819909" y="3671427"/>
                  </a:lnTo>
                  <a:lnTo>
                    <a:pt x="829669" y="3668191"/>
                  </a:lnTo>
                  <a:lnTo>
                    <a:pt x="839430" y="3664945"/>
                  </a:lnTo>
                  <a:lnTo>
                    <a:pt x="849191" y="3661689"/>
                  </a:lnTo>
                  <a:lnTo>
                    <a:pt x="858952" y="3653834"/>
                  </a:lnTo>
                  <a:lnTo>
                    <a:pt x="868713" y="3639375"/>
                  </a:lnTo>
                  <a:lnTo>
                    <a:pt x="878473" y="3631667"/>
                  </a:lnTo>
                  <a:lnTo>
                    <a:pt x="888234" y="3624841"/>
                  </a:lnTo>
                  <a:lnTo>
                    <a:pt x="897995" y="3617967"/>
                  </a:lnTo>
                  <a:lnTo>
                    <a:pt x="907756" y="3611045"/>
                  </a:lnTo>
                  <a:lnTo>
                    <a:pt x="917517" y="3600607"/>
                  </a:lnTo>
                  <a:lnTo>
                    <a:pt x="927278" y="3585055"/>
                  </a:lnTo>
                  <a:lnTo>
                    <a:pt x="937038" y="3569311"/>
                  </a:lnTo>
                  <a:lnTo>
                    <a:pt x="946799" y="3553372"/>
                  </a:lnTo>
                  <a:lnTo>
                    <a:pt x="956560" y="3543018"/>
                  </a:lnTo>
                  <a:lnTo>
                    <a:pt x="966321" y="3535534"/>
                  </a:lnTo>
                  <a:lnTo>
                    <a:pt x="976082" y="3521830"/>
                  </a:lnTo>
                  <a:lnTo>
                    <a:pt x="985842" y="3508052"/>
                  </a:lnTo>
                  <a:lnTo>
                    <a:pt x="995603" y="3494206"/>
                  </a:lnTo>
                  <a:lnTo>
                    <a:pt x="1005364" y="3480214"/>
                  </a:lnTo>
                  <a:lnTo>
                    <a:pt x="1015125" y="3466075"/>
                  </a:lnTo>
                  <a:lnTo>
                    <a:pt x="1024886" y="3451790"/>
                  </a:lnTo>
                  <a:lnTo>
                    <a:pt x="1034647" y="3437357"/>
                  </a:lnTo>
                  <a:lnTo>
                    <a:pt x="1044407" y="3422776"/>
                  </a:lnTo>
                  <a:lnTo>
                    <a:pt x="1054168" y="3409557"/>
                  </a:lnTo>
                  <a:lnTo>
                    <a:pt x="1063929" y="3397682"/>
                  </a:lnTo>
                  <a:lnTo>
                    <a:pt x="1073690" y="3385713"/>
                  </a:lnTo>
                  <a:lnTo>
                    <a:pt x="1083451" y="3373437"/>
                  </a:lnTo>
                  <a:lnTo>
                    <a:pt x="1093212" y="3356185"/>
                  </a:lnTo>
                  <a:lnTo>
                    <a:pt x="1102972" y="3339114"/>
                  </a:lnTo>
                  <a:lnTo>
                    <a:pt x="1112733" y="3327568"/>
                  </a:lnTo>
                  <a:lnTo>
                    <a:pt x="1122494" y="3315935"/>
                  </a:lnTo>
                  <a:lnTo>
                    <a:pt x="1132255" y="3304334"/>
                  </a:lnTo>
                  <a:lnTo>
                    <a:pt x="1142016" y="3292635"/>
                  </a:lnTo>
                  <a:lnTo>
                    <a:pt x="1151776" y="3280838"/>
                  </a:lnTo>
                  <a:lnTo>
                    <a:pt x="1161537" y="3268941"/>
                  </a:lnTo>
                  <a:lnTo>
                    <a:pt x="1171298" y="3254884"/>
                  </a:lnTo>
                  <a:lnTo>
                    <a:pt x="1181059" y="3237349"/>
                  </a:lnTo>
                  <a:lnTo>
                    <a:pt x="1190820" y="3219626"/>
                  </a:lnTo>
                  <a:lnTo>
                    <a:pt x="1200581" y="3202119"/>
                  </a:lnTo>
                  <a:lnTo>
                    <a:pt x="1210341" y="3183529"/>
                  </a:lnTo>
                  <a:lnTo>
                    <a:pt x="1220102" y="3167441"/>
                  </a:lnTo>
                  <a:lnTo>
                    <a:pt x="1229863" y="3154754"/>
                  </a:lnTo>
                  <a:lnTo>
                    <a:pt x="1239624" y="3137473"/>
                  </a:lnTo>
                  <a:lnTo>
                    <a:pt x="1249385" y="3117306"/>
                  </a:lnTo>
                  <a:lnTo>
                    <a:pt x="1259145" y="3103048"/>
                  </a:lnTo>
                  <a:lnTo>
                    <a:pt x="1268906" y="3089980"/>
                  </a:lnTo>
                  <a:lnTo>
                    <a:pt x="1278667" y="3076832"/>
                  </a:lnTo>
                  <a:lnTo>
                    <a:pt x="1288428" y="3063605"/>
                  </a:lnTo>
                  <a:lnTo>
                    <a:pt x="1298189" y="3050300"/>
                  </a:lnTo>
                  <a:lnTo>
                    <a:pt x="1307950" y="3036641"/>
                  </a:lnTo>
                  <a:lnTo>
                    <a:pt x="1317710" y="3018223"/>
                  </a:lnTo>
                  <a:lnTo>
                    <a:pt x="1327471" y="2999551"/>
                  </a:lnTo>
                  <a:lnTo>
                    <a:pt x="1337232" y="2982002"/>
                  </a:lnTo>
                  <a:lnTo>
                    <a:pt x="1346993" y="2966039"/>
                  </a:lnTo>
                  <a:lnTo>
                    <a:pt x="1356754" y="2947965"/>
                  </a:lnTo>
                  <a:lnTo>
                    <a:pt x="1366515" y="2929749"/>
                  </a:lnTo>
                  <a:lnTo>
                    <a:pt x="1376275" y="2911393"/>
                  </a:lnTo>
                  <a:lnTo>
                    <a:pt x="1386036" y="2892895"/>
                  </a:lnTo>
                  <a:lnTo>
                    <a:pt x="1395797" y="2874256"/>
                  </a:lnTo>
                  <a:lnTo>
                    <a:pt x="1405558" y="2855477"/>
                  </a:lnTo>
                  <a:lnTo>
                    <a:pt x="1415319" y="2833322"/>
                  </a:lnTo>
                  <a:lnTo>
                    <a:pt x="1425079" y="2810658"/>
                  </a:lnTo>
                  <a:lnTo>
                    <a:pt x="1434840" y="2787777"/>
                  </a:lnTo>
                  <a:lnTo>
                    <a:pt x="1444601" y="2764678"/>
                  </a:lnTo>
                  <a:lnTo>
                    <a:pt x="1454362" y="2742776"/>
                  </a:lnTo>
                  <a:lnTo>
                    <a:pt x="1464123" y="2727231"/>
                  </a:lnTo>
                  <a:lnTo>
                    <a:pt x="1473884" y="2711646"/>
                  </a:lnTo>
                  <a:lnTo>
                    <a:pt x="1483644" y="2695970"/>
                  </a:lnTo>
                  <a:lnTo>
                    <a:pt x="1493405" y="2680196"/>
                  </a:lnTo>
                  <a:lnTo>
                    <a:pt x="1503166" y="2660032"/>
                  </a:lnTo>
                  <a:lnTo>
                    <a:pt x="1512927" y="2639733"/>
                  </a:lnTo>
                  <a:lnTo>
                    <a:pt x="1522688" y="2619299"/>
                  </a:lnTo>
                  <a:lnTo>
                    <a:pt x="1532448" y="2598731"/>
                  </a:lnTo>
                  <a:lnTo>
                    <a:pt x="1542209" y="2578029"/>
                  </a:lnTo>
                  <a:lnTo>
                    <a:pt x="1551970" y="2557194"/>
                  </a:lnTo>
                  <a:lnTo>
                    <a:pt x="1561731" y="2536228"/>
                  </a:lnTo>
                  <a:lnTo>
                    <a:pt x="1571492" y="2515131"/>
                  </a:lnTo>
                  <a:lnTo>
                    <a:pt x="1581253" y="2493903"/>
                  </a:lnTo>
                  <a:lnTo>
                    <a:pt x="1591013" y="2472688"/>
                  </a:lnTo>
                  <a:lnTo>
                    <a:pt x="1600774" y="2451352"/>
                  </a:lnTo>
                  <a:lnTo>
                    <a:pt x="1610535" y="2429890"/>
                  </a:lnTo>
                  <a:lnTo>
                    <a:pt x="1620296" y="2408303"/>
                  </a:lnTo>
                  <a:lnTo>
                    <a:pt x="1630057" y="2386593"/>
                  </a:lnTo>
                  <a:lnTo>
                    <a:pt x="1639818" y="2364761"/>
                  </a:lnTo>
                  <a:lnTo>
                    <a:pt x="1649578" y="2342807"/>
                  </a:lnTo>
                  <a:lnTo>
                    <a:pt x="1659339" y="2320734"/>
                  </a:lnTo>
                  <a:lnTo>
                    <a:pt x="1669100" y="2298541"/>
                  </a:lnTo>
                  <a:lnTo>
                    <a:pt x="1678861" y="2276231"/>
                  </a:lnTo>
                  <a:lnTo>
                    <a:pt x="1688622" y="2253804"/>
                  </a:lnTo>
                  <a:lnTo>
                    <a:pt x="1698382" y="2231822"/>
                  </a:lnTo>
                  <a:lnTo>
                    <a:pt x="1708143" y="2212730"/>
                  </a:lnTo>
                  <a:lnTo>
                    <a:pt x="1717904" y="2188435"/>
                  </a:lnTo>
                  <a:lnTo>
                    <a:pt x="1727665" y="2164025"/>
                  </a:lnTo>
                  <a:lnTo>
                    <a:pt x="1737426" y="2139548"/>
                  </a:lnTo>
                  <a:lnTo>
                    <a:pt x="1747187" y="2116312"/>
                  </a:lnTo>
                  <a:lnTo>
                    <a:pt x="1756947" y="2092968"/>
                  </a:lnTo>
                  <a:lnTo>
                    <a:pt x="1766708" y="2069519"/>
                  </a:lnTo>
                  <a:lnTo>
                    <a:pt x="1776469" y="2045966"/>
                  </a:lnTo>
                  <a:lnTo>
                    <a:pt x="1786230" y="2022311"/>
                  </a:lnTo>
                  <a:lnTo>
                    <a:pt x="1795991" y="1998555"/>
                  </a:lnTo>
                  <a:lnTo>
                    <a:pt x="1805752" y="1974700"/>
                  </a:lnTo>
                  <a:lnTo>
                    <a:pt x="1815512" y="1950748"/>
                  </a:lnTo>
                  <a:lnTo>
                    <a:pt x="1825273" y="1926701"/>
                  </a:lnTo>
                  <a:lnTo>
                    <a:pt x="1835034" y="1902637"/>
                  </a:lnTo>
                  <a:lnTo>
                    <a:pt x="1844795" y="1878515"/>
                  </a:lnTo>
                  <a:lnTo>
                    <a:pt x="1854556" y="1854303"/>
                  </a:lnTo>
                  <a:lnTo>
                    <a:pt x="1864316" y="1830004"/>
                  </a:lnTo>
                  <a:lnTo>
                    <a:pt x="1874077" y="1805632"/>
                  </a:lnTo>
                  <a:lnTo>
                    <a:pt x="1883838" y="1783971"/>
                  </a:lnTo>
                  <a:lnTo>
                    <a:pt x="1893599" y="1762233"/>
                  </a:lnTo>
                  <a:lnTo>
                    <a:pt x="1903360" y="1740419"/>
                  </a:lnTo>
                  <a:lnTo>
                    <a:pt x="1913121" y="1718531"/>
                  </a:lnTo>
                  <a:lnTo>
                    <a:pt x="1922881" y="1696570"/>
                  </a:lnTo>
                  <a:lnTo>
                    <a:pt x="1932642" y="1674538"/>
                  </a:lnTo>
                  <a:lnTo>
                    <a:pt x="1942403" y="1652435"/>
                  </a:lnTo>
                  <a:lnTo>
                    <a:pt x="1952164" y="1627822"/>
                  </a:lnTo>
                  <a:lnTo>
                    <a:pt x="1961925" y="1600392"/>
                  </a:lnTo>
                  <a:lnTo>
                    <a:pt x="1971685" y="1572868"/>
                  </a:lnTo>
                  <a:lnTo>
                    <a:pt x="1981446" y="1543609"/>
                  </a:lnTo>
                  <a:lnTo>
                    <a:pt x="1991207" y="1514189"/>
                  </a:lnTo>
                  <a:lnTo>
                    <a:pt x="2000968" y="1484662"/>
                  </a:lnTo>
                  <a:lnTo>
                    <a:pt x="2010729" y="1455322"/>
                  </a:lnTo>
                  <a:lnTo>
                    <a:pt x="2020490" y="1429719"/>
                  </a:lnTo>
                  <a:lnTo>
                    <a:pt x="2030250" y="1404063"/>
                  </a:lnTo>
                  <a:lnTo>
                    <a:pt x="2040011" y="1377515"/>
                  </a:lnTo>
                  <a:lnTo>
                    <a:pt x="2049772" y="1349276"/>
                  </a:lnTo>
                  <a:lnTo>
                    <a:pt x="2059533" y="1321093"/>
                  </a:lnTo>
                  <a:lnTo>
                    <a:pt x="2069294" y="1292847"/>
                  </a:lnTo>
                  <a:lnTo>
                    <a:pt x="2079055" y="1264541"/>
                  </a:lnTo>
                  <a:lnTo>
                    <a:pt x="2088815" y="1239935"/>
                  </a:lnTo>
                  <a:lnTo>
                    <a:pt x="2098576" y="1215683"/>
                  </a:lnTo>
                  <a:lnTo>
                    <a:pt x="2108337" y="1191416"/>
                  </a:lnTo>
                  <a:lnTo>
                    <a:pt x="2118098" y="1167110"/>
                  </a:lnTo>
                  <a:lnTo>
                    <a:pt x="2127859" y="1142660"/>
                  </a:lnTo>
                  <a:lnTo>
                    <a:pt x="2137619" y="1114043"/>
                  </a:lnTo>
                  <a:lnTo>
                    <a:pt x="2147380" y="1085366"/>
                  </a:lnTo>
                  <a:lnTo>
                    <a:pt x="2157141" y="1057606"/>
                  </a:lnTo>
                  <a:lnTo>
                    <a:pt x="2166902" y="1032045"/>
                  </a:lnTo>
                  <a:lnTo>
                    <a:pt x="2176663" y="1006459"/>
                  </a:lnTo>
                  <a:lnTo>
                    <a:pt x="2186424" y="980851"/>
                  </a:lnTo>
                  <a:lnTo>
                    <a:pt x="2196184" y="955224"/>
                  </a:lnTo>
                  <a:lnTo>
                    <a:pt x="2205945" y="929579"/>
                  </a:lnTo>
                  <a:lnTo>
                    <a:pt x="2215706" y="903919"/>
                  </a:lnTo>
                  <a:lnTo>
                    <a:pt x="2225467" y="878404"/>
                  </a:lnTo>
                  <a:lnTo>
                    <a:pt x="2235228" y="852885"/>
                  </a:lnTo>
                  <a:lnTo>
                    <a:pt x="2244988" y="827093"/>
                  </a:lnTo>
                  <a:lnTo>
                    <a:pt x="2254749" y="798967"/>
                  </a:lnTo>
                  <a:lnTo>
                    <a:pt x="2264510" y="770839"/>
                  </a:lnTo>
                  <a:lnTo>
                    <a:pt x="2274271" y="746269"/>
                  </a:lnTo>
                  <a:lnTo>
                    <a:pt x="2284032" y="723442"/>
                  </a:lnTo>
                  <a:lnTo>
                    <a:pt x="2293793" y="699338"/>
                  </a:lnTo>
                  <a:lnTo>
                    <a:pt x="2303553" y="673683"/>
                  </a:lnTo>
                  <a:lnTo>
                    <a:pt x="2313314" y="648038"/>
                  </a:lnTo>
                  <a:lnTo>
                    <a:pt x="2323075" y="622405"/>
                  </a:lnTo>
                  <a:lnTo>
                    <a:pt x="2332836" y="596788"/>
                  </a:lnTo>
                  <a:lnTo>
                    <a:pt x="2342597" y="570857"/>
                  </a:lnTo>
                  <a:lnTo>
                    <a:pt x="2352358" y="538209"/>
                  </a:lnTo>
                  <a:lnTo>
                    <a:pt x="2362118" y="505558"/>
                  </a:lnTo>
                  <a:lnTo>
                    <a:pt x="2371879" y="472911"/>
                  </a:lnTo>
                  <a:lnTo>
                    <a:pt x="2381640" y="440270"/>
                  </a:lnTo>
                  <a:lnTo>
                    <a:pt x="2391401" y="407643"/>
                  </a:lnTo>
                  <a:lnTo>
                    <a:pt x="2401162" y="376545"/>
                  </a:lnTo>
                  <a:lnTo>
                    <a:pt x="2410922" y="348495"/>
                  </a:lnTo>
                  <a:lnTo>
                    <a:pt x="2420683" y="320492"/>
                  </a:lnTo>
                  <a:lnTo>
                    <a:pt x="2430444" y="292541"/>
                  </a:lnTo>
                  <a:lnTo>
                    <a:pt x="2440205" y="264015"/>
                  </a:lnTo>
                  <a:lnTo>
                    <a:pt x="2449966" y="231672"/>
                  </a:lnTo>
                  <a:lnTo>
                    <a:pt x="2459727" y="199382"/>
                  </a:lnTo>
                  <a:lnTo>
                    <a:pt x="2469487" y="167305"/>
                  </a:lnTo>
                  <a:lnTo>
                    <a:pt x="2479248" y="135286"/>
                  </a:lnTo>
                  <a:lnTo>
                    <a:pt x="2489009" y="103330"/>
                  </a:lnTo>
                  <a:lnTo>
                    <a:pt x="2498770" y="76580"/>
                  </a:lnTo>
                  <a:lnTo>
                    <a:pt x="2508531" y="50957"/>
                  </a:lnTo>
                  <a:lnTo>
                    <a:pt x="2518291" y="25430"/>
                  </a:lnTo>
                  <a:lnTo>
                    <a:pt x="2528052" y="0"/>
                  </a:lnTo>
                  <a:lnTo>
                    <a:pt x="2528052" y="4680978"/>
                  </a:lnTo>
                  <a:lnTo>
                    <a:pt x="2518291" y="4680669"/>
                  </a:lnTo>
                  <a:lnTo>
                    <a:pt x="2508531" y="4680356"/>
                  </a:lnTo>
                  <a:lnTo>
                    <a:pt x="2498770" y="4680039"/>
                  </a:lnTo>
                  <a:lnTo>
                    <a:pt x="2489009" y="4679717"/>
                  </a:lnTo>
                  <a:lnTo>
                    <a:pt x="2479248" y="4679389"/>
                  </a:lnTo>
                  <a:lnTo>
                    <a:pt x="2469487" y="4679057"/>
                  </a:lnTo>
                  <a:lnTo>
                    <a:pt x="2459727" y="4678719"/>
                  </a:lnTo>
                  <a:lnTo>
                    <a:pt x="2449966" y="4678295"/>
                  </a:lnTo>
                  <a:lnTo>
                    <a:pt x="2440205" y="4677986"/>
                  </a:lnTo>
                  <a:lnTo>
                    <a:pt x="2430444" y="4677694"/>
                  </a:lnTo>
                  <a:lnTo>
                    <a:pt x="2420683" y="4677342"/>
                  </a:lnTo>
                  <a:lnTo>
                    <a:pt x="2410922" y="4676984"/>
                  </a:lnTo>
                  <a:lnTo>
                    <a:pt x="2401162" y="4676621"/>
                  </a:lnTo>
                  <a:lnTo>
                    <a:pt x="2391401" y="4676254"/>
                  </a:lnTo>
                  <a:lnTo>
                    <a:pt x="2381640" y="4675882"/>
                  </a:lnTo>
                  <a:lnTo>
                    <a:pt x="2371879" y="4675541"/>
                  </a:lnTo>
                  <a:lnTo>
                    <a:pt x="2362118" y="4675156"/>
                  </a:lnTo>
                  <a:lnTo>
                    <a:pt x="2352358" y="4674768"/>
                  </a:lnTo>
                  <a:lnTo>
                    <a:pt x="2342597" y="4674376"/>
                  </a:lnTo>
                  <a:lnTo>
                    <a:pt x="2332836" y="4673982"/>
                  </a:lnTo>
                  <a:lnTo>
                    <a:pt x="2323075" y="4673581"/>
                  </a:lnTo>
                  <a:lnTo>
                    <a:pt x="2313314" y="4673173"/>
                  </a:lnTo>
                  <a:lnTo>
                    <a:pt x="2303553" y="4672758"/>
                  </a:lnTo>
                  <a:lnTo>
                    <a:pt x="2293793" y="4672339"/>
                  </a:lnTo>
                  <a:lnTo>
                    <a:pt x="2284032" y="4671917"/>
                  </a:lnTo>
                  <a:lnTo>
                    <a:pt x="2274271" y="4671491"/>
                  </a:lnTo>
                  <a:lnTo>
                    <a:pt x="2264510" y="4671062"/>
                  </a:lnTo>
                  <a:lnTo>
                    <a:pt x="2254749" y="4670629"/>
                  </a:lnTo>
                  <a:lnTo>
                    <a:pt x="2244988" y="4670192"/>
                  </a:lnTo>
                  <a:lnTo>
                    <a:pt x="2235228" y="4669752"/>
                  </a:lnTo>
                  <a:lnTo>
                    <a:pt x="2225467" y="4669308"/>
                  </a:lnTo>
                  <a:lnTo>
                    <a:pt x="2215706" y="4668861"/>
                  </a:lnTo>
                  <a:lnTo>
                    <a:pt x="2205945" y="4668345"/>
                  </a:lnTo>
                  <a:lnTo>
                    <a:pt x="2196184" y="4667780"/>
                  </a:lnTo>
                  <a:lnTo>
                    <a:pt x="2186424" y="4667295"/>
                  </a:lnTo>
                  <a:lnTo>
                    <a:pt x="2176663" y="4666803"/>
                  </a:lnTo>
                  <a:lnTo>
                    <a:pt x="2166902" y="4666304"/>
                  </a:lnTo>
                  <a:lnTo>
                    <a:pt x="2157141" y="4665798"/>
                  </a:lnTo>
                  <a:lnTo>
                    <a:pt x="2147380" y="4665286"/>
                  </a:lnTo>
                  <a:lnTo>
                    <a:pt x="2137619" y="4664767"/>
                  </a:lnTo>
                  <a:lnTo>
                    <a:pt x="2127859" y="4664241"/>
                  </a:lnTo>
                  <a:lnTo>
                    <a:pt x="2118098" y="4663708"/>
                  </a:lnTo>
                  <a:lnTo>
                    <a:pt x="2108337" y="4663168"/>
                  </a:lnTo>
                  <a:lnTo>
                    <a:pt x="2098576" y="4662621"/>
                  </a:lnTo>
                  <a:lnTo>
                    <a:pt x="2088815" y="4662066"/>
                  </a:lnTo>
                  <a:lnTo>
                    <a:pt x="2079055" y="4661504"/>
                  </a:lnTo>
                  <a:lnTo>
                    <a:pt x="2069294" y="4660935"/>
                  </a:lnTo>
                  <a:lnTo>
                    <a:pt x="2059533" y="4660358"/>
                  </a:lnTo>
                  <a:lnTo>
                    <a:pt x="2049772" y="4659773"/>
                  </a:lnTo>
                  <a:lnTo>
                    <a:pt x="2040011" y="4659180"/>
                  </a:lnTo>
                  <a:lnTo>
                    <a:pt x="2030250" y="4658580"/>
                  </a:lnTo>
                  <a:lnTo>
                    <a:pt x="2020490" y="4657971"/>
                  </a:lnTo>
                  <a:lnTo>
                    <a:pt x="2010729" y="4657354"/>
                  </a:lnTo>
                  <a:lnTo>
                    <a:pt x="2000968" y="4656725"/>
                  </a:lnTo>
                  <a:lnTo>
                    <a:pt x="1991207" y="4656084"/>
                  </a:lnTo>
                  <a:lnTo>
                    <a:pt x="1981446" y="4655433"/>
                  </a:lnTo>
                  <a:lnTo>
                    <a:pt x="1971685" y="4654774"/>
                  </a:lnTo>
                  <a:lnTo>
                    <a:pt x="1961925" y="4654107"/>
                  </a:lnTo>
                  <a:lnTo>
                    <a:pt x="1952164" y="4653430"/>
                  </a:lnTo>
                  <a:lnTo>
                    <a:pt x="1942403" y="4652595"/>
                  </a:lnTo>
                  <a:lnTo>
                    <a:pt x="1932642" y="4651689"/>
                  </a:lnTo>
                  <a:lnTo>
                    <a:pt x="1922881" y="4650777"/>
                  </a:lnTo>
                  <a:lnTo>
                    <a:pt x="1913121" y="4649860"/>
                  </a:lnTo>
                  <a:lnTo>
                    <a:pt x="1903360" y="4648937"/>
                  </a:lnTo>
                  <a:lnTo>
                    <a:pt x="1893599" y="4648008"/>
                  </a:lnTo>
                  <a:lnTo>
                    <a:pt x="1883838" y="4647074"/>
                  </a:lnTo>
                  <a:lnTo>
                    <a:pt x="1874077" y="4646134"/>
                  </a:lnTo>
                  <a:lnTo>
                    <a:pt x="1864316" y="4645188"/>
                  </a:lnTo>
                  <a:lnTo>
                    <a:pt x="1854556" y="4644236"/>
                  </a:lnTo>
                  <a:lnTo>
                    <a:pt x="1844795" y="4643278"/>
                  </a:lnTo>
                  <a:lnTo>
                    <a:pt x="1835034" y="4642314"/>
                  </a:lnTo>
                  <a:lnTo>
                    <a:pt x="1825273" y="4641344"/>
                  </a:lnTo>
                  <a:lnTo>
                    <a:pt x="1815512" y="4640527"/>
                  </a:lnTo>
                  <a:lnTo>
                    <a:pt x="1805752" y="4639754"/>
                  </a:lnTo>
                  <a:lnTo>
                    <a:pt x="1795991" y="4638974"/>
                  </a:lnTo>
                  <a:lnTo>
                    <a:pt x="1786230" y="4638187"/>
                  </a:lnTo>
                  <a:lnTo>
                    <a:pt x="1776469" y="4637393"/>
                  </a:lnTo>
                  <a:lnTo>
                    <a:pt x="1766708" y="4636591"/>
                  </a:lnTo>
                  <a:lnTo>
                    <a:pt x="1756947" y="4635782"/>
                  </a:lnTo>
                  <a:lnTo>
                    <a:pt x="1747187" y="4634966"/>
                  </a:lnTo>
                  <a:lnTo>
                    <a:pt x="1737426" y="4634143"/>
                  </a:lnTo>
                  <a:lnTo>
                    <a:pt x="1727665" y="4633312"/>
                  </a:lnTo>
                  <a:lnTo>
                    <a:pt x="1717904" y="4632473"/>
                  </a:lnTo>
                  <a:lnTo>
                    <a:pt x="1708143" y="4631627"/>
                  </a:lnTo>
                  <a:lnTo>
                    <a:pt x="1698382" y="4630773"/>
                  </a:lnTo>
                  <a:lnTo>
                    <a:pt x="1688622" y="4629911"/>
                  </a:lnTo>
                  <a:lnTo>
                    <a:pt x="1678861" y="4629042"/>
                  </a:lnTo>
                  <a:lnTo>
                    <a:pt x="1669100" y="4628305"/>
                  </a:lnTo>
                  <a:lnTo>
                    <a:pt x="1659339" y="4627820"/>
                  </a:lnTo>
                  <a:lnTo>
                    <a:pt x="1649578" y="4627327"/>
                  </a:lnTo>
                  <a:lnTo>
                    <a:pt x="1639818" y="4626500"/>
                  </a:lnTo>
                  <a:lnTo>
                    <a:pt x="1630057" y="4625463"/>
                  </a:lnTo>
                  <a:lnTo>
                    <a:pt x="1620296" y="4624403"/>
                  </a:lnTo>
                  <a:lnTo>
                    <a:pt x="1610535" y="4623329"/>
                  </a:lnTo>
                  <a:lnTo>
                    <a:pt x="1600774" y="4622041"/>
                  </a:lnTo>
                  <a:lnTo>
                    <a:pt x="1591013" y="4620853"/>
                  </a:lnTo>
                  <a:lnTo>
                    <a:pt x="1581253" y="4619901"/>
                  </a:lnTo>
                  <a:lnTo>
                    <a:pt x="1571492" y="4618913"/>
                  </a:lnTo>
                  <a:lnTo>
                    <a:pt x="1561731" y="4617777"/>
                  </a:lnTo>
                  <a:lnTo>
                    <a:pt x="1551970" y="4616625"/>
                  </a:lnTo>
                  <a:lnTo>
                    <a:pt x="1542209" y="4615453"/>
                  </a:lnTo>
                  <a:lnTo>
                    <a:pt x="1532448" y="4614264"/>
                  </a:lnTo>
                  <a:lnTo>
                    <a:pt x="1522688" y="4613061"/>
                  </a:lnTo>
                  <a:lnTo>
                    <a:pt x="1512927" y="4611841"/>
                  </a:lnTo>
                  <a:lnTo>
                    <a:pt x="1503166" y="4610605"/>
                  </a:lnTo>
                  <a:lnTo>
                    <a:pt x="1493405" y="4609353"/>
                  </a:lnTo>
                  <a:lnTo>
                    <a:pt x="1483644" y="4608085"/>
                  </a:lnTo>
                  <a:lnTo>
                    <a:pt x="1473884" y="4606800"/>
                  </a:lnTo>
                  <a:lnTo>
                    <a:pt x="1464123" y="4605499"/>
                  </a:lnTo>
                  <a:lnTo>
                    <a:pt x="1454362" y="4604180"/>
                  </a:lnTo>
                  <a:lnTo>
                    <a:pt x="1444601" y="4602844"/>
                  </a:lnTo>
                  <a:lnTo>
                    <a:pt x="1434840" y="4601491"/>
                  </a:lnTo>
                  <a:lnTo>
                    <a:pt x="1425079" y="4600120"/>
                  </a:lnTo>
                  <a:lnTo>
                    <a:pt x="1415319" y="4599294"/>
                  </a:lnTo>
                  <a:lnTo>
                    <a:pt x="1405558" y="4597981"/>
                  </a:lnTo>
                  <a:lnTo>
                    <a:pt x="1395797" y="4596637"/>
                  </a:lnTo>
                  <a:lnTo>
                    <a:pt x="1386036" y="4595295"/>
                  </a:lnTo>
                  <a:lnTo>
                    <a:pt x="1376275" y="4593955"/>
                  </a:lnTo>
                  <a:lnTo>
                    <a:pt x="1366515" y="4592898"/>
                  </a:lnTo>
                  <a:lnTo>
                    <a:pt x="1356754" y="4591956"/>
                  </a:lnTo>
                  <a:lnTo>
                    <a:pt x="1346993" y="4591005"/>
                  </a:lnTo>
                  <a:lnTo>
                    <a:pt x="1337232" y="4590046"/>
                  </a:lnTo>
                  <a:lnTo>
                    <a:pt x="1327471" y="4589078"/>
                  </a:lnTo>
                  <a:lnTo>
                    <a:pt x="1317710" y="4588095"/>
                  </a:lnTo>
                  <a:lnTo>
                    <a:pt x="1307950" y="4587114"/>
                  </a:lnTo>
                  <a:lnTo>
                    <a:pt x="1298189" y="4586118"/>
                  </a:lnTo>
                  <a:lnTo>
                    <a:pt x="1288428" y="4585113"/>
                  </a:lnTo>
                  <a:lnTo>
                    <a:pt x="1278667" y="4584099"/>
                  </a:lnTo>
                  <a:lnTo>
                    <a:pt x="1268906" y="4583076"/>
                  </a:lnTo>
                  <a:lnTo>
                    <a:pt x="1259145" y="4581998"/>
                  </a:lnTo>
                  <a:lnTo>
                    <a:pt x="1249385" y="4580860"/>
                  </a:lnTo>
                  <a:lnTo>
                    <a:pt x="1239624" y="4579705"/>
                  </a:lnTo>
                  <a:lnTo>
                    <a:pt x="1229863" y="4578534"/>
                  </a:lnTo>
                  <a:lnTo>
                    <a:pt x="1220102" y="4577347"/>
                  </a:lnTo>
                  <a:lnTo>
                    <a:pt x="1210341" y="4576753"/>
                  </a:lnTo>
                  <a:lnTo>
                    <a:pt x="1200581" y="4575558"/>
                  </a:lnTo>
                  <a:lnTo>
                    <a:pt x="1190820" y="4574214"/>
                  </a:lnTo>
                  <a:lnTo>
                    <a:pt x="1181059" y="4572859"/>
                  </a:lnTo>
                  <a:lnTo>
                    <a:pt x="1171298" y="4571580"/>
                  </a:lnTo>
                  <a:lnTo>
                    <a:pt x="1161537" y="4570456"/>
                  </a:lnTo>
                  <a:lnTo>
                    <a:pt x="1151776" y="4569324"/>
                  </a:lnTo>
                  <a:lnTo>
                    <a:pt x="1142016" y="4568461"/>
                  </a:lnTo>
                  <a:lnTo>
                    <a:pt x="1132255" y="4567714"/>
                  </a:lnTo>
                  <a:lnTo>
                    <a:pt x="1122494" y="4566078"/>
                  </a:lnTo>
                  <a:lnTo>
                    <a:pt x="1112733" y="4564716"/>
                  </a:lnTo>
                  <a:lnTo>
                    <a:pt x="1102972" y="4563543"/>
                  </a:lnTo>
                  <a:lnTo>
                    <a:pt x="1093212" y="4562363"/>
                  </a:lnTo>
                  <a:lnTo>
                    <a:pt x="1083451" y="4561173"/>
                  </a:lnTo>
                  <a:lnTo>
                    <a:pt x="1073690" y="4559976"/>
                  </a:lnTo>
                  <a:lnTo>
                    <a:pt x="1063929" y="4559365"/>
                  </a:lnTo>
                  <a:lnTo>
                    <a:pt x="1054168" y="4558667"/>
                  </a:lnTo>
                  <a:lnTo>
                    <a:pt x="1044407" y="4556866"/>
                  </a:lnTo>
                  <a:lnTo>
                    <a:pt x="1034647" y="4555445"/>
                  </a:lnTo>
                  <a:lnTo>
                    <a:pt x="1024886" y="4553859"/>
                  </a:lnTo>
                  <a:lnTo>
                    <a:pt x="1015125" y="4552610"/>
                  </a:lnTo>
                  <a:lnTo>
                    <a:pt x="1005364" y="4551352"/>
                  </a:lnTo>
                  <a:lnTo>
                    <a:pt x="995603" y="4550085"/>
                  </a:lnTo>
                  <a:lnTo>
                    <a:pt x="985842" y="4548869"/>
                  </a:lnTo>
                  <a:lnTo>
                    <a:pt x="976082" y="4547739"/>
                  </a:lnTo>
                  <a:lnTo>
                    <a:pt x="966321" y="4546399"/>
                  </a:lnTo>
                  <a:lnTo>
                    <a:pt x="956560" y="4545046"/>
                  </a:lnTo>
                  <a:lnTo>
                    <a:pt x="946799" y="4543673"/>
                  </a:lnTo>
                  <a:lnTo>
                    <a:pt x="937038" y="4542307"/>
                  </a:lnTo>
                  <a:lnTo>
                    <a:pt x="927278" y="4540965"/>
                  </a:lnTo>
                  <a:lnTo>
                    <a:pt x="917517" y="4539634"/>
                  </a:lnTo>
                  <a:lnTo>
                    <a:pt x="907756" y="4538288"/>
                  </a:lnTo>
                  <a:lnTo>
                    <a:pt x="897995" y="4536775"/>
                  </a:lnTo>
                  <a:lnTo>
                    <a:pt x="888234" y="4535140"/>
                  </a:lnTo>
                  <a:lnTo>
                    <a:pt x="878473" y="4532860"/>
                  </a:lnTo>
                  <a:lnTo>
                    <a:pt x="868713" y="4530833"/>
                  </a:lnTo>
                  <a:lnTo>
                    <a:pt x="858952" y="4528813"/>
                  </a:lnTo>
                  <a:lnTo>
                    <a:pt x="849191" y="4526772"/>
                  </a:lnTo>
                  <a:lnTo>
                    <a:pt x="839430" y="4524709"/>
                  </a:lnTo>
                  <a:lnTo>
                    <a:pt x="829669" y="4522624"/>
                  </a:lnTo>
                  <a:lnTo>
                    <a:pt x="819909" y="4520731"/>
                  </a:lnTo>
                  <a:lnTo>
                    <a:pt x="810148" y="4519604"/>
                  </a:lnTo>
                  <a:lnTo>
                    <a:pt x="800387" y="4518465"/>
                  </a:lnTo>
                  <a:lnTo>
                    <a:pt x="790626" y="4517305"/>
                  </a:lnTo>
                  <a:lnTo>
                    <a:pt x="780865" y="4516118"/>
                  </a:lnTo>
                  <a:lnTo>
                    <a:pt x="771104" y="4514339"/>
                  </a:lnTo>
                  <a:lnTo>
                    <a:pt x="761344" y="4511727"/>
                  </a:lnTo>
                  <a:lnTo>
                    <a:pt x="751583" y="4509046"/>
                  </a:lnTo>
                  <a:lnTo>
                    <a:pt x="741822" y="4506308"/>
                  </a:lnTo>
                  <a:lnTo>
                    <a:pt x="732061" y="4504942"/>
                  </a:lnTo>
                  <a:lnTo>
                    <a:pt x="722300" y="4501733"/>
                  </a:lnTo>
                  <a:lnTo>
                    <a:pt x="712539" y="4498422"/>
                  </a:lnTo>
                  <a:lnTo>
                    <a:pt x="702779" y="4495467"/>
                  </a:lnTo>
                  <a:lnTo>
                    <a:pt x="693018" y="4495380"/>
                  </a:lnTo>
                  <a:lnTo>
                    <a:pt x="683257" y="4492297"/>
                  </a:lnTo>
                  <a:lnTo>
                    <a:pt x="673496" y="4490422"/>
                  </a:lnTo>
                  <a:lnTo>
                    <a:pt x="663735" y="4488234"/>
                  </a:lnTo>
                  <a:lnTo>
                    <a:pt x="653975" y="4487424"/>
                  </a:lnTo>
                  <a:lnTo>
                    <a:pt x="644214" y="4486610"/>
                  </a:lnTo>
                  <a:lnTo>
                    <a:pt x="634453" y="4483446"/>
                  </a:lnTo>
                  <a:lnTo>
                    <a:pt x="624692" y="4480252"/>
                  </a:lnTo>
                  <a:lnTo>
                    <a:pt x="614931" y="4479503"/>
                  </a:lnTo>
                  <a:lnTo>
                    <a:pt x="605170" y="4478696"/>
                  </a:lnTo>
                  <a:lnTo>
                    <a:pt x="595410" y="4477511"/>
                  </a:lnTo>
                  <a:lnTo>
                    <a:pt x="585649" y="4477164"/>
                  </a:lnTo>
                  <a:lnTo>
                    <a:pt x="575888" y="4476394"/>
                  </a:lnTo>
                  <a:lnTo>
                    <a:pt x="566127" y="4474014"/>
                  </a:lnTo>
                  <a:lnTo>
                    <a:pt x="556366" y="4471016"/>
                  </a:lnTo>
                  <a:lnTo>
                    <a:pt x="546606" y="4469020"/>
                  </a:lnTo>
                  <a:lnTo>
                    <a:pt x="536845" y="4466236"/>
                  </a:lnTo>
                  <a:lnTo>
                    <a:pt x="527084" y="4465818"/>
                  </a:lnTo>
                  <a:lnTo>
                    <a:pt x="517323" y="4464579"/>
                  </a:lnTo>
                  <a:lnTo>
                    <a:pt x="507562" y="4463579"/>
                  </a:lnTo>
                  <a:lnTo>
                    <a:pt x="497801" y="4462788"/>
                  </a:lnTo>
                  <a:lnTo>
                    <a:pt x="488041" y="4461976"/>
                  </a:lnTo>
                  <a:lnTo>
                    <a:pt x="478280" y="4461001"/>
                  </a:lnTo>
                  <a:lnTo>
                    <a:pt x="468519" y="4458922"/>
                  </a:lnTo>
                  <a:lnTo>
                    <a:pt x="458758" y="4456905"/>
                  </a:lnTo>
                  <a:lnTo>
                    <a:pt x="448997" y="4454944"/>
                  </a:lnTo>
                  <a:lnTo>
                    <a:pt x="439236" y="4452436"/>
                  </a:lnTo>
                  <a:lnTo>
                    <a:pt x="429476" y="4449719"/>
                  </a:lnTo>
                  <a:lnTo>
                    <a:pt x="419715" y="4446907"/>
                  </a:lnTo>
                  <a:lnTo>
                    <a:pt x="409954" y="4445768"/>
                  </a:lnTo>
                  <a:lnTo>
                    <a:pt x="400193" y="4443534"/>
                  </a:lnTo>
                  <a:lnTo>
                    <a:pt x="390432" y="4441295"/>
                  </a:lnTo>
                  <a:lnTo>
                    <a:pt x="380672" y="4439361"/>
                  </a:lnTo>
                  <a:lnTo>
                    <a:pt x="370911" y="4437034"/>
                  </a:lnTo>
                  <a:lnTo>
                    <a:pt x="361150" y="4435744"/>
                  </a:lnTo>
                  <a:lnTo>
                    <a:pt x="351389" y="4432873"/>
                  </a:lnTo>
                  <a:lnTo>
                    <a:pt x="341628" y="4432139"/>
                  </a:lnTo>
                  <a:lnTo>
                    <a:pt x="331867" y="4431416"/>
                  </a:lnTo>
                  <a:lnTo>
                    <a:pt x="322107" y="4430430"/>
                  </a:lnTo>
                  <a:lnTo>
                    <a:pt x="312346" y="4430919"/>
                  </a:lnTo>
                  <a:lnTo>
                    <a:pt x="302585" y="4429908"/>
                  </a:lnTo>
                  <a:lnTo>
                    <a:pt x="292824" y="4430409"/>
                  </a:lnTo>
                  <a:lnTo>
                    <a:pt x="283063" y="4429488"/>
                  </a:lnTo>
                  <a:lnTo>
                    <a:pt x="273303" y="4427043"/>
                  </a:lnTo>
                  <a:lnTo>
                    <a:pt x="263542" y="4425271"/>
                  </a:lnTo>
                  <a:lnTo>
                    <a:pt x="253781" y="4423179"/>
                  </a:lnTo>
                  <a:lnTo>
                    <a:pt x="244020" y="4421066"/>
                  </a:lnTo>
                  <a:lnTo>
                    <a:pt x="234259" y="4424099"/>
                  </a:lnTo>
                  <a:lnTo>
                    <a:pt x="224498" y="4424262"/>
                  </a:lnTo>
                  <a:lnTo>
                    <a:pt x="214738" y="4423690"/>
                  </a:lnTo>
                  <a:lnTo>
                    <a:pt x="204977" y="4423212"/>
                  </a:lnTo>
                  <a:lnTo>
                    <a:pt x="195216" y="4422950"/>
                  </a:lnTo>
                  <a:lnTo>
                    <a:pt x="185455" y="4422142"/>
                  </a:lnTo>
                  <a:lnTo>
                    <a:pt x="175694" y="4422064"/>
                  </a:lnTo>
                  <a:lnTo>
                    <a:pt x="165933" y="4421817"/>
                  </a:lnTo>
                  <a:lnTo>
                    <a:pt x="156173" y="4421824"/>
                  </a:lnTo>
                  <a:lnTo>
                    <a:pt x="146412" y="4421114"/>
                  </a:lnTo>
                  <a:lnTo>
                    <a:pt x="136651" y="4420475"/>
                  </a:lnTo>
                  <a:lnTo>
                    <a:pt x="126890" y="4421171"/>
                  </a:lnTo>
                  <a:lnTo>
                    <a:pt x="117129" y="4419500"/>
                  </a:lnTo>
                  <a:lnTo>
                    <a:pt x="107369" y="4419496"/>
                  </a:lnTo>
                  <a:lnTo>
                    <a:pt x="97608" y="4419695"/>
                  </a:lnTo>
                  <a:lnTo>
                    <a:pt x="87847" y="4419601"/>
                  </a:lnTo>
                  <a:lnTo>
                    <a:pt x="78086" y="4419626"/>
                  </a:lnTo>
                  <a:lnTo>
                    <a:pt x="68325" y="4419932"/>
                  </a:lnTo>
                  <a:lnTo>
                    <a:pt x="58564" y="4421226"/>
                  </a:lnTo>
                  <a:lnTo>
                    <a:pt x="48804" y="4423688"/>
                  </a:lnTo>
                  <a:lnTo>
                    <a:pt x="39043" y="4423064"/>
                  </a:lnTo>
                  <a:lnTo>
                    <a:pt x="29282" y="4422165"/>
                  </a:lnTo>
                  <a:lnTo>
                    <a:pt x="19521" y="4423165"/>
                  </a:lnTo>
                  <a:lnTo>
                    <a:pt x="9760" y="4422907"/>
                  </a:lnTo>
                  <a:lnTo>
                    <a:pt x="0" y="4424604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11514" y="981184"/>
              <a:ext cx="2528052" cy="4014677"/>
            </a:xfrm>
            <a:custGeom>
              <a:avLst/>
              <a:pathLst>
                <a:path w="2528052" h="4014677">
                  <a:moveTo>
                    <a:pt x="0" y="3979143"/>
                  </a:moveTo>
                  <a:lnTo>
                    <a:pt x="9760" y="3982178"/>
                  </a:lnTo>
                  <a:lnTo>
                    <a:pt x="19521" y="3984480"/>
                  </a:lnTo>
                  <a:lnTo>
                    <a:pt x="29282" y="3986691"/>
                  </a:lnTo>
                  <a:lnTo>
                    <a:pt x="39043" y="3990701"/>
                  </a:lnTo>
                  <a:lnTo>
                    <a:pt x="48804" y="3993222"/>
                  </a:lnTo>
                  <a:lnTo>
                    <a:pt x="58564" y="3997817"/>
                  </a:lnTo>
                  <a:lnTo>
                    <a:pt x="68325" y="4000105"/>
                  </a:lnTo>
                  <a:lnTo>
                    <a:pt x="78086" y="4001458"/>
                  </a:lnTo>
                  <a:lnTo>
                    <a:pt x="87847" y="4003636"/>
                  </a:lnTo>
                  <a:lnTo>
                    <a:pt x="97608" y="4005163"/>
                  </a:lnTo>
                  <a:lnTo>
                    <a:pt x="107369" y="4006805"/>
                  </a:lnTo>
                  <a:lnTo>
                    <a:pt x="117129" y="4008573"/>
                  </a:lnTo>
                  <a:lnTo>
                    <a:pt x="126890" y="4009816"/>
                  </a:lnTo>
                  <a:lnTo>
                    <a:pt x="136651" y="4010520"/>
                  </a:lnTo>
                  <a:lnTo>
                    <a:pt x="146412" y="4011841"/>
                  </a:lnTo>
                  <a:lnTo>
                    <a:pt x="156173" y="4012421"/>
                  </a:lnTo>
                  <a:lnTo>
                    <a:pt x="165933" y="4013255"/>
                  </a:lnTo>
                  <a:lnTo>
                    <a:pt x="175694" y="4013825"/>
                  </a:lnTo>
                  <a:lnTo>
                    <a:pt x="185455" y="4014677"/>
                  </a:lnTo>
                  <a:lnTo>
                    <a:pt x="195216" y="4013889"/>
                  </a:lnTo>
                  <a:lnTo>
                    <a:pt x="204977" y="4013358"/>
                  </a:lnTo>
                  <a:lnTo>
                    <a:pt x="214738" y="4010570"/>
                  </a:lnTo>
                  <a:lnTo>
                    <a:pt x="224498" y="4008984"/>
                  </a:lnTo>
                  <a:lnTo>
                    <a:pt x="234259" y="4007951"/>
                  </a:lnTo>
                  <a:lnTo>
                    <a:pt x="244020" y="4007458"/>
                  </a:lnTo>
                  <a:lnTo>
                    <a:pt x="253781" y="4007341"/>
                  </a:lnTo>
                  <a:lnTo>
                    <a:pt x="263542" y="4004718"/>
                  </a:lnTo>
                  <a:lnTo>
                    <a:pt x="273303" y="4002061"/>
                  </a:lnTo>
                  <a:lnTo>
                    <a:pt x="283063" y="3999981"/>
                  </a:lnTo>
                  <a:lnTo>
                    <a:pt x="292824" y="3998837"/>
                  </a:lnTo>
                  <a:lnTo>
                    <a:pt x="302585" y="3996974"/>
                  </a:lnTo>
                  <a:lnTo>
                    <a:pt x="312346" y="3995690"/>
                  </a:lnTo>
                  <a:lnTo>
                    <a:pt x="322107" y="3992754"/>
                  </a:lnTo>
                  <a:lnTo>
                    <a:pt x="331867" y="3990461"/>
                  </a:lnTo>
                  <a:lnTo>
                    <a:pt x="341628" y="3987693"/>
                  </a:lnTo>
                  <a:lnTo>
                    <a:pt x="351389" y="3984896"/>
                  </a:lnTo>
                  <a:lnTo>
                    <a:pt x="361150" y="3982690"/>
                  </a:lnTo>
                  <a:lnTo>
                    <a:pt x="370911" y="3980032"/>
                  </a:lnTo>
                  <a:lnTo>
                    <a:pt x="380672" y="3977899"/>
                  </a:lnTo>
                  <a:lnTo>
                    <a:pt x="390432" y="3974160"/>
                  </a:lnTo>
                  <a:lnTo>
                    <a:pt x="400193" y="3969957"/>
                  </a:lnTo>
                  <a:lnTo>
                    <a:pt x="409954" y="3963987"/>
                  </a:lnTo>
                  <a:lnTo>
                    <a:pt x="419715" y="3960295"/>
                  </a:lnTo>
                  <a:lnTo>
                    <a:pt x="429476" y="3958230"/>
                  </a:lnTo>
                  <a:lnTo>
                    <a:pt x="439236" y="3954234"/>
                  </a:lnTo>
                  <a:lnTo>
                    <a:pt x="448997" y="3948260"/>
                  </a:lnTo>
                  <a:lnTo>
                    <a:pt x="458758" y="3941202"/>
                  </a:lnTo>
                  <a:lnTo>
                    <a:pt x="468519" y="3936548"/>
                  </a:lnTo>
                  <a:lnTo>
                    <a:pt x="478280" y="3935701"/>
                  </a:lnTo>
                  <a:lnTo>
                    <a:pt x="488041" y="3930687"/>
                  </a:lnTo>
                  <a:lnTo>
                    <a:pt x="497801" y="3926028"/>
                  </a:lnTo>
                  <a:lnTo>
                    <a:pt x="507562" y="3917764"/>
                  </a:lnTo>
                  <a:lnTo>
                    <a:pt x="517323" y="3912816"/>
                  </a:lnTo>
                  <a:lnTo>
                    <a:pt x="527084" y="3905806"/>
                  </a:lnTo>
                  <a:lnTo>
                    <a:pt x="536845" y="3899055"/>
                  </a:lnTo>
                  <a:lnTo>
                    <a:pt x="546606" y="3893644"/>
                  </a:lnTo>
                  <a:lnTo>
                    <a:pt x="556366" y="3888531"/>
                  </a:lnTo>
                  <a:lnTo>
                    <a:pt x="566127" y="3884582"/>
                  </a:lnTo>
                  <a:lnTo>
                    <a:pt x="575888" y="3876037"/>
                  </a:lnTo>
                  <a:lnTo>
                    <a:pt x="585649" y="3866961"/>
                  </a:lnTo>
                  <a:lnTo>
                    <a:pt x="595410" y="3858635"/>
                  </a:lnTo>
                  <a:lnTo>
                    <a:pt x="605170" y="3855325"/>
                  </a:lnTo>
                  <a:lnTo>
                    <a:pt x="614931" y="3846469"/>
                  </a:lnTo>
                  <a:lnTo>
                    <a:pt x="624692" y="3840381"/>
                  </a:lnTo>
                  <a:lnTo>
                    <a:pt x="634453" y="3833513"/>
                  </a:lnTo>
                  <a:lnTo>
                    <a:pt x="644214" y="3825435"/>
                  </a:lnTo>
                  <a:lnTo>
                    <a:pt x="653975" y="3818319"/>
                  </a:lnTo>
                  <a:lnTo>
                    <a:pt x="663735" y="3812554"/>
                  </a:lnTo>
                  <a:lnTo>
                    <a:pt x="673496" y="3806760"/>
                  </a:lnTo>
                  <a:lnTo>
                    <a:pt x="683257" y="3801081"/>
                  </a:lnTo>
                  <a:lnTo>
                    <a:pt x="693018" y="3795213"/>
                  </a:lnTo>
                  <a:lnTo>
                    <a:pt x="702779" y="3789200"/>
                  </a:lnTo>
                  <a:lnTo>
                    <a:pt x="712539" y="3783139"/>
                  </a:lnTo>
                  <a:lnTo>
                    <a:pt x="722300" y="3777029"/>
                  </a:lnTo>
                  <a:lnTo>
                    <a:pt x="732061" y="3770887"/>
                  </a:lnTo>
                  <a:lnTo>
                    <a:pt x="741822" y="3764743"/>
                  </a:lnTo>
                  <a:lnTo>
                    <a:pt x="751583" y="3758551"/>
                  </a:lnTo>
                  <a:lnTo>
                    <a:pt x="761344" y="3752311"/>
                  </a:lnTo>
                  <a:lnTo>
                    <a:pt x="771104" y="3745017"/>
                  </a:lnTo>
                  <a:lnTo>
                    <a:pt x="780865" y="3736629"/>
                  </a:lnTo>
                  <a:lnTo>
                    <a:pt x="790626" y="3721970"/>
                  </a:lnTo>
                  <a:lnTo>
                    <a:pt x="800387" y="3703689"/>
                  </a:lnTo>
                  <a:lnTo>
                    <a:pt x="810148" y="3685153"/>
                  </a:lnTo>
                  <a:lnTo>
                    <a:pt x="819909" y="3671427"/>
                  </a:lnTo>
                  <a:lnTo>
                    <a:pt x="829669" y="3668191"/>
                  </a:lnTo>
                  <a:lnTo>
                    <a:pt x="839430" y="3664945"/>
                  </a:lnTo>
                  <a:lnTo>
                    <a:pt x="849191" y="3661689"/>
                  </a:lnTo>
                  <a:lnTo>
                    <a:pt x="858952" y="3653834"/>
                  </a:lnTo>
                  <a:lnTo>
                    <a:pt x="868713" y="3639375"/>
                  </a:lnTo>
                  <a:lnTo>
                    <a:pt x="878473" y="3631667"/>
                  </a:lnTo>
                  <a:lnTo>
                    <a:pt x="888234" y="3624841"/>
                  </a:lnTo>
                  <a:lnTo>
                    <a:pt x="897995" y="3617967"/>
                  </a:lnTo>
                  <a:lnTo>
                    <a:pt x="907756" y="3611045"/>
                  </a:lnTo>
                  <a:lnTo>
                    <a:pt x="917517" y="3600607"/>
                  </a:lnTo>
                  <a:lnTo>
                    <a:pt x="927278" y="3585055"/>
                  </a:lnTo>
                  <a:lnTo>
                    <a:pt x="937038" y="3569311"/>
                  </a:lnTo>
                  <a:lnTo>
                    <a:pt x="946799" y="3553372"/>
                  </a:lnTo>
                  <a:lnTo>
                    <a:pt x="956560" y="3543018"/>
                  </a:lnTo>
                  <a:lnTo>
                    <a:pt x="966321" y="3535534"/>
                  </a:lnTo>
                  <a:lnTo>
                    <a:pt x="976082" y="3521830"/>
                  </a:lnTo>
                  <a:lnTo>
                    <a:pt x="985842" y="3508052"/>
                  </a:lnTo>
                  <a:lnTo>
                    <a:pt x="995603" y="3494206"/>
                  </a:lnTo>
                  <a:lnTo>
                    <a:pt x="1005364" y="3480214"/>
                  </a:lnTo>
                  <a:lnTo>
                    <a:pt x="1015125" y="3466075"/>
                  </a:lnTo>
                  <a:lnTo>
                    <a:pt x="1024886" y="3451790"/>
                  </a:lnTo>
                  <a:lnTo>
                    <a:pt x="1034647" y="3437357"/>
                  </a:lnTo>
                  <a:lnTo>
                    <a:pt x="1044407" y="3422776"/>
                  </a:lnTo>
                  <a:lnTo>
                    <a:pt x="1054168" y="3409557"/>
                  </a:lnTo>
                  <a:lnTo>
                    <a:pt x="1063929" y="3397682"/>
                  </a:lnTo>
                  <a:lnTo>
                    <a:pt x="1073690" y="3385713"/>
                  </a:lnTo>
                  <a:lnTo>
                    <a:pt x="1083451" y="3373437"/>
                  </a:lnTo>
                  <a:lnTo>
                    <a:pt x="1093212" y="3356185"/>
                  </a:lnTo>
                  <a:lnTo>
                    <a:pt x="1102972" y="3339114"/>
                  </a:lnTo>
                  <a:lnTo>
                    <a:pt x="1112733" y="3327568"/>
                  </a:lnTo>
                  <a:lnTo>
                    <a:pt x="1122494" y="3315935"/>
                  </a:lnTo>
                  <a:lnTo>
                    <a:pt x="1132255" y="3304334"/>
                  </a:lnTo>
                  <a:lnTo>
                    <a:pt x="1142016" y="3292635"/>
                  </a:lnTo>
                  <a:lnTo>
                    <a:pt x="1151776" y="3280838"/>
                  </a:lnTo>
                  <a:lnTo>
                    <a:pt x="1161537" y="3268941"/>
                  </a:lnTo>
                  <a:lnTo>
                    <a:pt x="1171298" y="3254884"/>
                  </a:lnTo>
                  <a:lnTo>
                    <a:pt x="1181059" y="3237349"/>
                  </a:lnTo>
                  <a:lnTo>
                    <a:pt x="1190820" y="3219626"/>
                  </a:lnTo>
                  <a:lnTo>
                    <a:pt x="1200581" y="3202119"/>
                  </a:lnTo>
                  <a:lnTo>
                    <a:pt x="1210341" y="3183529"/>
                  </a:lnTo>
                  <a:lnTo>
                    <a:pt x="1220102" y="3167441"/>
                  </a:lnTo>
                  <a:lnTo>
                    <a:pt x="1229863" y="3154754"/>
                  </a:lnTo>
                  <a:lnTo>
                    <a:pt x="1239624" y="3137473"/>
                  </a:lnTo>
                  <a:lnTo>
                    <a:pt x="1249385" y="3117306"/>
                  </a:lnTo>
                  <a:lnTo>
                    <a:pt x="1259145" y="3103048"/>
                  </a:lnTo>
                  <a:lnTo>
                    <a:pt x="1268906" y="3089980"/>
                  </a:lnTo>
                  <a:lnTo>
                    <a:pt x="1278667" y="3076832"/>
                  </a:lnTo>
                  <a:lnTo>
                    <a:pt x="1288428" y="3063605"/>
                  </a:lnTo>
                  <a:lnTo>
                    <a:pt x="1298189" y="3050300"/>
                  </a:lnTo>
                  <a:lnTo>
                    <a:pt x="1307950" y="3036641"/>
                  </a:lnTo>
                  <a:lnTo>
                    <a:pt x="1317710" y="3018223"/>
                  </a:lnTo>
                  <a:lnTo>
                    <a:pt x="1327471" y="2999551"/>
                  </a:lnTo>
                  <a:lnTo>
                    <a:pt x="1337232" y="2982002"/>
                  </a:lnTo>
                  <a:lnTo>
                    <a:pt x="1346993" y="2966039"/>
                  </a:lnTo>
                  <a:lnTo>
                    <a:pt x="1356754" y="2947965"/>
                  </a:lnTo>
                  <a:lnTo>
                    <a:pt x="1366515" y="2929749"/>
                  </a:lnTo>
                  <a:lnTo>
                    <a:pt x="1376275" y="2911393"/>
                  </a:lnTo>
                  <a:lnTo>
                    <a:pt x="1386036" y="2892895"/>
                  </a:lnTo>
                  <a:lnTo>
                    <a:pt x="1395797" y="2874256"/>
                  </a:lnTo>
                  <a:lnTo>
                    <a:pt x="1405558" y="2855477"/>
                  </a:lnTo>
                  <a:lnTo>
                    <a:pt x="1415319" y="2833322"/>
                  </a:lnTo>
                  <a:lnTo>
                    <a:pt x="1425079" y="2810658"/>
                  </a:lnTo>
                  <a:lnTo>
                    <a:pt x="1434840" y="2787777"/>
                  </a:lnTo>
                  <a:lnTo>
                    <a:pt x="1444601" y="2764678"/>
                  </a:lnTo>
                  <a:lnTo>
                    <a:pt x="1454362" y="2742776"/>
                  </a:lnTo>
                  <a:lnTo>
                    <a:pt x="1464123" y="2727231"/>
                  </a:lnTo>
                  <a:lnTo>
                    <a:pt x="1473884" y="2711646"/>
                  </a:lnTo>
                  <a:lnTo>
                    <a:pt x="1483644" y="2695970"/>
                  </a:lnTo>
                  <a:lnTo>
                    <a:pt x="1493405" y="2680196"/>
                  </a:lnTo>
                  <a:lnTo>
                    <a:pt x="1503166" y="2660032"/>
                  </a:lnTo>
                  <a:lnTo>
                    <a:pt x="1512927" y="2639733"/>
                  </a:lnTo>
                  <a:lnTo>
                    <a:pt x="1522688" y="2619299"/>
                  </a:lnTo>
                  <a:lnTo>
                    <a:pt x="1532448" y="2598731"/>
                  </a:lnTo>
                  <a:lnTo>
                    <a:pt x="1542209" y="2578029"/>
                  </a:lnTo>
                  <a:lnTo>
                    <a:pt x="1551970" y="2557194"/>
                  </a:lnTo>
                  <a:lnTo>
                    <a:pt x="1561731" y="2536228"/>
                  </a:lnTo>
                  <a:lnTo>
                    <a:pt x="1571492" y="2515131"/>
                  </a:lnTo>
                  <a:lnTo>
                    <a:pt x="1581253" y="2493903"/>
                  </a:lnTo>
                  <a:lnTo>
                    <a:pt x="1591013" y="2472688"/>
                  </a:lnTo>
                  <a:lnTo>
                    <a:pt x="1600774" y="2451352"/>
                  </a:lnTo>
                  <a:lnTo>
                    <a:pt x="1610535" y="2429890"/>
                  </a:lnTo>
                  <a:lnTo>
                    <a:pt x="1620296" y="2408303"/>
                  </a:lnTo>
                  <a:lnTo>
                    <a:pt x="1630057" y="2386593"/>
                  </a:lnTo>
                  <a:lnTo>
                    <a:pt x="1639818" y="2364761"/>
                  </a:lnTo>
                  <a:lnTo>
                    <a:pt x="1649578" y="2342807"/>
                  </a:lnTo>
                  <a:lnTo>
                    <a:pt x="1659339" y="2320734"/>
                  </a:lnTo>
                  <a:lnTo>
                    <a:pt x="1669100" y="2298541"/>
                  </a:lnTo>
                  <a:lnTo>
                    <a:pt x="1678861" y="2276231"/>
                  </a:lnTo>
                  <a:lnTo>
                    <a:pt x="1688622" y="2253804"/>
                  </a:lnTo>
                  <a:lnTo>
                    <a:pt x="1698382" y="2231822"/>
                  </a:lnTo>
                  <a:lnTo>
                    <a:pt x="1708143" y="2212730"/>
                  </a:lnTo>
                  <a:lnTo>
                    <a:pt x="1717904" y="2188435"/>
                  </a:lnTo>
                  <a:lnTo>
                    <a:pt x="1727665" y="2164025"/>
                  </a:lnTo>
                  <a:lnTo>
                    <a:pt x="1737426" y="2139548"/>
                  </a:lnTo>
                  <a:lnTo>
                    <a:pt x="1747187" y="2116312"/>
                  </a:lnTo>
                  <a:lnTo>
                    <a:pt x="1756947" y="2092968"/>
                  </a:lnTo>
                  <a:lnTo>
                    <a:pt x="1766708" y="2069519"/>
                  </a:lnTo>
                  <a:lnTo>
                    <a:pt x="1776469" y="2045966"/>
                  </a:lnTo>
                  <a:lnTo>
                    <a:pt x="1786230" y="2022311"/>
                  </a:lnTo>
                  <a:lnTo>
                    <a:pt x="1795991" y="1998555"/>
                  </a:lnTo>
                  <a:lnTo>
                    <a:pt x="1805752" y="1974700"/>
                  </a:lnTo>
                  <a:lnTo>
                    <a:pt x="1815512" y="1950748"/>
                  </a:lnTo>
                  <a:lnTo>
                    <a:pt x="1825273" y="1926701"/>
                  </a:lnTo>
                  <a:lnTo>
                    <a:pt x="1835034" y="1902637"/>
                  </a:lnTo>
                  <a:lnTo>
                    <a:pt x="1844795" y="1878515"/>
                  </a:lnTo>
                  <a:lnTo>
                    <a:pt x="1854556" y="1854303"/>
                  </a:lnTo>
                  <a:lnTo>
                    <a:pt x="1864316" y="1830004"/>
                  </a:lnTo>
                  <a:lnTo>
                    <a:pt x="1874077" y="1805632"/>
                  </a:lnTo>
                  <a:lnTo>
                    <a:pt x="1883838" y="1783971"/>
                  </a:lnTo>
                  <a:lnTo>
                    <a:pt x="1893599" y="1762233"/>
                  </a:lnTo>
                  <a:lnTo>
                    <a:pt x="1903360" y="1740419"/>
                  </a:lnTo>
                  <a:lnTo>
                    <a:pt x="1913121" y="1718531"/>
                  </a:lnTo>
                  <a:lnTo>
                    <a:pt x="1922881" y="1696570"/>
                  </a:lnTo>
                  <a:lnTo>
                    <a:pt x="1932642" y="1674538"/>
                  </a:lnTo>
                  <a:lnTo>
                    <a:pt x="1942403" y="1652435"/>
                  </a:lnTo>
                  <a:lnTo>
                    <a:pt x="1952164" y="1627822"/>
                  </a:lnTo>
                  <a:lnTo>
                    <a:pt x="1961925" y="1600392"/>
                  </a:lnTo>
                  <a:lnTo>
                    <a:pt x="1971685" y="1572868"/>
                  </a:lnTo>
                  <a:lnTo>
                    <a:pt x="1981446" y="1543609"/>
                  </a:lnTo>
                  <a:lnTo>
                    <a:pt x="1991207" y="1514189"/>
                  </a:lnTo>
                  <a:lnTo>
                    <a:pt x="2000968" y="1484662"/>
                  </a:lnTo>
                  <a:lnTo>
                    <a:pt x="2010729" y="1455322"/>
                  </a:lnTo>
                  <a:lnTo>
                    <a:pt x="2020490" y="1429719"/>
                  </a:lnTo>
                  <a:lnTo>
                    <a:pt x="2030250" y="1404063"/>
                  </a:lnTo>
                  <a:lnTo>
                    <a:pt x="2040011" y="1377515"/>
                  </a:lnTo>
                  <a:lnTo>
                    <a:pt x="2049772" y="1349276"/>
                  </a:lnTo>
                  <a:lnTo>
                    <a:pt x="2059533" y="1321093"/>
                  </a:lnTo>
                  <a:lnTo>
                    <a:pt x="2069294" y="1292847"/>
                  </a:lnTo>
                  <a:lnTo>
                    <a:pt x="2079055" y="1264541"/>
                  </a:lnTo>
                  <a:lnTo>
                    <a:pt x="2088815" y="1239935"/>
                  </a:lnTo>
                  <a:lnTo>
                    <a:pt x="2098576" y="1215683"/>
                  </a:lnTo>
                  <a:lnTo>
                    <a:pt x="2108337" y="1191416"/>
                  </a:lnTo>
                  <a:lnTo>
                    <a:pt x="2118098" y="1167110"/>
                  </a:lnTo>
                  <a:lnTo>
                    <a:pt x="2127859" y="1142660"/>
                  </a:lnTo>
                  <a:lnTo>
                    <a:pt x="2137619" y="1114043"/>
                  </a:lnTo>
                  <a:lnTo>
                    <a:pt x="2147380" y="1085366"/>
                  </a:lnTo>
                  <a:lnTo>
                    <a:pt x="2157141" y="1057606"/>
                  </a:lnTo>
                  <a:lnTo>
                    <a:pt x="2166902" y="1032045"/>
                  </a:lnTo>
                  <a:lnTo>
                    <a:pt x="2176663" y="1006459"/>
                  </a:lnTo>
                  <a:lnTo>
                    <a:pt x="2186424" y="980851"/>
                  </a:lnTo>
                  <a:lnTo>
                    <a:pt x="2196184" y="955224"/>
                  </a:lnTo>
                  <a:lnTo>
                    <a:pt x="2205945" y="929579"/>
                  </a:lnTo>
                  <a:lnTo>
                    <a:pt x="2215706" y="903919"/>
                  </a:lnTo>
                  <a:lnTo>
                    <a:pt x="2225467" y="878404"/>
                  </a:lnTo>
                  <a:lnTo>
                    <a:pt x="2235228" y="852885"/>
                  </a:lnTo>
                  <a:lnTo>
                    <a:pt x="2244988" y="827093"/>
                  </a:lnTo>
                  <a:lnTo>
                    <a:pt x="2254749" y="798967"/>
                  </a:lnTo>
                  <a:lnTo>
                    <a:pt x="2264510" y="770839"/>
                  </a:lnTo>
                  <a:lnTo>
                    <a:pt x="2274271" y="746269"/>
                  </a:lnTo>
                  <a:lnTo>
                    <a:pt x="2284032" y="723442"/>
                  </a:lnTo>
                  <a:lnTo>
                    <a:pt x="2293793" y="699338"/>
                  </a:lnTo>
                  <a:lnTo>
                    <a:pt x="2303553" y="673683"/>
                  </a:lnTo>
                  <a:lnTo>
                    <a:pt x="2313314" y="648038"/>
                  </a:lnTo>
                  <a:lnTo>
                    <a:pt x="2323075" y="622405"/>
                  </a:lnTo>
                  <a:lnTo>
                    <a:pt x="2332836" y="596788"/>
                  </a:lnTo>
                  <a:lnTo>
                    <a:pt x="2342597" y="570857"/>
                  </a:lnTo>
                  <a:lnTo>
                    <a:pt x="2352358" y="538209"/>
                  </a:lnTo>
                  <a:lnTo>
                    <a:pt x="2362118" y="505558"/>
                  </a:lnTo>
                  <a:lnTo>
                    <a:pt x="2371879" y="472911"/>
                  </a:lnTo>
                  <a:lnTo>
                    <a:pt x="2381640" y="440270"/>
                  </a:lnTo>
                  <a:lnTo>
                    <a:pt x="2391401" y="407643"/>
                  </a:lnTo>
                  <a:lnTo>
                    <a:pt x="2401162" y="376545"/>
                  </a:lnTo>
                  <a:lnTo>
                    <a:pt x="2410922" y="348495"/>
                  </a:lnTo>
                  <a:lnTo>
                    <a:pt x="2420683" y="320492"/>
                  </a:lnTo>
                  <a:lnTo>
                    <a:pt x="2430444" y="292541"/>
                  </a:lnTo>
                  <a:lnTo>
                    <a:pt x="2440205" y="264015"/>
                  </a:lnTo>
                  <a:lnTo>
                    <a:pt x="2449966" y="231672"/>
                  </a:lnTo>
                  <a:lnTo>
                    <a:pt x="2459727" y="199382"/>
                  </a:lnTo>
                  <a:lnTo>
                    <a:pt x="2469487" y="167305"/>
                  </a:lnTo>
                  <a:lnTo>
                    <a:pt x="2479248" y="135286"/>
                  </a:lnTo>
                  <a:lnTo>
                    <a:pt x="2489009" y="103330"/>
                  </a:lnTo>
                  <a:lnTo>
                    <a:pt x="2498770" y="76580"/>
                  </a:lnTo>
                  <a:lnTo>
                    <a:pt x="2508531" y="50957"/>
                  </a:lnTo>
                  <a:lnTo>
                    <a:pt x="2518291" y="25430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611514" y="5400681"/>
              <a:ext cx="2528052" cy="261481"/>
            </a:xfrm>
            <a:custGeom>
              <a:avLst/>
              <a:pathLst>
                <a:path w="2528052" h="261481">
                  <a:moveTo>
                    <a:pt x="2528052" y="261481"/>
                  </a:moveTo>
                  <a:lnTo>
                    <a:pt x="2518291" y="261173"/>
                  </a:lnTo>
                  <a:lnTo>
                    <a:pt x="2508531" y="260860"/>
                  </a:lnTo>
                  <a:lnTo>
                    <a:pt x="2498770" y="260542"/>
                  </a:lnTo>
                  <a:lnTo>
                    <a:pt x="2489009" y="260220"/>
                  </a:lnTo>
                  <a:lnTo>
                    <a:pt x="2479248" y="259892"/>
                  </a:lnTo>
                  <a:lnTo>
                    <a:pt x="2469487" y="259561"/>
                  </a:lnTo>
                  <a:lnTo>
                    <a:pt x="2459727" y="259222"/>
                  </a:lnTo>
                  <a:lnTo>
                    <a:pt x="2449966" y="258798"/>
                  </a:lnTo>
                  <a:lnTo>
                    <a:pt x="2440205" y="258489"/>
                  </a:lnTo>
                  <a:lnTo>
                    <a:pt x="2430444" y="258197"/>
                  </a:lnTo>
                  <a:lnTo>
                    <a:pt x="2420683" y="257845"/>
                  </a:lnTo>
                  <a:lnTo>
                    <a:pt x="2410922" y="257487"/>
                  </a:lnTo>
                  <a:lnTo>
                    <a:pt x="2401162" y="257125"/>
                  </a:lnTo>
                  <a:lnTo>
                    <a:pt x="2391401" y="256757"/>
                  </a:lnTo>
                  <a:lnTo>
                    <a:pt x="2381640" y="256385"/>
                  </a:lnTo>
                  <a:lnTo>
                    <a:pt x="2371879" y="256044"/>
                  </a:lnTo>
                  <a:lnTo>
                    <a:pt x="2362118" y="255659"/>
                  </a:lnTo>
                  <a:lnTo>
                    <a:pt x="2352358" y="255271"/>
                  </a:lnTo>
                  <a:lnTo>
                    <a:pt x="2342597" y="254880"/>
                  </a:lnTo>
                  <a:lnTo>
                    <a:pt x="2332836" y="254485"/>
                  </a:lnTo>
                  <a:lnTo>
                    <a:pt x="2323075" y="254085"/>
                  </a:lnTo>
                  <a:lnTo>
                    <a:pt x="2313314" y="253676"/>
                  </a:lnTo>
                  <a:lnTo>
                    <a:pt x="2303553" y="253261"/>
                  </a:lnTo>
                  <a:lnTo>
                    <a:pt x="2293793" y="252843"/>
                  </a:lnTo>
                  <a:lnTo>
                    <a:pt x="2284032" y="252420"/>
                  </a:lnTo>
                  <a:lnTo>
                    <a:pt x="2274271" y="251995"/>
                  </a:lnTo>
                  <a:lnTo>
                    <a:pt x="2264510" y="251565"/>
                  </a:lnTo>
                  <a:lnTo>
                    <a:pt x="2254749" y="251132"/>
                  </a:lnTo>
                  <a:lnTo>
                    <a:pt x="2244988" y="250696"/>
                  </a:lnTo>
                  <a:lnTo>
                    <a:pt x="2235228" y="250256"/>
                  </a:lnTo>
                  <a:lnTo>
                    <a:pt x="2225467" y="249812"/>
                  </a:lnTo>
                  <a:lnTo>
                    <a:pt x="2215706" y="249364"/>
                  </a:lnTo>
                  <a:lnTo>
                    <a:pt x="2205945" y="248848"/>
                  </a:lnTo>
                  <a:lnTo>
                    <a:pt x="2196184" y="248284"/>
                  </a:lnTo>
                  <a:lnTo>
                    <a:pt x="2186424" y="247798"/>
                  </a:lnTo>
                  <a:lnTo>
                    <a:pt x="2176663" y="247306"/>
                  </a:lnTo>
                  <a:lnTo>
                    <a:pt x="2166902" y="246807"/>
                  </a:lnTo>
                  <a:lnTo>
                    <a:pt x="2157141" y="246302"/>
                  </a:lnTo>
                  <a:lnTo>
                    <a:pt x="2147380" y="245790"/>
                  </a:lnTo>
                  <a:lnTo>
                    <a:pt x="2137619" y="245271"/>
                  </a:lnTo>
                  <a:lnTo>
                    <a:pt x="2127859" y="244745"/>
                  </a:lnTo>
                  <a:lnTo>
                    <a:pt x="2118098" y="244212"/>
                  </a:lnTo>
                  <a:lnTo>
                    <a:pt x="2108337" y="243672"/>
                  </a:lnTo>
                  <a:lnTo>
                    <a:pt x="2098576" y="243124"/>
                  </a:lnTo>
                  <a:lnTo>
                    <a:pt x="2088815" y="242570"/>
                  </a:lnTo>
                  <a:lnTo>
                    <a:pt x="2079055" y="242008"/>
                  </a:lnTo>
                  <a:lnTo>
                    <a:pt x="2069294" y="241438"/>
                  </a:lnTo>
                  <a:lnTo>
                    <a:pt x="2059533" y="240861"/>
                  </a:lnTo>
                  <a:lnTo>
                    <a:pt x="2049772" y="240276"/>
                  </a:lnTo>
                  <a:lnTo>
                    <a:pt x="2040011" y="239684"/>
                  </a:lnTo>
                  <a:lnTo>
                    <a:pt x="2030250" y="239083"/>
                  </a:lnTo>
                  <a:lnTo>
                    <a:pt x="2020490" y="238474"/>
                  </a:lnTo>
                  <a:lnTo>
                    <a:pt x="2010729" y="237858"/>
                  </a:lnTo>
                  <a:lnTo>
                    <a:pt x="2000968" y="237229"/>
                  </a:lnTo>
                  <a:lnTo>
                    <a:pt x="1991207" y="236587"/>
                  </a:lnTo>
                  <a:lnTo>
                    <a:pt x="1981446" y="235937"/>
                  </a:lnTo>
                  <a:lnTo>
                    <a:pt x="1971685" y="235278"/>
                  </a:lnTo>
                  <a:lnTo>
                    <a:pt x="1961925" y="234610"/>
                  </a:lnTo>
                  <a:lnTo>
                    <a:pt x="1952164" y="233934"/>
                  </a:lnTo>
                  <a:lnTo>
                    <a:pt x="1942403" y="233098"/>
                  </a:lnTo>
                  <a:lnTo>
                    <a:pt x="1932642" y="232192"/>
                  </a:lnTo>
                  <a:lnTo>
                    <a:pt x="1922881" y="231281"/>
                  </a:lnTo>
                  <a:lnTo>
                    <a:pt x="1913121" y="230363"/>
                  </a:lnTo>
                  <a:lnTo>
                    <a:pt x="1903360" y="229440"/>
                  </a:lnTo>
                  <a:lnTo>
                    <a:pt x="1893599" y="228512"/>
                  </a:lnTo>
                  <a:lnTo>
                    <a:pt x="1883838" y="227577"/>
                  </a:lnTo>
                  <a:lnTo>
                    <a:pt x="1874077" y="226637"/>
                  </a:lnTo>
                  <a:lnTo>
                    <a:pt x="1864316" y="225691"/>
                  </a:lnTo>
                  <a:lnTo>
                    <a:pt x="1854556" y="224739"/>
                  </a:lnTo>
                  <a:lnTo>
                    <a:pt x="1844795" y="223781"/>
                  </a:lnTo>
                  <a:lnTo>
                    <a:pt x="1835034" y="222817"/>
                  </a:lnTo>
                  <a:lnTo>
                    <a:pt x="1825273" y="221848"/>
                  </a:lnTo>
                  <a:lnTo>
                    <a:pt x="1815512" y="221030"/>
                  </a:lnTo>
                  <a:lnTo>
                    <a:pt x="1805752" y="220257"/>
                  </a:lnTo>
                  <a:lnTo>
                    <a:pt x="1795991" y="219477"/>
                  </a:lnTo>
                  <a:lnTo>
                    <a:pt x="1786230" y="218690"/>
                  </a:lnTo>
                  <a:lnTo>
                    <a:pt x="1776469" y="217896"/>
                  </a:lnTo>
                  <a:lnTo>
                    <a:pt x="1766708" y="217095"/>
                  </a:lnTo>
                  <a:lnTo>
                    <a:pt x="1756947" y="216286"/>
                  </a:lnTo>
                  <a:lnTo>
                    <a:pt x="1747187" y="215470"/>
                  </a:lnTo>
                  <a:lnTo>
                    <a:pt x="1737426" y="214646"/>
                  </a:lnTo>
                  <a:lnTo>
                    <a:pt x="1727665" y="213815"/>
                  </a:lnTo>
                  <a:lnTo>
                    <a:pt x="1717904" y="212976"/>
                  </a:lnTo>
                  <a:lnTo>
                    <a:pt x="1708143" y="212130"/>
                  </a:lnTo>
                  <a:lnTo>
                    <a:pt x="1698382" y="211276"/>
                  </a:lnTo>
                  <a:lnTo>
                    <a:pt x="1688622" y="210415"/>
                  </a:lnTo>
                  <a:lnTo>
                    <a:pt x="1678861" y="209545"/>
                  </a:lnTo>
                  <a:lnTo>
                    <a:pt x="1669100" y="208808"/>
                  </a:lnTo>
                  <a:lnTo>
                    <a:pt x="1659339" y="208324"/>
                  </a:lnTo>
                  <a:lnTo>
                    <a:pt x="1649578" y="207831"/>
                  </a:lnTo>
                  <a:lnTo>
                    <a:pt x="1639818" y="207004"/>
                  </a:lnTo>
                  <a:lnTo>
                    <a:pt x="1630057" y="205966"/>
                  </a:lnTo>
                  <a:lnTo>
                    <a:pt x="1620296" y="204906"/>
                  </a:lnTo>
                  <a:lnTo>
                    <a:pt x="1610535" y="203833"/>
                  </a:lnTo>
                  <a:lnTo>
                    <a:pt x="1600774" y="202544"/>
                  </a:lnTo>
                  <a:lnTo>
                    <a:pt x="1591013" y="201356"/>
                  </a:lnTo>
                  <a:lnTo>
                    <a:pt x="1581253" y="200404"/>
                  </a:lnTo>
                  <a:lnTo>
                    <a:pt x="1571492" y="199417"/>
                  </a:lnTo>
                  <a:lnTo>
                    <a:pt x="1561731" y="198280"/>
                  </a:lnTo>
                  <a:lnTo>
                    <a:pt x="1551970" y="197128"/>
                  </a:lnTo>
                  <a:lnTo>
                    <a:pt x="1542209" y="195956"/>
                  </a:lnTo>
                  <a:lnTo>
                    <a:pt x="1532448" y="194768"/>
                  </a:lnTo>
                  <a:lnTo>
                    <a:pt x="1522688" y="193564"/>
                  </a:lnTo>
                  <a:lnTo>
                    <a:pt x="1512927" y="192344"/>
                  </a:lnTo>
                  <a:lnTo>
                    <a:pt x="1503166" y="191109"/>
                  </a:lnTo>
                  <a:lnTo>
                    <a:pt x="1493405" y="189857"/>
                  </a:lnTo>
                  <a:lnTo>
                    <a:pt x="1483644" y="188589"/>
                  </a:lnTo>
                  <a:lnTo>
                    <a:pt x="1473884" y="187304"/>
                  </a:lnTo>
                  <a:lnTo>
                    <a:pt x="1464123" y="186002"/>
                  </a:lnTo>
                  <a:lnTo>
                    <a:pt x="1454362" y="184683"/>
                  </a:lnTo>
                  <a:lnTo>
                    <a:pt x="1444601" y="183347"/>
                  </a:lnTo>
                  <a:lnTo>
                    <a:pt x="1434840" y="181994"/>
                  </a:lnTo>
                  <a:lnTo>
                    <a:pt x="1425079" y="180623"/>
                  </a:lnTo>
                  <a:lnTo>
                    <a:pt x="1415319" y="179797"/>
                  </a:lnTo>
                  <a:lnTo>
                    <a:pt x="1405558" y="178484"/>
                  </a:lnTo>
                  <a:lnTo>
                    <a:pt x="1395797" y="177141"/>
                  </a:lnTo>
                  <a:lnTo>
                    <a:pt x="1386036" y="175798"/>
                  </a:lnTo>
                  <a:lnTo>
                    <a:pt x="1376275" y="174458"/>
                  </a:lnTo>
                  <a:lnTo>
                    <a:pt x="1366515" y="173401"/>
                  </a:lnTo>
                  <a:lnTo>
                    <a:pt x="1356754" y="172459"/>
                  </a:lnTo>
                  <a:lnTo>
                    <a:pt x="1346993" y="171509"/>
                  </a:lnTo>
                  <a:lnTo>
                    <a:pt x="1337232" y="170549"/>
                  </a:lnTo>
                  <a:lnTo>
                    <a:pt x="1327471" y="169582"/>
                  </a:lnTo>
                  <a:lnTo>
                    <a:pt x="1317710" y="168598"/>
                  </a:lnTo>
                  <a:lnTo>
                    <a:pt x="1307950" y="167617"/>
                  </a:lnTo>
                  <a:lnTo>
                    <a:pt x="1298189" y="166621"/>
                  </a:lnTo>
                  <a:lnTo>
                    <a:pt x="1288428" y="165617"/>
                  </a:lnTo>
                  <a:lnTo>
                    <a:pt x="1278667" y="164603"/>
                  </a:lnTo>
                  <a:lnTo>
                    <a:pt x="1268906" y="163579"/>
                  </a:lnTo>
                  <a:lnTo>
                    <a:pt x="1259145" y="162502"/>
                  </a:lnTo>
                  <a:lnTo>
                    <a:pt x="1249385" y="161363"/>
                  </a:lnTo>
                  <a:lnTo>
                    <a:pt x="1239624" y="160209"/>
                  </a:lnTo>
                  <a:lnTo>
                    <a:pt x="1229863" y="159038"/>
                  </a:lnTo>
                  <a:lnTo>
                    <a:pt x="1220102" y="157850"/>
                  </a:lnTo>
                  <a:lnTo>
                    <a:pt x="1210341" y="157256"/>
                  </a:lnTo>
                  <a:lnTo>
                    <a:pt x="1200581" y="156061"/>
                  </a:lnTo>
                  <a:lnTo>
                    <a:pt x="1190820" y="154718"/>
                  </a:lnTo>
                  <a:lnTo>
                    <a:pt x="1181059" y="153362"/>
                  </a:lnTo>
                  <a:lnTo>
                    <a:pt x="1171298" y="152083"/>
                  </a:lnTo>
                  <a:lnTo>
                    <a:pt x="1161537" y="150959"/>
                  </a:lnTo>
                  <a:lnTo>
                    <a:pt x="1151776" y="149828"/>
                  </a:lnTo>
                  <a:lnTo>
                    <a:pt x="1142016" y="148964"/>
                  </a:lnTo>
                  <a:lnTo>
                    <a:pt x="1132255" y="148218"/>
                  </a:lnTo>
                  <a:lnTo>
                    <a:pt x="1122494" y="146581"/>
                  </a:lnTo>
                  <a:lnTo>
                    <a:pt x="1112733" y="145219"/>
                  </a:lnTo>
                  <a:lnTo>
                    <a:pt x="1102972" y="144047"/>
                  </a:lnTo>
                  <a:lnTo>
                    <a:pt x="1093212" y="142866"/>
                  </a:lnTo>
                  <a:lnTo>
                    <a:pt x="1083451" y="141677"/>
                  </a:lnTo>
                  <a:lnTo>
                    <a:pt x="1073690" y="140479"/>
                  </a:lnTo>
                  <a:lnTo>
                    <a:pt x="1063929" y="139869"/>
                  </a:lnTo>
                  <a:lnTo>
                    <a:pt x="1054168" y="139171"/>
                  </a:lnTo>
                  <a:lnTo>
                    <a:pt x="1044407" y="137370"/>
                  </a:lnTo>
                  <a:lnTo>
                    <a:pt x="1034647" y="135948"/>
                  </a:lnTo>
                  <a:lnTo>
                    <a:pt x="1024886" y="134363"/>
                  </a:lnTo>
                  <a:lnTo>
                    <a:pt x="1015125" y="133113"/>
                  </a:lnTo>
                  <a:lnTo>
                    <a:pt x="1005364" y="131855"/>
                  </a:lnTo>
                  <a:lnTo>
                    <a:pt x="995603" y="130588"/>
                  </a:lnTo>
                  <a:lnTo>
                    <a:pt x="985842" y="129373"/>
                  </a:lnTo>
                  <a:lnTo>
                    <a:pt x="976082" y="128242"/>
                  </a:lnTo>
                  <a:lnTo>
                    <a:pt x="966321" y="126902"/>
                  </a:lnTo>
                  <a:lnTo>
                    <a:pt x="956560" y="125549"/>
                  </a:lnTo>
                  <a:lnTo>
                    <a:pt x="946799" y="124176"/>
                  </a:lnTo>
                  <a:lnTo>
                    <a:pt x="937038" y="122810"/>
                  </a:lnTo>
                  <a:lnTo>
                    <a:pt x="927278" y="121468"/>
                  </a:lnTo>
                  <a:lnTo>
                    <a:pt x="917517" y="120137"/>
                  </a:lnTo>
                  <a:lnTo>
                    <a:pt x="907756" y="118792"/>
                  </a:lnTo>
                  <a:lnTo>
                    <a:pt x="897995" y="117278"/>
                  </a:lnTo>
                  <a:lnTo>
                    <a:pt x="888234" y="115644"/>
                  </a:lnTo>
                  <a:lnTo>
                    <a:pt x="878473" y="113364"/>
                  </a:lnTo>
                  <a:lnTo>
                    <a:pt x="868713" y="111337"/>
                  </a:lnTo>
                  <a:lnTo>
                    <a:pt x="858952" y="109317"/>
                  </a:lnTo>
                  <a:lnTo>
                    <a:pt x="849191" y="107275"/>
                  </a:lnTo>
                  <a:lnTo>
                    <a:pt x="839430" y="105212"/>
                  </a:lnTo>
                  <a:lnTo>
                    <a:pt x="829669" y="103127"/>
                  </a:lnTo>
                  <a:lnTo>
                    <a:pt x="819909" y="101234"/>
                  </a:lnTo>
                  <a:lnTo>
                    <a:pt x="810148" y="100107"/>
                  </a:lnTo>
                  <a:lnTo>
                    <a:pt x="800387" y="98969"/>
                  </a:lnTo>
                  <a:lnTo>
                    <a:pt x="790626" y="97808"/>
                  </a:lnTo>
                  <a:lnTo>
                    <a:pt x="780865" y="96622"/>
                  </a:lnTo>
                  <a:lnTo>
                    <a:pt x="771104" y="94843"/>
                  </a:lnTo>
                  <a:lnTo>
                    <a:pt x="761344" y="92230"/>
                  </a:lnTo>
                  <a:lnTo>
                    <a:pt x="751583" y="89549"/>
                  </a:lnTo>
                  <a:lnTo>
                    <a:pt x="741822" y="86811"/>
                  </a:lnTo>
                  <a:lnTo>
                    <a:pt x="732061" y="85445"/>
                  </a:lnTo>
                  <a:lnTo>
                    <a:pt x="722300" y="82236"/>
                  </a:lnTo>
                  <a:lnTo>
                    <a:pt x="712539" y="78926"/>
                  </a:lnTo>
                  <a:lnTo>
                    <a:pt x="702779" y="75970"/>
                  </a:lnTo>
                  <a:lnTo>
                    <a:pt x="693018" y="75883"/>
                  </a:lnTo>
                  <a:lnTo>
                    <a:pt x="683257" y="72801"/>
                  </a:lnTo>
                  <a:lnTo>
                    <a:pt x="673496" y="70926"/>
                  </a:lnTo>
                  <a:lnTo>
                    <a:pt x="663735" y="68737"/>
                  </a:lnTo>
                  <a:lnTo>
                    <a:pt x="653975" y="67928"/>
                  </a:lnTo>
                  <a:lnTo>
                    <a:pt x="644214" y="67113"/>
                  </a:lnTo>
                  <a:lnTo>
                    <a:pt x="634453" y="63949"/>
                  </a:lnTo>
                  <a:lnTo>
                    <a:pt x="624692" y="60756"/>
                  </a:lnTo>
                  <a:lnTo>
                    <a:pt x="614931" y="60006"/>
                  </a:lnTo>
                  <a:lnTo>
                    <a:pt x="605170" y="59200"/>
                  </a:lnTo>
                  <a:lnTo>
                    <a:pt x="595410" y="58014"/>
                  </a:lnTo>
                  <a:lnTo>
                    <a:pt x="585649" y="57667"/>
                  </a:lnTo>
                  <a:lnTo>
                    <a:pt x="575888" y="56898"/>
                  </a:lnTo>
                  <a:lnTo>
                    <a:pt x="566127" y="54517"/>
                  </a:lnTo>
                  <a:lnTo>
                    <a:pt x="556366" y="51520"/>
                  </a:lnTo>
                  <a:lnTo>
                    <a:pt x="546606" y="49523"/>
                  </a:lnTo>
                  <a:lnTo>
                    <a:pt x="536845" y="46740"/>
                  </a:lnTo>
                  <a:lnTo>
                    <a:pt x="527084" y="46321"/>
                  </a:lnTo>
                  <a:lnTo>
                    <a:pt x="517323" y="45083"/>
                  </a:lnTo>
                  <a:lnTo>
                    <a:pt x="507562" y="44083"/>
                  </a:lnTo>
                  <a:lnTo>
                    <a:pt x="497801" y="43291"/>
                  </a:lnTo>
                  <a:lnTo>
                    <a:pt x="488041" y="42479"/>
                  </a:lnTo>
                  <a:lnTo>
                    <a:pt x="478280" y="41504"/>
                  </a:lnTo>
                  <a:lnTo>
                    <a:pt x="468519" y="39425"/>
                  </a:lnTo>
                  <a:lnTo>
                    <a:pt x="458758" y="37408"/>
                  </a:lnTo>
                  <a:lnTo>
                    <a:pt x="448997" y="35447"/>
                  </a:lnTo>
                  <a:lnTo>
                    <a:pt x="439236" y="32940"/>
                  </a:lnTo>
                  <a:lnTo>
                    <a:pt x="429476" y="30222"/>
                  </a:lnTo>
                  <a:lnTo>
                    <a:pt x="419715" y="27411"/>
                  </a:lnTo>
                  <a:lnTo>
                    <a:pt x="409954" y="26271"/>
                  </a:lnTo>
                  <a:lnTo>
                    <a:pt x="400193" y="24038"/>
                  </a:lnTo>
                  <a:lnTo>
                    <a:pt x="390432" y="21799"/>
                  </a:lnTo>
                  <a:lnTo>
                    <a:pt x="380672" y="19864"/>
                  </a:lnTo>
                  <a:lnTo>
                    <a:pt x="370911" y="17538"/>
                  </a:lnTo>
                  <a:lnTo>
                    <a:pt x="361150" y="16247"/>
                  </a:lnTo>
                  <a:lnTo>
                    <a:pt x="351389" y="13376"/>
                  </a:lnTo>
                  <a:lnTo>
                    <a:pt x="341628" y="12642"/>
                  </a:lnTo>
                  <a:lnTo>
                    <a:pt x="331867" y="11919"/>
                  </a:lnTo>
                  <a:lnTo>
                    <a:pt x="322107" y="10933"/>
                  </a:lnTo>
                  <a:lnTo>
                    <a:pt x="312346" y="11423"/>
                  </a:lnTo>
                  <a:lnTo>
                    <a:pt x="302585" y="10412"/>
                  </a:lnTo>
                  <a:lnTo>
                    <a:pt x="292824" y="10912"/>
                  </a:lnTo>
                  <a:lnTo>
                    <a:pt x="283063" y="9991"/>
                  </a:lnTo>
                  <a:lnTo>
                    <a:pt x="273303" y="7546"/>
                  </a:lnTo>
                  <a:lnTo>
                    <a:pt x="263542" y="5774"/>
                  </a:lnTo>
                  <a:lnTo>
                    <a:pt x="253781" y="3683"/>
                  </a:lnTo>
                  <a:lnTo>
                    <a:pt x="244020" y="1570"/>
                  </a:lnTo>
                  <a:lnTo>
                    <a:pt x="234259" y="4602"/>
                  </a:lnTo>
                  <a:lnTo>
                    <a:pt x="224498" y="4765"/>
                  </a:lnTo>
                  <a:lnTo>
                    <a:pt x="214738" y="4194"/>
                  </a:lnTo>
                  <a:lnTo>
                    <a:pt x="204977" y="3716"/>
                  </a:lnTo>
                  <a:lnTo>
                    <a:pt x="195216" y="3453"/>
                  </a:lnTo>
                  <a:lnTo>
                    <a:pt x="185455" y="2646"/>
                  </a:lnTo>
                  <a:lnTo>
                    <a:pt x="175694" y="2567"/>
                  </a:lnTo>
                  <a:lnTo>
                    <a:pt x="165933" y="2320"/>
                  </a:lnTo>
                  <a:lnTo>
                    <a:pt x="156173" y="2328"/>
                  </a:lnTo>
                  <a:lnTo>
                    <a:pt x="146412" y="1617"/>
                  </a:lnTo>
                  <a:lnTo>
                    <a:pt x="136651" y="979"/>
                  </a:lnTo>
                  <a:lnTo>
                    <a:pt x="126890" y="1674"/>
                  </a:lnTo>
                  <a:lnTo>
                    <a:pt x="117129" y="3"/>
                  </a:lnTo>
                  <a:lnTo>
                    <a:pt x="107369" y="0"/>
                  </a:lnTo>
                  <a:lnTo>
                    <a:pt x="97608" y="198"/>
                  </a:lnTo>
                  <a:lnTo>
                    <a:pt x="87847" y="104"/>
                  </a:lnTo>
                  <a:lnTo>
                    <a:pt x="78086" y="129"/>
                  </a:lnTo>
                  <a:lnTo>
                    <a:pt x="68325" y="436"/>
                  </a:lnTo>
                  <a:lnTo>
                    <a:pt x="58564" y="1730"/>
                  </a:lnTo>
                  <a:lnTo>
                    <a:pt x="48804" y="4191"/>
                  </a:lnTo>
                  <a:lnTo>
                    <a:pt x="39043" y="3568"/>
                  </a:lnTo>
                  <a:lnTo>
                    <a:pt x="29282" y="2668"/>
                  </a:lnTo>
                  <a:lnTo>
                    <a:pt x="19521" y="3668"/>
                  </a:lnTo>
                  <a:lnTo>
                    <a:pt x="9760" y="3410"/>
                  </a:lnTo>
                  <a:lnTo>
                    <a:pt x="0" y="51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611514" y="3133578"/>
              <a:ext cx="2528052" cy="1945020"/>
            </a:xfrm>
            <a:custGeom>
              <a:avLst/>
              <a:pathLst>
                <a:path w="2528052" h="1945020">
                  <a:moveTo>
                    <a:pt x="0" y="1945020"/>
                  </a:moveTo>
                  <a:lnTo>
                    <a:pt x="9760" y="1941865"/>
                  </a:lnTo>
                  <a:lnTo>
                    <a:pt x="19521" y="1938759"/>
                  </a:lnTo>
                  <a:lnTo>
                    <a:pt x="29282" y="1935701"/>
                  </a:lnTo>
                  <a:lnTo>
                    <a:pt x="39043" y="1932568"/>
                  </a:lnTo>
                  <a:lnTo>
                    <a:pt x="48804" y="1929384"/>
                  </a:lnTo>
                  <a:lnTo>
                    <a:pt x="58564" y="1926196"/>
                  </a:lnTo>
                  <a:lnTo>
                    <a:pt x="68325" y="1922926"/>
                  </a:lnTo>
                  <a:lnTo>
                    <a:pt x="78086" y="1919625"/>
                  </a:lnTo>
                  <a:lnTo>
                    <a:pt x="87847" y="1916332"/>
                  </a:lnTo>
                  <a:lnTo>
                    <a:pt x="97608" y="1912999"/>
                  </a:lnTo>
                  <a:lnTo>
                    <a:pt x="107369" y="1909613"/>
                  </a:lnTo>
                  <a:lnTo>
                    <a:pt x="117129" y="1906249"/>
                  </a:lnTo>
                  <a:lnTo>
                    <a:pt x="126890" y="1902947"/>
                  </a:lnTo>
                  <a:lnTo>
                    <a:pt x="136651" y="1899489"/>
                  </a:lnTo>
                  <a:lnTo>
                    <a:pt x="146412" y="1896002"/>
                  </a:lnTo>
                  <a:lnTo>
                    <a:pt x="156173" y="1892553"/>
                  </a:lnTo>
                  <a:lnTo>
                    <a:pt x="165933" y="1889129"/>
                  </a:lnTo>
                  <a:lnTo>
                    <a:pt x="175694" y="1885649"/>
                  </a:lnTo>
                  <a:lnTo>
                    <a:pt x="185455" y="1882202"/>
                  </a:lnTo>
                  <a:lnTo>
                    <a:pt x="195216" y="1878630"/>
                  </a:lnTo>
                  <a:lnTo>
                    <a:pt x="204977" y="1875020"/>
                  </a:lnTo>
                  <a:lnTo>
                    <a:pt x="214738" y="1871400"/>
                  </a:lnTo>
                  <a:lnTo>
                    <a:pt x="224498" y="1867808"/>
                  </a:lnTo>
                  <a:lnTo>
                    <a:pt x="234259" y="1864253"/>
                  </a:lnTo>
                  <a:lnTo>
                    <a:pt x="244020" y="1860522"/>
                  </a:lnTo>
                  <a:lnTo>
                    <a:pt x="253781" y="1856789"/>
                  </a:lnTo>
                  <a:lnTo>
                    <a:pt x="263542" y="1853095"/>
                  </a:lnTo>
                  <a:lnTo>
                    <a:pt x="273303" y="1849365"/>
                  </a:lnTo>
                  <a:lnTo>
                    <a:pt x="283063" y="1845606"/>
                  </a:lnTo>
                  <a:lnTo>
                    <a:pt x="292824" y="1841791"/>
                  </a:lnTo>
                  <a:lnTo>
                    <a:pt x="302585" y="1837935"/>
                  </a:lnTo>
                  <a:lnTo>
                    <a:pt x="312346" y="1834063"/>
                  </a:lnTo>
                  <a:lnTo>
                    <a:pt x="322107" y="1830177"/>
                  </a:lnTo>
                  <a:lnTo>
                    <a:pt x="331867" y="1826263"/>
                  </a:lnTo>
                  <a:lnTo>
                    <a:pt x="341628" y="1822261"/>
                  </a:lnTo>
                  <a:lnTo>
                    <a:pt x="351389" y="1818304"/>
                  </a:lnTo>
                  <a:lnTo>
                    <a:pt x="361150" y="1814316"/>
                  </a:lnTo>
                  <a:lnTo>
                    <a:pt x="370911" y="1810275"/>
                  </a:lnTo>
                  <a:lnTo>
                    <a:pt x="380672" y="1806268"/>
                  </a:lnTo>
                  <a:lnTo>
                    <a:pt x="390432" y="1802188"/>
                  </a:lnTo>
                  <a:lnTo>
                    <a:pt x="400193" y="1798063"/>
                  </a:lnTo>
                  <a:lnTo>
                    <a:pt x="409954" y="1793919"/>
                  </a:lnTo>
                  <a:lnTo>
                    <a:pt x="419715" y="1789738"/>
                  </a:lnTo>
                  <a:lnTo>
                    <a:pt x="429476" y="1785527"/>
                  </a:lnTo>
                  <a:lnTo>
                    <a:pt x="439236" y="1781292"/>
                  </a:lnTo>
                  <a:lnTo>
                    <a:pt x="448997" y="1777016"/>
                  </a:lnTo>
                  <a:lnTo>
                    <a:pt x="458758" y="1772712"/>
                  </a:lnTo>
                  <a:lnTo>
                    <a:pt x="468519" y="1768421"/>
                  </a:lnTo>
                  <a:lnTo>
                    <a:pt x="478280" y="1764074"/>
                  </a:lnTo>
                  <a:lnTo>
                    <a:pt x="488041" y="1759696"/>
                  </a:lnTo>
                  <a:lnTo>
                    <a:pt x="497801" y="1755290"/>
                  </a:lnTo>
                  <a:lnTo>
                    <a:pt x="507562" y="1750848"/>
                  </a:lnTo>
                  <a:lnTo>
                    <a:pt x="517323" y="1746378"/>
                  </a:lnTo>
                  <a:lnTo>
                    <a:pt x="527084" y="1741882"/>
                  </a:lnTo>
                  <a:lnTo>
                    <a:pt x="536845" y="1737355"/>
                  </a:lnTo>
                  <a:lnTo>
                    <a:pt x="546606" y="1732794"/>
                  </a:lnTo>
                  <a:lnTo>
                    <a:pt x="556366" y="1728201"/>
                  </a:lnTo>
                  <a:lnTo>
                    <a:pt x="566127" y="1723579"/>
                  </a:lnTo>
                  <a:lnTo>
                    <a:pt x="575888" y="1718925"/>
                  </a:lnTo>
                  <a:lnTo>
                    <a:pt x="585649" y="1714240"/>
                  </a:lnTo>
                  <a:lnTo>
                    <a:pt x="595410" y="1709517"/>
                  </a:lnTo>
                  <a:lnTo>
                    <a:pt x="605170" y="1704748"/>
                  </a:lnTo>
                  <a:lnTo>
                    <a:pt x="614931" y="1699968"/>
                  </a:lnTo>
                  <a:lnTo>
                    <a:pt x="624692" y="1695135"/>
                  </a:lnTo>
                  <a:lnTo>
                    <a:pt x="634453" y="1690261"/>
                  </a:lnTo>
                  <a:lnTo>
                    <a:pt x="644214" y="1685321"/>
                  </a:lnTo>
                  <a:lnTo>
                    <a:pt x="653975" y="1680360"/>
                  </a:lnTo>
                  <a:lnTo>
                    <a:pt x="663735" y="1675359"/>
                  </a:lnTo>
                  <a:lnTo>
                    <a:pt x="673496" y="1670386"/>
                  </a:lnTo>
                  <a:lnTo>
                    <a:pt x="683257" y="1665394"/>
                  </a:lnTo>
                  <a:lnTo>
                    <a:pt x="693018" y="1660318"/>
                  </a:lnTo>
                  <a:lnTo>
                    <a:pt x="702779" y="1655263"/>
                  </a:lnTo>
                  <a:lnTo>
                    <a:pt x="712539" y="1650212"/>
                  </a:lnTo>
                  <a:lnTo>
                    <a:pt x="722300" y="1645152"/>
                  </a:lnTo>
                  <a:lnTo>
                    <a:pt x="732061" y="1640019"/>
                  </a:lnTo>
                  <a:lnTo>
                    <a:pt x="741822" y="1634770"/>
                  </a:lnTo>
                  <a:lnTo>
                    <a:pt x="751583" y="1629516"/>
                  </a:lnTo>
                  <a:lnTo>
                    <a:pt x="761344" y="1624258"/>
                  </a:lnTo>
                  <a:lnTo>
                    <a:pt x="771104" y="1618887"/>
                  </a:lnTo>
                  <a:lnTo>
                    <a:pt x="780865" y="1613510"/>
                  </a:lnTo>
                  <a:lnTo>
                    <a:pt x="790626" y="1608144"/>
                  </a:lnTo>
                  <a:lnTo>
                    <a:pt x="800387" y="1602739"/>
                  </a:lnTo>
                  <a:lnTo>
                    <a:pt x="810148" y="1597345"/>
                  </a:lnTo>
                  <a:lnTo>
                    <a:pt x="819909" y="1591911"/>
                  </a:lnTo>
                  <a:lnTo>
                    <a:pt x="829669" y="1586406"/>
                  </a:lnTo>
                  <a:lnTo>
                    <a:pt x="839430" y="1580802"/>
                  </a:lnTo>
                  <a:lnTo>
                    <a:pt x="849191" y="1575141"/>
                  </a:lnTo>
                  <a:lnTo>
                    <a:pt x="858952" y="1569523"/>
                  </a:lnTo>
                  <a:lnTo>
                    <a:pt x="868713" y="1563873"/>
                  </a:lnTo>
                  <a:lnTo>
                    <a:pt x="878473" y="1558030"/>
                  </a:lnTo>
                  <a:lnTo>
                    <a:pt x="888234" y="1552243"/>
                  </a:lnTo>
                  <a:lnTo>
                    <a:pt x="897995" y="1546496"/>
                  </a:lnTo>
                  <a:lnTo>
                    <a:pt x="907756" y="1540745"/>
                  </a:lnTo>
                  <a:lnTo>
                    <a:pt x="917517" y="1534965"/>
                  </a:lnTo>
                  <a:lnTo>
                    <a:pt x="927278" y="1529197"/>
                  </a:lnTo>
                  <a:lnTo>
                    <a:pt x="937038" y="1523165"/>
                  </a:lnTo>
                  <a:lnTo>
                    <a:pt x="946799" y="1517161"/>
                  </a:lnTo>
                  <a:lnTo>
                    <a:pt x="956560" y="1511045"/>
                  </a:lnTo>
                  <a:lnTo>
                    <a:pt x="966321" y="1504894"/>
                  </a:lnTo>
                  <a:lnTo>
                    <a:pt x="976082" y="1498546"/>
                  </a:lnTo>
                  <a:lnTo>
                    <a:pt x="985842" y="1492489"/>
                  </a:lnTo>
                  <a:lnTo>
                    <a:pt x="995603" y="1486578"/>
                  </a:lnTo>
                  <a:lnTo>
                    <a:pt x="1005364" y="1480587"/>
                  </a:lnTo>
                  <a:lnTo>
                    <a:pt x="1015125" y="1474481"/>
                  </a:lnTo>
                  <a:lnTo>
                    <a:pt x="1024886" y="1468242"/>
                  </a:lnTo>
                  <a:lnTo>
                    <a:pt x="1034647" y="1461854"/>
                  </a:lnTo>
                  <a:lnTo>
                    <a:pt x="1044407" y="1455562"/>
                  </a:lnTo>
                  <a:lnTo>
                    <a:pt x="1054168" y="1449218"/>
                  </a:lnTo>
                  <a:lnTo>
                    <a:pt x="1063929" y="1442780"/>
                  </a:lnTo>
                  <a:lnTo>
                    <a:pt x="1073690" y="1436301"/>
                  </a:lnTo>
                  <a:lnTo>
                    <a:pt x="1083451" y="1429781"/>
                  </a:lnTo>
                  <a:lnTo>
                    <a:pt x="1093212" y="1423332"/>
                  </a:lnTo>
                  <a:lnTo>
                    <a:pt x="1102972" y="1416990"/>
                  </a:lnTo>
                  <a:lnTo>
                    <a:pt x="1112733" y="1410385"/>
                  </a:lnTo>
                  <a:lnTo>
                    <a:pt x="1122494" y="1403732"/>
                  </a:lnTo>
                  <a:lnTo>
                    <a:pt x="1132255" y="1396974"/>
                  </a:lnTo>
                  <a:lnTo>
                    <a:pt x="1142016" y="1390498"/>
                  </a:lnTo>
                  <a:lnTo>
                    <a:pt x="1151776" y="1383991"/>
                  </a:lnTo>
                  <a:lnTo>
                    <a:pt x="1161537" y="1377212"/>
                  </a:lnTo>
                  <a:lnTo>
                    <a:pt x="1171298" y="1370276"/>
                  </a:lnTo>
                  <a:lnTo>
                    <a:pt x="1181059" y="1363443"/>
                  </a:lnTo>
                  <a:lnTo>
                    <a:pt x="1190820" y="1356750"/>
                  </a:lnTo>
                  <a:lnTo>
                    <a:pt x="1200581" y="1349883"/>
                  </a:lnTo>
                  <a:lnTo>
                    <a:pt x="1210341" y="1342779"/>
                  </a:lnTo>
                  <a:lnTo>
                    <a:pt x="1220102" y="1335742"/>
                  </a:lnTo>
                  <a:lnTo>
                    <a:pt x="1229863" y="1328578"/>
                  </a:lnTo>
                  <a:lnTo>
                    <a:pt x="1239624" y="1321313"/>
                  </a:lnTo>
                  <a:lnTo>
                    <a:pt x="1249385" y="1314136"/>
                  </a:lnTo>
                  <a:lnTo>
                    <a:pt x="1259145" y="1307144"/>
                  </a:lnTo>
                  <a:lnTo>
                    <a:pt x="1268906" y="1300111"/>
                  </a:lnTo>
                  <a:lnTo>
                    <a:pt x="1278667" y="1292733"/>
                  </a:lnTo>
                  <a:lnTo>
                    <a:pt x="1288428" y="1285294"/>
                  </a:lnTo>
                  <a:lnTo>
                    <a:pt x="1298189" y="1277823"/>
                  </a:lnTo>
                  <a:lnTo>
                    <a:pt x="1307950" y="1270474"/>
                  </a:lnTo>
                  <a:lnTo>
                    <a:pt x="1317710" y="1263013"/>
                  </a:lnTo>
                  <a:lnTo>
                    <a:pt x="1327471" y="1255513"/>
                  </a:lnTo>
                  <a:lnTo>
                    <a:pt x="1337232" y="1247969"/>
                  </a:lnTo>
                  <a:lnTo>
                    <a:pt x="1346993" y="1240335"/>
                  </a:lnTo>
                  <a:lnTo>
                    <a:pt x="1356754" y="1232491"/>
                  </a:lnTo>
                  <a:lnTo>
                    <a:pt x="1366515" y="1224598"/>
                  </a:lnTo>
                  <a:lnTo>
                    <a:pt x="1376275" y="1216655"/>
                  </a:lnTo>
                  <a:lnTo>
                    <a:pt x="1386036" y="1208682"/>
                  </a:lnTo>
                  <a:lnTo>
                    <a:pt x="1395797" y="1200789"/>
                  </a:lnTo>
                  <a:lnTo>
                    <a:pt x="1405558" y="1193027"/>
                  </a:lnTo>
                  <a:lnTo>
                    <a:pt x="1415319" y="1185225"/>
                  </a:lnTo>
                  <a:lnTo>
                    <a:pt x="1425079" y="1176902"/>
                  </a:lnTo>
                  <a:lnTo>
                    <a:pt x="1434840" y="1169007"/>
                  </a:lnTo>
                  <a:lnTo>
                    <a:pt x="1444601" y="1161263"/>
                  </a:lnTo>
                  <a:lnTo>
                    <a:pt x="1454362" y="1153528"/>
                  </a:lnTo>
                  <a:lnTo>
                    <a:pt x="1464123" y="1145544"/>
                  </a:lnTo>
                  <a:lnTo>
                    <a:pt x="1473884" y="1137108"/>
                  </a:lnTo>
                  <a:lnTo>
                    <a:pt x="1483644" y="1128648"/>
                  </a:lnTo>
                  <a:lnTo>
                    <a:pt x="1493405" y="1121015"/>
                  </a:lnTo>
                  <a:lnTo>
                    <a:pt x="1503166" y="1112862"/>
                  </a:lnTo>
                  <a:lnTo>
                    <a:pt x="1512927" y="1104524"/>
                  </a:lnTo>
                  <a:lnTo>
                    <a:pt x="1522688" y="1096169"/>
                  </a:lnTo>
                  <a:lnTo>
                    <a:pt x="1532448" y="1087708"/>
                  </a:lnTo>
                  <a:lnTo>
                    <a:pt x="1542209" y="1079268"/>
                  </a:lnTo>
                  <a:lnTo>
                    <a:pt x="1551970" y="1070508"/>
                  </a:lnTo>
                  <a:lnTo>
                    <a:pt x="1561731" y="1062237"/>
                  </a:lnTo>
                  <a:lnTo>
                    <a:pt x="1571492" y="1054161"/>
                  </a:lnTo>
                  <a:lnTo>
                    <a:pt x="1581253" y="1045593"/>
                  </a:lnTo>
                  <a:lnTo>
                    <a:pt x="1591013" y="1037188"/>
                  </a:lnTo>
                  <a:lnTo>
                    <a:pt x="1600774" y="1028775"/>
                  </a:lnTo>
                  <a:lnTo>
                    <a:pt x="1610535" y="1020458"/>
                  </a:lnTo>
                  <a:lnTo>
                    <a:pt x="1620296" y="1011743"/>
                  </a:lnTo>
                  <a:lnTo>
                    <a:pt x="1630057" y="1002688"/>
                  </a:lnTo>
                  <a:lnTo>
                    <a:pt x="1639818" y="994231"/>
                  </a:lnTo>
                  <a:lnTo>
                    <a:pt x="1649578" y="985717"/>
                  </a:lnTo>
                  <a:lnTo>
                    <a:pt x="1659339" y="977130"/>
                  </a:lnTo>
                  <a:lnTo>
                    <a:pt x="1669100" y="968505"/>
                  </a:lnTo>
                  <a:lnTo>
                    <a:pt x="1678861" y="959554"/>
                  </a:lnTo>
                  <a:lnTo>
                    <a:pt x="1688622" y="950312"/>
                  </a:lnTo>
                  <a:lnTo>
                    <a:pt x="1698382" y="940610"/>
                  </a:lnTo>
                  <a:lnTo>
                    <a:pt x="1708143" y="931627"/>
                  </a:lnTo>
                  <a:lnTo>
                    <a:pt x="1717904" y="922003"/>
                  </a:lnTo>
                  <a:lnTo>
                    <a:pt x="1727665" y="912757"/>
                  </a:lnTo>
                  <a:lnTo>
                    <a:pt x="1737426" y="903911"/>
                  </a:lnTo>
                  <a:lnTo>
                    <a:pt x="1747187" y="895339"/>
                  </a:lnTo>
                  <a:lnTo>
                    <a:pt x="1756947" y="886056"/>
                  </a:lnTo>
                  <a:lnTo>
                    <a:pt x="1766708" y="876127"/>
                  </a:lnTo>
                  <a:lnTo>
                    <a:pt x="1776469" y="866142"/>
                  </a:lnTo>
                  <a:lnTo>
                    <a:pt x="1786230" y="856100"/>
                  </a:lnTo>
                  <a:lnTo>
                    <a:pt x="1795991" y="846107"/>
                  </a:lnTo>
                  <a:lnTo>
                    <a:pt x="1805752" y="836208"/>
                  </a:lnTo>
                  <a:lnTo>
                    <a:pt x="1815512" y="826503"/>
                  </a:lnTo>
                  <a:lnTo>
                    <a:pt x="1825273" y="816932"/>
                  </a:lnTo>
                  <a:lnTo>
                    <a:pt x="1835034" y="807567"/>
                  </a:lnTo>
                  <a:lnTo>
                    <a:pt x="1844795" y="798044"/>
                  </a:lnTo>
                  <a:lnTo>
                    <a:pt x="1854556" y="788257"/>
                  </a:lnTo>
                  <a:lnTo>
                    <a:pt x="1864316" y="778743"/>
                  </a:lnTo>
                  <a:lnTo>
                    <a:pt x="1874077" y="769274"/>
                  </a:lnTo>
                  <a:lnTo>
                    <a:pt x="1883838" y="759611"/>
                  </a:lnTo>
                  <a:lnTo>
                    <a:pt x="1893599" y="749728"/>
                  </a:lnTo>
                  <a:lnTo>
                    <a:pt x="1903360" y="739938"/>
                  </a:lnTo>
                  <a:lnTo>
                    <a:pt x="1913121" y="730288"/>
                  </a:lnTo>
                  <a:lnTo>
                    <a:pt x="1922881" y="720510"/>
                  </a:lnTo>
                  <a:lnTo>
                    <a:pt x="1932642" y="709867"/>
                  </a:lnTo>
                  <a:lnTo>
                    <a:pt x="1942403" y="700085"/>
                  </a:lnTo>
                  <a:lnTo>
                    <a:pt x="1952164" y="690184"/>
                  </a:lnTo>
                  <a:lnTo>
                    <a:pt x="1961925" y="679846"/>
                  </a:lnTo>
                  <a:lnTo>
                    <a:pt x="1971685" y="669541"/>
                  </a:lnTo>
                  <a:lnTo>
                    <a:pt x="1981446" y="659006"/>
                  </a:lnTo>
                  <a:lnTo>
                    <a:pt x="1991207" y="647826"/>
                  </a:lnTo>
                  <a:lnTo>
                    <a:pt x="2000968" y="637163"/>
                  </a:lnTo>
                  <a:lnTo>
                    <a:pt x="2010729" y="626623"/>
                  </a:lnTo>
                  <a:lnTo>
                    <a:pt x="2020490" y="616404"/>
                  </a:lnTo>
                  <a:lnTo>
                    <a:pt x="2030250" y="606700"/>
                  </a:lnTo>
                  <a:lnTo>
                    <a:pt x="2040011" y="596253"/>
                  </a:lnTo>
                  <a:lnTo>
                    <a:pt x="2049772" y="584907"/>
                  </a:lnTo>
                  <a:lnTo>
                    <a:pt x="2059533" y="573506"/>
                  </a:lnTo>
                  <a:lnTo>
                    <a:pt x="2069294" y="562431"/>
                  </a:lnTo>
                  <a:lnTo>
                    <a:pt x="2079055" y="551517"/>
                  </a:lnTo>
                  <a:lnTo>
                    <a:pt x="2088815" y="540557"/>
                  </a:lnTo>
                  <a:lnTo>
                    <a:pt x="2098576" y="529504"/>
                  </a:lnTo>
                  <a:lnTo>
                    <a:pt x="2108337" y="518160"/>
                  </a:lnTo>
                  <a:lnTo>
                    <a:pt x="2118098" y="506753"/>
                  </a:lnTo>
                  <a:lnTo>
                    <a:pt x="2127859" y="495126"/>
                  </a:lnTo>
                  <a:lnTo>
                    <a:pt x="2137619" y="483713"/>
                  </a:lnTo>
                  <a:lnTo>
                    <a:pt x="2147380" y="472698"/>
                  </a:lnTo>
                  <a:lnTo>
                    <a:pt x="2157141" y="461388"/>
                  </a:lnTo>
                  <a:lnTo>
                    <a:pt x="2166902" y="449901"/>
                  </a:lnTo>
                  <a:lnTo>
                    <a:pt x="2176663" y="437985"/>
                  </a:lnTo>
                  <a:lnTo>
                    <a:pt x="2186424" y="426017"/>
                  </a:lnTo>
                  <a:lnTo>
                    <a:pt x="2196184" y="413736"/>
                  </a:lnTo>
                  <a:lnTo>
                    <a:pt x="2205945" y="401878"/>
                  </a:lnTo>
                  <a:lnTo>
                    <a:pt x="2215706" y="389831"/>
                  </a:lnTo>
                  <a:lnTo>
                    <a:pt x="2225467" y="378445"/>
                  </a:lnTo>
                  <a:lnTo>
                    <a:pt x="2235228" y="366962"/>
                  </a:lnTo>
                  <a:lnTo>
                    <a:pt x="2244988" y="355251"/>
                  </a:lnTo>
                  <a:lnTo>
                    <a:pt x="2254749" y="343497"/>
                  </a:lnTo>
                  <a:lnTo>
                    <a:pt x="2264510" y="331354"/>
                  </a:lnTo>
                  <a:lnTo>
                    <a:pt x="2274271" y="319858"/>
                  </a:lnTo>
                  <a:lnTo>
                    <a:pt x="2284032" y="307735"/>
                  </a:lnTo>
                  <a:lnTo>
                    <a:pt x="2293793" y="295377"/>
                  </a:lnTo>
                  <a:lnTo>
                    <a:pt x="2303553" y="282970"/>
                  </a:lnTo>
                  <a:lnTo>
                    <a:pt x="2313314" y="270513"/>
                  </a:lnTo>
                  <a:lnTo>
                    <a:pt x="2323075" y="258008"/>
                  </a:lnTo>
                  <a:lnTo>
                    <a:pt x="2332836" y="246070"/>
                  </a:lnTo>
                  <a:lnTo>
                    <a:pt x="2342597" y="233725"/>
                  </a:lnTo>
                  <a:lnTo>
                    <a:pt x="2352358" y="220172"/>
                  </a:lnTo>
                  <a:lnTo>
                    <a:pt x="2362118" y="208324"/>
                  </a:lnTo>
                  <a:lnTo>
                    <a:pt x="2371879" y="196549"/>
                  </a:lnTo>
                  <a:lnTo>
                    <a:pt x="2381640" y="184492"/>
                  </a:lnTo>
                  <a:lnTo>
                    <a:pt x="2391401" y="172001"/>
                  </a:lnTo>
                  <a:lnTo>
                    <a:pt x="2401162" y="158853"/>
                  </a:lnTo>
                  <a:lnTo>
                    <a:pt x="2410922" y="146686"/>
                  </a:lnTo>
                  <a:lnTo>
                    <a:pt x="2420683" y="134000"/>
                  </a:lnTo>
                  <a:lnTo>
                    <a:pt x="2430444" y="121285"/>
                  </a:lnTo>
                  <a:lnTo>
                    <a:pt x="2440205" y="109350"/>
                  </a:lnTo>
                  <a:lnTo>
                    <a:pt x="2449966" y="97482"/>
                  </a:lnTo>
                  <a:lnTo>
                    <a:pt x="2459727" y="85582"/>
                  </a:lnTo>
                  <a:lnTo>
                    <a:pt x="2469487" y="73652"/>
                  </a:lnTo>
                  <a:lnTo>
                    <a:pt x="2479248" y="61691"/>
                  </a:lnTo>
                  <a:lnTo>
                    <a:pt x="2489009" y="49556"/>
                  </a:lnTo>
                  <a:lnTo>
                    <a:pt x="2498770" y="36723"/>
                  </a:lnTo>
                  <a:lnTo>
                    <a:pt x="2508531" y="24081"/>
                  </a:lnTo>
                  <a:lnTo>
                    <a:pt x="2518291" y="12055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611514" y="3865940"/>
              <a:ext cx="2528052" cy="1372270"/>
            </a:xfrm>
            <a:custGeom>
              <a:avLst/>
              <a:pathLst>
                <a:path w="2528052" h="1372270">
                  <a:moveTo>
                    <a:pt x="0" y="1372270"/>
                  </a:moveTo>
                  <a:lnTo>
                    <a:pt x="9760" y="1370604"/>
                  </a:lnTo>
                  <a:lnTo>
                    <a:pt x="19521" y="1369147"/>
                  </a:lnTo>
                  <a:lnTo>
                    <a:pt x="29282" y="1367339"/>
                  </a:lnTo>
                  <a:lnTo>
                    <a:pt x="39043" y="1365505"/>
                  </a:lnTo>
                  <a:lnTo>
                    <a:pt x="48804" y="1363536"/>
                  </a:lnTo>
                  <a:lnTo>
                    <a:pt x="58564" y="1361684"/>
                  </a:lnTo>
                  <a:lnTo>
                    <a:pt x="68325" y="1359849"/>
                  </a:lnTo>
                  <a:lnTo>
                    <a:pt x="78086" y="1357841"/>
                  </a:lnTo>
                  <a:lnTo>
                    <a:pt x="87847" y="1355796"/>
                  </a:lnTo>
                  <a:lnTo>
                    <a:pt x="97608" y="1353781"/>
                  </a:lnTo>
                  <a:lnTo>
                    <a:pt x="107369" y="1351955"/>
                  </a:lnTo>
                  <a:lnTo>
                    <a:pt x="117129" y="1349798"/>
                  </a:lnTo>
                  <a:lnTo>
                    <a:pt x="126890" y="1347814"/>
                  </a:lnTo>
                  <a:lnTo>
                    <a:pt x="136651" y="1345866"/>
                  </a:lnTo>
                  <a:lnTo>
                    <a:pt x="146412" y="1343963"/>
                  </a:lnTo>
                  <a:lnTo>
                    <a:pt x="156173" y="1341844"/>
                  </a:lnTo>
                  <a:lnTo>
                    <a:pt x="165933" y="1340066"/>
                  </a:lnTo>
                  <a:lnTo>
                    <a:pt x="175694" y="1337920"/>
                  </a:lnTo>
                  <a:lnTo>
                    <a:pt x="185455" y="1335911"/>
                  </a:lnTo>
                  <a:lnTo>
                    <a:pt x="195216" y="1333888"/>
                  </a:lnTo>
                  <a:lnTo>
                    <a:pt x="204977" y="1331741"/>
                  </a:lnTo>
                  <a:lnTo>
                    <a:pt x="214738" y="1329276"/>
                  </a:lnTo>
                  <a:lnTo>
                    <a:pt x="224498" y="1327068"/>
                  </a:lnTo>
                  <a:lnTo>
                    <a:pt x="234259" y="1324852"/>
                  </a:lnTo>
                  <a:lnTo>
                    <a:pt x="244020" y="1322287"/>
                  </a:lnTo>
                  <a:lnTo>
                    <a:pt x="253781" y="1319839"/>
                  </a:lnTo>
                  <a:lnTo>
                    <a:pt x="263542" y="1317182"/>
                  </a:lnTo>
                  <a:lnTo>
                    <a:pt x="273303" y="1314580"/>
                  </a:lnTo>
                  <a:lnTo>
                    <a:pt x="283063" y="1311977"/>
                  </a:lnTo>
                  <a:lnTo>
                    <a:pt x="292824" y="1309398"/>
                  </a:lnTo>
                  <a:lnTo>
                    <a:pt x="302585" y="1306857"/>
                  </a:lnTo>
                  <a:lnTo>
                    <a:pt x="312346" y="1304346"/>
                  </a:lnTo>
                  <a:lnTo>
                    <a:pt x="322107" y="1302106"/>
                  </a:lnTo>
                  <a:lnTo>
                    <a:pt x="331867" y="1299609"/>
                  </a:lnTo>
                  <a:lnTo>
                    <a:pt x="341628" y="1297221"/>
                  </a:lnTo>
                  <a:lnTo>
                    <a:pt x="351389" y="1294682"/>
                  </a:lnTo>
                  <a:lnTo>
                    <a:pt x="361150" y="1292240"/>
                  </a:lnTo>
                  <a:lnTo>
                    <a:pt x="370911" y="1289755"/>
                  </a:lnTo>
                  <a:lnTo>
                    <a:pt x="380672" y="1286860"/>
                  </a:lnTo>
                  <a:lnTo>
                    <a:pt x="390432" y="1284951"/>
                  </a:lnTo>
                  <a:lnTo>
                    <a:pt x="400193" y="1282566"/>
                  </a:lnTo>
                  <a:lnTo>
                    <a:pt x="409954" y="1279774"/>
                  </a:lnTo>
                  <a:lnTo>
                    <a:pt x="419715" y="1276762"/>
                  </a:lnTo>
                  <a:lnTo>
                    <a:pt x="429476" y="1273948"/>
                  </a:lnTo>
                  <a:lnTo>
                    <a:pt x="439236" y="1270761"/>
                  </a:lnTo>
                  <a:lnTo>
                    <a:pt x="448997" y="1267913"/>
                  </a:lnTo>
                  <a:lnTo>
                    <a:pt x="458758" y="1265101"/>
                  </a:lnTo>
                  <a:lnTo>
                    <a:pt x="468519" y="1262475"/>
                  </a:lnTo>
                  <a:lnTo>
                    <a:pt x="478280" y="1259970"/>
                  </a:lnTo>
                  <a:lnTo>
                    <a:pt x="488041" y="1257194"/>
                  </a:lnTo>
                  <a:lnTo>
                    <a:pt x="497801" y="1254768"/>
                  </a:lnTo>
                  <a:lnTo>
                    <a:pt x="507562" y="1252720"/>
                  </a:lnTo>
                  <a:lnTo>
                    <a:pt x="517323" y="1249882"/>
                  </a:lnTo>
                  <a:lnTo>
                    <a:pt x="527084" y="1246732"/>
                  </a:lnTo>
                  <a:lnTo>
                    <a:pt x="536845" y="1243633"/>
                  </a:lnTo>
                  <a:lnTo>
                    <a:pt x="546606" y="1240704"/>
                  </a:lnTo>
                  <a:lnTo>
                    <a:pt x="556366" y="1237432"/>
                  </a:lnTo>
                  <a:lnTo>
                    <a:pt x="566127" y="1234097"/>
                  </a:lnTo>
                  <a:lnTo>
                    <a:pt x="575888" y="1231881"/>
                  </a:lnTo>
                  <a:lnTo>
                    <a:pt x="585649" y="1229170"/>
                  </a:lnTo>
                  <a:lnTo>
                    <a:pt x="595410" y="1226371"/>
                  </a:lnTo>
                  <a:lnTo>
                    <a:pt x="605170" y="1223627"/>
                  </a:lnTo>
                  <a:lnTo>
                    <a:pt x="614931" y="1220335"/>
                  </a:lnTo>
                  <a:lnTo>
                    <a:pt x="624692" y="1217041"/>
                  </a:lnTo>
                  <a:lnTo>
                    <a:pt x="634453" y="1214412"/>
                  </a:lnTo>
                  <a:lnTo>
                    <a:pt x="644214" y="1211776"/>
                  </a:lnTo>
                  <a:lnTo>
                    <a:pt x="653975" y="1208804"/>
                  </a:lnTo>
                  <a:lnTo>
                    <a:pt x="663735" y="1205501"/>
                  </a:lnTo>
                  <a:lnTo>
                    <a:pt x="673496" y="1201956"/>
                  </a:lnTo>
                  <a:lnTo>
                    <a:pt x="683257" y="1197730"/>
                  </a:lnTo>
                  <a:lnTo>
                    <a:pt x="693018" y="1194707"/>
                  </a:lnTo>
                  <a:lnTo>
                    <a:pt x="702779" y="1191063"/>
                  </a:lnTo>
                  <a:lnTo>
                    <a:pt x="712539" y="1187397"/>
                  </a:lnTo>
                  <a:lnTo>
                    <a:pt x="722300" y="1184105"/>
                  </a:lnTo>
                  <a:lnTo>
                    <a:pt x="732061" y="1181158"/>
                  </a:lnTo>
                  <a:lnTo>
                    <a:pt x="741822" y="1177696"/>
                  </a:lnTo>
                  <a:lnTo>
                    <a:pt x="751583" y="1174345"/>
                  </a:lnTo>
                  <a:lnTo>
                    <a:pt x="761344" y="1170845"/>
                  </a:lnTo>
                  <a:lnTo>
                    <a:pt x="771104" y="1166704"/>
                  </a:lnTo>
                  <a:lnTo>
                    <a:pt x="780865" y="1163248"/>
                  </a:lnTo>
                  <a:lnTo>
                    <a:pt x="790626" y="1160194"/>
                  </a:lnTo>
                  <a:lnTo>
                    <a:pt x="800387" y="1156906"/>
                  </a:lnTo>
                  <a:lnTo>
                    <a:pt x="810148" y="1153235"/>
                  </a:lnTo>
                  <a:lnTo>
                    <a:pt x="819909" y="1149744"/>
                  </a:lnTo>
                  <a:lnTo>
                    <a:pt x="829669" y="1145960"/>
                  </a:lnTo>
                  <a:lnTo>
                    <a:pt x="839430" y="1142685"/>
                  </a:lnTo>
                  <a:lnTo>
                    <a:pt x="849191" y="1139317"/>
                  </a:lnTo>
                  <a:lnTo>
                    <a:pt x="858952" y="1135510"/>
                  </a:lnTo>
                  <a:lnTo>
                    <a:pt x="868713" y="1131754"/>
                  </a:lnTo>
                  <a:lnTo>
                    <a:pt x="878473" y="1128353"/>
                  </a:lnTo>
                  <a:lnTo>
                    <a:pt x="888234" y="1124493"/>
                  </a:lnTo>
                  <a:lnTo>
                    <a:pt x="897995" y="1121055"/>
                  </a:lnTo>
                  <a:lnTo>
                    <a:pt x="907756" y="1117524"/>
                  </a:lnTo>
                  <a:lnTo>
                    <a:pt x="917517" y="1113756"/>
                  </a:lnTo>
                  <a:lnTo>
                    <a:pt x="927278" y="1110393"/>
                  </a:lnTo>
                  <a:lnTo>
                    <a:pt x="937038" y="1106478"/>
                  </a:lnTo>
                  <a:lnTo>
                    <a:pt x="946799" y="1102115"/>
                  </a:lnTo>
                  <a:lnTo>
                    <a:pt x="956560" y="1098575"/>
                  </a:lnTo>
                  <a:lnTo>
                    <a:pt x="966321" y="1094691"/>
                  </a:lnTo>
                  <a:lnTo>
                    <a:pt x="976082" y="1090601"/>
                  </a:lnTo>
                  <a:lnTo>
                    <a:pt x="985842" y="1086292"/>
                  </a:lnTo>
                  <a:lnTo>
                    <a:pt x="995603" y="1082140"/>
                  </a:lnTo>
                  <a:lnTo>
                    <a:pt x="1005364" y="1078318"/>
                  </a:lnTo>
                  <a:lnTo>
                    <a:pt x="1015125" y="1074267"/>
                  </a:lnTo>
                  <a:lnTo>
                    <a:pt x="1024886" y="1069798"/>
                  </a:lnTo>
                  <a:lnTo>
                    <a:pt x="1034647" y="1065767"/>
                  </a:lnTo>
                  <a:lnTo>
                    <a:pt x="1044407" y="1061544"/>
                  </a:lnTo>
                  <a:lnTo>
                    <a:pt x="1054168" y="1057067"/>
                  </a:lnTo>
                  <a:lnTo>
                    <a:pt x="1063929" y="1052012"/>
                  </a:lnTo>
                  <a:lnTo>
                    <a:pt x="1073690" y="1048378"/>
                  </a:lnTo>
                  <a:lnTo>
                    <a:pt x="1083451" y="1043838"/>
                  </a:lnTo>
                  <a:lnTo>
                    <a:pt x="1093212" y="1039294"/>
                  </a:lnTo>
                  <a:lnTo>
                    <a:pt x="1102972" y="1034503"/>
                  </a:lnTo>
                  <a:lnTo>
                    <a:pt x="1112733" y="1029994"/>
                  </a:lnTo>
                  <a:lnTo>
                    <a:pt x="1122494" y="1026354"/>
                  </a:lnTo>
                  <a:lnTo>
                    <a:pt x="1132255" y="1022650"/>
                  </a:lnTo>
                  <a:lnTo>
                    <a:pt x="1142016" y="1018557"/>
                  </a:lnTo>
                  <a:lnTo>
                    <a:pt x="1151776" y="1013485"/>
                  </a:lnTo>
                  <a:lnTo>
                    <a:pt x="1161537" y="1009297"/>
                  </a:lnTo>
                  <a:lnTo>
                    <a:pt x="1171298" y="1004901"/>
                  </a:lnTo>
                  <a:lnTo>
                    <a:pt x="1181059" y="1000365"/>
                  </a:lnTo>
                  <a:lnTo>
                    <a:pt x="1190820" y="995687"/>
                  </a:lnTo>
                  <a:lnTo>
                    <a:pt x="1200581" y="990665"/>
                  </a:lnTo>
                  <a:lnTo>
                    <a:pt x="1210341" y="985365"/>
                  </a:lnTo>
                  <a:lnTo>
                    <a:pt x="1220102" y="981069"/>
                  </a:lnTo>
                  <a:lnTo>
                    <a:pt x="1229863" y="976561"/>
                  </a:lnTo>
                  <a:lnTo>
                    <a:pt x="1239624" y="972326"/>
                  </a:lnTo>
                  <a:lnTo>
                    <a:pt x="1249385" y="967184"/>
                  </a:lnTo>
                  <a:lnTo>
                    <a:pt x="1259145" y="962362"/>
                  </a:lnTo>
                  <a:lnTo>
                    <a:pt x="1268906" y="957647"/>
                  </a:lnTo>
                  <a:lnTo>
                    <a:pt x="1278667" y="952837"/>
                  </a:lnTo>
                  <a:lnTo>
                    <a:pt x="1288428" y="948543"/>
                  </a:lnTo>
                  <a:lnTo>
                    <a:pt x="1298189" y="943420"/>
                  </a:lnTo>
                  <a:lnTo>
                    <a:pt x="1307950" y="938371"/>
                  </a:lnTo>
                  <a:lnTo>
                    <a:pt x="1317710" y="933430"/>
                  </a:lnTo>
                  <a:lnTo>
                    <a:pt x="1327471" y="928477"/>
                  </a:lnTo>
                  <a:lnTo>
                    <a:pt x="1337232" y="923319"/>
                  </a:lnTo>
                  <a:lnTo>
                    <a:pt x="1346993" y="918362"/>
                  </a:lnTo>
                  <a:lnTo>
                    <a:pt x="1356754" y="913507"/>
                  </a:lnTo>
                  <a:lnTo>
                    <a:pt x="1366515" y="908390"/>
                  </a:lnTo>
                  <a:lnTo>
                    <a:pt x="1376275" y="903555"/>
                  </a:lnTo>
                  <a:lnTo>
                    <a:pt x="1386036" y="898373"/>
                  </a:lnTo>
                  <a:lnTo>
                    <a:pt x="1395797" y="893160"/>
                  </a:lnTo>
                  <a:lnTo>
                    <a:pt x="1405558" y="888112"/>
                  </a:lnTo>
                  <a:lnTo>
                    <a:pt x="1415319" y="882628"/>
                  </a:lnTo>
                  <a:lnTo>
                    <a:pt x="1425079" y="877328"/>
                  </a:lnTo>
                  <a:lnTo>
                    <a:pt x="1434840" y="872389"/>
                  </a:lnTo>
                  <a:lnTo>
                    <a:pt x="1444601" y="866715"/>
                  </a:lnTo>
                  <a:lnTo>
                    <a:pt x="1454362" y="861049"/>
                  </a:lnTo>
                  <a:lnTo>
                    <a:pt x="1464123" y="855548"/>
                  </a:lnTo>
                  <a:lnTo>
                    <a:pt x="1473884" y="850322"/>
                  </a:lnTo>
                  <a:lnTo>
                    <a:pt x="1483644" y="845436"/>
                  </a:lnTo>
                  <a:lnTo>
                    <a:pt x="1493405" y="839962"/>
                  </a:lnTo>
                  <a:lnTo>
                    <a:pt x="1503166" y="833997"/>
                  </a:lnTo>
                  <a:lnTo>
                    <a:pt x="1512927" y="828276"/>
                  </a:lnTo>
                  <a:lnTo>
                    <a:pt x="1522688" y="821959"/>
                  </a:lnTo>
                  <a:lnTo>
                    <a:pt x="1532448" y="816164"/>
                  </a:lnTo>
                  <a:lnTo>
                    <a:pt x="1542209" y="811232"/>
                  </a:lnTo>
                  <a:lnTo>
                    <a:pt x="1551970" y="805733"/>
                  </a:lnTo>
                  <a:lnTo>
                    <a:pt x="1561731" y="799515"/>
                  </a:lnTo>
                  <a:lnTo>
                    <a:pt x="1571492" y="793931"/>
                  </a:lnTo>
                  <a:lnTo>
                    <a:pt x="1581253" y="787573"/>
                  </a:lnTo>
                  <a:lnTo>
                    <a:pt x="1591013" y="781837"/>
                  </a:lnTo>
                  <a:lnTo>
                    <a:pt x="1600774" y="775585"/>
                  </a:lnTo>
                  <a:lnTo>
                    <a:pt x="1610535" y="769230"/>
                  </a:lnTo>
                  <a:lnTo>
                    <a:pt x="1620296" y="763001"/>
                  </a:lnTo>
                  <a:lnTo>
                    <a:pt x="1630057" y="757513"/>
                  </a:lnTo>
                  <a:lnTo>
                    <a:pt x="1639818" y="751694"/>
                  </a:lnTo>
                  <a:lnTo>
                    <a:pt x="1649578" y="745801"/>
                  </a:lnTo>
                  <a:lnTo>
                    <a:pt x="1659339" y="739265"/>
                  </a:lnTo>
                  <a:lnTo>
                    <a:pt x="1669100" y="733081"/>
                  </a:lnTo>
                  <a:lnTo>
                    <a:pt x="1678861" y="726681"/>
                  </a:lnTo>
                  <a:lnTo>
                    <a:pt x="1688622" y="720430"/>
                  </a:lnTo>
                  <a:lnTo>
                    <a:pt x="1698382" y="714060"/>
                  </a:lnTo>
                  <a:lnTo>
                    <a:pt x="1708143" y="707521"/>
                  </a:lnTo>
                  <a:lnTo>
                    <a:pt x="1717904" y="701560"/>
                  </a:lnTo>
                  <a:lnTo>
                    <a:pt x="1727665" y="695270"/>
                  </a:lnTo>
                  <a:lnTo>
                    <a:pt x="1737426" y="689090"/>
                  </a:lnTo>
                  <a:lnTo>
                    <a:pt x="1747187" y="682163"/>
                  </a:lnTo>
                  <a:lnTo>
                    <a:pt x="1756947" y="675149"/>
                  </a:lnTo>
                  <a:lnTo>
                    <a:pt x="1766708" y="668156"/>
                  </a:lnTo>
                  <a:lnTo>
                    <a:pt x="1776469" y="661418"/>
                  </a:lnTo>
                  <a:lnTo>
                    <a:pt x="1786230" y="654600"/>
                  </a:lnTo>
                  <a:lnTo>
                    <a:pt x="1795991" y="647997"/>
                  </a:lnTo>
                  <a:lnTo>
                    <a:pt x="1805752" y="641051"/>
                  </a:lnTo>
                  <a:lnTo>
                    <a:pt x="1815512" y="633757"/>
                  </a:lnTo>
                  <a:lnTo>
                    <a:pt x="1825273" y="626880"/>
                  </a:lnTo>
                  <a:lnTo>
                    <a:pt x="1835034" y="620166"/>
                  </a:lnTo>
                  <a:lnTo>
                    <a:pt x="1844795" y="612986"/>
                  </a:lnTo>
                  <a:lnTo>
                    <a:pt x="1854556" y="605715"/>
                  </a:lnTo>
                  <a:lnTo>
                    <a:pt x="1864316" y="597756"/>
                  </a:lnTo>
                  <a:lnTo>
                    <a:pt x="1874077" y="590061"/>
                  </a:lnTo>
                  <a:lnTo>
                    <a:pt x="1883838" y="582744"/>
                  </a:lnTo>
                  <a:lnTo>
                    <a:pt x="1893599" y="576208"/>
                  </a:lnTo>
                  <a:lnTo>
                    <a:pt x="1903360" y="569353"/>
                  </a:lnTo>
                  <a:lnTo>
                    <a:pt x="1913121" y="561549"/>
                  </a:lnTo>
                  <a:lnTo>
                    <a:pt x="1922881" y="553911"/>
                  </a:lnTo>
                  <a:lnTo>
                    <a:pt x="1932642" y="546685"/>
                  </a:lnTo>
                  <a:lnTo>
                    <a:pt x="1942403" y="539593"/>
                  </a:lnTo>
                  <a:lnTo>
                    <a:pt x="1952164" y="532277"/>
                  </a:lnTo>
                  <a:lnTo>
                    <a:pt x="1961925" y="524791"/>
                  </a:lnTo>
                  <a:lnTo>
                    <a:pt x="1971685" y="516477"/>
                  </a:lnTo>
                  <a:lnTo>
                    <a:pt x="1981446" y="508383"/>
                  </a:lnTo>
                  <a:lnTo>
                    <a:pt x="1991207" y="500521"/>
                  </a:lnTo>
                  <a:lnTo>
                    <a:pt x="2000968" y="492740"/>
                  </a:lnTo>
                  <a:lnTo>
                    <a:pt x="2010729" y="484848"/>
                  </a:lnTo>
                  <a:lnTo>
                    <a:pt x="2020490" y="476650"/>
                  </a:lnTo>
                  <a:lnTo>
                    <a:pt x="2030250" y="468637"/>
                  </a:lnTo>
                  <a:lnTo>
                    <a:pt x="2040011" y="459818"/>
                  </a:lnTo>
                  <a:lnTo>
                    <a:pt x="2049772" y="451430"/>
                  </a:lnTo>
                  <a:lnTo>
                    <a:pt x="2059533" y="442607"/>
                  </a:lnTo>
                  <a:lnTo>
                    <a:pt x="2069294" y="434236"/>
                  </a:lnTo>
                  <a:lnTo>
                    <a:pt x="2079055" y="426765"/>
                  </a:lnTo>
                  <a:lnTo>
                    <a:pt x="2088815" y="418459"/>
                  </a:lnTo>
                  <a:lnTo>
                    <a:pt x="2098576" y="410107"/>
                  </a:lnTo>
                  <a:lnTo>
                    <a:pt x="2108337" y="401477"/>
                  </a:lnTo>
                  <a:lnTo>
                    <a:pt x="2118098" y="392495"/>
                  </a:lnTo>
                  <a:lnTo>
                    <a:pt x="2127859" y="383751"/>
                  </a:lnTo>
                  <a:lnTo>
                    <a:pt x="2137619" y="375200"/>
                  </a:lnTo>
                  <a:lnTo>
                    <a:pt x="2147380" y="366954"/>
                  </a:lnTo>
                  <a:lnTo>
                    <a:pt x="2157141" y="358585"/>
                  </a:lnTo>
                  <a:lnTo>
                    <a:pt x="2166902" y="349891"/>
                  </a:lnTo>
                  <a:lnTo>
                    <a:pt x="2176663" y="340280"/>
                  </a:lnTo>
                  <a:lnTo>
                    <a:pt x="2186424" y="331645"/>
                  </a:lnTo>
                  <a:lnTo>
                    <a:pt x="2196184" y="323654"/>
                  </a:lnTo>
                  <a:lnTo>
                    <a:pt x="2205945" y="315194"/>
                  </a:lnTo>
                  <a:lnTo>
                    <a:pt x="2215706" y="306457"/>
                  </a:lnTo>
                  <a:lnTo>
                    <a:pt x="2225467" y="297838"/>
                  </a:lnTo>
                  <a:lnTo>
                    <a:pt x="2235228" y="289122"/>
                  </a:lnTo>
                  <a:lnTo>
                    <a:pt x="2244988" y="280212"/>
                  </a:lnTo>
                  <a:lnTo>
                    <a:pt x="2254749" y="270733"/>
                  </a:lnTo>
                  <a:lnTo>
                    <a:pt x="2264510" y="260976"/>
                  </a:lnTo>
                  <a:lnTo>
                    <a:pt x="2274271" y="252072"/>
                  </a:lnTo>
                  <a:lnTo>
                    <a:pt x="2284032" y="243593"/>
                  </a:lnTo>
                  <a:lnTo>
                    <a:pt x="2293793" y="234594"/>
                  </a:lnTo>
                  <a:lnTo>
                    <a:pt x="2303553" y="225242"/>
                  </a:lnTo>
                  <a:lnTo>
                    <a:pt x="2313314" y="216468"/>
                  </a:lnTo>
                  <a:lnTo>
                    <a:pt x="2323075" y="207717"/>
                  </a:lnTo>
                  <a:lnTo>
                    <a:pt x="2332836" y="198327"/>
                  </a:lnTo>
                  <a:lnTo>
                    <a:pt x="2342597" y="188310"/>
                  </a:lnTo>
                  <a:lnTo>
                    <a:pt x="2352358" y="177848"/>
                  </a:lnTo>
                  <a:lnTo>
                    <a:pt x="2362118" y="168272"/>
                  </a:lnTo>
                  <a:lnTo>
                    <a:pt x="2371879" y="158510"/>
                  </a:lnTo>
                  <a:lnTo>
                    <a:pt x="2381640" y="148697"/>
                  </a:lnTo>
                  <a:lnTo>
                    <a:pt x="2391401" y="139453"/>
                  </a:lnTo>
                  <a:lnTo>
                    <a:pt x="2401162" y="129909"/>
                  </a:lnTo>
                  <a:lnTo>
                    <a:pt x="2410922" y="120126"/>
                  </a:lnTo>
                  <a:lnTo>
                    <a:pt x="2420683" y="110387"/>
                  </a:lnTo>
                  <a:lnTo>
                    <a:pt x="2430444" y="100406"/>
                  </a:lnTo>
                  <a:lnTo>
                    <a:pt x="2440205" y="90414"/>
                  </a:lnTo>
                  <a:lnTo>
                    <a:pt x="2449966" y="80090"/>
                  </a:lnTo>
                  <a:lnTo>
                    <a:pt x="2459727" y="69730"/>
                  </a:lnTo>
                  <a:lnTo>
                    <a:pt x="2469487" y="60367"/>
                  </a:lnTo>
                  <a:lnTo>
                    <a:pt x="2479248" y="50830"/>
                  </a:lnTo>
                  <a:lnTo>
                    <a:pt x="2489009" y="41324"/>
                  </a:lnTo>
                  <a:lnTo>
                    <a:pt x="2498770" y="31536"/>
                  </a:lnTo>
                  <a:lnTo>
                    <a:pt x="2508531" y="20812"/>
                  </a:lnTo>
                  <a:lnTo>
                    <a:pt x="2518291" y="10660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611514" y="5079601"/>
              <a:ext cx="2528052" cy="334389"/>
            </a:xfrm>
            <a:custGeom>
              <a:avLst/>
              <a:pathLst>
                <a:path w="2528052" h="334389">
                  <a:moveTo>
                    <a:pt x="0" y="0"/>
                  </a:moveTo>
                  <a:lnTo>
                    <a:pt x="9760" y="1880"/>
                  </a:lnTo>
                  <a:lnTo>
                    <a:pt x="19521" y="4741"/>
                  </a:lnTo>
                  <a:lnTo>
                    <a:pt x="29282" y="7534"/>
                  </a:lnTo>
                  <a:lnTo>
                    <a:pt x="39043" y="10547"/>
                  </a:lnTo>
                  <a:lnTo>
                    <a:pt x="48804" y="13110"/>
                  </a:lnTo>
                  <a:lnTo>
                    <a:pt x="58564" y="15931"/>
                  </a:lnTo>
                  <a:lnTo>
                    <a:pt x="68325" y="18318"/>
                  </a:lnTo>
                  <a:lnTo>
                    <a:pt x="78086" y="21966"/>
                  </a:lnTo>
                  <a:lnTo>
                    <a:pt x="87847" y="24384"/>
                  </a:lnTo>
                  <a:lnTo>
                    <a:pt x="97608" y="27274"/>
                  </a:lnTo>
                  <a:lnTo>
                    <a:pt x="107369" y="30194"/>
                  </a:lnTo>
                  <a:lnTo>
                    <a:pt x="117129" y="32353"/>
                  </a:lnTo>
                  <a:lnTo>
                    <a:pt x="126890" y="34576"/>
                  </a:lnTo>
                  <a:lnTo>
                    <a:pt x="136651" y="37136"/>
                  </a:lnTo>
                  <a:lnTo>
                    <a:pt x="146412" y="39811"/>
                  </a:lnTo>
                  <a:lnTo>
                    <a:pt x="156173" y="42231"/>
                  </a:lnTo>
                  <a:lnTo>
                    <a:pt x="165933" y="43991"/>
                  </a:lnTo>
                  <a:lnTo>
                    <a:pt x="175694" y="46060"/>
                  </a:lnTo>
                  <a:lnTo>
                    <a:pt x="185455" y="48502"/>
                  </a:lnTo>
                  <a:lnTo>
                    <a:pt x="195216" y="51188"/>
                  </a:lnTo>
                  <a:lnTo>
                    <a:pt x="204977" y="53500"/>
                  </a:lnTo>
                  <a:lnTo>
                    <a:pt x="214738" y="56143"/>
                  </a:lnTo>
                  <a:lnTo>
                    <a:pt x="224498" y="58617"/>
                  </a:lnTo>
                  <a:lnTo>
                    <a:pt x="234259" y="60944"/>
                  </a:lnTo>
                  <a:lnTo>
                    <a:pt x="244020" y="63214"/>
                  </a:lnTo>
                  <a:lnTo>
                    <a:pt x="253781" y="65463"/>
                  </a:lnTo>
                  <a:lnTo>
                    <a:pt x="263542" y="67571"/>
                  </a:lnTo>
                  <a:lnTo>
                    <a:pt x="273303" y="70390"/>
                  </a:lnTo>
                  <a:lnTo>
                    <a:pt x="283063" y="72260"/>
                  </a:lnTo>
                  <a:lnTo>
                    <a:pt x="292824" y="74154"/>
                  </a:lnTo>
                  <a:lnTo>
                    <a:pt x="302585" y="76601"/>
                  </a:lnTo>
                  <a:lnTo>
                    <a:pt x="312346" y="79281"/>
                  </a:lnTo>
                  <a:lnTo>
                    <a:pt x="322107" y="81552"/>
                  </a:lnTo>
                  <a:lnTo>
                    <a:pt x="331867" y="83380"/>
                  </a:lnTo>
                  <a:lnTo>
                    <a:pt x="341628" y="85252"/>
                  </a:lnTo>
                  <a:lnTo>
                    <a:pt x="351389" y="87442"/>
                  </a:lnTo>
                  <a:lnTo>
                    <a:pt x="361150" y="89602"/>
                  </a:lnTo>
                  <a:lnTo>
                    <a:pt x="370911" y="91616"/>
                  </a:lnTo>
                  <a:lnTo>
                    <a:pt x="380672" y="93245"/>
                  </a:lnTo>
                  <a:lnTo>
                    <a:pt x="390432" y="94887"/>
                  </a:lnTo>
                  <a:lnTo>
                    <a:pt x="400193" y="97074"/>
                  </a:lnTo>
                  <a:lnTo>
                    <a:pt x="409954" y="98719"/>
                  </a:lnTo>
                  <a:lnTo>
                    <a:pt x="419715" y="100668"/>
                  </a:lnTo>
                  <a:lnTo>
                    <a:pt x="429476" y="102890"/>
                  </a:lnTo>
                  <a:lnTo>
                    <a:pt x="439236" y="105147"/>
                  </a:lnTo>
                  <a:lnTo>
                    <a:pt x="448997" y="107545"/>
                  </a:lnTo>
                  <a:lnTo>
                    <a:pt x="458758" y="109721"/>
                  </a:lnTo>
                  <a:lnTo>
                    <a:pt x="468519" y="111494"/>
                  </a:lnTo>
                  <a:lnTo>
                    <a:pt x="478280" y="113471"/>
                  </a:lnTo>
                  <a:lnTo>
                    <a:pt x="488041" y="114915"/>
                  </a:lnTo>
                  <a:lnTo>
                    <a:pt x="497801" y="117207"/>
                  </a:lnTo>
                  <a:lnTo>
                    <a:pt x="507562" y="119339"/>
                  </a:lnTo>
                  <a:lnTo>
                    <a:pt x="517323" y="121016"/>
                  </a:lnTo>
                  <a:lnTo>
                    <a:pt x="527084" y="123183"/>
                  </a:lnTo>
                  <a:lnTo>
                    <a:pt x="536845" y="125060"/>
                  </a:lnTo>
                  <a:lnTo>
                    <a:pt x="546606" y="127060"/>
                  </a:lnTo>
                  <a:lnTo>
                    <a:pt x="556366" y="129181"/>
                  </a:lnTo>
                  <a:lnTo>
                    <a:pt x="566127" y="131235"/>
                  </a:lnTo>
                  <a:lnTo>
                    <a:pt x="575888" y="132899"/>
                  </a:lnTo>
                  <a:lnTo>
                    <a:pt x="585649" y="134742"/>
                  </a:lnTo>
                  <a:lnTo>
                    <a:pt x="595410" y="136562"/>
                  </a:lnTo>
                  <a:lnTo>
                    <a:pt x="605170" y="139081"/>
                  </a:lnTo>
                  <a:lnTo>
                    <a:pt x="614931" y="141297"/>
                  </a:lnTo>
                  <a:lnTo>
                    <a:pt x="624692" y="142773"/>
                  </a:lnTo>
                  <a:lnTo>
                    <a:pt x="634453" y="144226"/>
                  </a:lnTo>
                  <a:lnTo>
                    <a:pt x="644214" y="146343"/>
                  </a:lnTo>
                  <a:lnTo>
                    <a:pt x="653975" y="148027"/>
                  </a:lnTo>
                  <a:lnTo>
                    <a:pt x="663735" y="149496"/>
                  </a:lnTo>
                  <a:lnTo>
                    <a:pt x="673496" y="151481"/>
                  </a:lnTo>
                  <a:lnTo>
                    <a:pt x="683257" y="153223"/>
                  </a:lnTo>
                  <a:lnTo>
                    <a:pt x="693018" y="154998"/>
                  </a:lnTo>
                  <a:lnTo>
                    <a:pt x="702779" y="156690"/>
                  </a:lnTo>
                  <a:lnTo>
                    <a:pt x="712539" y="158485"/>
                  </a:lnTo>
                  <a:lnTo>
                    <a:pt x="722300" y="159771"/>
                  </a:lnTo>
                  <a:lnTo>
                    <a:pt x="732061" y="161632"/>
                  </a:lnTo>
                  <a:lnTo>
                    <a:pt x="741822" y="163447"/>
                  </a:lnTo>
                  <a:lnTo>
                    <a:pt x="751583" y="164993"/>
                  </a:lnTo>
                  <a:lnTo>
                    <a:pt x="761344" y="166456"/>
                  </a:lnTo>
                  <a:lnTo>
                    <a:pt x="771104" y="167707"/>
                  </a:lnTo>
                  <a:lnTo>
                    <a:pt x="780865" y="169157"/>
                  </a:lnTo>
                  <a:lnTo>
                    <a:pt x="790626" y="170395"/>
                  </a:lnTo>
                  <a:lnTo>
                    <a:pt x="800387" y="171854"/>
                  </a:lnTo>
                  <a:lnTo>
                    <a:pt x="810148" y="173316"/>
                  </a:lnTo>
                  <a:lnTo>
                    <a:pt x="819909" y="174856"/>
                  </a:lnTo>
                  <a:lnTo>
                    <a:pt x="829669" y="176864"/>
                  </a:lnTo>
                  <a:lnTo>
                    <a:pt x="839430" y="178255"/>
                  </a:lnTo>
                  <a:lnTo>
                    <a:pt x="849191" y="180330"/>
                  </a:lnTo>
                  <a:lnTo>
                    <a:pt x="858952" y="181861"/>
                  </a:lnTo>
                  <a:lnTo>
                    <a:pt x="868713" y="183174"/>
                  </a:lnTo>
                  <a:lnTo>
                    <a:pt x="878473" y="184639"/>
                  </a:lnTo>
                  <a:lnTo>
                    <a:pt x="888234" y="186279"/>
                  </a:lnTo>
                  <a:lnTo>
                    <a:pt x="897995" y="187934"/>
                  </a:lnTo>
                  <a:lnTo>
                    <a:pt x="907756" y="189474"/>
                  </a:lnTo>
                  <a:lnTo>
                    <a:pt x="917517" y="190787"/>
                  </a:lnTo>
                  <a:lnTo>
                    <a:pt x="927278" y="192596"/>
                  </a:lnTo>
                  <a:lnTo>
                    <a:pt x="937038" y="194185"/>
                  </a:lnTo>
                  <a:lnTo>
                    <a:pt x="946799" y="195874"/>
                  </a:lnTo>
                  <a:lnTo>
                    <a:pt x="956560" y="197480"/>
                  </a:lnTo>
                  <a:lnTo>
                    <a:pt x="966321" y="198879"/>
                  </a:lnTo>
                  <a:lnTo>
                    <a:pt x="976082" y="199997"/>
                  </a:lnTo>
                  <a:lnTo>
                    <a:pt x="985842" y="201009"/>
                  </a:lnTo>
                  <a:lnTo>
                    <a:pt x="995603" y="202087"/>
                  </a:lnTo>
                  <a:lnTo>
                    <a:pt x="1005364" y="203651"/>
                  </a:lnTo>
                  <a:lnTo>
                    <a:pt x="1015125" y="204883"/>
                  </a:lnTo>
                  <a:lnTo>
                    <a:pt x="1024886" y="206421"/>
                  </a:lnTo>
                  <a:lnTo>
                    <a:pt x="1034647" y="207859"/>
                  </a:lnTo>
                  <a:lnTo>
                    <a:pt x="1044407" y="209138"/>
                  </a:lnTo>
                  <a:lnTo>
                    <a:pt x="1054168" y="210374"/>
                  </a:lnTo>
                  <a:lnTo>
                    <a:pt x="1063929" y="211660"/>
                  </a:lnTo>
                  <a:lnTo>
                    <a:pt x="1073690" y="212750"/>
                  </a:lnTo>
                  <a:lnTo>
                    <a:pt x="1083451" y="213740"/>
                  </a:lnTo>
                  <a:lnTo>
                    <a:pt x="1093212" y="214766"/>
                  </a:lnTo>
                  <a:lnTo>
                    <a:pt x="1102972" y="215956"/>
                  </a:lnTo>
                  <a:lnTo>
                    <a:pt x="1112733" y="217601"/>
                  </a:lnTo>
                  <a:lnTo>
                    <a:pt x="1122494" y="218838"/>
                  </a:lnTo>
                  <a:lnTo>
                    <a:pt x="1132255" y="219995"/>
                  </a:lnTo>
                  <a:lnTo>
                    <a:pt x="1142016" y="221168"/>
                  </a:lnTo>
                  <a:lnTo>
                    <a:pt x="1151776" y="222396"/>
                  </a:lnTo>
                  <a:lnTo>
                    <a:pt x="1161537" y="223774"/>
                  </a:lnTo>
                  <a:lnTo>
                    <a:pt x="1171298" y="224928"/>
                  </a:lnTo>
                  <a:lnTo>
                    <a:pt x="1181059" y="226305"/>
                  </a:lnTo>
                  <a:lnTo>
                    <a:pt x="1190820" y="227754"/>
                  </a:lnTo>
                  <a:lnTo>
                    <a:pt x="1200581" y="229181"/>
                  </a:lnTo>
                  <a:lnTo>
                    <a:pt x="1210341" y="230254"/>
                  </a:lnTo>
                  <a:lnTo>
                    <a:pt x="1220102" y="231508"/>
                  </a:lnTo>
                  <a:lnTo>
                    <a:pt x="1229863" y="232603"/>
                  </a:lnTo>
                  <a:lnTo>
                    <a:pt x="1239624" y="233936"/>
                  </a:lnTo>
                  <a:lnTo>
                    <a:pt x="1249385" y="235228"/>
                  </a:lnTo>
                  <a:lnTo>
                    <a:pt x="1259145" y="236189"/>
                  </a:lnTo>
                  <a:lnTo>
                    <a:pt x="1268906" y="237362"/>
                  </a:lnTo>
                  <a:lnTo>
                    <a:pt x="1278667" y="238387"/>
                  </a:lnTo>
                  <a:lnTo>
                    <a:pt x="1288428" y="239344"/>
                  </a:lnTo>
                  <a:lnTo>
                    <a:pt x="1298189" y="240574"/>
                  </a:lnTo>
                  <a:lnTo>
                    <a:pt x="1307950" y="241667"/>
                  </a:lnTo>
                  <a:lnTo>
                    <a:pt x="1317710" y="242760"/>
                  </a:lnTo>
                  <a:lnTo>
                    <a:pt x="1327471" y="243744"/>
                  </a:lnTo>
                  <a:lnTo>
                    <a:pt x="1337232" y="244893"/>
                  </a:lnTo>
                  <a:lnTo>
                    <a:pt x="1346993" y="245795"/>
                  </a:lnTo>
                  <a:lnTo>
                    <a:pt x="1356754" y="246819"/>
                  </a:lnTo>
                  <a:lnTo>
                    <a:pt x="1366515" y="247837"/>
                  </a:lnTo>
                  <a:lnTo>
                    <a:pt x="1376275" y="248829"/>
                  </a:lnTo>
                  <a:lnTo>
                    <a:pt x="1386036" y="249763"/>
                  </a:lnTo>
                  <a:lnTo>
                    <a:pt x="1395797" y="250931"/>
                  </a:lnTo>
                  <a:lnTo>
                    <a:pt x="1405558" y="251849"/>
                  </a:lnTo>
                  <a:lnTo>
                    <a:pt x="1415319" y="252606"/>
                  </a:lnTo>
                  <a:lnTo>
                    <a:pt x="1425079" y="253540"/>
                  </a:lnTo>
                  <a:lnTo>
                    <a:pt x="1434840" y="254668"/>
                  </a:lnTo>
                  <a:lnTo>
                    <a:pt x="1444601" y="255771"/>
                  </a:lnTo>
                  <a:lnTo>
                    <a:pt x="1454362" y="256690"/>
                  </a:lnTo>
                  <a:lnTo>
                    <a:pt x="1464123" y="257837"/>
                  </a:lnTo>
                  <a:lnTo>
                    <a:pt x="1473884" y="258773"/>
                  </a:lnTo>
                  <a:lnTo>
                    <a:pt x="1483644" y="259635"/>
                  </a:lnTo>
                  <a:lnTo>
                    <a:pt x="1493405" y="260572"/>
                  </a:lnTo>
                  <a:lnTo>
                    <a:pt x="1503166" y="261339"/>
                  </a:lnTo>
                  <a:lnTo>
                    <a:pt x="1512927" y="261915"/>
                  </a:lnTo>
                  <a:lnTo>
                    <a:pt x="1522688" y="262536"/>
                  </a:lnTo>
                  <a:lnTo>
                    <a:pt x="1532448" y="263462"/>
                  </a:lnTo>
                  <a:lnTo>
                    <a:pt x="1542209" y="264365"/>
                  </a:lnTo>
                  <a:lnTo>
                    <a:pt x="1551970" y="265388"/>
                  </a:lnTo>
                  <a:lnTo>
                    <a:pt x="1561731" y="266404"/>
                  </a:lnTo>
                  <a:lnTo>
                    <a:pt x="1571492" y="267294"/>
                  </a:lnTo>
                  <a:lnTo>
                    <a:pt x="1581253" y="268349"/>
                  </a:lnTo>
                  <a:lnTo>
                    <a:pt x="1591013" y="269272"/>
                  </a:lnTo>
                  <a:lnTo>
                    <a:pt x="1600774" y="270175"/>
                  </a:lnTo>
                  <a:lnTo>
                    <a:pt x="1610535" y="270999"/>
                  </a:lnTo>
                  <a:lnTo>
                    <a:pt x="1620296" y="271899"/>
                  </a:lnTo>
                  <a:lnTo>
                    <a:pt x="1630057" y="273041"/>
                  </a:lnTo>
                  <a:lnTo>
                    <a:pt x="1639818" y="274010"/>
                  </a:lnTo>
                  <a:lnTo>
                    <a:pt x="1649578" y="275049"/>
                  </a:lnTo>
                  <a:lnTo>
                    <a:pt x="1659339" y="275956"/>
                  </a:lnTo>
                  <a:lnTo>
                    <a:pt x="1669100" y="276889"/>
                  </a:lnTo>
                  <a:lnTo>
                    <a:pt x="1678861" y="277799"/>
                  </a:lnTo>
                  <a:lnTo>
                    <a:pt x="1688622" y="278785"/>
                  </a:lnTo>
                  <a:lnTo>
                    <a:pt x="1698382" y="279690"/>
                  </a:lnTo>
                  <a:lnTo>
                    <a:pt x="1708143" y="280512"/>
                  </a:lnTo>
                  <a:lnTo>
                    <a:pt x="1717904" y="281244"/>
                  </a:lnTo>
                  <a:lnTo>
                    <a:pt x="1727665" y="282116"/>
                  </a:lnTo>
                  <a:lnTo>
                    <a:pt x="1737426" y="282828"/>
                  </a:lnTo>
                  <a:lnTo>
                    <a:pt x="1747187" y="283650"/>
                  </a:lnTo>
                  <a:lnTo>
                    <a:pt x="1756947" y="284618"/>
                  </a:lnTo>
                  <a:lnTo>
                    <a:pt x="1766708" y="285626"/>
                  </a:lnTo>
                  <a:lnTo>
                    <a:pt x="1776469" y="286633"/>
                  </a:lnTo>
                  <a:lnTo>
                    <a:pt x="1786230" y="287595"/>
                  </a:lnTo>
                  <a:lnTo>
                    <a:pt x="1795991" y="288388"/>
                  </a:lnTo>
                  <a:lnTo>
                    <a:pt x="1805752" y="289063"/>
                  </a:lnTo>
                  <a:lnTo>
                    <a:pt x="1815512" y="289746"/>
                  </a:lnTo>
                  <a:lnTo>
                    <a:pt x="1825273" y="290531"/>
                  </a:lnTo>
                  <a:lnTo>
                    <a:pt x="1835034" y="291246"/>
                  </a:lnTo>
                  <a:lnTo>
                    <a:pt x="1844795" y="292006"/>
                  </a:lnTo>
                  <a:lnTo>
                    <a:pt x="1854556" y="292768"/>
                  </a:lnTo>
                  <a:lnTo>
                    <a:pt x="1864316" y="293715"/>
                  </a:lnTo>
                  <a:lnTo>
                    <a:pt x="1874077" y="294555"/>
                  </a:lnTo>
                  <a:lnTo>
                    <a:pt x="1883838" y="295305"/>
                  </a:lnTo>
                  <a:lnTo>
                    <a:pt x="1893599" y="296105"/>
                  </a:lnTo>
                  <a:lnTo>
                    <a:pt x="1903360" y="296926"/>
                  </a:lnTo>
                  <a:lnTo>
                    <a:pt x="1913121" y="297618"/>
                  </a:lnTo>
                  <a:lnTo>
                    <a:pt x="1922881" y="298294"/>
                  </a:lnTo>
                  <a:lnTo>
                    <a:pt x="1932642" y="299009"/>
                  </a:lnTo>
                  <a:lnTo>
                    <a:pt x="1942403" y="299719"/>
                  </a:lnTo>
                  <a:lnTo>
                    <a:pt x="1952164" y="300424"/>
                  </a:lnTo>
                  <a:lnTo>
                    <a:pt x="1961925" y="301030"/>
                  </a:lnTo>
                  <a:lnTo>
                    <a:pt x="1971685" y="301571"/>
                  </a:lnTo>
                  <a:lnTo>
                    <a:pt x="1981446" y="301974"/>
                  </a:lnTo>
                  <a:lnTo>
                    <a:pt x="1991207" y="302497"/>
                  </a:lnTo>
                  <a:lnTo>
                    <a:pt x="2000968" y="303039"/>
                  </a:lnTo>
                  <a:lnTo>
                    <a:pt x="2010729" y="303753"/>
                  </a:lnTo>
                  <a:lnTo>
                    <a:pt x="2020490" y="304482"/>
                  </a:lnTo>
                  <a:lnTo>
                    <a:pt x="2030250" y="305078"/>
                  </a:lnTo>
                  <a:lnTo>
                    <a:pt x="2040011" y="305713"/>
                  </a:lnTo>
                  <a:lnTo>
                    <a:pt x="2049772" y="306398"/>
                  </a:lnTo>
                  <a:lnTo>
                    <a:pt x="2059533" y="306997"/>
                  </a:lnTo>
                  <a:lnTo>
                    <a:pt x="2069294" y="307667"/>
                  </a:lnTo>
                  <a:lnTo>
                    <a:pt x="2079055" y="308325"/>
                  </a:lnTo>
                  <a:lnTo>
                    <a:pt x="2088815" y="308989"/>
                  </a:lnTo>
                  <a:lnTo>
                    <a:pt x="2098576" y="309722"/>
                  </a:lnTo>
                  <a:lnTo>
                    <a:pt x="2108337" y="310414"/>
                  </a:lnTo>
                  <a:lnTo>
                    <a:pt x="2118098" y="311100"/>
                  </a:lnTo>
                  <a:lnTo>
                    <a:pt x="2127859" y="311780"/>
                  </a:lnTo>
                  <a:lnTo>
                    <a:pt x="2137619" y="312396"/>
                  </a:lnTo>
                  <a:lnTo>
                    <a:pt x="2147380" y="312991"/>
                  </a:lnTo>
                  <a:lnTo>
                    <a:pt x="2157141" y="313614"/>
                  </a:lnTo>
                  <a:lnTo>
                    <a:pt x="2166902" y="314331"/>
                  </a:lnTo>
                  <a:lnTo>
                    <a:pt x="2176663" y="315039"/>
                  </a:lnTo>
                  <a:lnTo>
                    <a:pt x="2186424" y="315619"/>
                  </a:lnTo>
                  <a:lnTo>
                    <a:pt x="2196184" y="316259"/>
                  </a:lnTo>
                  <a:lnTo>
                    <a:pt x="2205945" y="316924"/>
                  </a:lnTo>
                  <a:lnTo>
                    <a:pt x="2215706" y="317482"/>
                  </a:lnTo>
                  <a:lnTo>
                    <a:pt x="2225467" y="318048"/>
                  </a:lnTo>
                  <a:lnTo>
                    <a:pt x="2235228" y="318612"/>
                  </a:lnTo>
                  <a:lnTo>
                    <a:pt x="2244988" y="319218"/>
                  </a:lnTo>
                  <a:lnTo>
                    <a:pt x="2254749" y="319937"/>
                  </a:lnTo>
                  <a:lnTo>
                    <a:pt x="2264510" y="320631"/>
                  </a:lnTo>
                  <a:lnTo>
                    <a:pt x="2274271" y="321153"/>
                  </a:lnTo>
                  <a:lnTo>
                    <a:pt x="2284032" y="321714"/>
                  </a:lnTo>
                  <a:lnTo>
                    <a:pt x="2293793" y="322274"/>
                  </a:lnTo>
                  <a:lnTo>
                    <a:pt x="2303553" y="322705"/>
                  </a:lnTo>
                  <a:lnTo>
                    <a:pt x="2313314" y="323152"/>
                  </a:lnTo>
                  <a:lnTo>
                    <a:pt x="2323075" y="323684"/>
                  </a:lnTo>
                  <a:lnTo>
                    <a:pt x="2332836" y="324212"/>
                  </a:lnTo>
                  <a:lnTo>
                    <a:pt x="2342597" y="324735"/>
                  </a:lnTo>
                  <a:lnTo>
                    <a:pt x="2352358" y="325254"/>
                  </a:lnTo>
                  <a:lnTo>
                    <a:pt x="2362118" y="325708"/>
                  </a:lnTo>
                  <a:lnTo>
                    <a:pt x="2371879" y="326114"/>
                  </a:lnTo>
                  <a:lnTo>
                    <a:pt x="2381640" y="326520"/>
                  </a:lnTo>
                  <a:lnTo>
                    <a:pt x="2391401" y="326958"/>
                  </a:lnTo>
                  <a:lnTo>
                    <a:pt x="2401162" y="327481"/>
                  </a:lnTo>
                  <a:lnTo>
                    <a:pt x="2410922" y="328017"/>
                  </a:lnTo>
                  <a:lnTo>
                    <a:pt x="2420683" y="328714"/>
                  </a:lnTo>
                  <a:lnTo>
                    <a:pt x="2430444" y="329255"/>
                  </a:lnTo>
                  <a:lnTo>
                    <a:pt x="2440205" y="329771"/>
                  </a:lnTo>
                  <a:lnTo>
                    <a:pt x="2449966" y="330294"/>
                  </a:lnTo>
                  <a:lnTo>
                    <a:pt x="2459727" y="330854"/>
                  </a:lnTo>
                  <a:lnTo>
                    <a:pt x="2469487" y="331410"/>
                  </a:lnTo>
                  <a:lnTo>
                    <a:pt x="2479248" y="331905"/>
                  </a:lnTo>
                  <a:lnTo>
                    <a:pt x="2489009" y="332378"/>
                  </a:lnTo>
                  <a:lnTo>
                    <a:pt x="2498770" y="332847"/>
                  </a:lnTo>
                  <a:lnTo>
                    <a:pt x="2508531" y="333313"/>
                  </a:lnTo>
                  <a:lnTo>
                    <a:pt x="2518291" y="333927"/>
                  </a:lnTo>
                  <a:lnTo>
                    <a:pt x="2528052" y="334389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611514" y="4917979"/>
              <a:ext cx="2528052" cy="250340"/>
            </a:xfrm>
            <a:custGeom>
              <a:avLst/>
              <a:pathLst>
                <a:path w="2528052" h="250340">
                  <a:moveTo>
                    <a:pt x="0" y="0"/>
                  </a:moveTo>
                  <a:lnTo>
                    <a:pt x="9760" y="1473"/>
                  </a:lnTo>
                  <a:lnTo>
                    <a:pt x="19521" y="2522"/>
                  </a:lnTo>
                  <a:lnTo>
                    <a:pt x="29282" y="3125"/>
                  </a:lnTo>
                  <a:lnTo>
                    <a:pt x="39043" y="5045"/>
                  </a:lnTo>
                  <a:lnTo>
                    <a:pt x="48804" y="6542"/>
                  </a:lnTo>
                  <a:lnTo>
                    <a:pt x="58564" y="7780"/>
                  </a:lnTo>
                  <a:lnTo>
                    <a:pt x="68325" y="8946"/>
                  </a:lnTo>
                  <a:lnTo>
                    <a:pt x="78086" y="9886"/>
                  </a:lnTo>
                  <a:lnTo>
                    <a:pt x="87847" y="11290"/>
                  </a:lnTo>
                  <a:lnTo>
                    <a:pt x="97608" y="12576"/>
                  </a:lnTo>
                  <a:lnTo>
                    <a:pt x="107369" y="13768"/>
                  </a:lnTo>
                  <a:lnTo>
                    <a:pt x="117129" y="14916"/>
                  </a:lnTo>
                  <a:lnTo>
                    <a:pt x="126890" y="16208"/>
                  </a:lnTo>
                  <a:lnTo>
                    <a:pt x="136651" y="17429"/>
                  </a:lnTo>
                  <a:lnTo>
                    <a:pt x="146412" y="18870"/>
                  </a:lnTo>
                  <a:lnTo>
                    <a:pt x="156173" y="20306"/>
                  </a:lnTo>
                  <a:lnTo>
                    <a:pt x="165933" y="21309"/>
                  </a:lnTo>
                  <a:lnTo>
                    <a:pt x="175694" y="22421"/>
                  </a:lnTo>
                  <a:lnTo>
                    <a:pt x="185455" y="23055"/>
                  </a:lnTo>
                  <a:lnTo>
                    <a:pt x="195216" y="24115"/>
                  </a:lnTo>
                  <a:lnTo>
                    <a:pt x="204977" y="25181"/>
                  </a:lnTo>
                  <a:lnTo>
                    <a:pt x="214738" y="26680"/>
                  </a:lnTo>
                  <a:lnTo>
                    <a:pt x="224498" y="27124"/>
                  </a:lnTo>
                  <a:lnTo>
                    <a:pt x="234259" y="28404"/>
                  </a:lnTo>
                  <a:lnTo>
                    <a:pt x="244020" y="30271"/>
                  </a:lnTo>
                  <a:lnTo>
                    <a:pt x="253781" y="30995"/>
                  </a:lnTo>
                  <a:lnTo>
                    <a:pt x="263542" y="31924"/>
                  </a:lnTo>
                  <a:lnTo>
                    <a:pt x="273303" y="33004"/>
                  </a:lnTo>
                  <a:lnTo>
                    <a:pt x="283063" y="34320"/>
                  </a:lnTo>
                  <a:lnTo>
                    <a:pt x="292824" y="35183"/>
                  </a:lnTo>
                  <a:lnTo>
                    <a:pt x="302585" y="36014"/>
                  </a:lnTo>
                  <a:lnTo>
                    <a:pt x="312346" y="36978"/>
                  </a:lnTo>
                  <a:lnTo>
                    <a:pt x="322107" y="38328"/>
                  </a:lnTo>
                  <a:lnTo>
                    <a:pt x="331867" y="39908"/>
                  </a:lnTo>
                  <a:lnTo>
                    <a:pt x="341628" y="40743"/>
                  </a:lnTo>
                  <a:lnTo>
                    <a:pt x="351389" y="42144"/>
                  </a:lnTo>
                  <a:lnTo>
                    <a:pt x="361150" y="42699"/>
                  </a:lnTo>
                  <a:lnTo>
                    <a:pt x="370911" y="44219"/>
                  </a:lnTo>
                  <a:lnTo>
                    <a:pt x="380672" y="45447"/>
                  </a:lnTo>
                  <a:lnTo>
                    <a:pt x="390432" y="46729"/>
                  </a:lnTo>
                  <a:lnTo>
                    <a:pt x="400193" y="47674"/>
                  </a:lnTo>
                  <a:lnTo>
                    <a:pt x="409954" y="48497"/>
                  </a:lnTo>
                  <a:lnTo>
                    <a:pt x="419715" y="49396"/>
                  </a:lnTo>
                  <a:lnTo>
                    <a:pt x="429476" y="50686"/>
                  </a:lnTo>
                  <a:lnTo>
                    <a:pt x="439236" y="52008"/>
                  </a:lnTo>
                  <a:lnTo>
                    <a:pt x="448997" y="53105"/>
                  </a:lnTo>
                  <a:lnTo>
                    <a:pt x="458758" y="54312"/>
                  </a:lnTo>
                  <a:lnTo>
                    <a:pt x="468519" y="55194"/>
                  </a:lnTo>
                  <a:lnTo>
                    <a:pt x="478280" y="56746"/>
                  </a:lnTo>
                  <a:lnTo>
                    <a:pt x="488041" y="58276"/>
                  </a:lnTo>
                  <a:lnTo>
                    <a:pt x="497801" y="59429"/>
                  </a:lnTo>
                  <a:lnTo>
                    <a:pt x="507562" y="60588"/>
                  </a:lnTo>
                  <a:lnTo>
                    <a:pt x="517323" y="61742"/>
                  </a:lnTo>
                  <a:lnTo>
                    <a:pt x="527084" y="62928"/>
                  </a:lnTo>
                  <a:lnTo>
                    <a:pt x="536845" y="64169"/>
                  </a:lnTo>
                  <a:lnTo>
                    <a:pt x="546606" y="65688"/>
                  </a:lnTo>
                  <a:lnTo>
                    <a:pt x="556366" y="67049"/>
                  </a:lnTo>
                  <a:lnTo>
                    <a:pt x="566127" y="68547"/>
                  </a:lnTo>
                  <a:lnTo>
                    <a:pt x="575888" y="69307"/>
                  </a:lnTo>
                  <a:lnTo>
                    <a:pt x="585649" y="70775"/>
                  </a:lnTo>
                  <a:lnTo>
                    <a:pt x="595410" y="72017"/>
                  </a:lnTo>
                  <a:lnTo>
                    <a:pt x="605170" y="72849"/>
                  </a:lnTo>
                  <a:lnTo>
                    <a:pt x="614931" y="73970"/>
                  </a:lnTo>
                  <a:lnTo>
                    <a:pt x="624692" y="75315"/>
                  </a:lnTo>
                  <a:lnTo>
                    <a:pt x="634453" y="76740"/>
                  </a:lnTo>
                  <a:lnTo>
                    <a:pt x="644214" y="77650"/>
                  </a:lnTo>
                  <a:lnTo>
                    <a:pt x="653975" y="78669"/>
                  </a:lnTo>
                  <a:lnTo>
                    <a:pt x="663735" y="80510"/>
                  </a:lnTo>
                  <a:lnTo>
                    <a:pt x="673496" y="81591"/>
                  </a:lnTo>
                  <a:lnTo>
                    <a:pt x="683257" y="82384"/>
                  </a:lnTo>
                  <a:lnTo>
                    <a:pt x="693018" y="83018"/>
                  </a:lnTo>
                  <a:lnTo>
                    <a:pt x="702779" y="84103"/>
                  </a:lnTo>
                  <a:lnTo>
                    <a:pt x="712539" y="85003"/>
                  </a:lnTo>
                  <a:lnTo>
                    <a:pt x="722300" y="86386"/>
                  </a:lnTo>
                  <a:lnTo>
                    <a:pt x="732061" y="87436"/>
                  </a:lnTo>
                  <a:lnTo>
                    <a:pt x="741822" y="87720"/>
                  </a:lnTo>
                  <a:lnTo>
                    <a:pt x="751583" y="89032"/>
                  </a:lnTo>
                  <a:lnTo>
                    <a:pt x="761344" y="90396"/>
                  </a:lnTo>
                  <a:lnTo>
                    <a:pt x="771104" y="91558"/>
                  </a:lnTo>
                  <a:lnTo>
                    <a:pt x="780865" y="92634"/>
                  </a:lnTo>
                  <a:lnTo>
                    <a:pt x="790626" y="94229"/>
                  </a:lnTo>
                  <a:lnTo>
                    <a:pt x="800387" y="95225"/>
                  </a:lnTo>
                  <a:lnTo>
                    <a:pt x="810148" y="96192"/>
                  </a:lnTo>
                  <a:lnTo>
                    <a:pt x="819909" y="97217"/>
                  </a:lnTo>
                  <a:lnTo>
                    <a:pt x="829669" y="98182"/>
                  </a:lnTo>
                  <a:lnTo>
                    <a:pt x="839430" y="98983"/>
                  </a:lnTo>
                  <a:lnTo>
                    <a:pt x="849191" y="99947"/>
                  </a:lnTo>
                  <a:lnTo>
                    <a:pt x="858952" y="101289"/>
                  </a:lnTo>
                  <a:lnTo>
                    <a:pt x="868713" y="101896"/>
                  </a:lnTo>
                  <a:lnTo>
                    <a:pt x="878473" y="103081"/>
                  </a:lnTo>
                  <a:lnTo>
                    <a:pt x="888234" y="104720"/>
                  </a:lnTo>
                  <a:lnTo>
                    <a:pt x="897995" y="105930"/>
                  </a:lnTo>
                  <a:lnTo>
                    <a:pt x="907756" y="107284"/>
                  </a:lnTo>
                  <a:lnTo>
                    <a:pt x="917517" y="108091"/>
                  </a:lnTo>
                  <a:lnTo>
                    <a:pt x="927278" y="108763"/>
                  </a:lnTo>
                  <a:lnTo>
                    <a:pt x="937038" y="109560"/>
                  </a:lnTo>
                  <a:lnTo>
                    <a:pt x="946799" y="110224"/>
                  </a:lnTo>
                  <a:lnTo>
                    <a:pt x="956560" y="111353"/>
                  </a:lnTo>
                  <a:lnTo>
                    <a:pt x="966321" y="111991"/>
                  </a:lnTo>
                  <a:lnTo>
                    <a:pt x="976082" y="113513"/>
                  </a:lnTo>
                  <a:lnTo>
                    <a:pt x="985842" y="115201"/>
                  </a:lnTo>
                  <a:lnTo>
                    <a:pt x="995603" y="116056"/>
                  </a:lnTo>
                  <a:lnTo>
                    <a:pt x="1005364" y="117679"/>
                  </a:lnTo>
                  <a:lnTo>
                    <a:pt x="1015125" y="118309"/>
                  </a:lnTo>
                  <a:lnTo>
                    <a:pt x="1024886" y="119459"/>
                  </a:lnTo>
                  <a:lnTo>
                    <a:pt x="1034647" y="120620"/>
                  </a:lnTo>
                  <a:lnTo>
                    <a:pt x="1044407" y="121846"/>
                  </a:lnTo>
                  <a:lnTo>
                    <a:pt x="1054168" y="122694"/>
                  </a:lnTo>
                  <a:lnTo>
                    <a:pt x="1063929" y="124153"/>
                  </a:lnTo>
                  <a:lnTo>
                    <a:pt x="1073690" y="125086"/>
                  </a:lnTo>
                  <a:lnTo>
                    <a:pt x="1083451" y="125974"/>
                  </a:lnTo>
                  <a:lnTo>
                    <a:pt x="1093212" y="127027"/>
                  </a:lnTo>
                  <a:lnTo>
                    <a:pt x="1102972" y="128065"/>
                  </a:lnTo>
                  <a:lnTo>
                    <a:pt x="1112733" y="129102"/>
                  </a:lnTo>
                  <a:lnTo>
                    <a:pt x="1122494" y="129921"/>
                  </a:lnTo>
                  <a:lnTo>
                    <a:pt x="1132255" y="130764"/>
                  </a:lnTo>
                  <a:lnTo>
                    <a:pt x="1142016" y="131952"/>
                  </a:lnTo>
                  <a:lnTo>
                    <a:pt x="1151776" y="132428"/>
                  </a:lnTo>
                  <a:lnTo>
                    <a:pt x="1161537" y="133287"/>
                  </a:lnTo>
                  <a:lnTo>
                    <a:pt x="1171298" y="134162"/>
                  </a:lnTo>
                  <a:lnTo>
                    <a:pt x="1181059" y="135316"/>
                  </a:lnTo>
                  <a:lnTo>
                    <a:pt x="1190820" y="136444"/>
                  </a:lnTo>
                  <a:lnTo>
                    <a:pt x="1200581" y="137942"/>
                  </a:lnTo>
                  <a:lnTo>
                    <a:pt x="1210341" y="138969"/>
                  </a:lnTo>
                  <a:lnTo>
                    <a:pt x="1220102" y="140193"/>
                  </a:lnTo>
                  <a:lnTo>
                    <a:pt x="1229863" y="140911"/>
                  </a:lnTo>
                  <a:lnTo>
                    <a:pt x="1239624" y="142221"/>
                  </a:lnTo>
                  <a:lnTo>
                    <a:pt x="1249385" y="142933"/>
                  </a:lnTo>
                  <a:lnTo>
                    <a:pt x="1259145" y="143667"/>
                  </a:lnTo>
                  <a:lnTo>
                    <a:pt x="1268906" y="144654"/>
                  </a:lnTo>
                  <a:lnTo>
                    <a:pt x="1278667" y="145566"/>
                  </a:lnTo>
                  <a:lnTo>
                    <a:pt x="1288428" y="146635"/>
                  </a:lnTo>
                  <a:lnTo>
                    <a:pt x="1298189" y="147792"/>
                  </a:lnTo>
                  <a:lnTo>
                    <a:pt x="1307950" y="148375"/>
                  </a:lnTo>
                  <a:lnTo>
                    <a:pt x="1317710" y="148968"/>
                  </a:lnTo>
                  <a:lnTo>
                    <a:pt x="1327471" y="149775"/>
                  </a:lnTo>
                  <a:lnTo>
                    <a:pt x="1337232" y="150860"/>
                  </a:lnTo>
                  <a:lnTo>
                    <a:pt x="1346993" y="151680"/>
                  </a:lnTo>
                  <a:lnTo>
                    <a:pt x="1356754" y="152480"/>
                  </a:lnTo>
                  <a:lnTo>
                    <a:pt x="1366515" y="153358"/>
                  </a:lnTo>
                  <a:lnTo>
                    <a:pt x="1376275" y="154304"/>
                  </a:lnTo>
                  <a:lnTo>
                    <a:pt x="1386036" y="155117"/>
                  </a:lnTo>
                  <a:lnTo>
                    <a:pt x="1395797" y="156105"/>
                  </a:lnTo>
                  <a:lnTo>
                    <a:pt x="1405558" y="156830"/>
                  </a:lnTo>
                  <a:lnTo>
                    <a:pt x="1415319" y="157992"/>
                  </a:lnTo>
                  <a:lnTo>
                    <a:pt x="1425079" y="158919"/>
                  </a:lnTo>
                  <a:lnTo>
                    <a:pt x="1434840" y="160077"/>
                  </a:lnTo>
                  <a:lnTo>
                    <a:pt x="1444601" y="160758"/>
                  </a:lnTo>
                  <a:lnTo>
                    <a:pt x="1454362" y="161398"/>
                  </a:lnTo>
                  <a:lnTo>
                    <a:pt x="1464123" y="162067"/>
                  </a:lnTo>
                  <a:lnTo>
                    <a:pt x="1473884" y="163501"/>
                  </a:lnTo>
                  <a:lnTo>
                    <a:pt x="1483644" y="164748"/>
                  </a:lnTo>
                  <a:lnTo>
                    <a:pt x="1493405" y="165119"/>
                  </a:lnTo>
                  <a:lnTo>
                    <a:pt x="1503166" y="166209"/>
                  </a:lnTo>
                  <a:lnTo>
                    <a:pt x="1512927" y="167616"/>
                  </a:lnTo>
                  <a:lnTo>
                    <a:pt x="1522688" y="168409"/>
                  </a:lnTo>
                  <a:lnTo>
                    <a:pt x="1532448" y="169230"/>
                  </a:lnTo>
                  <a:lnTo>
                    <a:pt x="1542209" y="170011"/>
                  </a:lnTo>
                  <a:lnTo>
                    <a:pt x="1551970" y="170887"/>
                  </a:lnTo>
                  <a:lnTo>
                    <a:pt x="1561731" y="171309"/>
                  </a:lnTo>
                  <a:lnTo>
                    <a:pt x="1571492" y="172553"/>
                  </a:lnTo>
                  <a:lnTo>
                    <a:pt x="1581253" y="173283"/>
                  </a:lnTo>
                  <a:lnTo>
                    <a:pt x="1591013" y="174363"/>
                  </a:lnTo>
                  <a:lnTo>
                    <a:pt x="1600774" y="175441"/>
                  </a:lnTo>
                  <a:lnTo>
                    <a:pt x="1610535" y="176367"/>
                  </a:lnTo>
                  <a:lnTo>
                    <a:pt x="1620296" y="177317"/>
                  </a:lnTo>
                  <a:lnTo>
                    <a:pt x="1630057" y="178027"/>
                  </a:lnTo>
                  <a:lnTo>
                    <a:pt x="1639818" y="178836"/>
                  </a:lnTo>
                  <a:lnTo>
                    <a:pt x="1649578" y="179539"/>
                  </a:lnTo>
                  <a:lnTo>
                    <a:pt x="1659339" y="180597"/>
                  </a:lnTo>
                  <a:lnTo>
                    <a:pt x="1669100" y="181249"/>
                  </a:lnTo>
                  <a:lnTo>
                    <a:pt x="1678861" y="182245"/>
                  </a:lnTo>
                  <a:lnTo>
                    <a:pt x="1688622" y="183388"/>
                  </a:lnTo>
                  <a:lnTo>
                    <a:pt x="1698382" y="184438"/>
                  </a:lnTo>
                  <a:lnTo>
                    <a:pt x="1708143" y="185484"/>
                  </a:lnTo>
                  <a:lnTo>
                    <a:pt x="1717904" y="186356"/>
                  </a:lnTo>
                  <a:lnTo>
                    <a:pt x="1727665" y="187063"/>
                  </a:lnTo>
                  <a:lnTo>
                    <a:pt x="1737426" y="187571"/>
                  </a:lnTo>
                  <a:lnTo>
                    <a:pt x="1747187" y="188426"/>
                  </a:lnTo>
                  <a:lnTo>
                    <a:pt x="1756947" y="189126"/>
                  </a:lnTo>
                  <a:lnTo>
                    <a:pt x="1766708" y="190005"/>
                  </a:lnTo>
                  <a:lnTo>
                    <a:pt x="1776469" y="190846"/>
                  </a:lnTo>
                  <a:lnTo>
                    <a:pt x="1786230" y="191519"/>
                  </a:lnTo>
                  <a:lnTo>
                    <a:pt x="1795991" y="192255"/>
                  </a:lnTo>
                  <a:lnTo>
                    <a:pt x="1805752" y="193026"/>
                  </a:lnTo>
                  <a:lnTo>
                    <a:pt x="1815512" y="194201"/>
                  </a:lnTo>
                  <a:lnTo>
                    <a:pt x="1825273" y="195041"/>
                  </a:lnTo>
                  <a:lnTo>
                    <a:pt x="1835034" y="195537"/>
                  </a:lnTo>
                  <a:lnTo>
                    <a:pt x="1844795" y="196373"/>
                  </a:lnTo>
                  <a:lnTo>
                    <a:pt x="1854556" y="197496"/>
                  </a:lnTo>
                  <a:lnTo>
                    <a:pt x="1864316" y="198389"/>
                  </a:lnTo>
                  <a:lnTo>
                    <a:pt x="1874077" y="198968"/>
                  </a:lnTo>
                  <a:lnTo>
                    <a:pt x="1883838" y="199954"/>
                  </a:lnTo>
                  <a:lnTo>
                    <a:pt x="1893599" y="200998"/>
                  </a:lnTo>
                  <a:lnTo>
                    <a:pt x="1903360" y="201806"/>
                  </a:lnTo>
                  <a:lnTo>
                    <a:pt x="1913121" y="202599"/>
                  </a:lnTo>
                  <a:lnTo>
                    <a:pt x="1922881" y="203442"/>
                  </a:lnTo>
                  <a:lnTo>
                    <a:pt x="1932642" y="204173"/>
                  </a:lnTo>
                  <a:lnTo>
                    <a:pt x="1942403" y="204977"/>
                  </a:lnTo>
                  <a:lnTo>
                    <a:pt x="1952164" y="205745"/>
                  </a:lnTo>
                  <a:lnTo>
                    <a:pt x="1961925" y="206676"/>
                  </a:lnTo>
                  <a:lnTo>
                    <a:pt x="1971685" y="207529"/>
                  </a:lnTo>
                  <a:lnTo>
                    <a:pt x="1981446" y="208380"/>
                  </a:lnTo>
                  <a:lnTo>
                    <a:pt x="1991207" y="209138"/>
                  </a:lnTo>
                  <a:lnTo>
                    <a:pt x="2000968" y="210025"/>
                  </a:lnTo>
                  <a:lnTo>
                    <a:pt x="2010729" y="210848"/>
                  </a:lnTo>
                  <a:lnTo>
                    <a:pt x="2020490" y="211718"/>
                  </a:lnTo>
                  <a:lnTo>
                    <a:pt x="2030250" y="212464"/>
                  </a:lnTo>
                  <a:lnTo>
                    <a:pt x="2040011" y="213178"/>
                  </a:lnTo>
                  <a:lnTo>
                    <a:pt x="2049772" y="214121"/>
                  </a:lnTo>
                  <a:lnTo>
                    <a:pt x="2059533" y="214956"/>
                  </a:lnTo>
                  <a:lnTo>
                    <a:pt x="2069294" y="215540"/>
                  </a:lnTo>
                  <a:lnTo>
                    <a:pt x="2079055" y="216391"/>
                  </a:lnTo>
                  <a:lnTo>
                    <a:pt x="2088815" y="217342"/>
                  </a:lnTo>
                  <a:lnTo>
                    <a:pt x="2098576" y="218134"/>
                  </a:lnTo>
                  <a:lnTo>
                    <a:pt x="2108337" y="219055"/>
                  </a:lnTo>
                  <a:lnTo>
                    <a:pt x="2118098" y="219907"/>
                  </a:lnTo>
                  <a:lnTo>
                    <a:pt x="2127859" y="220688"/>
                  </a:lnTo>
                  <a:lnTo>
                    <a:pt x="2137619" y="221596"/>
                  </a:lnTo>
                  <a:lnTo>
                    <a:pt x="2147380" y="222472"/>
                  </a:lnTo>
                  <a:lnTo>
                    <a:pt x="2157141" y="223188"/>
                  </a:lnTo>
                  <a:lnTo>
                    <a:pt x="2166902" y="223963"/>
                  </a:lnTo>
                  <a:lnTo>
                    <a:pt x="2176663" y="224927"/>
                  </a:lnTo>
                  <a:lnTo>
                    <a:pt x="2186424" y="225948"/>
                  </a:lnTo>
                  <a:lnTo>
                    <a:pt x="2196184" y="226805"/>
                  </a:lnTo>
                  <a:lnTo>
                    <a:pt x="2205945" y="227398"/>
                  </a:lnTo>
                  <a:lnTo>
                    <a:pt x="2215706" y="228034"/>
                  </a:lnTo>
                  <a:lnTo>
                    <a:pt x="2225467" y="228752"/>
                  </a:lnTo>
                  <a:lnTo>
                    <a:pt x="2235228" y="229321"/>
                  </a:lnTo>
                  <a:lnTo>
                    <a:pt x="2244988" y="230149"/>
                  </a:lnTo>
                  <a:lnTo>
                    <a:pt x="2254749" y="230986"/>
                  </a:lnTo>
                  <a:lnTo>
                    <a:pt x="2264510" y="231918"/>
                  </a:lnTo>
                  <a:lnTo>
                    <a:pt x="2274271" y="232730"/>
                  </a:lnTo>
                  <a:lnTo>
                    <a:pt x="2284032" y="233560"/>
                  </a:lnTo>
                  <a:lnTo>
                    <a:pt x="2293793" y="234361"/>
                  </a:lnTo>
                  <a:lnTo>
                    <a:pt x="2303553" y="235074"/>
                  </a:lnTo>
                  <a:lnTo>
                    <a:pt x="2313314" y="235991"/>
                  </a:lnTo>
                  <a:lnTo>
                    <a:pt x="2323075" y="236815"/>
                  </a:lnTo>
                  <a:lnTo>
                    <a:pt x="2332836" y="237695"/>
                  </a:lnTo>
                  <a:lnTo>
                    <a:pt x="2342597" y="238390"/>
                  </a:lnTo>
                  <a:lnTo>
                    <a:pt x="2352358" y="238825"/>
                  </a:lnTo>
                  <a:lnTo>
                    <a:pt x="2362118" y="239265"/>
                  </a:lnTo>
                  <a:lnTo>
                    <a:pt x="2371879" y="240032"/>
                  </a:lnTo>
                  <a:lnTo>
                    <a:pt x="2381640" y="240590"/>
                  </a:lnTo>
                  <a:lnTo>
                    <a:pt x="2391401" y="241197"/>
                  </a:lnTo>
                  <a:lnTo>
                    <a:pt x="2401162" y="242018"/>
                  </a:lnTo>
                  <a:lnTo>
                    <a:pt x="2410922" y="242890"/>
                  </a:lnTo>
                  <a:lnTo>
                    <a:pt x="2420683" y="243738"/>
                  </a:lnTo>
                  <a:lnTo>
                    <a:pt x="2430444" y="244285"/>
                  </a:lnTo>
                  <a:lnTo>
                    <a:pt x="2440205" y="244473"/>
                  </a:lnTo>
                  <a:lnTo>
                    <a:pt x="2449966" y="245126"/>
                  </a:lnTo>
                  <a:lnTo>
                    <a:pt x="2459727" y="245918"/>
                  </a:lnTo>
                  <a:lnTo>
                    <a:pt x="2469487" y="246707"/>
                  </a:lnTo>
                  <a:lnTo>
                    <a:pt x="2479248" y="247309"/>
                  </a:lnTo>
                  <a:lnTo>
                    <a:pt x="2489009" y="247855"/>
                  </a:lnTo>
                  <a:lnTo>
                    <a:pt x="2498770" y="248438"/>
                  </a:lnTo>
                  <a:lnTo>
                    <a:pt x="2508531" y="248965"/>
                  </a:lnTo>
                  <a:lnTo>
                    <a:pt x="2518291" y="249719"/>
                  </a:lnTo>
                  <a:lnTo>
                    <a:pt x="2528052" y="25034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611514" y="5173791"/>
              <a:ext cx="2528052" cy="30694"/>
            </a:xfrm>
            <a:custGeom>
              <a:avLst/>
              <a:pathLst>
                <a:path w="2528052" h="30694">
                  <a:moveTo>
                    <a:pt x="0" y="0"/>
                  </a:moveTo>
                  <a:lnTo>
                    <a:pt x="9760" y="416"/>
                  </a:lnTo>
                  <a:lnTo>
                    <a:pt x="19521" y="828"/>
                  </a:lnTo>
                  <a:lnTo>
                    <a:pt x="29282" y="1497"/>
                  </a:lnTo>
                  <a:lnTo>
                    <a:pt x="39043" y="2144"/>
                  </a:lnTo>
                  <a:lnTo>
                    <a:pt x="48804" y="2431"/>
                  </a:lnTo>
                  <a:lnTo>
                    <a:pt x="58564" y="3235"/>
                  </a:lnTo>
                  <a:lnTo>
                    <a:pt x="68325" y="3428"/>
                  </a:lnTo>
                  <a:lnTo>
                    <a:pt x="78086" y="3632"/>
                  </a:lnTo>
                  <a:lnTo>
                    <a:pt x="87847" y="4225"/>
                  </a:lnTo>
                  <a:lnTo>
                    <a:pt x="97608" y="4841"/>
                  </a:lnTo>
                  <a:lnTo>
                    <a:pt x="107369" y="5622"/>
                  </a:lnTo>
                  <a:lnTo>
                    <a:pt x="117129" y="6245"/>
                  </a:lnTo>
                  <a:lnTo>
                    <a:pt x="126890" y="6596"/>
                  </a:lnTo>
                  <a:lnTo>
                    <a:pt x="136651" y="7041"/>
                  </a:lnTo>
                  <a:lnTo>
                    <a:pt x="146412" y="6548"/>
                  </a:lnTo>
                  <a:lnTo>
                    <a:pt x="156173" y="6426"/>
                  </a:lnTo>
                  <a:lnTo>
                    <a:pt x="165933" y="6604"/>
                  </a:lnTo>
                  <a:lnTo>
                    <a:pt x="175694" y="7591"/>
                  </a:lnTo>
                  <a:lnTo>
                    <a:pt x="185455" y="6978"/>
                  </a:lnTo>
                  <a:lnTo>
                    <a:pt x="195216" y="8191"/>
                  </a:lnTo>
                  <a:lnTo>
                    <a:pt x="204977" y="8403"/>
                  </a:lnTo>
                  <a:lnTo>
                    <a:pt x="214738" y="7898"/>
                  </a:lnTo>
                  <a:lnTo>
                    <a:pt x="224498" y="8476"/>
                  </a:lnTo>
                  <a:lnTo>
                    <a:pt x="234259" y="9126"/>
                  </a:lnTo>
                  <a:lnTo>
                    <a:pt x="244020" y="10110"/>
                  </a:lnTo>
                  <a:lnTo>
                    <a:pt x="253781" y="11082"/>
                  </a:lnTo>
                  <a:lnTo>
                    <a:pt x="263542" y="11203"/>
                  </a:lnTo>
                  <a:lnTo>
                    <a:pt x="273303" y="11193"/>
                  </a:lnTo>
                  <a:lnTo>
                    <a:pt x="283063" y="11495"/>
                  </a:lnTo>
                  <a:lnTo>
                    <a:pt x="292824" y="11338"/>
                  </a:lnTo>
                  <a:lnTo>
                    <a:pt x="302585" y="11259"/>
                  </a:lnTo>
                  <a:lnTo>
                    <a:pt x="312346" y="11726"/>
                  </a:lnTo>
                  <a:lnTo>
                    <a:pt x="322107" y="12916"/>
                  </a:lnTo>
                  <a:lnTo>
                    <a:pt x="331867" y="13224"/>
                  </a:lnTo>
                  <a:lnTo>
                    <a:pt x="341628" y="12830"/>
                  </a:lnTo>
                  <a:lnTo>
                    <a:pt x="351389" y="13378"/>
                  </a:lnTo>
                  <a:lnTo>
                    <a:pt x="361150" y="13256"/>
                  </a:lnTo>
                  <a:lnTo>
                    <a:pt x="370911" y="12072"/>
                  </a:lnTo>
                  <a:lnTo>
                    <a:pt x="380672" y="12959"/>
                  </a:lnTo>
                  <a:lnTo>
                    <a:pt x="390432" y="12903"/>
                  </a:lnTo>
                  <a:lnTo>
                    <a:pt x="400193" y="13206"/>
                  </a:lnTo>
                  <a:lnTo>
                    <a:pt x="409954" y="13183"/>
                  </a:lnTo>
                  <a:lnTo>
                    <a:pt x="419715" y="13642"/>
                  </a:lnTo>
                  <a:lnTo>
                    <a:pt x="429476" y="13627"/>
                  </a:lnTo>
                  <a:lnTo>
                    <a:pt x="439236" y="14087"/>
                  </a:lnTo>
                  <a:lnTo>
                    <a:pt x="448997" y="14157"/>
                  </a:lnTo>
                  <a:lnTo>
                    <a:pt x="458758" y="14502"/>
                  </a:lnTo>
                  <a:lnTo>
                    <a:pt x="468519" y="15059"/>
                  </a:lnTo>
                  <a:lnTo>
                    <a:pt x="478280" y="14733"/>
                  </a:lnTo>
                  <a:lnTo>
                    <a:pt x="488041" y="15539"/>
                  </a:lnTo>
                  <a:lnTo>
                    <a:pt x="497801" y="14852"/>
                  </a:lnTo>
                  <a:lnTo>
                    <a:pt x="507562" y="14632"/>
                  </a:lnTo>
                  <a:lnTo>
                    <a:pt x="517323" y="15018"/>
                  </a:lnTo>
                  <a:lnTo>
                    <a:pt x="527084" y="15103"/>
                  </a:lnTo>
                  <a:lnTo>
                    <a:pt x="536845" y="14318"/>
                  </a:lnTo>
                  <a:lnTo>
                    <a:pt x="546606" y="14767"/>
                  </a:lnTo>
                  <a:lnTo>
                    <a:pt x="556366" y="15586"/>
                  </a:lnTo>
                  <a:lnTo>
                    <a:pt x="566127" y="16016"/>
                  </a:lnTo>
                  <a:lnTo>
                    <a:pt x="575888" y="15722"/>
                  </a:lnTo>
                  <a:lnTo>
                    <a:pt x="585649" y="15437"/>
                  </a:lnTo>
                  <a:lnTo>
                    <a:pt x="595410" y="15580"/>
                  </a:lnTo>
                  <a:lnTo>
                    <a:pt x="605170" y="15509"/>
                  </a:lnTo>
                  <a:lnTo>
                    <a:pt x="614931" y="15585"/>
                  </a:lnTo>
                  <a:lnTo>
                    <a:pt x="624692" y="14792"/>
                  </a:lnTo>
                  <a:lnTo>
                    <a:pt x="634453" y="14593"/>
                  </a:lnTo>
                  <a:lnTo>
                    <a:pt x="644214" y="15486"/>
                  </a:lnTo>
                  <a:lnTo>
                    <a:pt x="653975" y="15503"/>
                  </a:lnTo>
                  <a:lnTo>
                    <a:pt x="663735" y="16246"/>
                  </a:lnTo>
                  <a:lnTo>
                    <a:pt x="673496" y="16583"/>
                  </a:lnTo>
                  <a:lnTo>
                    <a:pt x="683257" y="17011"/>
                  </a:lnTo>
                  <a:lnTo>
                    <a:pt x="693018" y="17476"/>
                  </a:lnTo>
                  <a:lnTo>
                    <a:pt x="702779" y="17959"/>
                  </a:lnTo>
                  <a:lnTo>
                    <a:pt x="712539" y="17476"/>
                  </a:lnTo>
                  <a:lnTo>
                    <a:pt x="722300" y="18744"/>
                  </a:lnTo>
                  <a:lnTo>
                    <a:pt x="732061" y="18737"/>
                  </a:lnTo>
                  <a:lnTo>
                    <a:pt x="741822" y="18633"/>
                  </a:lnTo>
                  <a:lnTo>
                    <a:pt x="751583" y="18561"/>
                  </a:lnTo>
                  <a:lnTo>
                    <a:pt x="761344" y="18368"/>
                  </a:lnTo>
                  <a:lnTo>
                    <a:pt x="771104" y="18570"/>
                  </a:lnTo>
                  <a:lnTo>
                    <a:pt x="780865" y="19280"/>
                  </a:lnTo>
                  <a:lnTo>
                    <a:pt x="790626" y="19614"/>
                  </a:lnTo>
                  <a:lnTo>
                    <a:pt x="800387" y="20465"/>
                  </a:lnTo>
                  <a:lnTo>
                    <a:pt x="810148" y="20626"/>
                  </a:lnTo>
                  <a:lnTo>
                    <a:pt x="819909" y="20828"/>
                  </a:lnTo>
                  <a:lnTo>
                    <a:pt x="829669" y="20687"/>
                  </a:lnTo>
                  <a:lnTo>
                    <a:pt x="839430" y="20597"/>
                  </a:lnTo>
                  <a:lnTo>
                    <a:pt x="849191" y="21066"/>
                  </a:lnTo>
                  <a:lnTo>
                    <a:pt x="858952" y="21107"/>
                  </a:lnTo>
                  <a:lnTo>
                    <a:pt x="868713" y="21030"/>
                  </a:lnTo>
                  <a:lnTo>
                    <a:pt x="878473" y="20607"/>
                  </a:lnTo>
                  <a:lnTo>
                    <a:pt x="888234" y="20358"/>
                  </a:lnTo>
                  <a:lnTo>
                    <a:pt x="897995" y="20015"/>
                  </a:lnTo>
                  <a:lnTo>
                    <a:pt x="907756" y="20609"/>
                  </a:lnTo>
                  <a:lnTo>
                    <a:pt x="917517" y="20602"/>
                  </a:lnTo>
                  <a:lnTo>
                    <a:pt x="927278" y="20281"/>
                  </a:lnTo>
                  <a:lnTo>
                    <a:pt x="937038" y="19651"/>
                  </a:lnTo>
                  <a:lnTo>
                    <a:pt x="946799" y="19648"/>
                  </a:lnTo>
                  <a:lnTo>
                    <a:pt x="956560" y="19869"/>
                  </a:lnTo>
                  <a:lnTo>
                    <a:pt x="966321" y="21015"/>
                  </a:lnTo>
                  <a:lnTo>
                    <a:pt x="976082" y="20598"/>
                  </a:lnTo>
                  <a:lnTo>
                    <a:pt x="985842" y="20720"/>
                  </a:lnTo>
                  <a:lnTo>
                    <a:pt x="995603" y="20360"/>
                  </a:lnTo>
                  <a:lnTo>
                    <a:pt x="1005364" y="20406"/>
                  </a:lnTo>
                  <a:lnTo>
                    <a:pt x="1015125" y="20713"/>
                  </a:lnTo>
                  <a:lnTo>
                    <a:pt x="1024886" y="20956"/>
                  </a:lnTo>
                  <a:lnTo>
                    <a:pt x="1034647" y="20949"/>
                  </a:lnTo>
                  <a:lnTo>
                    <a:pt x="1044407" y="21446"/>
                  </a:lnTo>
                  <a:lnTo>
                    <a:pt x="1054168" y="21615"/>
                  </a:lnTo>
                  <a:lnTo>
                    <a:pt x="1063929" y="21629"/>
                  </a:lnTo>
                  <a:lnTo>
                    <a:pt x="1073690" y="21847"/>
                  </a:lnTo>
                  <a:lnTo>
                    <a:pt x="1083451" y="22247"/>
                  </a:lnTo>
                  <a:lnTo>
                    <a:pt x="1093212" y="22240"/>
                  </a:lnTo>
                  <a:lnTo>
                    <a:pt x="1102972" y="22017"/>
                  </a:lnTo>
                  <a:lnTo>
                    <a:pt x="1112733" y="22141"/>
                  </a:lnTo>
                  <a:lnTo>
                    <a:pt x="1122494" y="23114"/>
                  </a:lnTo>
                  <a:lnTo>
                    <a:pt x="1132255" y="23564"/>
                  </a:lnTo>
                  <a:lnTo>
                    <a:pt x="1142016" y="24153"/>
                  </a:lnTo>
                  <a:lnTo>
                    <a:pt x="1151776" y="24023"/>
                  </a:lnTo>
                  <a:lnTo>
                    <a:pt x="1161537" y="23741"/>
                  </a:lnTo>
                  <a:lnTo>
                    <a:pt x="1171298" y="23455"/>
                  </a:lnTo>
                  <a:lnTo>
                    <a:pt x="1181059" y="23220"/>
                  </a:lnTo>
                  <a:lnTo>
                    <a:pt x="1190820" y="23696"/>
                  </a:lnTo>
                  <a:lnTo>
                    <a:pt x="1200581" y="23908"/>
                  </a:lnTo>
                  <a:lnTo>
                    <a:pt x="1210341" y="24252"/>
                  </a:lnTo>
                  <a:lnTo>
                    <a:pt x="1220102" y="23880"/>
                  </a:lnTo>
                  <a:lnTo>
                    <a:pt x="1229863" y="23862"/>
                  </a:lnTo>
                  <a:lnTo>
                    <a:pt x="1239624" y="23328"/>
                  </a:lnTo>
                  <a:lnTo>
                    <a:pt x="1249385" y="22851"/>
                  </a:lnTo>
                  <a:lnTo>
                    <a:pt x="1259145" y="22943"/>
                  </a:lnTo>
                  <a:lnTo>
                    <a:pt x="1268906" y="22888"/>
                  </a:lnTo>
                  <a:lnTo>
                    <a:pt x="1278667" y="22987"/>
                  </a:lnTo>
                  <a:lnTo>
                    <a:pt x="1288428" y="23533"/>
                  </a:lnTo>
                  <a:lnTo>
                    <a:pt x="1298189" y="23248"/>
                  </a:lnTo>
                  <a:lnTo>
                    <a:pt x="1307950" y="23112"/>
                  </a:lnTo>
                  <a:lnTo>
                    <a:pt x="1317710" y="22720"/>
                  </a:lnTo>
                  <a:lnTo>
                    <a:pt x="1327471" y="22610"/>
                  </a:lnTo>
                  <a:lnTo>
                    <a:pt x="1337232" y="22732"/>
                  </a:lnTo>
                  <a:lnTo>
                    <a:pt x="1346993" y="22887"/>
                  </a:lnTo>
                  <a:lnTo>
                    <a:pt x="1356754" y="22794"/>
                  </a:lnTo>
                  <a:lnTo>
                    <a:pt x="1366515" y="22862"/>
                  </a:lnTo>
                  <a:lnTo>
                    <a:pt x="1376275" y="22428"/>
                  </a:lnTo>
                  <a:lnTo>
                    <a:pt x="1386036" y="22385"/>
                  </a:lnTo>
                  <a:lnTo>
                    <a:pt x="1395797" y="22973"/>
                  </a:lnTo>
                  <a:lnTo>
                    <a:pt x="1405558" y="23446"/>
                  </a:lnTo>
                  <a:lnTo>
                    <a:pt x="1415319" y="23418"/>
                  </a:lnTo>
                  <a:lnTo>
                    <a:pt x="1425079" y="23623"/>
                  </a:lnTo>
                  <a:lnTo>
                    <a:pt x="1434840" y="23188"/>
                  </a:lnTo>
                  <a:lnTo>
                    <a:pt x="1444601" y="23096"/>
                  </a:lnTo>
                  <a:lnTo>
                    <a:pt x="1454362" y="23389"/>
                  </a:lnTo>
                  <a:lnTo>
                    <a:pt x="1464123" y="23802"/>
                  </a:lnTo>
                  <a:lnTo>
                    <a:pt x="1473884" y="23832"/>
                  </a:lnTo>
                  <a:lnTo>
                    <a:pt x="1483644" y="23817"/>
                  </a:lnTo>
                  <a:lnTo>
                    <a:pt x="1493405" y="24481"/>
                  </a:lnTo>
                  <a:lnTo>
                    <a:pt x="1503166" y="25266"/>
                  </a:lnTo>
                  <a:lnTo>
                    <a:pt x="1512927" y="25087"/>
                  </a:lnTo>
                  <a:lnTo>
                    <a:pt x="1522688" y="24606"/>
                  </a:lnTo>
                  <a:lnTo>
                    <a:pt x="1532448" y="25002"/>
                  </a:lnTo>
                  <a:lnTo>
                    <a:pt x="1542209" y="24502"/>
                  </a:lnTo>
                  <a:lnTo>
                    <a:pt x="1551970" y="23617"/>
                  </a:lnTo>
                  <a:lnTo>
                    <a:pt x="1561731" y="23638"/>
                  </a:lnTo>
                  <a:lnTo>
                    <a:pt x="1571492" y="24234"/>
                  </a:lnTo>
                  <a:lnTo>
                    <a:pt x="1581253" y="24529"/>
                  </a:lnTo>
                  <a:lnTo>
                    <a:pt x="1591013" y="25226"/>
                  </a:lnTo>
                  <a:lnTo>
                    <a:pt x="1600774" y="25694"/>
                  </a:lnTo>
                  <a:lnTo>
                    <a:pt x="1610535" y="25919"/>
                  </a:lnTo>
                  <a:lnTo>
                    <a:pt x="1620296" y="26155"/>
                  </a:lnTo>
                  <a:lnTo>
                    <a:pt x="1630057" y="26050"/>
                  </a:lnTo>
                  <a:lnTo>
                    <a:pt x="1639818" y="25861"/>
                  </a:lnTo>
                  <a:lnTo>
                    <a:pt x="1649578" y="25815"/>
                  </a:lnTo>
                  <a:lnTo>
                    <a:pt x="1659339" y="25862"/>
                  </a:lnTo>
                  <a:lnTo>
                    <a:pt x="1669100" y="26081"/>
                  </a:lnTo>
                  <a:lnTo>
                    <a:pt x="1678861" y="25967"/>
                  </a:lnTo>
                  <a:lnTo>
                    <a:pt x="1688622" y="25847"/>
                  </a:lnTo>
                  <a:lnTo>
                    <a:pt x="1698382" y="25070"/>
                  </a:lnTo>
                  <a:lnTo>
                    <a:pt x="1708143" y="24476"/>
                  </a:lnTo>
                  <a:lnTo>
                    <a:pt x="1717904" y="24455"/>
                  </a:lnTo>
                  <a:lnTo>
                    <a:pt x="1727665" y="24842"/>
                  </a:lnTo>
                  <a:lnTo>
                    <a:pt x="1737426" y="25236"/>
                  </a:lnTo>
                  <a:lnTo>
                    <a:pt x="1747187" y="24919"/>
                  </a:lnTo>
                  <a:lnTo>
                    <a:pt x="1756947" y="24927"/>
                  </a:lnTo>
                  <a:lnTo>
                    <a:pt x="1766708" y="24375"/>
                  </a:lnTo>
                  <a:lnTo>
                    <a:pt x="1776469" y="24478"/>
                  </a:lnTo>
                  <a:lnTo>
                    <a:pt x="1786230" y="24561"/>
                  </a:lnTo>
                  <a:lnTo>
                    <a:pt x="1795991" y="24678"/>
                  </a:lnTo>
                  <a:lnTo>
                    <a:pt x="1805752" y="24546"/>
                  </a:lnTo>
                  <a:lnTo>
                    <a:pt x="1815512" y="24494"/>
                  </a:lnTo>
                  <a:lnTo>
                    <a:pt x="1825273" y="24650"/>
                  </a:lnTo>
                  <a:lnTo>
                    <a:pt x="1835034" y="25116"/>
                  </a:lnTo>
                  <a:lnTo>
                    <a:pt x="1844795" y="25741"/>
                  </a:lnTo>
                  <a:lnTo>
                    <a:pt x="1854556" y="25755"/>
                  </a:lnTo>
                  <a:lnTo>
                    <a:pt x="1864316" y="25873"/>
                  </a:lnTo>
                  <a:lnTo>
                    <a:pt x="1874077" y="26093"/>
                  </a:lnTo>
                  <a:lnTo>
                    <a:pt x="1883838" y="26254"/>
                  </a:lnTo>
                  <a:lnTo>
                    <a:pt x="1893599" y="26179"/>
                  </a:lnTo>
                  <a:lnTo>
                    <a:pt x="1903360" y="26223"/>
                  </a:lnTo>
                  <a:lnTo>
                    <a:pt x="1913121" y="26275"/>
                  </a:lnTo>
                  <a:lnTo>
                    <a:pt x="1922881" y="26040"/>
                  </a:lnTo>
                  <a:lnTo>
                    <a:pt x="1932642" y="25705"/>
                  </a:lnTo>
                  <a:lnTo>
                    <a:pt x="1942403" y="25295"/>
                  </a:lnTo>
                  <a:lnTo>
                    <a:pt x="1952164" y="24885"/>
                  </a:lnTo>
                  <a:lnTo>
                    <a:pt x="1961925" y="25180"/>
                  </a:lnTo>
                  <a:lnTo>
                    <a:pt x="1971685" y="25260"/>
                  </a:lnTo>
                  <a:lnTo>
                    <a:pt x="1981446" y="25275"/>
                  </a:lnTo>
                  <a:lnTo>
                    <a:pt x="1991207" y="24744"/>
                  </a:lnTo>
                  <a:lnTo>
                    <a:pt x="2000968" y="24004"/>
                  </a:lnTo>
                  <a:lnTo>
                    <a:pt x="2010729" y="24017"/>
                  </a:lnTo>
                  <a:lnTo>
                    <a:pt x="2020490" y="24170"/>
                  </a:lnTo>
                  <a:lnTo>
                    <a:pt x="2030250" y="24514"/>
                  </a:lnTo>
                  <a:lnTo>
                    <a:pt x="2040011" y="24957"/>
                  </a:lnTo>
                  <a:lnTo>
                    <a:pt x="2049772" y="25491"/>
                  </a:lnTo>
                  <a:lnTo>
                    <a:pt x="2059533" y="25605"/>
                  </a:lnTo>
                  <a:lnTo>
                    <a:pt x="2069294" y="25827"/>
                  </a:lnTo>
                  <a:lnTo>
                    <a:pt x="2079055" y="25896"/>
                  </a:lnTo>
                  <a:lnTo>
                    <a:pt x="2088815" y="25795"/>
                  </a:lnTo>
                  <a:lnTo>
                    <a:pt x="2098576" y="25807"/>
                  </a:lnTo>
                  <a:lnTo>
                    <a:pt x="2108337" y="25989"/>
                  </a:lnTo>
                  <a:lnTo>
                    <a:pt x="2118098" y="26219"/>
                  </a:lnTo>
                  <a:lnTo>
                    <a:pt x="2127859" y="26600"/>
                  </a:lnTo>
                  <a:lnTo>
                    <a:pt x="2137619" y="26980"/>
                  </a:lnTo>
                  <a:lnTo>
                    <a:pt x="2147380" y="27518"/>
                  </a:lnTo>
                  <a:lnTo>
                    <a:pt x="2157141" y="27712"/>
                  </a:lnTo>
                  <a:lnTo>
                    <a:pt x="2166902" y="27669"/>
                  </a:lnTo>
                  <a:lnTo>
                    <a:pt x="2176663" y="27808"/>
                  </a:lnTo>
                  <a:lnTo>
                    <a:pt x="2186424" y="27916"/>
                  </a:lnTo>
                  <a:lnTo>
                    <a:pt x="2196184" y="27795"/>
                  </a:lnTo>
                  <a:lnTo>
                    <a:pt x="2205945" y="27859"/>
                  </a:lnTo>
                  <a:lnTo>
                    <a:pt x="2215706" y="27934"/>
                  </a:lnTo>
                  <a:lnTo>
                    <a:pt x="2225467" y="28145"/>
                  </a:lnTo>
                  <a:lnTo>
                    <a:pt x="2235228" y="28287"/>
                  </a:lnTo>
                  <a:lnTo>
                    <a:pt x="2244988" y="28532"/>
                  </a:lnTo>
                  <a:lnTo>
                    <a:pt x="2254749" y="28919"/>
                  </a:lnTo>
                  <a:lnTo>
                    <a:pt x="2264510" y="28774"/>
                  </a:lnTo>
                  <a:lnTo>
                    <a:pt x="2274271" y="28552"/>
                  </a:lnTo>
                  <a:lnTo>
                    <a:pt x="2284032" y="28660"/>
                  </a:lnTo>
                  <a:lnTo>
                    <a:pt x="2293793" y="28600"/>
                  </a:lnTo>
                  <a:lnTo>
                    <a:pt x="2303553" y="28584"/>
                  </a:lnTo>
                  <a:lnTo>
                    <a:pt x="2313314" y="28897"/>
                  </a:lnTo>
                  <a:lnTo>
                    <a:pt x="2323075" y="29148"/>
                  </a:lnTo>
                  <a:lnTo>
                    <a:pt x="2332836" y="29672"/>
                  </a:lnTo>
                  <a:lnTo>
                    <a:pt x="2342597" y="29982"/>
                  </a:lnTo>
                  <a:lnTo>
                    <a:pt x="2352358" y="30090"/>
                  </a:lnTo>
                  <a:lnTo>
                    <a:pt x="2362118" y="30311"/>
                  </a:lnTo>
                  <a:lnTo>
                    <a:pt x="2371879" y="30387"/>
                  </a:lnTo>
                  <a:lnTo>
                    <a:pt x="2381640" y="30338"/>
                  </a:lnTo>
                  <a:lnTo>
                    <a:pt x="2391401" y="30289"/>
                  </a:lnTo>
                  <a:lnTo>
                    <a:pt x="2401162" y="30241"/>
                  </a:lnTo>
                  <a:lnTo>
                    <a:pt x="2410922" y="30486"/>
                  </a:lnTo>
                  <a:lnTo>
                    <a:pt x="2420683" y="30654"/>
                  </a:lnTo>
                  <a:lnTo>
                    <a:pt x="2430444" y="30694"/>
                  </a:lnTo>
                  <a:lnTo>
                    <a:pt x="2440205" y="30523"/>
                  </a:lnTo>
                  <a:lnTo>
                    <a:pt x="2449966" y="30352"/>
                  </a:lnTo>
                  <a:lnTo>
                    <a:pt x="2459727" y="30225"/>
                  </a:lnTo>
                  <a:lnTo>
                    <a:pt x="2469487" y="30342"/>
                  </a:lnTo>
                  <a:lnTo>
                    <a:pt x="2479248" y="30522"/>
                  </a:lnTo>
                  <a:lnTo>
                    <a:pt x="2489009" y="30467"/>
                  </a:lnTo>
                  <a:lnTo>
                    <a:pt x="2498770" y="30175"/>
                  </a:lnTo>
                  <a:lnTo>
                    <a:pt x="2508531" y="30046"/>
                  </a:lnTo>
                  <a:lnTo>
                    <a:pt x="2518291" y="30284"/>
                  </a:lnTo>
                  <a:lnTo>
                    <a:pt x="2528052" y="30397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5"/>
            <p:cNvSpPr/>
            <p:nvPr/>
          </p:nvSpPr>
          <p:spPr>
            <a:xfrm>
              <a:off x="485111" y="745738"/>
              <a:ext cx="2780858" cy="5179814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rc36"/>
            <p:cNvSpPr/>
            <p:nvPr/>
          </p:nvSpPr>
          <p:spPr>
            <a:xfrm>
              <a:off x="3335559" y="745738"/>
              <a:ext cx="2780858" cy="517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335559" y="4868486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335559" y="3385655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335559" y="1902824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358328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4004053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649778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5295503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5941229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3335559" y="4868486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461961" y="4844876"/>
              <a:ext cx="2528052" cy="67246"/>
            </a:xfrm>
            <a:custGeom>
              <a:avLst/>
              <a:pathLst>
                <a:path w="2528052" h="67246">
                  <a:moveTo>
                    <a:pt x="0" y="3971"/>
                  </a:moveTo>
                  <a:lnTo>
                    <a:pt x="9760" y="4365"/>
                  </a:lnTo>
                  <a:lnTo>
                    <a:pt x="19521" y="4758"/>
                  </a:lnTo>
                  <a:lnTo>
                    <a:pt x="29282" y="5149"/>
                  </a:lnTo>
                  <a:lnTo>
                    <a:pt x="39043" y="5539"/>
                  </a:lnTo>
                  <a:lnTo>
                    <a:pt x="48804" y="5927"/>
                  </a:lnTo>
                  <a:lnTo>
                    <a:pt x="58564" y="6314"/>
                  </a:lnTo>
                  <a:lnTo>
                    <a:pt x="68325" y="6699"/>
                  </a:lnTo>
                  <a:lnTo>
                    <a:pt x="78086" y="7082"/>
                  </a:lnTo>
                  <a:lnTo>
                    <a:pt x="87847" y="7463"/>
                  </a:lnTo>
                  <a:lnTo>
                    <a:pt x="97608" y="7840"/>
                  </a:lnTo>
                  <a:lnTo>
                    <a:pt x="107369" y="8216"/>
                  </a:lnTo>
                  <a:lnTo>
                    <a:pt x="117129" y="8590"/>
                  </a:lnTo>
                  <a:lnTo>
                    <a:pt x="126890" y="8963"/>
                  </a:lnTo>
                  <a:lnTo>
                    <a:pt x="136651" y="9335"/>
                  </a:lnTo>
                  <a:lnTo>
                    <a:pt x="146412" y="9705"/>
                  </a:lnTo>
                  <a:lnTo>
                    <a:pt x="156173" y="10076"/>
                  </a:lnTo>
                  <a:lnTo>
                    <a:pt x="165933" y="10446"/>
                  </a:lnTo>
                  <a:lnTo>
                    <a:pt x="175694" y="10814"/>
                  </a:lnTo>
                  <a:lnTo>
                    <a:pt x="185455" y="11180"/>
                  </a:lnTo>
                  <a:lnTo>
                    <a:pt x="195216" y="11545"/>
                  </a:lnTo>
                  <a:lnTo>
                    <a:pt x="204977" y="11909"/>
                  </a:lnTo>
                  <a:lnTo>
                    <a:pt x="214738" y="12271"/>
                  </a:lnTo>
                  <a:lnTo>
                    <a:pt x="224498" y="12632"/>
                  </a:lnTo>
                  <a:lnTo>
                    <a:pt x="234259" y="12991"/>
                  </a:lnTo>
                  <a:lnTo>
                    <a:pt x="244020" y="13349"/>
                  </a:lnTo>
                  <a:lnTo>
                    <a:pt x="253781" y="13705"/>
                  </a:lnTo>
                  <a:lnTo>
                    <a:pt x="263542" y="14060"/>
                  </a:lnTo>
                  <a:lnTo>
                    <a:pt x="273303" y="14413"/>
                  </a:lnTo>
                  <a:lnTo>
                    <a:pt x="283063" y="14766"/>
                  </a:lnTo>
                  <a:lnTo>
                    <a:pt x="292824" y="15116"/>
                  </a:lnTo>
                  <a:lnTo>
                    <a:pt x="302585" y="15465"/>
                  </a:lnTo>
                  <a:lnTo>
                    <a:pt x="312346" y="15812"/>
                  </a:lnTo>
                  <a:lnTo>
                    <a:pt x="322107" y="16156"/>
                  </a:lnTo>
                  <a:lnTo>
                    <a:pt x="331867" y="16499"/>
                  </a:lnTo>
                  <a:lnTo>
                    <a:pt x="341628" y="16840"/>
                  </a:lnTo>
                  <a:lnTo>
                    <a:pt x="351389" y="17181"/>
                  </a:lnTo>
                  <a:lnTo>
                    <a:pt x="361150" y="17520"/>
                  </a:lnTo>
                  <a:lnTo>
                    <a:pt x="370911" y="17859"/>
                  </a:lnTo>
                  <a:lnTo>
                    <a:pt x="380672" y="18196"/>
                  </a:lnTo>
                  <a:lnTo>
                    <a:pt x="390432" y="18532"/>
                  </a:lnTo>
                  <a:lnTo>
                    <a:pt x="400193" y="18867"/>
                  </a:lnTo>
                  <a:lnTo>
                    <a:pt x="409954" y="19200"/>
                  </a:lnTo>
                  <a:lnTo>
                    <a:pt x="419715" y="19534"/>
                  </a:lnTo>
                  <a:lnTo>
                    <a:pt x="429476" y="19868"/>
                  </a:lnTo>
                  <a:lnTo>
                    <a:pt x="439236" y="20201"/>
                  </a:lnTo>
                  <a:lnTo>
                    <a:pt x="448997" y="20532"/>
                  </a:lnTo>
                  <a:lnTo>
                    <a:pt x="458758" y="20861"/>
                  </a:lnTo>
                  <a:lnTo>
                    <a:pt x="468519" y="21189"/>
                  </a:lnTo>
                  <a:lnTo>
                    <a:pt x="478280" y="21515"/>
                  </a:lnTo>
                  <a:lnTo>
                    <a:pt x="488041" y="21840"/>
                  </a:lnTo>
                  <a:lnTo>
                    <a:pt x="497801" y="22163"/>
                  </a:lnTo>
                  <a:lnTo>
                    <a:pt x="507562" y="22484"/>
                  </a:lnTo>
                  <a:lnTo>
                    <a:pt x="517323" y="22804"/>
                  </a:lnTo>
                  <a:lnTo>
                    <a:pt x="527084" y="23122"/>
                  </a:lnTo>
                  <a:lnTo>
                    <a:pt x="536845" y="23440"/>
                  </a:lnTo>
                  <a:lnTo>
                    <a:pt x="546606" y="23563"/>
                  </a:lnTo>
                  <a:lnTo>
                    <a:pt x="556366" y="23463"/>
                  </a:lnTo>
                  <a:lnTo>
                    <a:pt x="566127" y="23362"/>
                  </a:lnTo>
                  <a:lnTo>
                    <a:pt x="575888" y="23261"/>
                  </a:lnTo>
                  <a:lnTo>
                    <a:pt x="585649" y="23160"/>
                  </a:lnTo>
                  <a:lnTo>
                    <a:pt x="595410" y="23059"/>
                  </a:lnTo>
                  <a:lnTo>
                    <a:pt x="605170" y="22958"/>
                  </a:lnTo>
                  <a:lnTo>
                    <a:pt x="614931" y="22857"/>
                  </a:lnTo>
                  <a:lnTo>
                    <a:pt x="624692" y="22755"/>
                  </a:lnTo>
                  <a:lnTo>
                    <a:pt x="634453" y="22653"/>
                  </a:lnTo>
                  <a:lnTo>
                    <a:pt x="644214" y="22552"/>
                  </a:lnTo>
                  <a:lnTo>
                    <a:pt x="653975" y="22450"/>
                  </a:lnTo>
                  <a:lnTo>
                    <a:pt x="663735" y="22348"/>
                  </a:lnTo>
                  <a:lnTo>
                    <a:pt x="673496" y="22245"/>
                  </a:lnTo>
                  <a:lnTo>
                    <a:pt x="683257" y="22143"/>
                  </a:lnTo>
                  <a:lnTo>
                    <a:pt x="693018" y="22040"/>
                  </a:lnTo>
                  <a:lnTo>
                    <a:pt x="702779" y="21938"/>
                  </a:lnTo>
                  <a:lnTo>
                    <a:pt x="712539" y="21835"/>
                  </a:lnTo>
                  <a:lnTo>
                    <a:pt x="722300" y="21732"/>
                  </a:lnTo>
                  <a:lnTo>
                    <a:pt x="732061" y="21629"/>
                  </a:lnTo>
                  <a:lnTo>
                    <a:pt x="741822" y="21526"/>
                  </a:lnTo>
                  <a:lnTo>
                    <a:pt x="751583" y="21422"/>
                  </a:lnTo>
                  <a:lnTo>
                    <a:pt x="761344" y="21319"/>
                  </a:lnTo>
                  <a:lnTo>
                    <a:pt x="771104" y="21215"/>
                  </a:lnTo>
                  <a:lnTo>
                    <a:pt x="780865" y="21111"/>
                  </a:lnTo>
                  <a:lnTo>
                    <a:pt x="790626" y="21007"/>
                  </a:lnTo>
                  <a:lnTo>
                    <a:pt x="800387" y="20903"/>
                  </a:lnTo>
                  <a:lnTo>
                    <a:pt x="810148" y="20799"/>
                  </a:lnTo>
                  <a:lnTo>
                    <a:pt x="819909" y="20695"/>
                  </a:lnTo>
                  <a:lnTo>
                    <a:pt x="829669" y="20590"/>
                  </a:lnTo>
                  <a:lnTo>
                    <a:pt x="839430" y="20485"/>
                  </a:lnTo>
                  <a:lnTo>
                    <a:pt x="849191" y="20381"/>
                  </a:lnTo>
                  <a:lnTo>
                    <a:pt x="858952" y="20276"/>
                  </a:lnTo>
                  <a:lnTo>
                    <a:pt x="868713" y="20171"/>
                  </a:lnTo>
                  <a:lnTo>
                    <a:pt x="878473" y="20065"/>
                  </a:lnTo>
                  <a:lnTo>
                    <a:pt x="888234" y="19960"/>
                  </a:lnTo>
                  <a:lnTo>
                    <a:pt x="897995" y="19854"/>
                  </a:lnTo>
                  <a:lnTo>
                    <a:pt x="907756" y="19749"/>
                  </a:lnTo>
                  <a:lnTo>
                    <a:pt x="917517" y="19643"/>
                  </a:lnTo>
                  <a:lnTo>
                    <a:pt x="927278" y="19537"/>
                  </a:lnTo>
                  <a:lnTo>
                    <a:pt x="937038" y="19431"/>
                  </a:lnTo>
                  <a:lnTo>
                    <a:pt x="946799" y="19324"/>
                  </a:lnTo>
                  <a:lnTo>
                    <a:pt x="956560" y="19218"/>
                  </a:lnTo>
                  <a:lnTo>
                    <a:pt x="966321" y="19111"/>
                  </a:lnTo>
                  <a:lnTo>
                    <a:pt x="976082" y="19005"/>
                  </a:lnTo>
                  <a:lnTo>
                    <a:pt x="985842" y="18898"/>
                  </a:lnTo>
                  <a:lnTo>
                    <a:pt x="995603" y="18791"/>
                  </a:lnTo>
                  <a:lnTo>
                    <a:pt x="1005364" y="18683"/>
                  </a:lnTo>
                  <a:lnTo>
                    <a:pt x="1015125" y="18576"/>
                  </a:lnTo>
                  <a:lnTo>
                    <a:pt x="1024886" y="18469"/>
                  </a:lnTo>
                  <a:lnTo>
                    <a:pt x="1034647" y="18361"/>
                  </a:lnTo>
                  <a:lnTo>
                    <a:pt x="1044407" y="18253"/>
                  </a:lnTo>
                  <a:lnTo>
                    <a:pt x="1054168" y="18145"/>
                  </a:lnTo>
                  <a:lnTo>
                    <a:pt x="1063929" y="18037"/>
                  </a:lnTo>
                  <a:lnTo>
                    <a:pt x="1073690" y="17929"/>
                  </a:lnTo>
                  <a:lnTo>
                    <a:pt x="1083451" y="17821"/>
                  </a:lnTo>
                  <a:lnTo>
                    <a:pt x="1093212" y="17712"/>
                  </a:lnTo>
                  <a:lnTo>
                    <a:pt x="1102972" y="17603"/>
                  </a:lnTo>
                  <a:lnTo>
                    <a:pt x="1112733" y="17495"/>
                  </a:lnTo>
                  <a:lnTo>
                    <a:pt x="1122494" y="17386"/>
                  </a:lnTo>
                  <a:lnTo>
                    <a:pt x="1132255" y="17276"/>
                  </a:lnTo>
                  <a:lnTo>
                    <a:pt x="1142016" y="17167"/>
                  </a:lnTo>
                  <a:lnTo>
                    <a:pt x="1151776" y="17058"/>
                  </a:lnTo>
                  <a:lnTo>
                    <a:pt x="1161537" y="16948"/>
                  </a:lnTo>
                  <a:lnTo>
                    <a:pt x="1171298" y="16838"/>
                  </a:lnTo>
                  <a:lnTo>
                    <a:pt x="1181059" y="16729"/>
                  </a:lnTo>
                  <a:lnTo>
                    <a:pt x="1190820" y="16618"/>
                  </a:lnTo>
                  <a:lnTo>
                    <a:pt x="1200581" y="16508"/>
                  </a:lnTo>
                  <a:lnTo>
                    <a:pt x="1210341" y="16398"/>
                  </a:lnTo>
                  <a:lnTo>
                    <a:pt x="1220102" y="16287"/>
                  </a:lnTo>
                  <a:lnTo>
                    <a:pt x="1229863" y="16177"/>
                  </a:lnTo>
                  <a:lnTo>
                    <a:pt x="1239624" y="16066"/>
                  </a:lnTo>
                  <a:lnTo>
                    <a:pt x="1249385" y="15955"/>
                  </a:lnTo>
                  <a:lnTo>
                    <a:pt x="1259145" y="15844"/>
                  </a:lnTo>
                  <a:lnTo>
                    <a:pt x="1268906" y="15733"/>
                  </a:lnTo>
                  <a:lnTo>
                    <a:pt x="1278667" y="15621"/>
                  </a:lnTo>
                  <a:lnTo>
                    <a:pt x="1288428" y="15510"/>
                  </a:lnTo>
                  <a:lnTo>
                    <a:pt x="1298189" y="15398"/>
                  </a:lnTo>
                  <a:lnTo>
                    <a:pt x="1307950" y="15286"/>
                  </a:lnTo>
                  <a:lnTo>
                    <a:pt x="1317710" y="15174"/>
                  </a:lnTo>
                  <a:lnTo>
                    <a:pt x="1327471" y="15062"/>
                  </a:lnTo>
                  <a:lnTo>
                    <a:pt x="1337232" y="14949"/>
                  </a:lnTo>
                  <a:lnTo>
                    <a:pt x="1346993" y="14837"/>
                  </a:lnTo>
                  <a:lnTo>
                    <a:pt x="1356754" y="14724"/>
                  </a:lnTo>
                  <a:lnTo>
                    <a:pt x="1366515" y="14611"/>
                  </a:lnTo>
                  <a:lnTo>
                    <a:pt x="1376275" y="14498"/>
                  </a:lnTo>
                  <a:lnTo>
                    <a:pt x="1386036" y="14385"/>
                  </a:lnTo>
                  <a:lnTo>
                    <a:pt x="1395797" y="14272"/>
                  </a:lnTo>
                  <a:lnTo>
                    <a:pt x="1405558" y="14158"/>
                  </a:lnTo>
                  <a:lnTo>
                    <a:pt x="1415319" y="14045"/>
                  </a:lnTo>
                  <a:lnTo>
                    <a:pt x="1425079" y="13931"/>
                  </a:lnTo>
                  <a:lnTo>
                    <a:pt x="1434840" y="13817"/>
                  </a:lnTo>
                  <a:lnTo>
                    <a:pt x="1444601" y="13703"/>
                  </a:lnTo>
                  <a:lnTo>
                    <a:pt x="1454362" y="13589"/>
                  </a:lnTo>
                  <a:lnTo>
                    <a:pt x="1464123" y="13474"/>
                  </a:lnTo>
                  <a:lnTo>
                    <a:pt x="1473884" y="13360"/>
                  </a:lnTo>
                  <a:lnTo>
                    <a:pt x="1483644" y="13245"/>
                  </a:lnTo>
                  <a:lnTo>
                    <a:pt x="1493405" y="13130"/>
                  </a:lnTo>
                  <a:lnTo>
                    <a:pt x="1503166" y="13015"/>
                  </a:lnTo>
                  <a:lnTo>
                    <a:pt x="1512927" y="12900"/>
                  </a:lnTo>
                  <a:lnTo>
                    <a:pt x="1522688" y="12785"/>
                  </a:lnTo>
                  <a:lnTo>
                    <a:pt x="1532448" y="12669"/>
                  </a:lnTo>
                  <a:lnTo>
                    <a:pt x="1542209" y="12553"/>
                  </a:lnTo>
                  <a:lnTo>
                    <a:pt x="1551970" y="12438"/>
                  </a:lnTo>
                  <a:lnTo>
                    <a:pt x="1561731" y="12322"/>
                  </a:lnTo>
                  <a:lnTo>
                    <a:pt x="1571492" y="12205"/>
                  </a:lnTo>
                  <a:lnTo>
                    <a:pt x="1581253" y="12089"/>
                  </a:lnTo>
                  <a:lnTo>
                    <a:pt x="1591013" y="11973"/>
                  </a:lnTo>
                  <a:lnTo>
                    <a:pt x="1600774" y="11856"/>
                  </a:lnTo>
                  <a:lnTo>
                    <a:pt x="1610535" y="11739"/>
                  </a:lnTo>
                  <a:lnTo>
                    <a:pt x="1620296" y="11622"/>
                  </a:lnTo>
                  <a:lnTo>
                    <a:pt x="1630057" y="11505"/>
                  </a:lnTo>
                  <a:lnTo>
                    <a:pt x="1639818" y="11388"/>
                  </a:lnTo>
                  <a:lnTo>
                    <a:pt x="1649578" y="11270"/>
                  </a:lnTo>
                  <a:lnTo>
                    <a:pt x="1659339" y="11153"/>
                  </a:lnTo>
                  <a:lnTo>
                    <a:pt x="1669100" y="11035"/>
                  </a:lnTo>
                  <a:lnTo>
                    <a:pt x="1678861" y="10918"/>
                  </a:lnTo>
                  <a:lnTo>
                    <a:pt x="1688622" y="10800"/>
                  </a:lnTo>
                  <a:lnTo>
                    <a:pt x="1698382" y="10682"/>
                  </a:lnTo>
                  <a:lnTo>
                    <a:pt x="1708143" y="10563"/>
                  </a:lnTo>
                  <a:lnTo>
                    <a:pt x="1717904" y="10445"/>
                  </a:lnTo>
                  <a:lnTo>
                    <a:pt x="1727665" y="10326"/>
                  </a:lnTo>
                  <a:lnTo>
                    <a:pt x="1737426" y="10207"/>
                  </a:lnTo>
                  <a:lnTo>
                    <a:pt x="1747187" y="10089"/>
                  </a:lnTo>
                  <a:lnTo>
                    <a:pt x="1756947" y="9969"/>
                  </a:lnTo>
                  <a:lnTo>
                    <a:pt x="1766708" y="9850"/>
                  </a:lnTo>
                  <a:lnTo>
                    <a:pt x="1776469" y="9731"/>
                  </a:lnTo>
                  <a:lnTo>
                    <a:pt x="1786230" y="9611"/>
                  </a:lnTo>
                  <a:lnTo>
                    <a:pt x="1795991" y="9492"/>
                  </a:lnTo>
                  <a:lnTo>
                    <a:pt x="1805752" y="9372"/>
                  </a:lnTo>
                  <a:lnTo>
                    <a:pt x="1815512" y="9252"/>
                  </a:lnTo>
                  <a:lnTo>
                    <a:pt x="1825273" y="9131"/>
                  </a:lnTo>
                  <a:lnTo>
                    <a:pt x="1835034" y="9011"/>
                  </a:lnTo>
                  <a:lnTo>
                    <a:pt x="1844795" y="8890"/>
                  </a:lnTo>
                  <a:lnTo>
                    <a:pt x="1854556" y="8770"/>
                  </a:lnTo>
                  <a:lnTo>
                    <a:pt x="1864316" y="8649"/>
                  </a:lnTo>
                  <a:lnTo>
                    <a:pt x="1874077" y="8528"/>
                  </a:lnTo>
                  <a:lnTo>
                    <a:pt x="1883838" y="8407"/>
                  </a:lnTo>
                  <a:lnTo>
                    <a:pt x="1893599" y="8285"/>
                  </a:lnTo>
                  <a:lnTo>
                    <a:pt x="1903360" y="8164"/>
                  </a:lnTo>
                  <a:lnTo>
                    <a:pt x="1913121" y="8042"/>
                  </a:lnTo>
                  <a:lnTo>
                    <a:pt x="1922881" y="7920"/>
                  </a:lnTo>
                  <a:lnTo>
                    <a:pt x="1932642" y="7798"/>
                  </a:lnTo>
                  <a:lnTo>
                    <a:pt x="1942403" y="7676"/>
                  </a:lnTo>
                  <a:lnTo>
                    <a:pt x="1952164" y="7553"/>
                  </a:lnTo>
                  <a:lnTo>
                    <a:pt x="1961925" y="7431"/>
                  </a:lnTo>
                  <a:lnTo>
                    <a:pt x="1971685" y="7308"/>
                  </a:lnTo>
                  <a:lnTo>
                    <a:pt x="1981446" y="7185"/>
                  </a:lnTo>
                  <a:lnTo>
                    <a:pt x="1991207" y="7062"/>
                  </a:lnTo>
                  <a:lnTo>
                    <a:pt x="2000968" y="6939"/>
                  </a:lnTo>
                  <a:lnTo>
                    <a:pt x="2010729" y="6816"/>
                  </a:lnTo>
                  <a:lnTo>
                    <a:pt x="2020490" y="6692"/>
                  </a:lnTo>
                  <a:lnTo>
                    <a:pt x="2030250" y="6569"/>
                  </a:lnTo>
                  <a:lnTo>
                    <a:pt x="2040011" y="6445"/>
                  </a:lnTo>
                  <a:lnTo>
                    <a:pt x="2049772" y="6321"/>
                  </a:lnTo>
                  <a:lnTo>
                    <a:pt x="2059533" y="6196"/>
                  </a:lnTo>
                  <a:lnTo>
                    <a:pt x="2069294" y="6072"/>
                  </a:lnTo>
                  <a:lnTo>
                    <a:pt x="2079055" y="5947"/>
                  </a:lnTo>
                  <a:lnTo>
                    <a:pt x="2088815" y="5823"/>
                  </a:lnTo>
                  <a:lnTo>
                    <a:pt x="2098576" y="5698"/>
                  </a:lnTo>
                  <a:lnTo>
                    <a:pt x="2108337" y="5573"/>
                  </a:lnTo>
                  <a:lnTo>
                    <a:pt x="2118098" y="5448"/>
                  </a:lnTo>
                  <a:lnTo>
                    <a:pt x="2127859" y="5322"/>
                  </a:lnTo>
                  <a:lnTo>
                    <a:pt x="2137619" y="5197"/>
                  </a:lnTo>
                  <a:lnTo>
                    <a:pt x="2147380" y="5071"/>
                  </a:lnTo>
                  <a:lnTo>
                    <a:pt x="2157141" y="4945"/>
                  </a:lnTo>
                  <a:lnTo>
                    <a:pt x="2166902" y="4819"/>
                  </a:lnTo>
                  <a:lnTo>
                    <a:pt x="2176663" y="4693"/>
                  </a:lnTo>
                  <a:lnTo>
                    <a:pt x="2186424" y="4566"/>
                  </a:lnTo>
                  <a:lnTo>
                    <a:pt x="2196184" y="4439"/>
                  </a:lnTo>
                  <a:lnTo>
                    <a:pt x="2205945" y="4313"/>
                  </a:lnTo>
                  <a:lnTo>
                    <a:pt x="2215706" y="4186"/>
                  </a:lnTo>
                  <a:lnTo>
                    <a:pt x="2225467" y="4058"/>
                  </a:lnTo>
                  <a:lnTo>
                    <a:pt x="2235228" y="3925"/>
                  </a:lnTo>
                  <a:lnTo>
                    <a:pt x="2244988" y="3793"/>
                  </a:lnTo>
                  <a:lnTo>
                    <a:pt x="2254749" y="3660"/>
                  </a:lnTo>
                  <a:lnTo>
                    <a:pt x="2264510" y="3532"/>
                  </a:lnTo>
                  <a:lnTo>
                    <a:pt x="2274271" y="3404"/>
                  </a:lnTo>
                  <a:lnTo>
                    <a:pt x="2284032" y="3275"/>
                  </a:lnTo>
                  <a:lnTo>
                    <a:pt x="2293793" y="3146"/>
                  </a:lnTo>
                  <a:lnTo>
                    <a:pt x="2303553" y="3017"/>
                  </a:lnTo>
                  <a:lnTo>
                    <a:pt x="2313314" y="2888"/>
                  </a:lnTo>
                  <a:lnTo>
                    <a:pt x="2323075" y="2759"/>
                  </a:lnTo>
                  <a:lnTo>
                    <a:pt x="2332836" y="2629"/>
                  </a:lnTo>
                  <a:lnTo>
                    <a:pt x="2342597" y="2499"/>
                  </a:lnTo>
                  <a:lnTo>
                    <a:pt x="2352358" y="2369"/>
                  </a:lnTo>
                  <a:lnTo>
                    <a:pt x="2362118" y="2239"/>
                  </a:lnTo>
                  <a:lnTo>
                    <a:pt x="2371879" y="2109"/>
                  </a:lnTo>
                  <a:lnTo>
                    <a:pt x="2381640" y="1978"/>
                  </a:lnTo>
                  <a:lnTo>
                    <a:pt x="2391401" y="1848"/>
                  </a:lnTo>
                  <a:lnTo>
                    <a:pt x="2401162" y="1717"/>
                  </a:lnTo>
                  <a:lnTo>
                    <a:pt x="2410922" y="1586"/>
                  </a:lnTo>
                  <a:lnTo>
                    <a:pt x="2420683" y="1455"/>
                  </a:lnTo>
                  <a:lnTo>
                    <a:pt x="2430444" y="1323"/>
                  </a:lnTo>
                  <a:lnTo>
                    <a:pt x="2440205" y="1192"/>
                  </a:lnTo>
                  <a:lnTo>
                    <a:pt x="2449966" y="1060"/>
                  </a:lnTo>
                  <a:lnTo>
                    <a:pt x="2459727" y="928"/>
                  </a:lnTo>
                  <a:lnTo>
                    <a:pt x="2469487" y="796"/>
                  </a:lnTo>
                  <a:lnTo>
                    <a:pt x="2479248" y="664"/>
                  </a:lnTo>
                  <a:lnTo>
                    <a:pt x="2489009" y="531"/>
                  </a:lnTo>
                  <a:lnTo>
                    <a:pt x="2498770" y="399"/>
                  </a:lnTo>
                  <a:lnTo>
                    <a:pt x="2508531" y="266"/>
                  </a:lnTo>
                  <a:lnTo>
                    <a:pt x="2518291" y="133"/>
                  </a:lnTo>
                  <a:lnTo>
                    <a:pt x="2528052" y="0"/>
                  </a:lnTo>
                  <a:lnTo>
                    <a:pt x="2528052" y="67246"/>
                  </a:lnTo>
                  <a:lnTo>
                    <a:pt x="2518291" y="67113"/>
                  </a:lnTo>
                  <a:lnTo>
                    <a:pt x="2508531" y="66979"/>
                  </a:lnTo>
                  <a:lnTo>
                    <a:pt x="2498770" y="66845"/>
                  </a:lnTo>
                  <a:lnTo>
                    <a:pt x="2489009" y="66710"/>
                  </a:lnTo>
                  <a:lnTo>
                    <a:pt x="2479248" y="66575"/>
                  </a:lnTo>
                  <a:lnTo>
                    <a:pt x="2469487" y="66439"/>
                  </a:lnTo>
                  <a:lnTo>
                    <a:pt x="2459727" y="66302"/>
                  </a:lnTo>
                  <a:lnTo>
                    <a:pt x="2449966" y="66165"/>
                  </a:lnTo>
                  <a:lnTo>
                    <a:pt x="2440205" y="66027"/>
                  </a:lnTo>
                  <a:lnTo>
                    <a:pt x="2430444" y="65889"/>
                  </a:lnTo>
                  <a:lnTo>
                    <a:pt x="2420683" y="65750"/>
                  </a:lnTo>
                  <a:lnTo>
                    <a:pt x="2410922" y="65610"/>
                  </a:lnTo>
                  <a:lnTo>
                    <a:pt x="2401162" y="65470"/>
                  </a:lnTo>
                  <a:lnTo>
                    <a:pt x="2391401" y="65329"/>
                  </a:lnTo>
                  <a:lnTo>
                    <a:pt x="2381640" y="65187"/>
                  </a:lnTo>
                  <a:lnTo>
                    <a:pt x="2371879" y="65045"/>
                  </a:lnTo>
                  <a:lnTo>
                    <a:pt x="2362118" y="64902"/>
                  </a:lnTo>
                  <a:lnTo>
                    <a:pt x="2352358" y="64759"/>
                  </a:lnTo>
                  <a:lnTo>
                    <a:pt x="2342597" y="64615"/>
                  </a:lnTo>
                  <a:lnTo>
                    <a:pt x="2332836" y="64470"/>
                  </a:lnTo>
                  <a:lnTo>
                    <a:pt x="2323075" y="64321"/>
                  </a:lnTo>
                  <a:lnTo>
                    <a:pt x="2313314" y="64171"/>
                  </a:lnTo>
                  <a:lnTo>
                    <a:pt x="2303553" y="64019"/>
                  </a:lnTo>
                  <a:lnTo>
                    <a:pt x="2293793" y="63868"/>
                  </a:lnTo>
                  <a:lnTo>
                    <a:pt x="2284032" y="63715"/>
                  </a:lnTo>
                  <a:lnTo>
                    <a:pt x="2274271" y="63562"/>
                  </a:lnTo>
                  <a:lnTo>
                    <a:pt x="2264510" y="63408"/>
                  </a:lnTo>
                  <a:lnTo>
                    <a:pt x="2254749" y="63254"/>
                  </a:lnTo>
                  <a:lnTo>
                    <a:pt x="2244988" y="63099"/>
                  </a:lnTo>
                  <a:lnTo>
                    <a:pt x="2235228" y="62943"/>
                  </a:lnTo>
                  <a:lnTo>
                    <a:pt x="2225467" y="62787"/>
                  </a:lnTo>
                  <a:lnTo>
                    <a:pt x="2215706" y="62630"/>
                  </a:lnTo>
                  <a:lnTo>
                    <a:pt x="2205945" y="62472"/>
                  </a:lnTo>
                  <a:lnTo>
                    <a:pt x="2196184" y="62314"/>
                  </a:lnTo>
                  <a:lnTo>
                    <a:pt x="2186424" y="62155"/>
                  </a:lnTo>
                  <a:lnTo>
                    <a:pt x="2176663" y="61998"/>
                  </a:lnTo>
                  <a:lnTo>
                    <a:pt x="2166902" y="61854"/>
                  </a:lnTo>
                  <a:lnTo>
                    <a:pt x="2157141" y="61709"/>
                  </a:lnTo>
                  <a:lnTo>
                    <a:pt x="2147380" y="61548"/>
                  </a:lnTo>
                  <a:lnTo>
                    <a:pt x="2137619" y="61381"/>
                  </a:lnTo>
                  <a:lnTo>
                    <a:pt x="2127859" y="61214"/>
                  </a:lnTo>
                  <a:lnTo>
                    <a:pt x="2118098" y="61045"/>
                  </a:lnTo>
                  <a:lnTo>
                    <a:pt x="2108337" y="60876"/>
                  </a:lnTo>
                  <a:lnTo>
                    <a:pt x="2098576" y="60716"/>
                  </a:lnTo>
                  <a:lnTo>
                    <a:pt x="2088815" y="60559"/>
                  </a:lnTo>
                  <a:lnTo>
                    <a:pt x="2079055" y="60402"/>
                  </a:lnTo>
                  <a:lnTo>
                    <a:pt x="2069294" y="60243"/>
                  </a:lnTo>
                  <a:lnTo>
                    <a:pt x="2059533" y="60075"/>
                  </a:lnTo>
                  <a:lnTo>
                    <a:pt x="2049772" y="59893"/>
                  </a:lnTo>
                  <a:lnTo>
                    <a:pt x="2040011" y="59711"/>
                  </a:lnTo>
                  <a:lnTo>
                    <a:pt x="2030250" y="59528"/>
                  </a:lnTo>
                  <a:lnTo>
                    <a:pt x="2020490" y="59352"/>
                  </a:lnTo>
                  <a:lnTo>
                    <a:pt x="2010729" y="59181"/>
                  </a:lnTo>
                  <a:lnTo>
                    <a:pt x="2000968" y="59010"/>
                  </a:lnTo>
                  <a:lnTo>
                    <a:pt x="1991207" y="58837"/>
                  </a:lnTo>
                  <a:lnTo>
                    <a:pt x="1981446" y="58664"/>
                  </a:lnTo>
                  <a:lnTo>
                    <a:pt x="1971685" y="58490"/>
                  </a:lnTo>
                  <a:lnTo>
                    <a:pt x="1961925" y="58318"/>
                  </a:lnTo>
                  <a:lnTo>
                    <a:pt x="1952164" y="58149"/>
                  </a:lnTo>
                  <a:lnTo>
                    <a:pt x="1942403" y="57979"/>
                  </a:lnTo>
                  <a:lnTo>
                    <a:pt x="1932642" y="57808"/>
                  </a:lnTo>
                  <a:lnTo>
                    <a:pt x="1922881" y="57636"/>
                  </a:lnTo>
                  <a:lnTo>
                    <a:pt x="1913121" y="57463"/>
                  </a:lnTo>
                  <a:lnTo>
                    <a:pt x="1903360" y="57290"/>
                  </a:lnTo>
                  <a:lnTo>
                    <a:pt x="1893599" y="57116"/>
                  </a:lnTo>
                  <a:lnTo>
                    <a:pt x="1883838" y="56933"/>
                  </a:lnTo>
                  <a:lnTo>
                    <a:pt x="1874077" y="56745"/>
                  </a:lnTo>
                  <a:lnTo>
                    <a:pt x="1864316" y="56557"/>
                  </a:lnTo>
                  <a:lnTo>
                    <a:pt x="1854556" y="56368"/>
                  </a:lnTo>
                  <a:lnTo>
                    <a:pt x="1844795" y="56178"/>
                  </a:lnTo>
                  <a:lnTo>
                    <a:pt x="1835034" y="55987"/>
                  </a:lnTo>
                  <a:lnTo>
                    <a:pt x="1825273" y="55796"/>
                  </a:lnTo>
                  <a:lnTo>
                    <a:pt x="1815512" y="55607"/>
                  </a:lnTo>
                  <a:lnTo>
                    <a:pt x="1805752" y="55420"/>
                  </a:lnTo>
                  <a:lnTo>
                    <a:pt x="1795991" y="55233"/>
                  </a:lnTo>
                  <a:lnTo>
                    <a:pt x="1786230" y="55045"/>
                  </a:lnTo>
                  <a:lnTo>
                    <a:pt x="1776469" y="54852"/>
                  </a:lnTo>
                  <a:lnTo>
                    <a:pt x="1766708" y="54657"/>
                  </a:lnTo>
                  <a:lnTo>
                    <a:pt x="1756947" y="54462"/>
                  </a:lnTo>
                  <a:lnTo>
                    <a:pt x="1747187" y="54266"/>
                  </a:lnTo>
                  <a:lnTo>
                    <a:pt x="1737426" y="54070"/>
                  </a:lnTo>
                  <a:lnTo>
                    <a:pt x="1727665" y="53873"/>
                  </a:lnTo>
                  <a:lnTo>
                    <a:pt x="1717904" y="53675"/>
                  </a:lnTo>
                  <a:lnTo>
                    <a:pt x="1708143" y="53476"/>
                  </a:lnTo>
                  <a:lnTo>
                    <a:pt x="1698382" y="53277"/>
                  </a:lnTo>
                  <a:lnTo>
                    <a:pt x="1688622" y="53077"/>
                  </a:lnTo>
                  <a:lnTo>
                    <a:pt x="1678861" y="52878"/>
                  </a:lnTo>
                  <a:lnTo>
                    <a:pt x="1669100" y="52691"/>
                  </a:lnTo>
                  <a:lnTo>
                    <a:pt x="1659339" y="52504"/>
                  </a:lnTo>
                  <a:lnTo>
                    <a:pt x="1649578" y="52315"/>
                  </a:lnTo>
                  <a:lnTo>
                    <a:pt x="1639818" y="52126"/>
                  </a:lnTo>
                  <a:lnTo>
                    <a:pt x="1630057" y="51933"/>
                  </a:lnTo>
                  <a:lnTo>
                    <a:pt x="1620296" y="51732"/>
                  </a:lnTo>
                  <a:lnTo>
                    <a:pt x="1610535" y="51530"/>
                  </a:lnTo>
                  <a:lnTo>
                    <a:pt x="1600774" y="51327"/>
                  </a:lnTo>
                  <a:lnTo>
                    <a:pt x="1591013" y="51123"/>
                  </a:lnTo>
                  <a:lnTo>
                    <a:pt x="1581253" y="50919"/>
                  </a:lnTo>
                  <a:lnTo>
                    <a:pt x="1571492" y="50713"/>
                  </a:lnTo>
                  <a:lnTo>
                    <a:pt x="1561731" y="50507"/>
                  </a:lnTo>
                  <a:lnTo>
                    <a:pt x="1551970" y="50299"/>
                  </a:lnTo>
                  <a:lnTo>
                    <a:pt x="1542209" y="50091"/>
                  </a:lnTo>
                  <a:lnTo>
                    <a:pt x="1532448" y="49882"/>
                  </a:lnTo>
                  <a:lnTo>
                    <a:pt x="1522688" y="49672"/>
                  </a:lnTo>
                  <a:lnTo>
                    <a:pt x="1512927" y="49462"/>
                  </a:lnTo>
                  <a:lnTo>
                    <a:pt x="1503166" y="49251"/>
                  </a:lnTo>
                  <a:lnTo>
                    <a:pt x="1493405" y="49038"/>
                  </a:lnTo>
                  <a:lnTo>
                    <a:pt x="1483644" y="48825"/>
                  </a:lnTo>
                  <a:lnTo>
                    <a:pt x="1473884" y="48615"/>
                  </a:lnTo>
                  <a:lnTo>
                    <a:pt x="1464123" y="48411"/>
                  </a:lnTo>
                  <a:lnTo>
                    <a:pt x="1454362" y="48205"/>
                  </a:lnTo>
                  <a:lnTo>
                    <a:pt x="1444601" y="47999"/>
                  </a:lnTo>
                  <a:lnTo>
                    <a:pt x="1434840" y="47792"/>
                  </a:lnTo>
                  <a:lnTo>
                    <a:pt x="1425079" y="47583"/>
                  </a:lnTo>
                  <a:lnTo>
                    <a:pt x="1415319" y="47372"/>
                  </a:lnTo>
                  <a:lnTo>
                    <a:pt x="1405558" y="47149"/>
                  </a:lnTo>
                  <a:lnTo>
                    <a:pt x="1395797" y="46925"/>
                  </a:lnTo>
                  <a:lnTo>
                    <a:pt x="1386036" y="46700"/>
                  </a:lnTo>
                  <a:lnTo>
                    <a:pt x="1376275" y="46474"/>
                  </a:lnTo>
                  <a:lnTo>
                    <a:pt x="1366515" y="46248"/>
                  </a:lnTo>
                  <a:lnTo>
                    <a:pt x="1356754" y="46020"/>
                  </a:lnTo>
                  <a:lnTo>
                    <a:pt x="1346993" y="45792"/>
                  </a:lnTo>
                  <a:lnTo>
                    <a:pt x="1337232" y="45563"/>
                  </a:lnTo>
                  <a:lnTo>
                    <a:pt x="1327471" y="45333"/>
                  </a:lnTo>
                  <a:lnTo>
                    <a:pt x="1317710" y="45102"/>
                  </a:lnTo>
                  <a:lnTo>
                    <a:pt x="1307950" y="44870"/>
                  </a:lnTo>
                  <a:lnTo>
                    <a:pt x="1298189" y="44637"/>
                  </a:lnTo>
                  <a:lnTo>
                    <a:pt x="1288428" y="44403"/>
                  </a:lnTo>
                  <a:lnTo>
                    <a:pt x="1278667" y="44168"/>
                  </a:lnTo>
                  <a:lnTo>
                    <a:pt x="1268906" y="43933"/>
                  </a:lnTo>
                  <a:lnTo>
                    <a:pt x="1259145" y="43696"/>
                  </a:lnTo>
                  <a:lnTo>
                    <a:pt x="1249385" y="43459"/>
                  </a:lnTo>
                  <a:lnTo>
                    <a:pt x="1239624" y="43221"/>
                  </a:lnTo>
                  <a:lnTo>
                    <a:pt x="1229863" y="42982"/>
                  </a:lnTo>
                  <a:lnTo>
                    <a:pt x="1220102" y="42741"/>
                  </a:lnTo>
                  <a:lnTo>
                    <a:pt x="1210341" y="42500"/>
                  </a:lnTo>
                  <a:lnTo>
                    <a:pt x="1200581" y="42258"/>
                  </a:lnTo>
                  <a:lnTo>
                    <a:pt x="1190820" y="42016"/>
                  </a:lnTo>
                  <a:lnTo>
                    <a:pt x="1181059" y="41772"/>
                  </a:lnTo>
                  <a:lnTo>
                    <a:pt x="1171298" y="41528"/>
                  </a:lnTo>
                  <a:lnTo>
                    <a:pt x="1161537" y="41284"/>
                  </a:lnTo>
                  <a:lnTo>
                    <a:pt x="1151776" y="41040"/>
                  </a:lnTo>
                  <a:lnTo>
                    <a:pt x="1142016" y="40794"/>
                  </a:lnTo>
                  <a:lnTo>
                    <a:pt x="1132255" y="40547"/>
                  </a:lnTo>
                  <a:lnTo>
                    <a:pt x="1122494" y="40299"/>
                  </a:lnTo>
                  <a:lnTo>
                    <a:pt x="1112733" y="40051"/>
                  </a:lnTo>
                  <a:lnTo>
                    <a:pt x="1102972" y="39801"/>
                  </a:lnTo>
                  <a:lnTo>
                    <a:pt x="1093212" y="39550"/>
                  </a:lnTo>
                  <a:lnTo>
                    <a:pt x="1083451" y="39298"/>
                  </a:lnTo>
                  <a:lnTo>
                    <a:pt x="1073690" y="39045"/>
                  </a:lnTo>
                  <a:lnTo>
                    <a:pt x="1063929" y="38792"/>
                  </a:lnTo>
                  <a:lnTo>
                    <a:pt x="1054168" y="38537"/>
                  </a:lnTo>
                  <a:lnTo>
                    <a:pt x="1044407" y="38281"/>
                  </a:lnTo>
                  <a:lnTo>
                    <a:pt x="1034647" y="38024"/>
                  </a:lnTo>
                  <a:lnTo>
                    <a:pt x="1024886" y="37766"/>
                  </a:lnTo>
                  <a:lnTo>
                    <a:pt x="1015125" y="37507"/>
                  </a:lnTo>
                  <a:lnTo>
                    <a:pt x="1005364" y="37247"/>
                  </a:lnTo>
                  <a:lnTo>
                    <a:pt x="995603" y="36986"/>
                  </a:lnTo>
                  <a:lnTo>
                    <a:pt x="985842" y="36723"/>
                  </a:lnTo>
                  <a:lnTo>
                    <a:pt x="976082" y="36460"/>
                  </a:lnTo>
                  <a:lnTo>
                    <a:pt x="966321" y="36196"/>
                  </a:lnTo>
                  <a:lnTo>
                    <a:pt x="956560" y="35930"/>
                  </a:lnTo>
                  <a:lnTo>
                    <a:pt x="946799" y="35664"/>
                  </a:lnTo>
                  <a:lnTo>
                    <a:pt x="937038" y="35396"/>
                  </a:lnTo>
                  <a:lnTo>
                    <a:pt x="927278" y="35127"/>
                  </a:lnTo>
                  <a:lnTo>
                    <a:pt x="917517" y="34858"/>
                  </a:lnTo>
                  <a:lnTo>
                    <a:pt x="907756" y="34587"/>
                  </a:lnTo>
                  <a:lnTo>
                    <a:pt x="897995" y="34315"/>
                  </a:lnTo>
                  <a:lnTo>
                    <a:pt x="888234" y="34042"/>
                  </a:lnTo>
                  <a:lnTo>
                    <a:pt x="878473" y="33770"/>
                  </a:lnTo>
                  <a:lnTo>
                    <a:pt x="868713" y="33497"/>
                  </a:lnTo>
                  <a:lnTo>
                    <a:pt x="858952" y="33218"/>
                  </a:lnTo>
                  <a:lnTo>
                    <a:pt x="849191" y="32938"/>
                  </a:lnTo>
                  <a:lnTo>
                    <a:pt x="839430" y="32660"/>
                  </a:lnTo>
                  <a:lnTo>
                    <a:pt x="829669" y="32380"/>
                  </a:lnTo>
                  <a:lnTo>
                    <a:pt x="819909" y="32099"/>
                  </a:lnTo>
                  <a:lnTo>
                    <a:pt x="810148" y="31817"/>
                  </a:lnTo>
                  <a:lnTo>
                    <a:pt x="800387" y="31534"/>
                  </a:lnTo>
                  <a:lnTo>
                    <a:pt x="790626" y="31250"/>
                  </a:lnTo>
                  <a:lnTo>
                    <a:pt x="780865" y="30965"/>
                  </a:lnTo>
                  <a:lnTo>
                    <a:pt x="771104" y="30678"/>
                  </a:lnTo>
                  <a:lnTo>
                    <a:pt x="761344" y="30390"/>
                  </a:lnTo>
                  <a:lnTo>
                    <a:pt x="751583" y="30101"/>
                  </a:lnTo>
                  <a:lnTo>
                    <a:pt x="741822" y="29811"/>
                  </a:lnTo>
                  <a:lnTo>
                    <a:pt x="732061" y="29520"/>
                  </a:lnTo>
                  <a:lnTo>
                    <a:pt x="722300" y="29227"/>
                  </a:lnTo>
                  <a:lnTo>
                    <a:pt x="712539" y="28934"/>
                  </a:lnTo>
                  <a:lnTo>
                    <a:pt x="702779" y="28639"/>
                  </a:lnTo>
                  <a:lnTo>
                    <a:pt x="693018" y="28343"/>
                  </a:lnTo>
                  <a:lnTo>
                    <a:pt x="683257" y="28046"/>
                  </a:lnTo>
                  <a:lnTo>
                    <a:pt x="673496" y="27747"/>
                  </a:lnTo>
                  <a:lnTo>
                    <a:pt x="663735" y="27447"/>
                  </a:lnTo>
                  <a:lnTo>
                    <a:pt x="653975" y="27147"/>
                  </a:lnTo>
                  <a:lnTo>
                    <a:pt x="644214" y="26845"/>
                  </a:lnTo>
                  <a:lnTo>
                    <a:pt x="634453" y="26543"/>
                  </a:lnTo>
                  <a:lnTo>
                    <a:pt x="624692" y="26239"/>
                  </a:lnTo>
                  <a:lnTo>
                    <a:pt x="614931" y="25934"/>
                  </a:lnTo>
                  <a:lnTo>
                    <a:pt x="605170" y="25627"/>
                  </a:lnTo>
                  <a:lnTo>
                    <a:pt x="595410" y="25318"/>
                  </a:lnTo>
                  <a:lnTo>
                    <a:pt x="585649" y="25008"/>
                  </a:lnTo>
                  <a:lnTo>
                    <a:pt x="575888" y="24697"/>
                  </a:lnTo>
                  <a:lnTo>
                    <a:pt x="566127" y="24384"/>
                  </a:lnTo>
                  <a:lnTo>
                    <a:pt x="556366" y="24071"/>
                  </a:lnTo>
                  <a:lnTo>
                    <a:pt x="546606" y="23756"/>
                  </a:lnTo>
                  <a:lnTo>
                    <a:pt x="536845" y="23664"/>
                  </a:lnTo>
                  <a:lnTo>
                    <a:pt x="527084" y="23764"/>
                  </a:lnTo>
                  <a:lnTo>
                    <a:pt x="517323" y="23864"/>
                  </a:lnTo>
                  <a:lnTo>
                    <a:pt x="507562" y="23964"/>
                  </a:lnTo>
                  <a:lnTo>
                    <a:pt x="497801" y="24064"/>
                  </a:lnTo>
                  <a:lnTo>
                    <a:pt x="488041" y="24164"/>
                  </a:lnTo>
                  <a:lnTo>
                    <a:pt x="478280" y="24263"/>
                  </a:lnTo>
                  <a:lnTo>
                    <a:pt x="468519" y="24363"/>
                  </a:lnTo>
                  <a:lnTo>
                    <a:pt x="458758" y="24462"/>
                  </a:lnTo>
                  <a:lnTo>
                    <a:pt x="448997" y="24561"/>
                  </a:lnTo>
                  <a:lnTo>
                    <a:pt x="439236" y="24660"/>
                  </a:lnTo>
                  <a:lnTo>
                    <a:pt x="429476" y="24759"/>
                  </a:lnTo>
                  <a:lnTo>
                    <a:pt x="419715" y="24858"/>
                  </a:lnTo>
                  <a:lnTo>
                    <a:pt x="409954" y="24956"/>
                  </a:lnTo>
                  <a:lnTo>
                    <a:pt x="400193" y="25055"/>
                  </a:lnTo>
                  <a:lnTo>
                    <a:pt x="390432" y="25153"/>
                  </a:lnTo>
                  <a:lnTo>
                    <a:pt x="380672" y="25251"/>
                  </a:lnTo>
                  <a:lnTo>
                    <a:pt x="370911" y="25349"/>
                  </a:lnTo>
                  <a:lnTo>
                    <a:pt x="361150" y="25447"/>
                  </a:lnTo>
                  <a:lnTo>
                    <a:pt x="351389" y="25545"/>
                  </a:lnTo>
                  <a:lnTo>
                    <a:pt x="341628" y="25643"/>
                  </a:lnTo>
                  <a:lnTo>
                    <a:pt x="331867" y="25740"/>
                  </a:lnTo>
                  <a:lnTo>
                    <a:pt x="322107" y="25838"/>
                  </a:lnTo>
                  <a:lnTo>
                    <a:pt x="312346" y="25935"/>
                  </a:lnTo>
                  <a:lnTo>
                    <a:pt x="302585" y="26032"/>
                  </a:lnTo>
                  <a:lnTo>
                    <a:pt x="292824" y="26129"/>
                  </a:lnTo>
                  <a:lnTo>
                    <a:pt x="283063" y="26226"/>
                  </a:lnTo>
                  <a:lnTo>
                    <a:pt x="273303" y="26323"/>
                  </a:lnTo>
                  <a:lnTo>
                    <a:pt x="263542" y="26419"/>
                  </a:lnTo>
                  <a:lnTo>
                    <a:pt x="253781" y="26516"/>
                  </a:lnTo>
                  <a:lnTo>
                    <a:pt x="244020" y="26612"/>
                  </a:lnTo>
                  <a:lnTo>
                    <a:pt x="234259" y="26708"/>
                  </a:lnTo>
                  <a:lnTo>
                    <a:pt x="224498" y="26804"/>
                  </a:lnTo>
                  <a:lnTo>
                    <a:pt x="214738" y="26900"/>
                  </a:lnTo>
                  <a:lnTo>
                    <a:pt x="204977" y="26996"/>
                  </a:lnTo>
                  <a:lnTo>
                    <a:pt x="195216" y="27091"/>
                  </a:lnTo>
                  <a:lnTo>
                    <a:pt x="185455" y="27187"/>
                  </a:lnTo>
                  <a:lnTo>
                    <a:pt x="175694" y="27282"/>
                  </a:lnTo>
                  <a:lnTo>
                    <a:pt x="165933" y="27377"/>
                  </a:lnTo>
                  <a:lnTo>
                    <a:pt x="156173" y="27473"/>
                  </a:lnTo>
                  <a:lnTo>
                    <a:pt x="146412" y="27568"/>
                  </a:lnTo>
                  <a:lnTo>
                    <a:pt x="136651" y="27662"/>
                  </a:lnTo>
                  <a:lnTo>
                    <a:pt x="126890" y="27757"/>
                  </a:lnTo>
                  <a:lnTo>
                    <a:pt x="117129" y="27852"/>
                  </a:lnTo>
                  <a:lnTo>
                    <a:pt x="107369" y="27946"/>
                  </a:lnTo>
                  <a:lnTo>
                    <a:pt x="97608" y="28040"/>
                  </a:lnTo>
                  <a:lnTo>
                    <a:pt x="87847" y="28135"/>
                  </a:lnTo>
                  <a:lnTo>
                    <a:pt x="78086" y="28229"/>
                  </a:lnTo>
                  <a:lnTo>
                    <a:pt x="68325" y="28323"/>
                  </a:lnTo>
                  <a:lnTo>
                    <a:pt x="58564" y="28417"/>
                  </a:lnTo>
                  <a:lnTo>
                    <a:pt x="48804" y="28511"/>
                  </a:lnTo>
                  <a:lnTo>
                    <a:pt x="39043" y="28604"/>
                  </a:lnTo>
                  <a:lnTo>
                    <a:pt x="29282" y="28698"/>
                  </a:lnTo>
                  <a:lnTo>
                    <a:pt x="19521" y="28792"/>
                  </a:lnTo>
                  <a:lnTo>
                    <a:pt x="9760" y="28885"/>
                  </a:lnTo>
                  <a:lnTo>
                    <a:pt x="0" y="28979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461961" y="4844876"/>
              <a:ext cx="2528052" cy="23563"/>
            </a:xfrm>
            <a:custGeom>
              <a:avLst/>
              <a:pathLst>
                <a:path w="2528052" h="23563">
                  <a:moveTo>
                    <a:pt x="0" y="3971"/>
                  </a:moveTo>
                  <a:lnTo>
                    <a:pt x="9760" y="4365"/>
                  </a:lnTo>
                  <a:lnTo>
                    <a:pt x="19521" y="4758"/>
                  </a:lnTo>
                  <a:lnTo>
                    <a:pt x="29282" y="5149"/>
                  </a:lnTo>
                  <a:lnTo>
                    <a:pt x="39043" y="5539"/>
                  </a:lnTo>
                  <a:lnTo>
                    <a:pt x="48804" y="5927"/>
                  </a:lnTo>
                  <a:lnTo>
                    <a:pt x="58564" y="6314"/>
                  </a:lnTo>
                  <a:lnTo>
                    <a:pt x="68325" y="6699"/>
                  </a:lnTo>
                  <a:lnTo>
                    <a:pt x="78086" y="7082"/>
                  </a:lnTo>
                  <a:lnTo>
                    <a:pt x="87847" y="7463"/>
                  </a:lnTo>
                  <a:lnTo>
                    <a:pt x="97608" y="7840"/>
                  </a:lnTo>
                  <a:lnTo>
                    <a:pt x="107369" y="8216"/>
                  </a:lnTo>
                  <a:lnTo>
                    <a:pt x="117129" y="8590"/>
                  </a:lnTo>
                  <a:lnTo>
                    <a:pt x="126890" y="8963"/>
                  </a:lnTo>
                  <a:lnTo>
                    <a:pt x="136651" y="9335"/>
                  </a:lnTo>
                  <a:lnTo>
                    <a:pt x="146412" y="9705"/>
                  </a:lnTo>
                  <a:lnTo>
                    <a:pt x="156173" y="10076"/>
                  </a:lnTo>
                  <a:lnTo>
                    <a:pt x="165933" y="10446"/>
                  </a:lnTo>
                  <a:lnTo>
                    <a:pt x="175694" y="10814"/>
                  </a:lnTo>
                  <a:lnTo>
                    <a:pt x="185455" y="11180"/>
                  </a:lnTo>
                  <a:lnTo>
                    <a:pt x="195216" y="11545"/>
                  </a:lnTo>
                  <a:lnTo>
                    <a:pt x="204977" y="11909"/>
                  </a:lnTo>
                  <a:lnTo>
                    <a:pt x="214738" y="12271"/>
                  </a:lnTo>
                  <a:lnTo>
                    <a:pt x="224498" y="12632"/>
                  </a:lnTo>
                  <a:lnTo>
                    <a:pt x="234259" y="12991"/>
                  </a:lnTo>
                  <a:lnTo>
                    <a:pt x="244020" y="13349"/>
                  </a:lnTo>
                  <a:lnTo>
                    <a:pt x="253781" y="13705"/>
                  </a:lnTo>
                  <a:lnTo>
                    <a:pt x="263542" y="14060"/>
                  </a:lnTo>
                  <a:lnTo>
                    <a:pt x="273303" y="14413"/>
                  </a:lnTo>
                  <a:lnTo>
                    <a:pt x="283063" y="14766"/>
                  </a:lnTo>
                  <a:lnTo>
                    <a:pt x="292824" y="15116"/>
                  </a:lnTo>
                  <a:lnTo>
                    <a:pt x="302585" y="15465"/>
                  </a:lnTo>
                  <a:lnTo>
                    <a:pt x="312346" y="15812"/>
                  </a:lnTo>
                  <a:lnTo>
                    <a:pt x="322107" y="16156"/>
                  </a:lnTo>
                  <a:lnTo>
                    <a:pt x="331867" y="16499"/>
                  </a:lnTo>
                  <a:lnTo>
                    <a:pt x="341628" y="16840"/>
                  </a:lnTo>
                  <a:lnTo>
                    <a:pt x="351389" y="17181"/>
                  </a:lnTo>
                  <a:lnTo>
                    <a:pt x="361150" y="17520"/>
                  </a:lnTo>
                  <a:lnTo>
                    <a:pt x="370911" y="17859"/>
                  </a:lnTo>
                  <a:lnTo>
                    <a:pt x="380672" y="18196"/>
                  </a:lnTo>
                  <a:lnTo>
                    <a:pt x="390432" y="18532"/>
                  </a:lnTo>
                  <a:lnTo>
                    <a:pt x="400193" y="18867"/>
                  </a:lnTo>
                  <a:lnTo>
                    <a:pt x="409954" y="19200"/>
                  </a:lnTo>
                  <a:lnTo>
                    <a:pt x="419715" y="19534"/>
                  </a:lnTo>
                  <a:lnTo>
                    <a:pt x="429476" y="19868"/>
                  </a:lnTo>
                  <a:lnTo>
                    <a:pt x="439236" y="20201"/>
                  </a:lnTo>
                  <a:lnTo>
                    <a:pt x="448997" y="20532"/>
                  </a:lnTo>
                  <a:lnTo>
                    <a:pt x="458758" y="20861"/>
                  </a:lnTo>
                  <a:lnTo>
                    <a:pt x="468519" y="21189"/>
                  </a:lnTo>
                  <a:lnTo>
                    <a:pt x="478280" y="21515"/>
                  </a:lnTo>
                  <a:lnTo>
                    <a:pt x="488041" y="21840"/>
                  </a:lnTo>
                  <a:lnTo>
                    <a:pt x="497801" y="22163"/>
                  </a:lnTo>
                  <a:lnTo>
                    <a:pt x="507562" y="22484"/>
                  </a:lnTo>
                  <a:lnTo>
                    <a:pt x="517323" y="22804"/>
                  </a:lnTo>
                  <a:lnTo>
                    <a:pt x="527084" y="23122"/>
                  </a:lnTo>
                  <a:lnTo>
                    <a:pt x="536845" y="23440"/>
                  </a:lnTo>
                  <a:lnTo>
                    <a:pt x="546606" y="23563"/>
                  </a:lnTo>
                  <a:lnTo>
                    <a:pt x="556366" y="23463"/>
                  </a:lnTo>
                  <a:lnTo>
                    <a:pt x="566127" y="23362"/>
                  </a:lnTo>
                  <a:lnTo>
                    <a:pt x="575888" y="23261"/>
                  </a:lnTo>
                  <a:lnTo>
                    <a:pt x="585649" y="23160"/>
                  </a:lnTo>
                  <a:lnTo>
                    <a:pt x="595410" y="23059"/>
                  </a:lnTo>
                  <a:lnTo>
                    <a:pt x="605170" y="22958"/>
                  </a:lnTo>
                  <a:lnTo>
                    <a:pt x="614931" y="22857"/>
                  </a:lnTo>
                  <a:lnTo>
                    <a:pt x="624692" y="22755"/>
                  </a:lnTo>
                  <a:lnTo>
                    <a:pt x="634453" y="22653"/>
                  </a:lnTo>
                  <a:lnTo>
                    <a:pt x="644214" y="22552"/>
                  </a:lnTo>
                  <a:lnTo>
                    <a:pt x="653975" y="22450"/>
                  </a:lnTo>
                  <a:lnTo>
                    <a:pt x="663735" y="22348"/>
                  </a:lnTo>
                  <a:lnTo>
                    <a:pt x="673496" y="22245"/>
                  </a:lnTo>
                  <a:lnTo>
                    <a:pt x="683257" y="22143"/>
                  </a:lnTo>
                  <a:lnTo>
                    <a:pt x="693018" y="22040"/>
                  </a:lnTo>
                  <a:lnTo>
                    <a:pt x="702779" y="21938"/>
                  </a:lnTo>
                  <a:lnTo>
                    <a:pt x="712539" y="21835"/>
                  </a:lnTo>
                  <a:lnTo>
                    <a:pt x="722300" y="21732"/>
                  </a:lnTo>
                  <a:lnTo>
                    <a:pt x="732061" y="21629"/>
                  </a:lnTo>
                  <a:lnTo>
                    <a:pt x="741822" y="21526"/>
                  </a:lnTo>
                  <a:lnTo>
                    <a:pt x="751583" y="21422"/>
                  </a:lnTo>
                  <a:lnTo>
                    <a:pt x="761344" y="21319"/>
                  </a:lnTo>
                  <a:lnTo>
                    <a:pt x="771104" y="21215"/>
                  </a:lnTo>
                  <a:lnTo>
                    <a:pt x="780865" y="21111"/>
                  </a:lnTo>
                  <a:lnTo>
                    <a:pt x="790626" y="21007"/>
                  </a:lnTo>
                  <a:lnTo>
                    <a:pt x="800387" y="20903"/>
                  </a:lnTo>
                  <a:lnTo>
                    <a:pt x="810148" y="20799"/>
                  </a:lnTo>
                  <a:lnTo>
                    <a:pt x="819909" y="20695"/>
                  </a:lnTo>
                  <a:lnTo>
                    <a:pt x="829669" y="20590"/>
                  </a:lnTo>
                  <a:lnTo>
                    <a:pt x="839430" y="20485"/>
                  </a:lnTo>
                  <a:lnTo>
                    <a:pt x="849191" y="20381"/>
                  </a:lnTo>
                  <a:lnTo>
                    <a:pt x="858952" y="20276"/>
                  </a:lnTo>
                  <a:lnTo>
                    <a:pt x="868713" y="20171"/>
                  </a:lnTo>
                  <a:lnTo>
                    <a:pt x="878473" y="20065"/>
                  </a:lnTo>
                  <a:lnTo>
                    <a:pt x="888234" y="19960"/>
                  </a:lnTo>
                  <a:lnTo>
                    <a:pt x="897995" y="19854"/>
                  </a:lnTo>
                  <a:lnTo>
                    <a:pt x="907756" y="19749"/>
                  </a:lnTo>
                  <a:lnTo>
                    <a:pt x="917517" y="19643"/>
                  </a:lnTo>
                  <a:lnTo>
                    <a:pt x="927278" y="19537"/>
                  </a:lnTo>
                  <a:lnTo>
                    <a:pt x="937038" y="19431"/>
                  </a:lnTo>
                  <a:lnTo>
                    <a:pt x="946799" y="19324"/>
                  </a:lnTo>
                  <a:lnTo>
                    <a:pt x="956560" y="19218"/>
                  </a:lnTo>
                  <a:lnTo>
                    <a:pt x="966321" y="19111"/>
                  </a:lnTo>
                  <a:lnTo>
                    <a:pt x="976082" y="19005"/>
                  </a:lnTo>
                  <a:lnTo>
                    <a:pt x="985842" y="18898"/>
                  </a:lnTo>
                  <a:lnTo>
                    <a:pt x="995603" y="18791"/>
                  </a:lnTo>
                  <a:lnTo>
                    <a:pt x="1005364" y="18683"/>
                  </a:lnTo>
                  <a:lnTo>
                    <a:pt x="1015125" y="18576"/>
                  </a:lnTo>
                  <a:lnTo>
                    <a:pt x="1024886" y="18469"/>
                  </a:lnTo>
                  <a:lnTo>
                    <a:pt x="1034647" y="18361"/>
                  </a:lnTo>
                  <a:lnTo>
                    <a:pt x="1044407" y="18253"/>
                  </a:lnTo>
                  <a:lnTo>
                    <a:pt x="1054168" y="18145"/>
                  </a:lnTo>
                  <a:lnTo>
                    <a:pt x="1063929" y="18037"/>
                  </a:lnTo>
                  <a:lnTo>
                    <a:pt x="1073690" y="17929"/>
                  </a:lnTo>
                  <a:lnTo>
                    <a:pt x="1083451" y="17821"/>
                  </a:lnTo>
                  <a:lnTo>
                    <a:pt x="1093212" y="17712"/>
                  </a:lnTo>
                  <a:lnTo>
                    <a:pt x="1102972" y="17603"/>
                  </a:lnTo>
                  <a:lnTo>
                    <a:pt x="1112733" y="17495"/>
                  </a:lnTo>
                  <a:lnTo>
                    <a:pt x="1122494" y="17386"/>
                  </a:lnTo>
                  <a:lnTo>
                    <a:pt x="1132255" y="17276"/>
                  </a:lnTo>
                  <a:lnTo>
                    <a:pt x="1142016" y="17167"/>
                  </a:lnTo>
                  <a:lnTo>
                    <a:pt x="1151776" y="17058"/>
                  </a:lnTo>
                  <a:lnTo>
                    <a:pt x="1161537" y="16948"/>
                  </a:lnTo>
                  <a:lnTo>
                    <a:pt x="1171298" y="16838"/>
                  </a:lnTo>
                  <a:lnTo>
                    <a:pt x="1181059" y="16729"/>
                  </a:lnTo>
                  <a:lnTo>
                    <a:pt x="1190820" y="16618"/>
                  </a:lnTo>
                  <a:lnTo>
                    <a:pt x="1200581" y="16508"/>
                  </a:lnTo>
                  <a:lnTo>
                    <a:pt x="1210341" y="16398"/>
                  </a:lnTo>
                  <a:lnTo>
                    <a:pt x="1220102" y="16287"/>
                  </a:lnTo>
                  <a:lnTo>
                    <a:pt x="1229863" y="16177"/>
                  </a:lnTo>
                  <a:lnTo>
                    <a:pt x="1239624" y="16066"/>
                  </a:lnTo>
                  <a:lnTo>
                    <a:pt x="1249385" y="15955"/>
                  </a:lnTo>
                  <a:lnTo>
                    <a:pt x="1259145" y="15844"/>
                  </a:lnTo>
                  <a:lnTo>
                    <a:pt x="1268906" y="15733"/>
                  </a:lnTo>
                  <a:lnTo>
                    <a:pt x="1278667" y="15621"/>
                  </a:lnTo>
                  <a:lnTo>
                    <a:pt x="1288428" y="15510"/>
                  </a:lnTo>
                  <a:lnTo>
                    <a:pt x="1298189" y="15398"/>
                  </a:lnTo>
                  <a:lnTo>
                    <a:pt x="1307950" y="15286"/>
                  </a:lnTo>
                  <a:lnTo>
                    <a:pt x="1317710" y="15174"/>
                  </a:lnTo>
                  <a:lnTo>
                    <a:pt x="1327471" y="15062"/>
                  </a:lnTo>
                  <a:lnTo>
                    <a:pt x="1337232" y="14949"/>
                  </a:lnTo>
                  <a:lnTo>
                    <a:pt x="1346993" y="14837"/>
                  </a:lnTo>
                  <a:lnTo>
                    <a:pt x="1356754" y="14724"/>
                  </a:lnTo>
                  <a:lnTo>
                    <a:pt x="1366515" y="14611"/>
                  </a:lnTo>
                  <a:lnTo>
                    <a:pt x="1376275" y="14498"/>
                  </a:lnTo>
                  <a:lnTo>
                    <a:pt x="1386036" y="14385"/>
                  </a:lnTo>
                  <a:lnTo>
                    <a:pt x="1395797" y="14272"/>
                  </a:lnTo>
                  <a:lnTo>
                    <a:pt x="1405558" y="14158"/>
                  </a:lnTo>
                  <a:lnTo>
                    <a:pt x="1415319" y="14045"/>
                  </a:lnTo>
                  <a:lnTo>
                    <a:pt x="1425079" y="13931"/>
                  </a:lnTo>
                  <a:lnTo>
                    <a:pt x="1434840" y="13817"/>
                  </a:lnTo>
                  <a:lnTo>
                    <a:pt x="1444601" y="13703"/>
                  </a:lnTo>
                  <a:lnTo>
                    <a:pt x="1454362" y="13589"/>
                  </a:lnTo>
                  <a:lnTo>
                    <a:pt x="1464123" y="13474"/>
                  </a:lnTo>
                  <a:lnTo>
                    <a:pt x="1473884" y="13360"/>
                  </a:lnTo>
                  <a:lnTo>
                    <a:pt x="1483644" y="13245"/>
                  </a:lnTo>
                  <a:lnTo>
                    <a:pt x="1493405" y="13130"/>
                  </a:lnTo>
                  <a:lnTo>
                    <a:pt x="1503166" y="13015"/>
                  </a:lnTo>
                  <a:lnTo>
                    <a:pt x="1512927" y="12900"/>
                  </a:lnTo>
                  <a:lnTo>
                    <a:pt x="1522688" y="12785"/>
                  </a:lnTo>
                  <a:lnTo>
                    <a:pt x="1532448" y="12669"/>
                  </a:lnTo>
                  <a:lnTo>
                    <a:pt x="1542209" y="12553"/>
                  </a:lnTo>
                  <a:lnTo>
                    <a:pt x="1551970" y="12438"/>
                  </a:lnTo>
                  <a:lnTo>
                    <a:pt x="1561731" y="12322"/>
                  </a:lnTo>
                  <a:lnTo>
                    <a:pt x="1571492" y="12205"/>
                  </a:lnTo>
                  <a:lnTo>
                    <a:pt x="1581253" y="12089"/>
                  </a:lnTo>
                  <a:lnTo>
                    <a:pt x="1591013" y="11973"/>
                  </a:lnTo>
                  <a:lnTo>
                    <a:pt x="1600774" y="11856"/>
                  </a:lnTo>
                  <a:lnTo>
                    <a:pt x="1610535" y="11739"/>
                  </a:lnTo>
                  <a:lnTo>
                    <a:pt x="1620296" y="11622"/>
                  </a:lnTo>
                  <a:lnTo>
                    <a:pt x="1630057" y="11505"/>
                  </a:lnTo>
                  <a:lnTo>
                    <a:pt x="1639818" y="11388"/>
                  </a:lnTo>
                  <a:lnTo>
                    <a:pt x="1649578" y="11270"/>
                  </a:lnTo>
                  <a:lnTo>
                    <a:pt x="1659339" y="11153"/>
                  </a:lnTo>
                  <a:lnTo>
                    <a:pt x="1669100" y="11035"/>
                  </a:lnTo>
                  <a:lnTo>
                    <a:pt x="1678861" y="10918"/>
                  </a:lnTo>
                  <a:lnTo>
                    <a:pt x="1688622" y="10800"/>
                  </a:lnTo>
                  <a:lnTo>
                    <a:pt x="1698382" y="10682"/>
                  </a:lnTo>
                  <a:lnTo>
                    <a:pt x="1708143" y="10563"/>
                  </a:lnTo>
                  <a:lnTo>
                    <a:pt x="1717904" y="10445"/>
                  </a:lnTo>
                  <a:lnTo>
                    <a:pt x="1727665" y="10326"/>
                  </a:lnTo>
                  <a:lnTo>
                    <a:pt x="1737426" y="10207"/>
                  </a:lnTo>
                  <a:lnTo>
                    <a:pt x="1747187" y="10089"/>
                  </a:lnTo>
                  <a:lnTo>
                    <a:pt x="1756947" y="9969"/>
                  </a:lnTo>
                  <a:lnTo>
                    <a:pt x="1766708" y="9850"/>
                  </a:lnTo>
                  <a:lnTo>
                    <a:pt x="1776469" y="9731"/>
                  </a:lnTo>
                  <a:lnTo>
                    <a:pt x="1786230" y="9611"/>
                  </a:lnTo>
                  <a:lnTo>
                    <a:pt x="1795991" y="9492"/>
                  </a:lnTo>
                  <a:lnTo>
                    <a:pt x="1805752" y="9372"/>
                  </a:lnTo>
                  <a:lnTo>
                    <a:pt x="1815512" y="9252"/>
                  </a:lnTo>
                  <a:lnTo>
                    <a:pt x="1825273" y="9131"/>
                  </a:lnTo>
                  <a:lnTo>
                    <a:pt x="1835034" y="9011"/>
                  </a:lnTo>
                  <a:lnTo>
                    <a:pt x="1844795" y="8890"/>
                  </a:lnTo>
                  <a:lnTo>
                    <a:pt x="1854556" y="8770"/>
                  </a:lnTo>
                  <a:lnTo>
                    <a:pt x="1864316" y="8649"/>
                  </a:lnTo>
                  <a:lnTo>
                    <a:pt x="1874077" y="8528"/>
                  </a:lnTo>
                  <a:lnTo>
                    <a:pt x="1883838" y="8407"/>
                  </a:lnTo>
                  <a:lnTo>
                    <a:pt x="1893599" y="8285"/>
                  </a:lnTo>
                  <a:lnTo>
                    <a:pt x="1903360" y="8164"/>
                  </a:lnTo>
                  <a:lnTo>
                    <a:pt x="1913121" y="8042"/>
                  </a:lnTo>
                  <a:lnTo>
                    <a:pt x="1922881" y="7920"/>
                  </a:lnTo>
                  <a:lnTo>
                    <a:pt x="1932642" y="7798"/>
                  </a:lnTo>
                  <a:lnTo>
                    <a:pt x="1942403" y="7676"/>
                  </a:lnTo>
                  <a:lnTo>
                    <a:pt x="1952164" y="7553"/>
                  </a:lnTo>
                  <a:lnTo>
                    <a:pt x="1961925" y="7431"/>
                  </a:lnTo>
                  <a:lnTo>
                    <a:pt x="1971685" y="7308"/>
                  </a:lnTo>
                  <a:lnTo>
                    <a:pt x="1981446" y="7185"/>
                  </a:lnTo>
                  <a:lnTo>
                    <a:pt x="1991207" y="7062"/>
                  </a:lnTo>
                  <a:lnTo>
                    <a:pt x="2000968" y="6939"/>
                  </a:lnTo>
                  <a:lnTo>
                    <a:pt x="2010729" y="6816"/>
                  </a:lnTo>
                  <a:lnTo>
                    <a:pt x="2020490" y="6692"/>
                  </a:lnTo>
                  <a:lnTo>
                    <a:pt x="2030250" y="6569"/>
                  </a:lnTo>
                  <a:lnTo>
                    <a:pt x="2040011" y="6445"/>
                  </a:lnTo>
                  <a:lnTo>
                    <a:pt x="2049772" y="6321"/>
                  </a:lnTo>
                  <a:lnTo>
                    <a:pt x="2059533" y="6196"/>
                  </a:lnTo>
                  <a:lnTo>
                    <a:pt x="2069294" y="6072"/>
                  </a:lnTo>
                  <a:lnTo>
                    <a:pt x="2079055" y="5947"/>
                  </a:lnTo>
                  <a:lnTo>
                    <a:pt x="2088815" y="5823"/>
                  </a:lnTo>
                  <a:lnTo>
                    <a:pt x="2098576" y="5698"/>
                  </a:lnTo>
                  <a:lnTo>
                    <a:pt x="2108337" y="5573"/>
                  </a:lnTo>
                  <a:lnTo>
                    <a:pt x="2118098" y="5448"/>
                  </a:lnTo>
                  <a:lnTo>
                    <a:pt x="2127859" y="5322"/>
                  </a:lnTo>
                  <a:lnTo>
                    <a:pt x="2137619" y="5197"/>
                  </a:lnTo>
                  <a:lnTo>
                    <a:pt x="2147380" y="5071"/>
                  </a:lnTo>
                  <a:lnTo>
                    <a:pt x="2157141" y="4945"/>
                  </a:lnTo>
                  <a:lnTo>
                    <a:pt x="2166902" y="4819"/>
                  </a:lnTo>
                  <a:lnTo>
                    <a:pt x="2176663" y="4693"/>
                  </a:lnTo>
                  <a:lnTo>
                    <a:pt x="2186424" y="4566"/>
                  </a:lnTo>
                  <a:lnTo>
                    <a:pt x="2196184" y="4439"/>
                  </a:lnTo>
                  <a:lnTo>
                    <a:pt x="2205945" y="4313"/>
                  </a:lnTo>
                  <a:lnTo>
                    <a:pt x="2215706" y="4186"/>
                  </a:lnTo>
                  <a:lnTo>
                    <a:pt x="2225467" y="4058"/>
                  </a:lnTo>
                  <a:lnTo>
                    <a:pt x="2235228" y="3925"/>
                  </a:lnTo>
                  <a:lnTo>
                    <a:pt x="2244988" y="3793"/>
                  </a:lnTo>
                  <a:lnTo>
                    <a:pt x="2254749" y="3660"/>
                  </a:lnTo>
                  <a:lnTo>
                    <a:pt x="2264510" y="3532"/>
                  </a:lnTo>
                  <a:lnTo>
                    <a:pt x="2274271" y="3404"/>
                  </a:lnTo>
                  <a:lnTo>
                    <a:pt x="2284032" y="3275"/>
                  </a:lnTo>
                  <a:lnTo>
                    <a:pt x="2293793" y="3146"/>
                  </a:lnTo>
                  <a:lnTo>
                    <a:pt x="2303553" y="3017"/>
                  </a:lnTo>
                  <a:lnTo>
                    <a:pt x="2313314" y="2888"/>
                  </a:lnTo>
                  <a:lnTo>
                    <a:pt x="2323075" y="2759"/>
                  </a:lnTo>
                  <a:lnTo>
                    <a:pt x="2332836" y="2629"/>
                  </a:lnTo>
                  <a:lnTo>
                    <a:pt x="2342597" y="2499"/>
                  </a:lnTo>
                  <a:lnTo>
                    <a:pt x="2352358" y="2369"/>
                  </a:lnTo>
                  <a:lnTo>
                    <a:pt x="2362118" y="2239"/>
                  </a:lnTo>
                  <a:lnTo>
                    <a:pt x="2371879" y="2109"/>
                  </a:lnTo>
                  <a:lnTo>
                    <a:pt x="2381640" y="1978"/>
                  </a:lnTo>
                  <a:lnTo>
                    <a:pt x="2391401" y="1848"/>
                  </a:lnTo>
                  <a:lnTo>
                    <a:pt x="2401162" y="1717"/>
                  </a:lnTo>
                  <a:lnTo>
                    <a:pt x="2410922" y="1586"/>
                  </a:lnTo>
                  <a:lnTo>
                    <a:pt x="2420683" y="1455"/>
                  </a:lnTo>
                  <a:lnTo>
                    <a:pt x="2430444" y="1323"/>
                  </a:lnTo>
                  <a:lnTo>
                    <a:pt x="2440205" y="1192"/>
                  </a:lnTo>
                  <a:lnTo>
                    <a:pt x="2449966" y="1060"/>
                  </a:lnTo>
                  <a:lnTo>
                    <a:pt x="2459727" y="928"/>
                  </a:lnTo>
                  <a:lnTo>
                    <a:pt x="2469487" y="796"/>
                  </a:lnTo>
                  <a:lnTo>
                    <a:pt x="2479248" y="664"/>
                  </a:lnTo>
                  <a:lnTo>
                    <a:pt x="2489009" y="531"/>
                  </a:lnTo>
                  <a:lnTo>
                    <a:pt x="2498770" y="399"/>
                  </a:lnTo>
                  <a:lnTo>
                    <a:pt x="2508531" y="266"/>
                  </a:lnTo>
                  <a:lnTo>
                    <a:pt x="2518291" y="133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3461961" y="4868540"/>
              <a:ext cx="2528052" cy="43582"/>
            </a:xfrm>
            <a:custGeom>
              <a:avLst/>
              <a:pathLst>
                <a:path w="2528052" h="43582">
                  <a:moveTo>
                    <a:pt x="2528052" y="43582"/>
                  </a:moveTo>
                  <a:lnTo>
                    <a:pt x="2518291" y="43449"/>
                  </a:lnTo>
                  <a:lnTo>
                    <a:pt x="2508531" y="43315"/>
                  </a:lnTo>
                  <a:lnTo>
                    <a:pt x="2498770" y="43181"/>
                  </a:lnTo>
                  <a:lnTo>
                    <a:pt x="2489009" y="43046"/>
                  </a:lnTo>
                  <a:lnTo>
                    <a:pt x="2479248" y="42910"/>
                  </a:lnTo>
                  <a:lnTo>
                    <a:pt x="2469487" y="42774"/>
                  </a:lnTo>
                  <a:lnTo>
                    <a:pt x="2459727" y="42638"/>
                  </a:lnTo>
                  <a:lnTo>
                    <a:pt x="2449966" y="42501"/>
                  </a:lnTo>
                  <a:lnTo>
                    <a:pt x="2440205" y="42363"/>
                  </a:lnTo>
                  <a:lnTo>
                    <a:pt x="2430444" y="42224"/>
                  </a:lnTo>
                  <a:lnTo>
                    <a:pt x="2420683" y="42085"/>
                  </a:lnTo>
                  <a:lnTo>
                    <a:pt x="2410922" y="41946"/>
                  </a:lnTo>
                  <a:lnTo>
                    <a:pt x="2401162" y="41805"/>
                  </a:lnTo>
                  <a:lnTo>
                    <a:pt x="2391401" y="41665"/>
                  </a:lnTo>
                  <a:lnTo>
                    <a:pt x="2381640" y="41523"/>
                  </a:lnTo>
                  <a:lnTo>
                    <a:pt x="2371879" y="41381"/>
                  </a:lnTo>
                  <a:lnTo>
                    <a:pt x="2362118" y="41238"/>
                  </a:lnTo>
                  <a:lnTo>
                    <a:pt x="2352358" y="41095"/>
                  </a:lnTo>
                  <a:lnTo>
                    <a:pt x="2342597" y="40951"/>
                  </a:lnTo>
                  <a:lnTo>
                    <a:pt x="2332836" y="40806"/>
                  </a:lnTo>
                  <a:lnTo>
                    <a:pt x="2323075" y="40657"/>
                  </a:lnTo>
                  <a:lnTo>
                    <a:pt x="2313314" y="40506"/>
                  </a:lnTo>
                  <a:lnTo>
                    <a:pt x="2303553" y="40355"/>
                  </a:lnTo>
                  <a:lnTo>
                    <a:pt x="2293793" y="40203"/>
                  </a:lnTo>
                  <a:lnTo>
                    <a:pt x="2284032" y="40051"/>
                  </a:lnTo>
                  <a:lnTo>
                    <a:pt x="2274271" y="39898"/>
                  </a:lnTo>
                  <a:lnTo>
                    <a:pt x="2264510" y="39744"/>
                  </a:lnTo>
                  <a:lnTo>
                    <a:pt x="2254749" y="39590"/>
                  </a:lnTo>
                  <a:lnTo>
                    <a:pt x="2244988" y="39435"/>
                  </a:lnTo>
                  <a:lnTo>
                    <a:pt x="2235228" y="39279"/>
                  </a:lnTo>
                  <a:lnTo>
                    <a:pt x="2225467" y="39123"/>
                  </a:lnTo>
                  <a:lnTo>
                    <a:pt x="2215706" y="38966"/>
                  </a:lnTo>
                  <a:lnTo>
                    <a:pt x="2205945" y="38808"/>
                  </a:lnTo>
                  <a:lnTo>
                    <a:pt x="2196184" y="38650"/>
                  </a:lnTo>
                  <a:lnTo>
                    <a:pt x="2186424" y="38491"/>
                  </a:lnTo>
                  <a:lnTo>
                    <a:pt x="2176663" y="38334"/>
                  </a:lnTo>
                  <a:lnTo>
                    <a:pt x="2166902" y="38190"/>
                  </a:lnTo>
                  <a:lnTo>
                    <a:pt x="2157141" y="38045"/>
                  </a:lnTo>
                  <a:lnTo>
                    <a:pt x="2147380" y="37884"/>
                  </a:lnTo>
                  <a:lnTo>
                    <a:pt x="2137619" y="37717"/>
                  </a:lnTo>
                  <a:lnTo>
                    <a:pt x="2127859" y="37549"/>
                  </a:lnTo>
                  <a:lnTo>
                    <a:pt x="2118098" y="37381"/>
                  </a:lnTo>
                  <a:lnTo>
                    <a:pt x="2108337" y="37212"/>
                  </a:lnTo>
                  <a:lnTo>
                    <a:pt x="2098576" y="37052"/>
                  </a:lnTo>
                  <a:lnTo>
                    <a:pt x="2088815" y="36895"/>
                  </a:lnTo>
                  <a:lnTo>
                    <a:pt x="2079055" y="36737"/>
                  </a:lnTo>
                  <a:lnTo>
                    <a:pt x="2069294" y="36579"/>
                  </a:lnTo>
                  <a:lnTo>
                    <a:pt x="2059533" y="36410"/>
                  </a:lnTo>
                  <a:lnTo>
                    <a:pt x="2049772" y="36229"/>
                  </a:lnTo>
                  <a:lnTo>
                    <a:pt x="2040011" y="36047"/>
                  </a:lnTo>
                  <a:lnTo>
                    <a:pt x="2030250" y="35864"/>
                  </a:lnTo>
                  <a:lnTo>
                    <a:pt x="2020490" y="35688"/>
                  </a:lnTo>
                  <a:lnTo>
                    <a:pt x="2010729" y="35517"/>
                  </a:lnTo>
                  <a:lnTo>
                    <a:pt x="2000968" y="35345"/>
                  </a:lnTo>
                  <a:lnTo>
                    <a:pt x="1991207" y="35173"/>
                  </a:lnTo>
                  <a:lnTo>
                    <a:pt x="1981446" y="35000"/>
                  </a:lnTo>
                  <a:lnTo>
                    <a:pt x="1971685" y="34826"/>
                  </a:lnTo>
                  <a:lnTo>
                    <a:pt x="1961925" y="34654"/>
                  </a:lnTo>
                  <a:lnTo>
                    <a:pt x="1952164" y="34485"/>
                  </a:lnTo>
                  <a:lnTo>
                    <a:pt x="1942403" y="34314"/>
                  </a:lnTo>
                  <a:lnTo>
                    <a:pt x="1932642" y="34143"/>
                  </a:lnTo>
                  <a:lnTo>
                    <a:pt x="1922881" y="33972"/>
                  </a:lnTo>
                  <a:lnTo>
                    <a:pt x="1913121" y="33799"/>
                  </a:lnTo>
                  <a:lnTo>
                    <a:pt x="1903360" y="33626"/>
                  </a:lnTo>
                  <a:lnTo>
                    <a:pt x="1893599" y="33452"/>
                  </a:lnTo>
                  <a:lnTo>
                    <a:pt x="1883838" y="33268"/>
                  </a:lnTo>
                  <a:lnTo>
                    <a:pt x="1874077" y="33081"/>
                  </a:lnTo>
                  <a:lnTo>
                    <a:pt x="1864316" y="32892"/>
                  </a:lnTo>
                  <a:lnTo>
                    <a:pt x="1854556" y="32703"/>
                  </a:lnTo>
                  <a:lnTo>
                    <a:pt x="1844795" y="32514"/>
                  </a:lnTo>
                  <a:lnTo>
                    <a:pt x="1835034" y="32323"/>
                  </a:lnTo>
                  <a:lnTo>
                    <a:pt x="1825273" y="32132"/>
                  </a:lnTo>
                  <a:lnTo>
                    <a:pt x="1815512" y="31943"/>
                  </a:lnTo>
                  <a:lnTo>
                    <a:pt x="1805752" y="31756"/>
                  </a:lnTo>
                  <a:lnTo>
                    <a:pt x="1795991" y="31569"/>
                  </a:lnTo>
                  <a:lnTo>
                    <a:pt x="1786230" y="31381"/>
                  </a:lnTo>
                  <a:lnTo>
                    <a:pt x="1776469" y="31187"/>
                  </a:lnTo>
                  <a:lnTo>
                    <a:pt x="1766708" y="30993"/>
                  </a:lnTo>
                  <a:lnTo>
                    <a:pt x="1756947" y="30798"/>
                  </a:lnTo>
                  <a:lnTo>
                    <a:pt x="1747187" y="30602"/>
                  </a:lnTo>
                  <a:lnTo>
                    <a:pt x="1737426" y="30406"/>
                  </a:lnTo>
                  <a:lnTo>
                    <a:pt x="1727665" y="30209"/>
                  </a:lnTo>
                  <a:lnTo>
                    <a:pt x="1717904" y="30011"/>
                  </a:lnTo>
                  <a:lnTo>
                    <a:pt x="1708143" y="29812"/>
                  </a:lnTo>
                  <a:lnTo>
                    <a:pt x="1698382" y="29613"/>
                  </a:lnTo>
                  <a:lnTo>
                    <a:pt x="1688622" y="29412"/>
                  </a:lnTo>
                  <a:lnTo>
                    <a:pt x="1678861" y="29214"/>
                  </a:lnTo>
                  <a:lnTo>
                    <a:pt x="1669100" y="29027"/>
                  </a:lnTo>
                  <a:lnTo>
                    <a:pt x="1659339" y="28839"/>
                  </a:lnTo>
                  <a:lnTo>
                    <a:pt x="1649578" y="28651"/>
                  </a:lnTo>
                  <a:lnTo>
                    <a:pt x="1639818" y="28461"/>
                  </a:lnTo>
                  <a:lnTo>
                    <a:pt x="1630057" y="28268"/>
                  </a:lnTo>
                  <a:lnTo>
                    <a:pt x="1620296" y="28067"/>
                  </a:lnTo>
                  <a:lnTo>
                    <a:pt x="1610535" y="27865"/>
                  </a:lnTo>
                  <a:lnTo>
                    <a:pt x="1600774" y="27663"/>
                  </a:lnTo>
                  <a:lnTo>
                    <a:pt x="1591013" y="27459"/>
                  </a:lnTo>
                  <a:lnTo>
                    <a:pt x="1581253" y="27255"/>
                  </a:lnTo>
                  <a:lnTo>
                    <a:pt x="1571492" y="27049"/>
                  </a:lnTo>
                  <a:lnTo>
                    <a:pt x="1561731" y="26842"/>
                  </a:lnTo>
                  <a:lnTo>
                    <a:pt x="1551970" y="26635"/>
                  </a:lnTo>
                  <a:lnTo>
                    <a:pt x="1542209" y="26427"/>
                  </a:lnTo>
                  <a:lnTo>
                    <a:pt x="1532448" y="26218"/>
                  </a:lnTo>
                  <a:lnTo>
                    <a:pt x="1522688" y="26008"/>
                  </a:lnTo>
                  <a:lnTo>
                    <a:pt x="1512927" y="25797"/>
                  </a:lnTo>
                  <a:lnTo>
                    <a:pt x="1503166" y="25586"/>
                  </a:lnTo>
                  <a:lnTo>
                    <a:pt x="1493405" y="25374"/>
                  </a:lnTo>
                  <a:lnTo>
                    <a:pt x="1483644" y="25161"/>
                  </a:lnTo>
                  <a:lnTo>
                    <a:pt x="1473884" y="24951"/>
                  </a:lnTo>
                  <a:lnTo>
                    <a:pt x="1464123" y="24746"/>
                  </a:lnTo>
                  <a:lnTo>
                    <a:pt x="1454362" y="24541"/>
                  </a:lnTo>
                  <a:lnTo>
                    <a:pt x="1444601" y="24335"/>
                  </a:lnTo>
                  <a:lnTo>
                    <a:pt x="1434840" y="24127"/>
                  </a:lnTo>
                  <a:lnTo>
                    <a:pt x="1425079" y="23919"/>
                  </a:lnTo>
                  <a:lnTo>
                    <a:pt x="1415319" y="23707"/>
                  </a:lnTo>
                  <a:lnTo>
                    <a:pt x="1405558" y="23484"/>
                  </a:lnTo>
                  <a:lnTo>
                    <a:pt x="1395797" y="23260"/>
                  </a:lnTo>
                  <a:lnTo>
                    <a:pt x="1386036" y="23036"/>
                  </a:lnTo>
                  <a:lnTo>
                    <a:pt x="1376275" y="22810"/>
                  </a:lnTo>
                  <a:lnTo>
                    <a:pt x="1366515" y="22583"/>
                  </a:lnTo>
                  <a:lnTo>
                    <a:pt x="1356754" y="22356"/>
                  </a:lnTo>
                  <a:lnTo>
                    <a:pt x="1346993" y="22128"/>
                  </a:lnTo>
                  <a:lnTo>
                    <a:pt x="1337232" y="21899"/>
                  </a:lnTo>
                  <a:lnTo>
                    <a:pt x="1327471" y="21668"/>
                  </a:lnTo>
                  <a:lnTo>
                    <a:pt x="1317710" y="21437"/>
                  </a:lnTo>
                  <a:lnTo>
                    <a:pt x="1307950" y="21205"/>
                  </a:lnTo>
                  <a:lnTo>
                    <a:pt x="1298189" y="20972"/>
                  </a:lnTo>
                  <a:lnTo>
                    <a:pt x="1288428" y="20739"/>
                  </a:lnTo>
                  <a:lnTo>
                    <a:pt x="1278667" y="20504"/>
                  </a:lnTo>
                  <a:lnTo>
                    <a:pt x="1268906" y="20269"/>
                  </a:lnTo>
                  <a:lnTo>
                    <a:pt x="1259145" y="20032"/>
                  </a:lnTo>
                  <a:lnTo>
                    <a:pt x="1249385" y="19795"/>
                  </a:lnTo>
                  <a:lnTo>
                    <a:pt x="1239624" y="19556"/>
                  </a:lnTo>
                  <a:lnTo>
                    <a:pt x="1229863" y="19317"/>
                  </a:lnTo>
                  <a:lnTo>
                    <a:pt x="1220102" y="19077"/>
                  </a:lnTo>
                  <a:lnTo>
                    <a:pt x="1210341" y="18836"/>
                  </a:lnTo>
                  <a:lnTo>
                    <a:pt x="1200581" y="18594"/>
                  </a:lnTo>
                  <a:lnTo>
                    <a:pt x="1190820" y="18351"/>
                  </a:lnTo>
                  <a:lnTo>
                    <a:pt x="1181059" y="18108"/>
                  </a:lnTo>
                  <a:lnTo>
                    <a:pt x="1171298" y="17864"/>
                  </a:lnTo>
                  <a:lnTo>
                    <a:pt x="1161537" y="17620"/>
                  </a:lnTo>
                  <a:lnTo>
                    <a:pt x="1151776" y="17375"/>
                  </a:lnTo>
                  <a:lnTo>
                    <a:pt x="1142016" y="17130"/>
                  </a:lnTo>
                  <a:lnTo>
                    <a:pt x="1132255" y="16883"/>
                  </a:lnTo>
                  <a:lnTo>
                    <a:pt x="1122494" y="16635"/>
                  </a:lnTo>
                  <a:lnTo>
                    <a:pt x="1112733" y="16386"/>
                  </a:lnTo>
                  <a:lnTo>
                    <a:pt x="1102972" y="16136"/>
                  </a:lnTo>
                  <a:lnTo>
                    <a:pt x="1093212" y="15886"/>
                  </a:lnTo>
                  <a:lnTo>
                    <a:pt x="1083451" y="15634"/>
                  </a:lnTo>
                  <a:lnTo>
                    <a:pt x="1073690" y="15381"/>
                  </a:lnTo>
                  <a:lnTo>
                    <a:pt x="1063929" y="15127"/>
                  </a:lnTo>
                  <a:lnTo>
                    <a:pt x="1054168" y="14872"/>
                  </a:lnTo>
                  <a:lnTo>
                    <a:pt x="1044407" y="14616"/>
                  </a:lnTo>
                  <a:lnTo>
                    <a:pt x="1034647" y="14360"/>
                  </a:lnTo>
                  <a:lnTo>
                    <a:pt x="1024886" y="14102"/>
                  </a:lnTo>
                  <a:lnTo>
                    <a:pt x="1015125" y="13842"/>
                  </a:lnTo>
                  <a:lnTo>
                    <a:pt x="1005364" y="13582"/>
                  </a:lnTo>
                  <a:lnTo>
                    <a:pt x="995603" y="13321"/>
                  </a:lnTo>
                  <a:lnTo>
                    <a:pt x="985842" y="13059"/>
                  </a:lnTo>
                  <a:lnTo>
                    <a:pt x="976082" y="12796"/>
                  </a:lnTo>
                  <a:lnTo>
                    <a:pt x="966321" y="12531"/>
                  </a:lnTo>
                  <a:lnTo>
                    <a:pt x="956560" y="12266"/>
                  </a:lnTo>
                  <a:lnTo>
                    <a:pt x="946799" y="11999"/>
                  </a:lnTo>
                  <a:lnTo>
                    <a:pt x="937038" y="11732"/>
                  </a:lnTo>
                  <a:lnTo>
                    <a:pt x="927278" y="11463"/>
                  </a:lnTo>
                  <a:lnTo>
                    <a:pt x="917517" y="11193"/>
                  </a:lnTo>
                  <a:lnTo>
                    <a:pt x="907756" y="10922"/>
                  </a:lnTo>
                  <a:lnTo>
                    <a:pt x="897995" y="10650"/>
                  </a:lnTo>
                  <a:lnTo>
                    <a:pt x="888234" y="10378"/>
                  </a:lnTo>
                  <a:lnTo>
                    <a:pt x="878473" y="10106"/>
                  </a:lnTo>
                  <a:lnTo>
                    <a:pt x="868713" y="9833"/>
                  </a:lnTo>
                  <a:lnTo>
                    <a:pt x="858952" y="9554"/>
                  </a:lnTo>
                  <a:lnTo>
                    <a:pt x="849191" y="9274"/>
                  </a:lnTo>
                  <a:lnTo>
                    <a:pt x="839430" y="8996"/>
                  </a:lnTo>
                  <a:lnTo>
                    <a:pt x="829669" y="8716"/>
                  </a:lnTo>
                  <a:lnTo>
                    <a:pt x="819909" y="8435"/>
                  </a:lnTo>
                  <a:lnTo>
                    <a:pt x="810148" y="8153"/>
                  </a:lnTo>
                  <a:lnTo>
                    <a:pt x="800387" y="7870"/>
                  </a:lnTo>
                  <a:lnTo>
                    <a:pt x="790626" y="7586"/>
                  </a:lnTo>
                  <a:lnTo>
                    <a:pt x="780865" y="7300"/>
                  </a:lnTo>
                  <a:lnTo>
                    <a:pt x="771104" y="7014"/>
                  </a:lnTo>
                  <a:lnTo>
                    <a:pt x="761344" y="6726"/>
                  </a:lnTo>
                  <a:lnTo>
                    <a:pt x="751583" y="6437"/>
                  </a:lnTo>
                  <a:lnTo>
                    <a:pt x="741822" y="6147"/>
                  </a:lnTo>
                  <a:lnTo>
                    <a:pt x="732061" y="5855"/>
                  </a:lnTo>
                  <a:lnTo>
                    <a:pt x="722300" y="5563"/>
                  </a:lnTo>
                  <a:lnTo>
                    <a:pt x="712539" y="5269"/>
                  </a:lnTo>
                  <a:lnTo>
                    <a:pt x="702779" y="4975"/>
                  </a:lnTo>
                  <a:lnTo>
                    <a:pt x="693018" y="4678"/>
                  </a:lnTo>
                  <a:lnTo>
                    <a:pt x="683257" y="4381"/>
                  </a:lnTo>
                  <a:lnTo>
                    <a:pt x="673496" y="4083"/>
                  </a:lnTo>
                  <a:lnTo>
                    <a:pt x="663735" y="3783"/>
                  </a:lnTo>
                  <a:lnTo>
                    <a:pt x="653975" y="3482"/>
                  </a:lnTo>
                  <a:lnTo>
                    <a:pt x="644214" y="3181"/>
                  </a:lnTo>
                  <a:lnTo>
                    <a:pt x="634453" y="2878"/>
                  </a:lnTo>
                  <a:lnTo>
                    <a:pt x="624692" y="2575"/>
                  </a:lnTo>
                  <a:lnTo>
                    <a:pt x="614931" y="2269"/>
                  </a:lnTo>
                  <a:lnTo>
                    <a:pt x="605170" y="1962"/>
                  </a:lnTo>
                  <a:lnTo>
                    <a:pt x="595410" y="1654"/>
                  </a:lnTo>
                  <a:lnTo>
                    <a:pt x="585649" y="1344"/>
                  </a:lnTo>
                  <a:lnTo>
                    <a:pt x="575888" y="1033"/>
                  </a:lnTo>
                  <a:lnTo>
                    <a:pt x="566127" y="720"/>
                  </a:lnTo>
                  <a:lnTo>
                    <a:pt x="556366" y="406"/>
                  </a:lnTo>
                  <a:lnTo>
                    <a:pt x="546606" y="92"/>
                  </a:lnTo>
                  <a:lnTo>
                    <a:pt x="536845" y="0"/>
                  </a:lnTo>
                  <a:lnTo>
                    <a:pt x="527084" y="100"/>
                  </a:lnTo>
                  <a:lnTo>
                    <a:pt x="517323" y="200"/>
                  </a:lnTo>
                  <a:lnTo>
                    <a:pt x="507562" y="300"/>
                  </a:lnTo>
                  <a:lnTo>
                    <a:pt x="497801" y="400"/>
                  </a:lnTo>
                  <a:lnTo>
                    <a:pt x="488041" y="499"/>
                  </a:lnTo>
                  <a:lnTo>
                    <a:pt x="478280" y="599"/>
                  </a:lnTo>
                  <a:lnTo>
                    <a:pt x="468519" y="698"/>
                  </a:lnTo>
                  <a:lnTo>
                    <a:pt x="458758" y="798"/>
                  </a:lnTo>
                  <a:lnTo>
                    <a:pt x="448997" y="897"/>
                  </a:lnTo>
                  <a:lnTo>
                    <a:pt x="439236" y="996"/>
                  </a:lnTo>
                  <a:lnTo>
                    <a:pt x="429476" y="1095"/>
                  </a:lnTo>
                  <a:lnTo>
                    <a:pt x="419715" y="1194"/>
                  </a:lnTo>
                  <a:lnTo>
                    <a:pt x="409954" y="1292"/>
                  </a:lnTo>
                  <a:lnTo>
                    <a:pt x="400193" y="1391"/>
                  </a:lnTo>
                  <a:lnTo>
                    <a:pt x="390432" y="1489"/>
                  </a:lnTo>
                  <a:lnTo>
                    <a:pt x="380672" y="1587"/>
                  </a:lnTo>
                  <a:lnTo>
                    <a:pt x="370911" y="1685"/>
                  </a:lnTo>
                  <a:lnTo>
                    <a:pt x="361150" y="1783"/>
                  </a:lnTo>
                  <a:lnTo>
                    <a:pt x="351389" y="1881"/>
                  </a:lnTo>
                  <a:lnTo>
                    <a:pt x="341628" y="1979"/>
                  </a:lnTo>
                  <a:lnTo>
                    <a:pt x="331867" y="2076"/>
                  </a:lnTo>
                  <a:lnTo>
                    <a:pt x="322107" y="2173"/>
                  </a:lnTo>
                  <a:lnTo>
                    <a:pt x="312346" y="2271"/>
                  </a:lnTo>
                  <a:lnTo>
                    <a:pt x="302585" y="2368"/>
                  </a:lnTo>
                  <a:lnTo>
                    <a:pt x="292824" y="2465"/>
                  </a:lnTo>
                  <a:lnTo>
                    <a:pt x="283063" y="2562"/>
                  </a:lnTo>
                  <a:lnTo>
                    <a:pt x="273303" y="2658"/>
                  </a:lnTo>
                  <a:lnTo>
                    <a:pt x="263542" y="2755"/>
                  </a:lnTo>
                  <a:lnTo>
                    <a:pt x="253781" y="2851"/>
                  </a:lnTo>
                  <a:lnTo>
                    <a:pt x="244020" y="2948"/>
                  </a:lnTo>
                  <a:lnTo>
                    <a:pt x="234259" y="3044"/>
                  </a:lnTo>
                  <a:lnTo>
                    <a:pt x="224498" y="3140"/>
                  </a:lnTo>
                  <a:lnTo>
                    <a:pt x="214738" y="3236"/>
                  </a:lnTo>
                  <a:lnTo>
                    <a:pt x="204977" y="3331"/>
                  </a:lnTo>
                  <a:lnTo>
                    <a:pt x="195216" y="3427"/>
                  </a:lnTo>
                  <a:lnTo>
                    <a:pt x="185455" y="3523"/>
                  </a:lnTo>
                  <a:lnTo>
                    <a:pt x="175694" y="3618"/>
                  </a:lnTo>
                  <a:lnTo>
                    <a:pt x="165933" y="3713"/>
                  </a:lnTo>
                  <a:lnTo>
                    <a:pt x="156173" y="3808"/>
                  </a:lnTo>
                  <a:lnTo>
                    <a:pt x="146412" y="3903"/>
                  </a:lnTo>
                  <a:lnTo>
                    <a:pt x="136651" y="3998"/>
                  </a:lnTo>
                  <a:lnTo>
                    <a:pt x="126890" y="4093"/>
                  </a:lnTo>
                  <a:lnTo>
                    <a:pt x="117129" y="4187"/>
                  </a:lnTo>
                  <a:lnTo>
                    <a:pt x="107369" y="4282"/>
                  </a:lnTo>
                  <a:lnTo>
                    <a:pt x="97608" y="4376"/>
                  </a:lnTo>
                  <a:lnTo>
                    <a:pt x="87847" y="4470"/>
                  </a:lnTo>
                  <a:lnTo>
                    <a:pt x="78086" y="4564"/>
                  </a:lnTo>
                  <a:lnTo>
                    <a:pt x="68325" y="4658"/>
                  </a:lnTo>
                  <a:lnTo>
                    <a:pt x="58564" y="4752"/>
                  </a:lnTo>
                  <a:lnTo>
                    <a:pt x="48804" y="4846"/>
                  </a:lnTo>
                  <a:lnTo>
                    <a:pt x="39043" y="4940"/>
                  </a:lnTo>
                  <a:lnTo>
                    <a:pt x="29282" y="5034"/>
                  </a:lnTo>
                  <a:lnTo>
                    <a:pt x="19521" y="5128"/>
                  </a:lnTo>
                  <a:lnTo>
                    <a:pt x="9760" y="5221"/>
                  </a:lnTo>
                  <a:lnTo>
                    <a:pt x="0" y="5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461961" y="4788665"/>
              <a:ext cx="2528052" cy="124123"/>
            </a:xfrm>
            <a:custGeom>
              <a:avLst/>
              <a:pathLst>
                <a:path w="2528052" h="124123">
                  <a:moveTo>
                    <a:pt x="0" y="22255"/>
                  </a:moveTo>
                  <a:lnTo>
                    <a:pt x="9760" y="22844"/>
                  </a:lnTo>
                  <a:lnTo>
                    <a:pt x="19521" y="23431"/>
                  </a:lnTo>
                  <a:lnTo>
                    <a:pt x="29282" y="23920"/>
                  </a:lnTo>
                  <a:lnTo>
                    <a:pt x="39043" y="24483"/>
                  </a:lnTo>
                  <a:lnTo>
                    <a:pt x="48804" y="25116"/>
                  </a:lnTo>
                  <a:lnTo>
                    <a:pt x="58564" y="25754"/>
                  </a:lnTo>
                  <a:lnTo>
                    <a:pt x="68325" y="26329"/>
                  </a:lnTo>
                  <a:lnTo>
                    <a:pt x="78086" y="27018"/>
                  </a:lnTo>
                  <a:lnTo>
                    <a:pt x="87847" y="27473"/>
                  </a:lnTo>
                  <a:lnTo>
                    <a:pt x="97608" y="28045"/>
                  </a:lnTo>
                  <a:lnTo>
                    <a:pt x="107369" y="28685"/>
                  </a:lnTo>
                  <a:lnTo>
                    <a:pt x="117129" y="29207"/>
                  </a:lnTo>
                  <a:lnTo>
                    <a:pt x="126890" y="29784"/>
                  </a:lnTo>
                  <a:lnTo>
                    <a:pt x="136651" y="30360"/>
                  </a:lnTo>
                  <a:lnTo>
                    <a:pt x="146412" y="30871"/>
                  </a:lnTo>
                  <a:lnTo>
                    <a:pt x="156173" y="31259"/>
                  </a:lnTo>
                  <a:lnTo>
                    <a:pt x="165933" y="31795"/>
                  </a:lnTo>
                  <a:lnTo>
                    <a:pt x="175694" y="32221"/>
                  </a:lnTo>
                  <a:lnTo>
                    <a:pt x="185455" y="32771"/>
                  </a:lnTo>
                  <a:lnTo>
                    <a:pt x="195216" y="33088"/>
                  </a:lnTo>
                  <a:lnTo>
                    <a:pt x="204977" y="33542"/>
                  </a:lnTo>
                  <a:lnTo>
                    <a:pt x="214738" y="34025"/>
                  </a:lnTo>
                  <a:lnTo>
                    <a:pt x="224498" y="34561"/>
                  </a:lnTo>
                  <a:lnTo>
                    <a:pt x="234259" y="35095"/>
                  </a:lnTo>
                  <a:lnTo>
                    <a:pt x="244020" y="35346"/>
                  </a:lnTo>
                  <a:lnTo>
                    <a:pt x="253781" y="35654"/>
                  </a:lnTo>
                  <a:lnTo>
                    <a:pt x="263542" y="36220"/>
                  </a:lnTo>
                  <a:lnTo>
                    <a:pt x="273303" y="36867"/>
                  </a:lnTo>
                  <a:lnTo>
                    <a:pt x="283063" y="37373"/>
                  </a:lnTo>
                  <a:lnTo>
                    <a:pt x="292824" y="37785"/>
                  </a:lnTo>
                  <a:lnTo>
                    <a:pt x="302585" y="38190"/>
                  </a:lnTo>
                  <a:lnTo>
                    <a:pt x="312346" y="38591"/>
                  </a:lnTo>
                  <a:lnTo>
                    <a:pt x="322107" y="38733"/>
                  </a:lnTo>
                  <a:lnTo>
                    <a:pt x="331867" y="39218"/>
                  </a:lnTo>
                  <a:lnTo>
                    <a:pt x="341628" y="39423"/>
                  </a:lnTo>
                  <a:lnTo>
                    <a:pt x="351389" y="39521"/>
                  </a:lnTo>
                  <a:lnTo>
                    <a:pt x="361150" y="39898"/>
                  </a:lnTo>
                  <a:lnTo>
                    <a:pt x="370911" y="40289"/>
                  </a:lnTo>
                  <a:lnTo>
                    <a:pt x="380672" y="40671"/>
                  </a:lnTo>
                  <a:lnTo>
                    <a:pt x="390432" y="40915"/>
                  </a:lnTo>
                  <a:lnTo>
                    <a:pt x="400193" y="41173"/>
                  </a:lnTo>
                  <a:lnTo>
                    <a:pt x="409954" y="41428"/>
                  </a:lnTo>
                  <a:lnTo>
                    <a:pt x="419715" y="41677"/>
                  </a:lnTo>
                  <a:lnTo>
                    <a:pt x="429476" y="41928"/>
                  </a:lnTo>
                  <a:lnTo>
                    <a:pt x="439236" y="42041"/>
                  </a:lnTo>
                  <a:lnTo>
                    <a:pt x="448997" y="42311"/>
                  </a:lnTo>
                  <a:lnTo>
                    <a:pt x="458758" y="42624"/>
                  </a:lnTo>
                  <a:lnTo>
                    <a:pt x="468519" y="42938"/>
                  </a:lnTo>
                  <a:lnTo>
                    <a:pt x="478280" y="43170"/>
                  </a:lnTo>
                  <a:lnTo>
                    <a:pt x="488041" y="43279"/>
                  </a:lnTo>
                  <a:lnTo>
                    <a:pt x="497801" y="43416"/>
                  </a:lnTo>
                  <a:lnTo>
                    <a:pt x="507562" y="43560"/>
                  </a:lnTo>
                  <a:lnTo>
                    <a:pt x="517323" y="43966"/>
                  </a:lnTo>
                  <a:lnTo>
                    <a:pt x="527084" y="44167"/>
                  </a:lnTo>
                  <a:lnTo>
                    <a:pt x="536845" y="44326"/>
                  </a:lnTo>
                  <a:lnTo>
                    <a:pt x="546606" y="44476"/>
                  </a:lnTo>
                  <a:lnTo>
                    <a:pt x="556366" y="44735"/>
                  </a:lnTo>
                  <a:lnTo>
                    <a:pt x="566127" y="44889"/>
                  </a:lnTo>
                  <a:lnTo>
                    <a:pt x="575888" y="44867"/>
                  </a:lnTo>
                  <a:lnTo>
                    <a:pt x="585649" y="44970"/>
                  </a:lnTo>
                  <a:lnTo>
                    <a:pt x="595410" y="45060"/>
                  </a:lnTo>
                  <a:lnTo>
                    <a:pt x="605170" y="45089"/>
                  </a:lnTo>
                  <a:lnTo>
                    <a:pt x="614931" y="45055"/>
                  </a:lnTo>
                  <a:lnTo>
                    <a:pt x="624692" y="45066"/>
                  </a:lnTo>
                  <a:lnTo>
                    <a:pt x="634453" y="45076"/>
                  </a:lnTo>
                  <a:lnTo>
                    <a:pt x="644214" y="45129"/>
                  </a:lnTo>
                  <a:lnTo>
                    <a:pt x="653975" y="45050"/>
                  </a:lnTo>
                  <a:lnTo>
                    <a:pt x="663735" y="45446"/>
                  </a:lnTo>
                  <a:lnTo>
                    <a:pt x="673496" y="45474"/>
                  </a:lnTo>
                  <a:lnTo>
                    <a:pt x="683257" y="45475"/>
                  </a:lnTo>
                  <a:lnTo>
                    <a:pt x="693018" y="45465"/>
                  </a:lnTo>
                  <a:lnTo>
                    <a:pt x="702779" y="45456"/>
                  </a:lnTo>
                  <a:lnTo>
                    <a:pt x="712539" y="45527"/>
                  </a:lnTo>
                  <a:lnTo>
                    <a:pt x="722300" y="45289"/>
                  </a:lnTo>
                  <a:lnTo>
                    <a:pt x="732061" y="45249"/>
                  </a:lnTo>
                  <a:lnTo>
                    <a:pt x="741822" y="45211"/>
                  </a:lnTo>
                  <a:lnTo>
                    <a:pt x="751583" y="45156"/>
                  </a:lnTo>
                  <a:lnTo>
                    <a:pt x="761344" y="45139"/>
                  </a:lnTo>
                  <a:lnTo>
                    <a:pt x="771104" y="45131"/>
                  </a:lnTo>
                  <a:lnTo>
                    <a:pt x="780865" y="45164"/>
                  </a:lnTo>
                  <a:lnTo>
                    <a:pt x="790626" y="45024"/>
                  </a:lnTo>
                  <a:lnTo>
                    <a:pt x="800387" y="44983"/>
                  </a:lnTo>
                  <a:lnTo>
                    <a:pt x="810148" y="44950"/>
                  </a:lnTo>
                  <a:lnTo>
                    <a:pt x="819909" y="44908"/>
                  </a:lnTo>
                  <a:lnTo>
                    <a:pt x="829669" y="44823"/>
                  </a:lnTo>
                  <a:lnTo>
                    <a:pt x="839430" y="44838"/>
                  </a:lnTo>
                  <a:lnTo>
                    <a:pt x="849191" y="44714"/>
                  </a:lnTo>
                  <a:lnTo>
                    <a:pt x="858952" y="44396"/>
                  </a:lnTo>
                  <a:lnTo>
                    <a:pt x="868713" y="44257"/>
                  </a:lnTo>
                  <a:lnTo>
                    <a:pt x="878473" y="44190"/>
                  </a:lnTo>
                  <a:lnTo>
                    <a:pt x="888234" y="43975"/>
                  </a:lnTo>
                  <a:lnTo>
                    <a:pt x="897995" y="43862"/>
                  </a:lnTo>
                  <a:lnTo>
                    <a:pt x="907756" y="43808"/>
                  </a:lnTo>
                  <a:lnTo>
                    <a:pt x="917517" y="43506"/>
                  </a:lnTo>
                  <a:lnTo>
                    <a:pt x="927278" y="43248"/>
                  </a:lnTo>
                  <a:lnTo>
                    <a:pt x="937038" y="43195"/>
                  </a:lnTo>
                  <a:lnTo>
                    <a:pt x="946799" y="42819"/>
                  </a:lnTo>
                  <a:lnTo>
                    <a:pt x="956560" y="42693"/>
                  </a:lnTo>
                  <a:lnTo>
                    <a:pt x="966321" y="42698"/>
                  </a:lnTo>
                  <a:lnTo>
                    <a:pt x="976082" y="42635"/>
                  </a:lnTo>
                  <a:lnTo>
                    <a:pt x="985842" y="42459"/>
                  </a:lnTo>
                  <a:lnTo>
                    <a:pt x="995603" y="42284"/>
                  </a:lnTo>
                  <a:lnTo>
                    <a:pt x="1005364" y="42235"/>
                  </a:lnTo>
                  <a:lnTo>
                    <a:pt x="1015125" y="42104"/>
                  </a:lnTo>
                  <a:lnTo>
                    <a:pt x="1024886" y="41900"/>
                  </a:lnTo>
                  <a:lnTo>
                    <a:pt x="1034647" y="41732"/>
                  </a:lnTo>
                  <a:lnTo>
                    <a:pt x="1044407" y="41526"/>
                  </a:lnTo>
                  <a:lnTo>
                    <a:pt x="1054168" y="41289"/>
                  </a:lnTo>
                  <a:lnTo>
                    <a:pt x="1063929" y="41052"/>
                  </a:lnTo>
                  <a:lnTo>
                    <a:pt x="1073690" y="40816"/>
                  </a:lnTo>
                  <a:lnTo>
                    <a:pt x="1083451" y="40625"/>
                  </a:lnTo>
                  <a:lnTo>
                    <a:pt x="1093212" y="40440"/>
                  </a:lnTo>
                  <a:lnTo>
                    <a:pt x="1102972" y="40414"/>
                  </a:lnTo>
                  <a:lnTo>
                    <a:pt x="1112733" y="40161"/>
                  </a:lnTo>
                  <a:lnTo>
                    <a:pt x="1122494" y="39915"/>
                  </a:lnTo>
                  <a:lnTo>
                    <a:pt x="1132255" y="39847"/>
                  </a:lnTo>
                  <a:lnTo>
                    <a:pt x="1142016" y="39632"/>
                  </a:lnTo>
                  <a:lnTo>
                    <a:pt x="1151776" y="39609"/>
                  </a:lnTo>
                  <a:lnTo>
                    <a:pt x="1161537" y="39400"/>
                  </a:lnTo>
                  <a:lnTo>
                    <a:pt x="1171298" y="39178"/>
                  </a:lnTo>
                  <a:lnTo>
                    <a:pt x="1181059" y="38977"/>
                  </a:lnTo>
                  <a:lnTo>
                    <a:pt x="1190820" y="38722"/>
                  </a:lnTo>
                  <a:lnTo>
                    <a:pt x="1200581" y="38438"/>
                  </a:lnTo>
                  <a:lnTo>
                    <a:pt x="1210341" y="38183"/>
                  </a:lnTo>
                  <a:lnTo>
                    <a:pt x="1220102" y="37991"/>
                  </a:lnTo>
                  <a:lnTo>
                    <a:pt x="1229863" y="37629"/>
                  </a:lnTo>
                  <a:lnTo>
                    <a:pt x="1239624" y="37288"/>
                  </a:lnTo>
                  <a:lnTo>
                    <a:pt x="1249385" y="37110"/>
                  </a:lnTo>
                  <a:lnTo>
                    <a:pt x="1259145" y="36979"/>
                  </a:lnTo>
                  <a:lnTo>
                    <a:pt x="1268906" y="36918"/>
                  </a:lnTo>
                  <a:lnTo>
                    <a:pt x="1278667" y="36711"/>
                  </a:lnTo>
                  <a:lnTo>
                    <a:pt x="1288428" y="36577"/>
                  </a:lnTo>
                  <a:lnTo>
                    <a:pt x="1298189" y="36358"/>
                  </a:lnTo>
                  <a:lnTo>
                    <a:pt x="1307950" y="36114"/>
                  </a:lnTo>
                  <a:lnTo>
                    <a:pt x="1317710" y="35872"/>
                  </a:lnTo>
                  <a:lnTo>
                    <a:pt x="1327471" y="35639"/>
                  </a:lnTo>
                  <a:lnTo>
                    <a:pt x="1337232" y="35382"/>
                  </a:lnTo>
                  <a:lnTo>
                    <a:pt x="1346993" y="35092"/>
                  </a:lnTo>
                  <a:lnTo>
                    <a:pt x="1356754" y="34763"/>
                  </a:lnTo>
                  <a:lnTo>
                    <a:pt x="1366515" y="34601"/>
                  </a:lnTo>
                  <a:lnTo>
                    <a:pt x="1376275" y="34390"/>
                  </a:lnTo>
                  <a:lnTo>
                    <a:pt x="1386036" y="34146"/>
                  </a:lnTo>
                  <a:lnTo>
                    <a:pt x="1395797" y="33982"/>
                  </a:lnTo>
                  <a:lnTo>
                    <a:pt x="1405558" y="33679"/>
                  </a:lnTo>
                  <a:lnTo>
                    <a:pt x="1415319" y="33400"/>
                  </a:lnTo>
                  <a:lnTo>
                    <a:pt x="1425079" y="33148"/>
                  </a:lnTo>
                  <a:lnTo>
                    <a:pt x="1434840" y="32896"/>
                  </a:lnTo>
                  <a:lnTo>
                    <a:pt x="1444601" y="32647"/>
                  </a:lnTo>
                  <a:lnTo>
                    <a:pt x="1454362" y="32487"/>
                  </a:lnTo>
                  <a:lnTo>
                    <a:pt x="1464123" y="32356"/>
                  </a:lnTo>
                  <a:lnTo>
                    <a:pt x="1473884" y="32269"/>
                  </a:lnTo>
                  <a:lnTo>
                    <a:pt x="1483644" y="32091"/>
                  </a:lnTo>
                  <a:lnTo>
                    <a:pt x="1493405" y="31955"/>
                  </a:lnTo>
                  <a:lnTo>
                    <a:pt x="1503166" y="31745"/>
                  </a:lnTo>
                  <a:lnTo>
                    <a:pt x="1512927" y="31522"/>
                  </a:lnTo>
                  <a:lnTo>
                    <a:pt x="1522688" y="31295"/>
                  </a:lnTo>
                  <a:lnTo>
                    <a:pt x="1532448" y="31066"/>
                  </a:lnTo>
                  <a:lnTo>
                    <a:pt x="1542209" y="30837"/>
                  </a:lnTo>
                  <a:lnTo>
                    <a:pt x="1551970" y="30607"/>
                  </a:lnTo>
                  <a:lnTo>
                    <a:pt x="1561731" y="30377"/>
                  </a:lnTo>
                  <a:lnTo>
                    <a:pt x="1571492" y="30147"/>
                  </a:lnTo>
                  <a:lnTo>
                    <a:pt x="1581253" y="29918"/>
                  </a:lnTo>
                  <a:lnTo>
                    <a:pt x="1591013" y="29688"/>
                  </a:lnTo>
                  <a:lnTo>
                    <a:pt x="1600774" y="29458"/>
                  </a:lnTo>
                  <a:lnTo>
                    <a:pt x="1610535" y="29227"/>
                  </a:lnTo>
                  <a:lnTo>
                    <a:pt x="1620296" y="28996"/>
                  </a:lnTo>
                  <a:lnTo>
                    <a:pt x="1630057" y="28765"/>
                  </a:lnTo>
                  <a:lnTo>
                    <a:pt x="1639818" y="28554"/>
                  </a:lnTo>
                  <a:lnTo>
                    <a:pt x="1649578" y="28298"/>
                  </a:lnTo>
                  <a:lnTo>
                    <a:pt x="1659339" y="28062"/>
                  </a:lnTo>
                  <a:lnTo>
                    <a:pt x="1669100" y="27825"/>
                  </a:lnTo>
                  <a:lnTo>
                    <a:pt x="1678861" y="27587"/>
                  </a:lnTo>
                  <a:lnTo>
                    <a:pt x="1688622" y="27349"/>
                  </a:lnTo>
                  <a:lnTo>
                    <a:pt x="1698382" y="27110"/>
                  </a:lnTo>
                  <a:lnTo>
                    <a:pt x="1708143" y="26871"/>
                  </a:lnTo>
                  <a:lnTo>
                    <a:pt x="1717904" y="26632"/>
                  </a:lnTo>
                  <a:lnTo>
                    <a:pt x="1727665" y="26394"/>
                  </a:lnTo>
                  <a:lnTo>
                    <a:pt x="1737426" y="26156"/>
                  </a:lnTo>
                  <a:lnTo>
                    <a:pt x="1747187" y="25824"/>
                  </a:lnTo>
                  <a:lnTo>
                    <a:pt x="1756947" y="25477"/>
                  </a:lnTo>
                  <a:lnTo>
                    <a:pt x="1766708" y="25128"/>
                  </a:lnTo>
                  <a:lnTo>
                    <a:pt x="1776469" y="24779"/>
                  </a:lnTo>
                  <a:lnTo>
                    <a:pt x="1786230" y="24429"/>
                  </a:lnTo>
                  <a:lnTo>
                    <a:pt x="1795991" y="24079"/>
                  </a:lnTo>
                  <a:lnTo>
                    <a:pt x="1805752" y="23727"/>
                  </a:lnTo>
                  <a:lnTo>
                    <a:pt x="1815512" y="23374"/>
                  </a:lnTo>
                  <a:lnTo>
                    <a:pt x="1825273" y="23020"/>
                  </a:lnTo>
                  <a:lnTo>
                    <a:pt x="1835034" y="22657"/>
                  </a:lnTo>
                  <a:lnTo>
                    <a:pt x="1844795" y="22319"/>
                  </a:lnTo>
                  <a:lnTo>
                    <a:pt x="1854556" y="22043"/>
                  </a:lnTo>
                  <a:lnTo>
                    <a:pt x="1864316" y="21767"/>
                  </a:lnTo>
                  <a:lnTo>
                    <a:pt x="1874077" y="21490"/>
                  </a:lnTo>
                  <a:lnTo>
                    <a:pt x="1883838" y="21215"/>
                  </a:lnTo>
                  <a:lnTo>
                    <a:pt x="1893599" y="20940"/>
                  </a:lnTo>
                  <a:lnTo>
                    <a:pt x="1903360" y="20665"/>
                  </a:lnTo>
                  <a:lnTo>
                    <a:pt x="1913121" y="20390"/>
                  </a:lnTo>
                  <a:lnTo>
                    <a:pt x="1922881" y="20090"/>
                  </a:lnTo>
                  <a:lnTo>
                    <a:pt x="1932642" y="19832"/>
                  </a:lnTo>
                  <a:lnTo>
                    <a:pt x="1942403" y="19551"/>
                  </a:lnTo>
                  <a:lnTo>
                    <a:pt x="1952164" y="19268"/>
                  </a:lnTo>
                  <a:lnTo>
                    <a:pt x="1961925" y="18988"/>
                  </a:lnTo>
                  <a:lnTo>
                    <a:pt x="1971685" y="18707"/>
                  </a:lnTo>
                  <a:lnTo>
                    <a:pt x="1981446" y="18426"/>
                  </a:lnTo>
                  <a:lnTo>
                    <a:pt x="1991207" y="18145"/>
                  </a:lnTo>
                  <a:lnTo>
                    <a:pt x="2000968" y="17865"/>
                  </a:lnTo>
                  <a:lnTo>
                    <a:pt x="2010729" y="17584"/>
                  </a:lnTo>
                  <a:lnTo>
                    <a:pt x="2020490" y="17303"/>
                  </a:lnTo>
                  <a:lnTo>
                    <a:pt x="2030250" y="17021"/>
                  </a:lnTo>
                  <a:lnTo>
                    <a:pt x="2040011" y="16738"/>
                  </a:lnTo>
                  <a:lnTo>
                    <a:pt x="2049772" y="16455"/>
                  </a:lnTo>
                  <a:lnTo>
                    <a:pt x="2059533" y="16224"/>
                  </a:lnTo>
                  <a:lnTo>
                    <a:pt x="2069294" y="16009"/>
                  </a:lnTo>
                  <a:lnTo>
                    <a:pt x="2079055" y="15764"/>
                  </a:lnTo>
                  <a:lnTo>
                    <a:pt x="2088815" y="15311"/>
                  </a:lnTo>
                  <a:lnTo>
                    <a:pt x="2098576" y="15019"/>
                  </a:lnTo>
                  <a:lnTo>
                    <a:pt x="2108337" y="14726"/>
                  </a:lnTo>
                  <a:lnTo>
                    <a:pt x="2118098" y="14425"/>
                  </a:lnTo>
                  <a:lnTo>
                    <a:pt x="2127859" y="13992"/>
                  </a:lnTo>
                  <a:lnTo>
                    <a:pt x="2137619" y="13557"/>
                  </a:lnTo>
                  <a:lnTo>
                    <a:pt x="2147380" y="13122"/>
                  </a:lnTo>
                  <a:lnTo>
                    <a:pt x="2157141" y="12802"/>
                  </a:lnTo>
                  <a:lnTo>
                    <a:pt x="2166902" y="12505"/>
                  </a:lnTo>
                  <a:lnTo>
                    <a:pt x="2176663" y="12208"/>
                  </a:lnTo>
                  <a:lnTo>
                    <a:pt x="2186424" y="11913"/>
                  </a:lnTo>
                  <a:lnTo>
                    <a:pt x="2196184" y="11617"/>
                  </a:lnTo>
                  <a:lnTo>
                    <a:pt x="2205945" y="11321"/>
                  </a:lnTo>
                  <a:lnTo>
                    <a:pt x="2215706" y="11024"/>
                  </a:lnTo>
                  <a:lnTo>
                    <a:pt x="2225467" y="10726"/>
                  </a:lnTo>
                  <a:lnTo>
                    <a:pt x="2235228" y="10428"/>
                  </a:lnTo>
                  <a:lnTo>
                    <a:pt x="2244988" y="10129"/>
                  </a:lnTo>
                  <a:lnTo>
                    <a:pt x="2254749" y="9829"/>
                  </a:lnTo>
                  <a:lnTo>
                    <a:pt x="2264510" y="9529"/>
                  </a:lnTo>
                  <a:lnTo>
                    <a:pt x="2274271" y="9228"/>
                  </a:lnTo>
                  <a:lnTo>
                    <a:pt x="2284032" y="8926"/>
                  </a:lnTo>
                  <a:lnTo>
                    <a:pt x="2293793" y="8624"/>
                  </a:lnTo>
                  <a:lnTo>
                    <a:pt x="2303553" y="8323"/>
                  </a:lnTo>
                  <a:lnTo>
                    <a:pt x="2313314" y="8022"/>
                  </a:lnTo>
                  <a:lnTo>
                    <a:pt x="2323075" y="7720"/>
                  </a:lnTo>
                  <a:lnTo>
                    <a:pt x="2332836" y="7418"/>
                  </a:lnTo>
                  <a:lnTo>
                    <a:pt x="2342597" y="7116"/>
                  </a:lnTo>
                  <a:lnTo>
                    <a:pt x="2352358" y="6813"/>
                  </a:lnTo>
                  <a:lnTo>
                    <a:pt x="2362118" y="6509"/>
                  </a:lnTo>
                  <a:lnTo>
                    <a:pt x="2371879" y="6204"/>
                  </a:lnTo>
                  <a:lnTo>
                    <a:pt x="2381640" y="5965"/>
                  </a:lnTo>
                  <a:lnTo>
                    <a:pt x="2391401" y="5591"/>
                  </a:lnTo>
                  <a:lnTo>
                    <a:pt x="2401162" y="5278"/>
                  </a:lnTo>
                  <a:lnTo>
                    <a:pt x="2410922" y="4966"/>
                  </a:lnTo>
                  <a:lnTo>
                    <a:pt x="2420683" y="4654"/>
                  </a:lnTo>
                  <a:lnTo>
                    <a:pt x="2430444" y="4323"/>
                  </a:lnTo>
                  <a:lnTo>
                    <a:pt x="2440205" y="3896"/>
                  </a:lnTo>
                  <a:lnTo>
                    <a:pt x="2449966" y="3468"/>
                  </a:lnTo>
                  <a:lnTo>
                    <a:pt x="2459727" y="3038"/>
                  </a:lnTo>
                  <a:lnTo>
                    <a:pt x="2469487" y="2607"/>
                  </a:lnTo>
                  <a:lnTo>
                    <a:pt x="2479248" y="2175"/>
                  </a:lnTo>
                  <a:lnTo>
                    <a:pt x="2489009" y="1741"/>
                  </a:lnTo>
                  <a:lnTo>
                    <a:pt x="2498770" y="1307"/>
                  </a:lnTo>
                  <a:lnTo>
                    <a:pt x="2508531" y="873"/>
                  </a:lnTo>
                  <a:lnTo>
                    <a:pt x="2518291" y="437"/>
                  </a:lnTo>
                  <a:lnTo>
                    <a:pt x="2528052" y="0"/>
                  </a:lnTo>
                  <a:lnTo>
                    <a:pt x="2528052" y="124123"/>
                  </a:lnTo>
                  <a:lnTo>
                    <a:pt x="2518291" y="123973"/>
                  </a:lnTo>
                  <a:lnTo>
                    <a:pt x="2508531" y="123821"/>
                  </a:lnTo>
                  <a:lnTo>
                    <a:pt x="2498770" y="123670"/>
                  </a:lnTo>
                  <a:lnTo>
                    <a:pt x="2489009" y="123517"/>
                  </a:lnTo>
                  <a:lnTo>
                    <a:pt x="2479248" y="123362"/>
                  </a:lnTo>
                  <a:lnTo>
                    <a:pt x="2469487" y="123183"/>
                  </a:lnTo>
                  <a:lnTo>
                    <a:pt x="2459727" y="123002"/>
                  </a:lnTo>
                  <a:lnTo>
                    <a:pt x="2449966" y="122821"/>
                  </a:lnTo>
                  <a:lnTo>
                    <a:pt x="2440205" y="122638"/>
                  </a:lnTo>
                  <a:lnTo>
                    <a:pt x="2430444" y="122455"/>
                  </a:lnTo>
                  <a:lnTo>
                    <a:pt x="2420683" y="122270"/>
                  </a:lnTo>
                  <a:lnTo>
                    <a:pt x="2410922" y="122084"/>
                  </a:lnTo>
                  <a:lnTo>
                    <a:pt x="2401162" y="121913"/>
                  </a:lnTo>
                  <a:lnTo>
                    <a:pt x="2391401" y="121752"/>
                  </a:lnTo>
                  <a:lnTo>
                    <a:pt x="2381640" y="121590"/>
                  </a:lnTo>
                  <a:lnTo>
                    <a:pt x="2371879" y="121428"/>
                  </a:lnTo>
                  <a:lnTo>
                    <a:pt x="2362118" y="121264"/>
                  </a:lnTo>
                  <a:lnTo>
                    <a:pt x="2352358" y="121100"/>
                  </a:lnTo>
                  <a:lnTo>
                    <a:pt x="2342597" y="120936"/>
                  </a:lnTo>
                  <a:lnTo>
                    <a:pt x="2332836" y="120769"/>
                  </a:lnTo>
                  <a:lnTo>
                    <a:pt x="2323075" y="120601"/>
                  </a:lnTo>
                  <a:lnTo>
                    <a:pt x="2313314" y="120433"/>
                  </a:lnTo>
                  <a:lnTo>
                    <a:pt x="2303553" y="120260"/>
                  </a:lnTo>
                  <a:lnTo>
                    <a:pt x="2293793" y="120036"/>
                  </a:lnTo>
                  <a:lnTo>
                    <a:pt x="2284032" y="119812"/>
                  </a:lnTo>
                  <a:lnTo>
                    <a:pt x="2274271" y="119587"/>
                  </a:lnTo>
                  <a:lnTo>
                    <a:pt x="2264510" y="119361"/>
                  </a:lnTo>
                  <a:lnTo>
                    <a:pt x="2254749" y="119134"/>
                  </a:lnTo>
                  <a:lnTo>
                    <a:pt x="2244988" y="118906"/>
                  </a:lnTo>
                  <a:lnTo>
                    <a:pt x="2235228" y="118678"/>
                  </a:lnTo>
                  <a:lnTo>
                    <a:pt x="2225467" y="118448"/>
                  </a:lnTo>
                  <a:lnTo>
                    <a:pt x="2215706" y="118216"/>
                  </a:lnTo>
                  <a:lnTo>
                    <a:pt x="2205945" y="117983"/>
                  </a:lnTo>
                  <a:lnTo>
                    <a:pt x="2196184" y="117775"/>
                  </a:lnTo>
                  <a:lnTo>
                    <a:pt x="2186424" y="117596"/>
                  </a:lnTo>
                  <a:lnTo>
                    <a:pt x="2176663" y="117416"/>
                  </a:lnTo>
                  <a:lnTo>
                    <a:pt x="2166902" y="117236"/>
                  </a:lnTo>
                  <a:lnTo>
                    <a:pt x="2157141" y="117054"/>
                  </a:lnTo>
                  <a:lnTo>
                    <a:pt x="2147380" y="116872"/>
                  </a:lnTo>
                  <a:lnTo>
                    <a:pt x="2137619" y="116666"/>
                  </a:lnTo>
                  <a:lnTo>
                    <a:pt x="2127859" y="116414"/>
                  </a:lnTo>
                  <a:lnTo>
                    <a:pt x="2118098" y="116161"/>
                  </a:lnTo>
                  <a:lnTo>
                    <a:pt x="2108337" y="115906"/>
                  </a:lnTo>
                  <a:lnTo>
                    <a:pt x="2098576" y="115649"/>
                  </a:lnTo>
                  <a:lnTo>
                    <a:pt x="2088815" y="115448"/>
                  </a:lnTo>
                  <a:lnTo>
                    <a:pt x="2079055" y="115256"/>
                  </a:lnTo>
                  <a:lnTo>
                    <a:pt x="2069294" y="115064"/>
                  </a:lnTo>
                  <a:lnTo>
                    <a:pt x="2059533" y="114871"/>
                  </a:lnTo>
                  <a:lnTo>
                    <a:pt x="2049772" y="114652"/>
                  </a:lnTo>
                  <a:lnTo>
                    <a:pt x="2040011" y="114392"/>
                  </a:lnTo>
                  <a:lnTo>
                    <a:pt x="2030250" y="114131"/>
                  </a:lnTo>
                  <a:lnTo>
                    <a:pt x="2020490" y="113916"/>
                  </a:lnTo>
                  <a:lnTo>
                    <a:pt x="2010729" y="113705"/>
                  </a:lnTo>
                  <a:lnTo>
                    <a:pt x="2000968" y="113494"/>
                  </a:lnTo>
                  <a:lnTo>
                    <a:pt x="1991207" y="113281"/>
                  </a:lnTo>
                  <a:lnTo>
                    <a:pt x="1981446" y="113068"/>
                  </a:lnTo>
                  <a:lnTo>
                    <a:pt x="1971685" y="112852"/>
                  </a:lnTo>
                  <a:lnTo>
                    <a:pt x="1961925" y="112666"/>
                  </a:lnTo>
                  <a:lnTo>
                    <a:pt x="1952164" y="112487"/>
                  </a:lnTo>
                  <a:lnTo>
                    <a:pt x="1942403" y="112253"/>
                  </a:lnTo>
                  <a:lnTo>
                    <a:pt x="1932642" y="111993"/>
                  </a:lnTo>
                  <a:lnTo>
                    <a:pt x="1922881" y="111766"/>
                  </a:lnTo>
                  <a:lnTo>
                    <a:pt x="1913121" y="111547"/>
                  </a:lnTo>
                  <a:lnTo>
                    <a:pt x="1903360" y="111327"/>
                  </a:lnTo>
                  <a:lnTo>
                    <a:pt x="1893599" y="111106"/>
                  </a:lnTo>
                  <a:lnTo>
                    <a:pt x="1883838" y="110926"/>
                  </a:lnTo>
                  <a:lnTo>
                    <a:pt x="1874077" y="110755"/>
                  </a:lnTo>
                  <a:lnTo>
                    <a:pt x="1864316" y="110583"/>
                  </a:lnTo>
                  <a:lnTo>
                    <a:pt x="1854556" y="110410"/>
                  </a:lnTo>
                  <a:lnTo>
                    <a:pt x="1844795" y="110236"/>
                  </a:lnTo>
                  <a:lnTo>
                    <a:pt x="1835034" y="110062"/>
                  </a:lnTo>
                  <a:lnTo>
                    <a:pt x="1825273" y="109887"/>
                  </a:lnTo>
                  <a:lnTo>
                    <a:pt x="1815512" y="109711"/>
                  </a:lnTo>
                  <a:lnTo>
                    <a:pt x="1805752" y="109533"/>
                  </a:lnTo>
                  <a:lnTo>
                    <a:pt x="1795991" y="109315"/>
                  </a:lnTo>
                  <a:lnTo>
                    <a:pt x="1786230" y="109059"/>
                  </a:lnTo>
                  <a:lnTo>
                    <a:pt x="1776469" y="108802"/>
                  </a:lnTo>
                  <a:lnTo>
                    <a:pt x="1766708" y="108543"/>
                  </a:lnTo>
                  <a:lnTo>
                    <a:pt x="1756947" y="108283"/>
                  </a:lnTo>
                  <a:lnTo>
                    <a:pt x="1747187" y="108022"/>
                  </a:lnTo>
                  <a:lnTo>
                    <a:pt x="1737426" y="107759"/>
                  </a:lnTo>
                  <a:lnTo>
                    <a:pt x="1727665" y="107500"/>
                  </a:lnTo>
                  <a:lnTo>
                    <a:pt x="1717904" y="107282"/>
                  </a:lnTo>
                  <a:lnTo>
                    <a:pt x="1708143" y="107063"/>
                  </a:lnTo>
                  <a:lnTo>
                    <a:pt x="1698382" y="106843"/>
                  </a:lnTo>
                  <a:lnTo>
                    <a:pt x="1688622" y="106622"/>
                  </a:lnTo>
                  <a:lnTo>
                    <a:pt x="1678861" y="106400"/>
                  </a:lnTo>
                  <a:lnTo>
                    <a:pt x="1669100" y="106158"/>
                  </a:lnTo>
                  <a:lnTo>
                    <a:pt x="1659339" y="105892"/>
                  </a:lnTo>
                  <a:lnTo>
                    <a:pt x="1649578" y="105651"/>
                  </a:lnTo>
                  <a:lnTo>
                    <a:pt x="1639818" y="105468"/>
                  </a:lnTo>
                  <a:lnTo>
                    <a:pt x="1630057" y="105280"/>
                  </a:lnTo>
                  <a:lnTo>
                    <a:pt x="1620296" y="105054"/>
                  </a:lnTo>
                  <a:lnTo>
                    <a:pt x="1610535" y="104827"/>
                  </a:lnTo>
                  <a:lnTo>
                    <a:pt x="1600774" y="104600"/>
                  </a:lnTo>
                  <a:lnTo>
                    <a:pt x="1591013" y="104371"/>
                  </a:lnTo>
                  <a:lnTo>
                    <a:pt x="1581253" y="104141"/>
                  </a:lnTo>
                  <a:lnTo>
                    <a:pt x="1571492" y="103911"/>
                  </a:lnTo>
                  <a:lnTo>
                    <a:pt x="1561731" y="103679"/>
                  </a:lnTo>
                  <a:lnTo>
                    <a:pt x="1551970" y="103446"/>
                  </a:lnTo>
                  <a:lnTo>
                    <a:pt x="1542209" y="103211"/>
                  </a:lnTo>
                  <a:lnTo>
                    <a:pt x="1532448" y="102975"/>
                  </a:lnTo>
                  <a:lnTo>
                    <a:pt x="1522688" y="102739"/>
                  </a:lnTo>
                  <a:lnTo>
                    <a:pt x="1512927" y="102501"/>
                  </a:lnTo>
                  <a:lnTo>
                    <a:pt x="1503166" y="102262"/>
                  </a:lnTo>
                  <a:lnTo>
                    <a:pt x="1493405" y="102022"/>
                  </a:lnTo>
                  <a:lnTo>
                    <a:pt x="1483644" y="101779"/>
                  </a:lnTo>
                  <a:lnTo>
                    <a:pt x="1473884" y="101535"/>
                  </a:lnTo>
                  <a:lnTo>
                    <a:pt x="1464123" y="101290"/>
                  </a:lnTo>
                  <a:lnTo>
                    <a:pt x="1454362" y="101031"/>
                  </a:lnTo>
                  <a:lnTo>
                    <a:pt x="1444601" y="100706"/>
                  </a:lnTo>
                  <a:lnTo>
                    <a:pt x="1434840" y="100417"/>
                  </a:lnTo>
                  <a:lnTo>
                    <a:pt x="1425079" y="100136"/>
                  </a:lnTo>
                  <a:lnTo>
                    <a:pt x="1415319" y="99777"/>
                  </a:lnTo>
                  <a:lnTo>
                    <a:pt x="1405558" y="99416"/>
                  </a:lnTo>
                  <a:lnTo>
                    <a:pt x="1395797" y="99055"/>
                  </a:lnTo>
                  <a:lnTo>
                    <a:pt x="1386036" y="98717"/>
                  </a:lnTo>
                  <a:lnTo>
                    <a:pt x="1376275" y="98475"/>
                  </a:lnTo>
                  <a:lnTo>
                    <a:pt x="1366515" y="98275"/>
                  </a:lnTo>
                  <a:lnTo>
                    <a:pt x="1356754" y="98058"/>
                  </a:lnTo>
                  <a:lnTo>
                    <a:pt x="1346993" y="97882"/>
                  </a:lnTo>
                  <a:lnTo>
                    <a:pt x="1337232" y="97685"/>
                  </a:lnTo>
                  <a:lnTo>
                    <a:pt x="1327471" y="97488"/>
                  </a:lnTo>
                  <a:lnTo>
                    <a:pt x="1317710" y="97290"/>
                  </a:lnTo>
                  <a:lnTo>
                    <a:pt x="1307950" y="97090"/>
                  </a:lnTo>
                  <a:lnTo>
                    <a:pt x="1298189" y="96879"/>
                  </a:lnTo>
                  <a:lnTo>
                    <a:pt x="1288428" y="96554"/>
                  </a:lnTo>
                  <a:lnTo>
                    <a:pt x="1278667" y="96258"/>
                  </a:lnTo>
                  <a:lnTo>
                    <a:pt x="1268906" y="96044"/>
                  </a:lnTo>
                  <a:lnTo>
                    <a:pt x="1259145" y="95732"/>
                  </a:lnTo>
                  <a:lnTo>
                    <a:pt x="1249385" y="95376"/>
                  </a:lnTo>
                  <a:lnTo>
                    <a:pt x="1239624" y="95018"/>
                  </a:lnTo>
                  <a:lnTo>
                    <a:pt x="1229863" y="94690"/>
                  </a:lnTo>
                  <a:lnTo>
                    <a:pt x="1220102" y="94383"/>
                  </a:lnTo>
                  <a:lnTo>
                    <a:pt x="1210341" y="94053"/>
                  </a:lnTo>
                  <a:lnTo>
                    <a:pt x="1200581" y="93732"/>
                  </a:lnTo>
                  <a:lnTo>
                    <a:pt x="1190820" y="93411"/>
                  </a:lnTo>
                  <a:lnTo>
                    <a:pt x="1181059" y="93090"/>
                  </a:lnTo>
                  <a:lnTo>
                    <a:pt x="1171298" y="92808"/>
                  </a:lnTo>
                  <a:lnTo>
                    <a:pt x="1161537" y="92473"/>
                  </a:lnTo>
                  <a:lnTo>
                    <a:pt x="1151776" y="92134"/>
                  </a:lnTo>
                  <a:lnTo>
                    <a:pt x="1142016" y="91794"/>
                  </a:lnTo>
                  <a:lnTo>
                    <a:pt x="1132255" y="91456"/>
                  </a:lnTo>
                  <a:lnTo>
                    <a:pt x="1122494" y="91106"/>
                  </a:lnTo>
                  <a:lnTo>
                    <a:pt x="1112733" y="90761"/>
                  </a:lnTo>
                  <a:lnTo>
                    <a:pt x="1102972" y="90415"/>
                  </a:lnTo>
                  <a:lnTo>
                    <a:pt x="1093212" y="90131"/>
                  </a:lnTo>
                  <a:lnTo>
                    <a:pt x="1083451" y="89777"/>
                  </a:lnTo>
                  <a:lnTo>
                    <a:pt x="1073690" y="89424"/>
                  </a:lnTo>
                  <a:lnTo>
                    <a:pt x="1063929" y="89013"/>
                  </a:lnTo>
                  <a:lnTo>
                    <a:pt x="1054168" y="88657"/>
                  </a:lnTo>
                  <a:lnTo>
                    <a:pt x="1044407" y="88371"/>
                  </a:lnTo>
                  <a:lnTo>
                    <a:pt x="1034647" y="88105"/>
                  </a:lnTo>
                  <a:lnTo>
                    <a:pt x="1024886" y="87763"/>
                  </a:lnTo>
                  <a:lnTo>
                    <a:pt x="1015125" y="87419"/>
                  </a:lnTo>
                  <a:lnTo>
                    <a:pt x="1005364" y="87074"/>
                  </a:lnTo>
                  <a:lnTo>
                    <a:pt x="995603" y="86793"/>
                  </a:lnTo>
                  <a:lnTo>
                    <a:pt x="985842" y="86442"/>
                  </a:lnTo>
                  <a:lnTo>
                    <a:pt x="976082" y="86087"/>
                  </a:lnTo>
                  <a:lnTo>
                    <a:pt x="966321" y="85809"/>
                  </a:lnTo>
                  <a:lnTo>
                    <a:pt x="956560" y="85597"/>
                  </a:lnTo>
                  <a:lnTo>
                    <a:pt x="946799" y="85385"/>
                  </a:lnTo>
                  <a:lnTo>
                    <a:pt x="937038" y="85168"/>
                  </a:lnTo>
                  <a:lnTo>
                    <a:pt x="927278" y="84947"/>
                  </a:lnTo>
                  <a:lnTo>
                    <a:pt x="917517" y="84686"/>
                  </a:lnTo>
                  <a:lnTo>
                    <a:pt x="907756" y="84292"/>
                  </a:lnTo>
                  <a:lnTo>
                    <a:pt x="897995" y="84023"/>
                  </a:lnTo>
                  <a:lnTo>
                    <a:pt x="888234" y="83690"/>
                  </a:lnTo>
                  <a:lnTo>
                    <a:pt x="878473" y="83435"/>
                  </a:lnTo>
                  <a:lnTo>
                    <a:pt x="868713" y="83281"/>
                  </a:lnTo>
                  <a:lnTo>
                    <a:pt x="858952" y="82978"/>
                  </a:lnTo>
                  <a:lnTo>
                    <a:pt x="849191" y="82571"/>
                  </a:lnTo>
                  <a:lnTo>
                    <a:pt x="839430" y="82266"/>
                  </a:lnTo>
                  <a:lnTo>
                    <a:pt x="829669" y="81868"/>
                  </a:lnTo>
                  <a:lnTo>
                    <a:pt x="819909" y="81549"/>
                  </a:lnTo>
                  <a:lnTo>
                    <a:pt x="810148" y="81268"/>
                  </a:lnTo>
                  <a:lnTo>
                    <a:pt x="800387" y="81050"/>
                  </a:lnTo>
                  <a:lnTo>
                    <a:pt x="790626" y="80915"/>
                  </a:lnTo>
                  <a:lnTo>
                    <a:pt x="780865" y="80650"/>
                  </a:lnTo>
                  <a:lnTo>
                    <a:pt x="771104" y="80452"/>
                  </a:lnTo>
                  <a:lnTo>
                    <a:pt x="761344" y="80171"/>
                  </a:lnTo>
                  <a:lnTo>
                    <a:pt x="751583" y="79947"/>
                  </a:lnTo>
                  <a:lnTo>
                    <a:pt x="741822" y="79861"/>
                  </a:lnTo>
                  <a:lnTo>
                    <a:pt x="732061" y="79684"/>
                  </a:lnTo>
                  <a:lnTo>
                    <a:pt x="722300" y="79402"/>
                  </a:lnTo>
                  <a:lnTo>
                    <a:pt x="712539" y="79156"/>
                  </a:lnTo>
                  <a:lnTo>
                    <a:pt x="702779" y="78950"/>
                  </a:lnTo>
                  <a:lnTo>
                    <a:pt x="693018" y="78708"/>
                  </a:lnTo>
                  <a:lnTo>
                    <a:pt x="683257" y="78438"/>
                  </a:lnTo>
                  <a:lnTo>
                    <a:pt x="673496" y="78108"/>
                  </a:lnTo>
                  <a:lnTo>
                    <a:pt x="663735" y="77913"/>
                  </a:lnTo>
                  <a:lnTo>
                    <a:pt x="653975" y="77751"/>
                  </a:lnTo>
                  <a:lnTo>
                    <a:pt x="644214" y="77563"/>
                  </a:lnTo>
                  <a:lnTo>
                    <a:pt x="634453" y="77336"/>
                  </a:lnTo>
                  <a:lnTo>
                    <a:pt x="624692" y="77198"/>
                  </a:lnTo>
                  <a:lnTo>
                    <a:pt x="614931" y="77172"/>
                  </a:lnTo>
                  <a:lnTo>
                    <a:pt x="605170" y="77130"/>
                  </a:lnTo>
                  <a:lnTo>
                    <a:pt x="595410" y="77078"/>
                  </a:lnTo>
                  <a:lnTo>
                    <a:pt x="585649" y="76937"/>
                  </a:lnTo>
                  <a:lnTo>
                    <a:pt x="575888" y="76724"/>
                  </a:lnTo>
                  <a:lnTo>
                    <a:pt x="566127" y="76643"/>
                  </a:lnTo>
                  <a:lnTo>
                    <a:pt x="556366" y="76463"/>
                  </a:lnTo>
                  <a:lnTo>
                    <a:pt x="546606" y="76346"/>
                  </a:lnTo>
                  <a:lnTo>
                    <a:pt x="536845" y="76343"/>
                  </a:lnTo>
                  <a:lnTo>
                    <a:pt x="527084" y="76124"/>
                  </a:lnTo>
                  <a:lnTo>
                    <a:pt x="517323" y="76148"/>
                  </a:lnTo>
                  <a:lnTo>
                    <a:pt x="507562" y="76147"/>
                  </a:lnTo>
                  <a:lnTo>
                    <a:pt x="497801" y="76076"/>
                  </a:lnTo>
                  <a:lnTo>
                    <a:pt x="488041" y="76005"/>
                  </a:lnTo>
                  <a:lnTo>
                    <a:pt x="478280" y="75874"/>
                  </a:lnTo>
                  <a:lnTo>
                    <a:pt x="468519" y="75933"/>
                  </a:lnTo>
                  <a:lnTo>
                    <a:pt x="458758" y="75757"/>
                  </a:lnTo>
                  <a:lnTo>
                    <a:pt x="448997" y="75864"/>
                  </a:lnTo>
                  <a:lnTo>
                    <a:pt x="439236" y="75919"/>
                  </a:lnTo>
                  <a:lnTo>
                    <a:pt x="429476" y="75744"/>
                  </a:lnTo>
                  <a:lnTo>
                    <a:pt x="419715" y="75568"/>
                  </a:lnTo>
                  <a:lnTo>
                    <a:pt x="409954" y="75392"/>
                  </a:lnTo>
                  <a:lnTo>
                    <a:pt x="400193" y="75457"/>
                  </a:lnTo>
                  <a:lnTo>
                    <a:pt x="390432" y="75330"/>
                  </a:lnTo>
                  <a:lnTo>
                    <a:pt x="380672" y="75203"/>
                  </a:lnTo>
                  <a:lnTo>
                    <a:pt x="370911" y="75098"/>
                  </a:lnTo>
                  <a:lnTo>
                    <a:pt x="361150" y="75085"/>
                  </a:lnTo>
                  <a:lnTo>
                    <a:pt x="351389" y="75070"/>
                  </a:lnTo>
                  <a:lnTo>
                    <a:pt x="341628" y="75052"/>
                  </a:lnTo>
                  <a:lnTo>
                    <a:pt x="331867" y="75151"/>
                  </a:lnTo>
                  <a:lnTo>
                    <a:pt x="322107" y="75131"/>
                  </a:lnTo>
                  <a:lnTo>
                    <a:pt x="312346" y="75256"/>
                  </a:lnTo>
                  <a:lnTo>
                    <a:pt x="302585" y="75130"/>
                  </a:lnTo>
                  <a:lnTo>
                    <a:pt x="292824" y="75195"/>
                  </a:lnTo>
                  <a:lnTo>
                    <a:pt x="283063" y="75269"/>
                  </a:lnTo>
                  <a:lnTo>
                    <a:pt x="273303" y="75340"/>
                  </a:lnTo>
                  <a:lnTo>
                    <a:pt x="263542" y="75409"/>
                  </a:lnTo>
                  <a:lnTo>
                    <a:pt x="253781" y="75481"/>
                  </a:lnTo>
                  <a:lnTo>
                    <a:pt x="244020" y="75361"/>
                  </a:lnTo>
                  <a:lnTo>
                    <a:pt x="234259" y="75234"/>
                  </a:lnTo>
                  <a:lnTo>
                    <a:pt x="224498" y="75125"/>
                  </a:lnTo>
                  <a:lnTo>
                    <a:pt x="214738" y="75245"/>
                  </a:lnTo>
                  <a:lnTo>
                    <a:pt x="204977" y="75217"/>
                  </a:lnTo>
                  <a:lnTo>
                    <a:pt x="195216" y="75124"/>
                  </a:lnTo>
                  <a:lnTo>
                    <a:pt x="185455" y="75195"/>
                  </a:lnTo>
                  <a:lnTo>
                    <a:pt x="175694" y="75270"/>
                  </a:lnTo>
                  <a:lnTo>
                    <a:pt x="165933" y="75343"/>
                  </a:lnTo>
                  <a:lnTo>
                    <a:pt x="156173" y="75340"/>
                  </a:lnTo>
                  <a:lnTo>
                    <a:pt x="146412" y="75507"/>
                  </a:lnTo>
                  <a:lnTo>
                    <a:pt x="136651" y="75569"/>
                  </a:lnTo>
                  <a:lnTo>
                    <a:pt x="126890" y="75692"/>
                  </a:lnTo>
                  <a:lnTo>
                    <a:pt x="117129" y="75714"/>
                  </a:lnTo>
                  <a:lnTo>
                    <a:pt x="107369" y="75863"/>
                  </a:lnTo>
                  <a:lnTo>
                    <a:pt x="97608" y="75943"/>
                  </a:lnTo>
                  <a:lnTo>
                    <a:pt x="87847" y="76058"/>
                  </a:lnTo>
                  <a:lnTo>
                    <a:pt x="78086" y="76172"/>
                  </a:lnTo>
                  <a:lnTo>
                    <a:pt x="68325" y="76285"/>
                  </a:lnTo>
                  <a:lnTo>
                    <a:pt x="58564" y="76397"/>
                  </a:lnTo>
                  <a:lnTo>
                    <a:pt x="48804" y="76509"/>
                  </a:lnTo>
                  <a:lnTo>
                    <a:pt x="39043" y="76618"/>
                  </a:lnTo>
                  <a:lnTo>
                    <a:pt x="29282" y="76856"/>
                  </a:lnTo>
                  <a:lnTo>
                    <a:pt x="19521" y="76836"/>
                  </a:lnTo>
                  <a:lnTo>
                    <a:pt x="9760" y="76944"/>
                  </a:lnTo>
                  <a:lnTo>
                    <a:pt x="0" y="77012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461961" y="4788665"/>
              <a:ext cx="2528052" cy="45527"/>
            </a:xfrm>
            <a:custGeom>
              <a:avLst/>
              <a:pathLst>
                <a:path w="2528052" h="45527">
                  <a:moveTo>
                    <a:pt x="0" y="22255"/>
                  </a:moveTo>
                  <a:lnTo>
                    <a:pt x="9760" y="22844"/>
                  </a:lnTo>
                  <a:lnTo>
                    <a:pt x="19521" y="23431"/>
                  </a:lnTo>
                  <a:lnTo>
                    <a:pt x="29282" y="23920"/>
                  </a:lnTo>
                  <a:lnTo>
                    <a:pt x="39043" y="24483"/>
                  </a:lnTo>
                  <a:lnTo>
                    <a:pt x="48804" y="25116"/>
                  </a:lnTo>
                  <a:lnTo>
                    <a:pt x="58564" y="25754"/>
                  </a:lnTo>
                  <a:lnTo>
                    <a:pt x="68325" y="26329"/>
                  </a:lnTo>
                  <a:lnTo>
                    <a:pt x="78086" y="27018"/>
                  </a:lnTo>
                  <a:lnTo>
                    <a:pt x="87847" y="27473"/>
                  </a:lnTo>
                  <a:lnTo>
                    <a:pt x="97608" y="28045"/>
                  </a:lnTo>
                  <a:lnTo>
                    <a:pt x="107369" y="28685"/>
                  </a:lnTo>
                  <a:lnTo>
                    <a:pt x="117129" y="29207"/>
                  </a:lnTo>
                  <a:lnTo>
                    <a:pt x="126890" y="29784"/>
                  </a:lnTo>
                  <a:lnTo>
                    <a:pt x="136651" y="30360"/>
                  </a:lnTo>
                  <a:lnTo>
                    <a:pt x="146412" y="30871"/>
                  </a:lnTo>
                  <a:lnTo>
                    <a:pt x="156173" y="31259"/>
                  </a:lnTo>
                  <a:lnTo>
                    <a:pt x="165933" y="31795"/>
                  </a:lnTo>
                  <a:lnTo>
                    <a:pt x="175694" y="32221"/>
                  </a:lnTo>
                  <a:lnTo>
                    <a:pt x="185455" y="32771"/>
                  </a:lnTo>
                  <a:lnTo>
                    <a:pt x="195216" y="33088"/>
                  </a:lnTo>
                  <a:lnTo>
                    <a:pt x="204977" y="33542"/>
                  </a:lnTo>
                  <a:lnTo>
                    <a:pt x="214738" y="34025"/>
                  </a:lnTo>
                  <a:lnTo>
                    <a:pt x="224498" y="34561"/>
                  </a:lnTo>
                  <a:lnTo>
                    <a:pt x="234259" y="35095"/>
                  </a:lnTo>
                  <a:lnTo>
                    <a:pt x="244020" y="35346"/>
                  </a:lnTo>
                  <a:lnTo>
                    <a:pt x="253781" y="35654"/>
                  </a:lnTo>
                  <a:lnTo>
                    <a:pt x="263542" y="36220"/>
                  </a:lnTo>
                  <a:lnTo>
                    <a:pt x="273303" y="36867"/>
                  </a:lnTo>
                  <a:lnTo>
                    <a:pt x="283063" y="37373"/>
                  </a:lnTo>
                  <a:lnTo>
                    <a:pt x="292824" y="37785"/>
                  </a:lnTo>
                  <a:lnTo>
                    <a:pt x="302585" y="38190"/>
                  </a:lnTo>
                  <a:lnTo>
                    <a:pt x="312346" y="38591"/>
                  </a:lnTo>
                  <a:lnTo>
                    <a:pt x="322107" y="38733"/>
                  </a:lnTo>
                  <a:lnTo>
                    <a:pt x="331867" y="39218"/>
                  </a:lnTo>
                  <a:lnTo>
                    <a:pt x="341628" y="39423"/>
                  </a:lnTo>
                  <a:lnTo>
                    <a:pt x="351389" y="39521"/>
                  </a:lnTo>
                  <a:lnTo>
                    <a:pt x="361150" y="39898"/>
                  </a:lnTo>
                  <a:lnTo>
                    <a:pt x="370911" y="40289"/>
                  </a:lnTo>
                  <a:lnTo>
                    <a:pt x="380672" y="40671"/>
                  </a:lnTo>
                  <a:lnTo>
                    <a:pt x="390432" y="40915"/>
                  </a:lnTo>
                  <a:lnTo>
                    <a:pt x="400193" y="41173"/>
                  </a:lnTo>
                  <a:lnTo>
                    <a:pt x="409954" y="41428"/>
                  </a:lnTo>
                  <a:lnTo>
                    <a:pt x="419715" y="41677"/>
                  </a:lnTo>
                  <a:lnTo>
                    <a:pt x="429476" y="41928"/>
                  </a:lnTo>
                  <a:lnTo>
                    <a:pt x="439236" y="42041"/>
                  </a:lnTo>
                  <a:lnTo>
                    <a:pt x="448997" y="42311"/>
                  </a:lnTo>
                  <a:lnTo>
                    <a:pt x="458758" y="42624"/>
                  </a:lnTo>
                  <a:lnTo>
                    <a:pt x="468519" y="42938"/>
                  </a:lnTo>
                  <a:lnTo>
                    <a:pt x="478280" y="43170"/>
                  </a:lnTo>
                  <a:lnTo>
                    <a:pt x="488041" y="43279"/>
                  </a:lnTo>
                  <a:lnTo>
                    <a:pt x="497801" y="43416"/>
                  </a:lnTo>
                  <a:lnTo>
                    <a:pt x="507562" y="43560"/>
                  </a:lnTo>
                  <a:lnTo>
                    <a:pt x="517323" y="43966"/>
                  </a:lnTo>
                  <a:lnTo>
                    <a:pt x="527084" y="44167"/>
                  </a:lnTo>
                  <a:lnTo>
                    <a:pt x="536845" y="44326"/>
                  </a:lnTo>
                  <a:lnTo>
                    <a:pt x="546606" y="44476"/>
                  </a:lnTo>
                  <a:lnTo>
                    <a:pt x="556366" y="44735"/>
                  </a:lnTo>
                  <a:lnTo>
                    <a:pt x="566127" y="44889"/>
                  </a:lnTo>
                  <a:lnTo>
                    <a:pt x="575888" y="44867"/>
                  </a:lnTo>
                  <a:lnTo>
                    <a:pt x="585649" y="44970"/>
                  </a:lnTo>
                  <a:lnTo>
                    <a:pt x="595410" y="45060"/>
                  </a:lnTo>
                  <a:lnTo>
                    <a:pt x="605170" y="45089"/>
                  </a:lnTo>
                  <a:lnTo>
                    <a:pt x="614931" y="45055"/>
                  </a:lnTo>
                  <a:lnTo>
                    <a:pt x="624692" y="45066"/>
                  </a:lnTo>
                  <a:lnTo>
                    <a:pt x="634453" y="45076"/>
                  </a:lnTo>
                  <a:lnTo>
                    <a:pt x="644214" y="45129"/>
                  </a:lnTo>
                  <a:lnTo>
                    <a:pt x="653975" y="45050"/>
                  </a:lnTo>
                  <a:lnTo>
                    <a:pt x="663735" y="45446"/>
                  </a:lnTo>
                  <a:lnTo>
                    <a:pt x="673496" y="45474"/>
                  </a:lnTo>
                  <a:lnTo>
                    <a:pt x="683257" y="45475"/>
                  </a:lnTo>
                  <a:lnTo>
                    <a:pt x="693018" y="45465"/>
                  </a:lnTo>
                  <a:lnTo>
                    <a:pt x="702779" y="45456"/>
                  </a:lnTo>
                  <a:lnTo>
                    <a:pt x="712539" y="45527"/>
                  </a:lnTo>
                  <a:lnTo>
                    <a:pt x="722300" y="45289"/>
                  </a:lnTo>
                  <a:lnTo>
                    <a:pt x="732061" y="45249"/>
                  </a:lnTo>
                  <a:lnTo>
                    <a:pt x="741822" y="45211"/>
                  </a:lnTo>
                  <a:lnTo>
                    <a:pt x="751583" y="45156"/>
                  </a:lnTo>
                  <a:lnTo>
                    <a:pt x="761344" y="45139"/>
                  </a:lnTo>
                  <a:lnTo>
                    <a:pt x="771104" y="45131"/>
                  </a:lnTo>
                  <a:lnTo>
                    <a:pt x="780865" y="45164"/>
                  </a:lnTo>
                  <a:lnTo>
                    <a:pt x="790626" y="45024"/>
                  </a:lnTo>
                  <a:lnTo>
                    <a:pt x="800387" y="44983"/>
                  </a:lnTo>
                  <a:lnTo>
                    <a:pt x="810148" y="44950"/>
                  </a:lnTo>
                  <a:lnTo>
                    <a:pt x="819909" y="44908"/>
                  </a:lnTo>
                  <a:lnTo>
                    <a:pt x="829669" y="44823"/>
                  </a:lnTo>
                  <a:lnTo>
                    <a:pt x="839430" y="44838"/>
                  </a:lnTo>
                  <a:lnTo>
                    <a:pt x="849191" y="44714"/>
                  </a:lnTo>
                  <a:lnTo>
                    <a:pt x="858952" y="44396"/>
                  </a:lnTo>
                  <a:lnTo>
                    <a:pt x="868713" y="44257"/>
                  </a:lnTo>
                  <a:lnTo>
                    <a:pt x="878473" y="44190"/>
                  </a:lnTo>
                  <a:lnTo>
                    <a:pt x="888234" y="43975"/>
                  </a:lnTo>
                  <a:lnTo>
                    <a:pt x="897995" y="43862"/>
                  </a:lnTo>
                  <a:lnTo>
                    <a:pt x="907756" y="43808"/>
                  </a:lnTo>
                  <a:lnTo>
                    <a:pt x="917517" y="43506"/>
                  </a:lnTo>
                  <a:lnTo>
                    <a:pt x="927278" y="43248"/>
                  </a:lnTo>
                  <a:lnTo>
                    <a:pt x="937038" y="43195"/>
                  </a:lnTo>
                  <a:lnTo>
                    <a:pt x="946799" y="42819"/>
                  </a:lnTo>
                  <a:lnTo>
                    <a:pt x="956560" y="42693"/>
                  </a:lnTo>
                  <a:lnTo>
                    <a:pt x="966321" y="42698"/>
                  </a:lnTo>
                  <a:lnTo>
                    <a:pt x="976082" y="42635"/>
                  </a:lnTo>
                  <a:lnTo>
                    <a:pt x="985842" y="42459"/>
                  </a:lnTo>
                  <a:lnTo>
                    <a:pt x="995603" y="42284"/>
                  </a:lnTo>
                  <a:lnTo>
                    <a:pt x="1005364" y="42235"/>
                  </a:lnTo>
                  <a:lnTo>
                    <a:pt x="1015125" y="42104"/>
                  </a:lnTo>
                  <a:lnTo>
                    <a:pt x="1024886" y="41900"/>
                  </a:lnTo>
                  <a:lnTo>
                    <a:pt x="1034647" y="41732"/>
                  </a:lnTo>
                  <a:lnTo>
                    <a:pt x="1044407" y="41526"/>
                  </a:lnTo>
                  <a:lnTo>
                    <a:pt x="1054168" y="41289"/>
                  </a:lnTo>
                  <a:lnTo>
                    <a:pt x="1063929" y="41052"/>
                  </a:lnTo>
                  <a:lnTo>
                    <a:pt x="1073690" y="40816"/>
                  </a:lnTo>
                  <a:lnTo>
                    <a:pt x="1083451" y="40625"/>
                  </a:lnTo>
                  <a:lnTo>
                    <a:pt x="1093212" y="40440"/>
                  </a:lnTo>
                  <a:lnTo>
                    <a:pt x="1102972" y="40414"/>
                  </a:lnTo>
                  <a:lnTo>
                    <a:pt x="1112733" y="40161"/>
                  </a:lnTo>
                  <a:lnTo>
                    <a:pt x="1122494" y="39915"/>
                  </a:lnTo>
                  <a:lnTo>
                    <a:pt x="1132255" y="39847"/>
                  </a:lnTo>
                  <a:lnTo>
                    <a:pt x="1142016" y="39632"/>
                  </a:lnTo>
                  <a:lnTo>
                    <a:pt x="1151776" y="39609"/>
                  </a:lnTo>
                  <a:lnTo>
                    <a:pt x="1161537" y="39400"/>
                  </a:lnTo>
                  <a:lnTo>
                    <a:pt x="1171298" y="39178"/>
                  </a:lnTo>
                  <a:lnTo>
                    <a:pt x="1181059" y="38977"/>
                  </a:lnTo>
                  <a:lnTo>
                    <a:pt x="1190820" y="38722"/>
                  </a:lnTo>
                  <a:lnTo>
                    <a:pt x="1200581" y="38438"/>
                  </a:lnTo>
                  <a:lnTo>
                    <a:pt x="1210341" y="38183"/>
                  </a:lnTo>
                  <a:lnTo>
                    <a:pt x="1220102" y="37991"/>
                  </a:lnTo>
                  <a:lnTo>
                    <a:pt x="1229863" y="37629"/>
                  </a:lnTo>
                  <a:lnTo>
                    <a:pt x="1239624" y="37288"/>
                  </a:lnTo>
                  <a:lnTo>
                    <a:pt x="1249385" y="37110"/>
                  </a:lnTo>
                  <a:lnTo>
                    <a:pt x="1259145" y="36979"/>
                  </a:lnTo>
                  <a:lnTo>
                    <a:pt x="1268906" y="36918"/>
                  </a:lnTo>
                  <a:lnTo>
                    <a:pt x="1278667" y="36711"/>
                  </a:lnTo>
                  <a:lnTo>
                    <a:pt x="1288428" y="36577"/>
                  </a:lnTo>
                  <a:lnTo>
                    <a:pt x="1298189" y="36358"/>
                  </a:lnTo>
                  <a:lnTo>
                    <a:pt x="1307950" y="36114"/>
                  </a:lnTo>
                  <a:lnTo>
                    <a:pt x="1317710" y="35872"/>
                  </a:lnTo>
                  <a:lnTo>
                    <a:pt x="1327471" y="35639"/>
                  </a:lnTo>
                  <a:lnTo>
                    <a:pt x="1337232" y="35382"/>
                  </a:lnTo>
                  <a:lnTo>
                    <a:pt x="1346993" y="35092"/>
                  </a:lnTo>
                  <a:lnTo>
                    <a:pt x="1356754" y="34763"/>
                  </a:lnTo>
                  <a:lnTo>
                    <a:pt x="1366515" y="34601"/>
                  </a:lnTo>
                  <a:lnTo>
                    <a:pt x="1376275" y="34390"/>
                  </a:lnTo>
                  <a:lnTo>
                    <a:pt x="1386036" y="34146"/>
                  </a:lnTo>
                  <a:lnTo>
                    <a:pt x="1395797" y="33982"/>
                  </a:lnTo>
                  <a:lnTo>
                    <a:pt x="1405558" y="33679"/>
                  </a:lnTo>
                  <a:lnTo>
                    <a:pt x="1415319" y="33400"/>
                  </a:lnTo>
                  <a:lnTo>
                    <a:pt x="1425079" y="33148"/>
                  </a:lnTo>
                  <a:lnTo>
                    <a:pt x="1434840" y="32896"/>
                  </a:lnTo>
                  <a:lnTo>
                    <a:pt x="1444601" y="32647"/>
                  </a:lnTo>
                  <a:lnTo>
                    <a:pt x="1454362" y="32487"/>
                  </a:lnTo>
                  <a:lnTo>
                    <a:pt x="1464123" y="32356"/>
                  </a:lnTo>
                  <a:lnTo>
                    <a:pt x="1473884" y="32269"/>
                  </a:lnTo>
                  <a:lnTo>
                    <a:pt x="1483644" y="32091"/>
                  </a:lnTo>
                  <a:lnTo>
                    <a:pt x="1493405" y="31955"/>
                  </a:lnTo>
                  <a:lnTo>
                    <a:pt x="1503166" y="31745"/>
                  </a:lnTo>
                  <a:lnTo>
                    <a:pt x="1512927" y="31522"/>
                  </a:lnTo>
                  <a:lnTo>
                    <a:pt x="1522688" y="31295"/>
                  </a:lnTo>
                  <a:lnTo>
                    <a:pt x="1532448" y="31066"/>
                  </a:lnTo>
                  <a:lnTo>
                    <a:pt x="1542209" y="30837"/>
                  </a:lnTo>
                  <a:lnTo>
                    <a:pt x="1551970" y="30607"/>
                  </a:lnTo>
                  <a:lnTo>
                    <a:pt x="1561731" y="30377"/>
                  </a:lnTo>
                  <a:lnTo>
                    <a:pt x="1571492" y="30147"/>
                  </a:lnTo>
                  <a:lnTo>
                    <a:pt x="1581253" y="29918"/>
                  </a:lnTo>
                  <a:lnTo>
                    <a:pt x="1591013" y="29688"/>
                  </a:lnTo>
                  <a:lnTo>
                    <a:pt x="1600774" y="29458"/>
                  </a:lnTo>
                  <a:lnTo>
                    <a:pt x="1610535" y="29227"/>
                  </a:lnTo>
                  <a:lnTo>
                    <a:pt x="1620296" y="28996"/>
                  </a:lnTo>
                  <a:lnTo>
                    <a:pt x="1630057" y="28765"/>
                  </a:lnTo>
                  <a:lnTo>
                    <a:pt x="1639818" y="28554"/>
                  </a:lnTo>
                  <a:lnTo>
                    <a:pt x="1649578" y="28298"/>
                  </a:lnTo>
                  <a:lnTo>
                    <a:pt x="1659339" y="28062"/>
                  </a:lnTo>
                  <a:lnTo>
                    <a:pt x="1669100" y="27825"/>
                  </a:lnTo>
                  <a:lnTo>
                    <a:pt x="1678861" y="27587"/>
                  </a:lnTo>
                  <a:lnTo>
                    <a:pt x="1688622" y="27349"/>
                  </a:lnTo>
                  <a:lnTo>
                    <a:pt x="1698382" y="27110"/>
                  </a:lnTo>
                  <a:lnTo>
                    <a:pt x="1708143" y="26871"/>
                  </a:lnTo>
                  <a:lnTo>
                    <a:pt x="1717904" y="26632"/>
                  </a:lnTo>
                  <a:lnTo>
                    <a:pt x="1727665" y="26394"/>
                  </a:lnTo>
                  <a:lnTo>
                    <a:pt x="1737426" y="26156"/>
                  </a:lnTo>
                  <a:lnTo>
                    <a:pt x="1747187" y="25824"/>
                  </a:lnTo>
                  <a:lnTo>
                    <a:pt x="1756947" y="25477"/>
                  </a:lnTo>
                  <a:lnTo>
                    <a:pt x="1766708" y="25128"/>
                  </a:lnTo>
                  <a:lnTo>
                    <a:pt x="1776469" y="24779"/>
                  </a:lnTo>
                  <a:lnTo>
                    <a:pt x="1786230" y="24429"/>
                  </a:lnTo>
                  <a:lnTo>
                    <a:pt x="1795991" y="24079"/>
                  </a:lnTo>
                  <a:lnTo>
                    <a:pt x="1805752" y="23727"/>
                  </a:lnTo>
                  <a:lnTo>
                    <a:pt x="1815512" y="23374"/>
                  </a:lnTo>
                  <a:lnTo>
                    <a:pt x="1825273" y="23020"/>
                  </a:lnTo>
                  <a:lnTo>
                    <a:pt x="1835034" y="22657"/>
                  </a:lnTo>
                  <a:lnTo>
                    <a:pt x="1844795" y="22319"/>
                  </a:lnTo>
                  <a:lnTo>
                    <a:pt x="1854556" y="22043"/>
                  </a:lnTo>
                  <a:lnTo>
                    <a:pt x="1864316" y="21767"/>
                  </a:lnTo>
                  <a:lnTo>
                    <a:pt x="1874077" y="21490"/>
                  </a:lnTo>
                  <a:lnTo>
                    <a:pt x="1883838" y="21215"/>
                  </a:lnTo>
                  <a:lnTo>
                    <a:pt x="1893599" y="20940"/>
                  </a:lnTo>
                  <a:lnTo>
                    <a:pt x="1903360" y="20665"/>
                  </a:lnTo>
                  <a:lnTo>
                    <a:pt x="1913121" y="20390"/>
                  </a:lnTo>
                  <a:lnTo>
                    <a:pt x="1922881" y="20090"/>
                  </a:lnTo>
                  <a:lnTo>
                    <a:pt x="1932642" y="19832"/>
                  </a:lnTo>
                  <a:lnTo>
                    <a:pt x="1942403" y="19551"/>
                  </a:lnTo>
                  <a:lnTo>
                    <a:pt x="1952164" y="19268"/>
                  </a:lnTo>
                  <a:lnTo>
                    <a:pt x="1961925" y="18988"/>
                  </a:lnTo>
                  <a:lnTo>
                    <a:pt x="1971685" y="18707"/>
                  </a:lnTo>
                  <a:lnTo>
                    <a:pt x="1981446" y="18426"/>
                  </a:lnTo>
                  <a:lnTo>
                    <a:pt x="1991207" y="18145"/>
                  </a:lnTo>
                  <a:lnTo>
                    <a:pt x="2000968" y="17865"/>
                  </a:lnTo>
                  <a:lnTo>
                    <a:pt x="2010729" y="17584"/>
                  </a:lnTo>
                  <a:lnTo>
                    <a:pt x="2020490" y="17303"/>
                  </a:lnTo>
                  <a:lnTo>
                    <a:pt x="2030250" y="17021"/>
                  </a:lnTo>
                  <a:lnTo>
                    <a:pt x="2040011" y="16738"/>
                  </a:lnTo>
                  <a:lnTo>
                    <a:pt x="2049772" y="16455"/>
                  </a:lnTo>
                  <a:lnTo>
                    <a:pt x="2059533" y="16224"/>
                  </a:lnTo>
                  <a:lnTo>
                    <a:pt x="2069294" y="16009"/>
                  </a:lnTo>
                  <a:lnTo>
                    <a:pt x="2079055" y="15764"/>
                  </a:lnTo>
                  <a:lnTo>
                    <a:pt x="2088815" y="15311"/>
                  </a:lnTo>
                  <a:lnTo>
                    <a:pt x="2098576" y="15019"/>
                  </a:lnTo>
                  <a:lnTo>
                    <a:pt x="2108337" y="14726"/>
                  </a:lnTo>
                  <a:lnTo>
                    <a:pt x="2118098" y="14425"/>
                  </a:lnTo>
                  <a:lnTo>
                    <a:pt x="2127859" y="13992"/>
                  </a:lnTo>
                  <a:lnTo>
                    <a:pt x="2137619" y="13557"/>
                  </a:lnTo>
                  <a:lnTo>
                    <a:pt x="2147380" y="13122"/>
                  </a:lnTo>
                  <a:lnTo>
                    <a:pt x="2157141" y="12802"/>
                  </a:lnTo>
                  <a:lnTo>
                    <a:pt x="2166902" y="12505"/>
                  </a:lnTo>
                  <a:lnTo>
                    <a:pt x="2176663" y="12208"/>
                  </a:lnTo>
                  <a:lnTo>
                    <a:pt x="2186424" y="11913"/>
                  </a:lnTo>
                  <a:lnTo>
                    <a:pt x="2196184" y="11617"/>
                  </a:lnTo>
                  <a:lnTo>
                    <a:pt x="2205945" y="11321"/>
                  </a:lnTo>
                  <a:lnTo>
                    <a:pt x="2215706" y="11024"/>
                  </a:lnTo>
                  <a:lnTo>
                    <a:pt x="2225467" y="10726"/>
                  </a:lnTo>
                  <a:lnTo>
                    <a:pt x="2235228" y="10428"/>
                  </a:lnTo>
                  <a:lnTo>
                    <a:pt x="2244988" y="10129"/>
                  </a:lnTo>
                  <a:lnTo>
                    <a:pt x="2254749" y="9829"/>
                  </a:lnTo>
                  <a:lnTo>
                    <a:pt x="2264510" y="9529"/>
                  </a:lnTo>
                  <a:lnTo>
                    <a:pt x="2274271" y="9228"/>
                  </a:lnTo>
                  <a:lnTo>
                    <a:pt x="2284032" y="8926"/>
                  </a:lnTo>
                  <a:lnTo>
                    <a:pt x="2293793" y="8624"/>
                  </a:lnTo>
                  <a:lnTo>
                    <a:pt x="2303553" y="8323"/>
                  </a:lnTo>
                  <a:lnTo>
                    <a:pt x="2313314" y="8022"/>
                  </a:lnTo>
                  <a:lnTo>
                    <a:pt x="2323075" y="7720"/>
                  </a:lnTo>
                  <a:lnTo>
                    <a:pt x="2332836" y="7418"/>
                  </a:lnTo>
                  <a:lnTo>
                    <a:pt x="2342597" y="7116"/>
                  </a:lnTo>
                  <a:lnTo>
                    <a:pt x="2352358" y="6813"/>
                  </a:lnTo>
                  <a:lnTo>
                    <a:pt x="2362118" y="6509"/>
                  </a:lnTo>
                  <a:lnTo>
                    <a:pt x="2371879" y="6204"/>
                  </a:lnTo>
                  <a:lnTo>
                    <a:pt x="2381640" y="5965"/>
                  </a:lnTo>
                  <a:lnTo>
                    <a:pt x="2391401" y="5591"/>
                  </a:lnTo>
                  <a:lnTo>
                    <a:pt x="2401162" y="5278"/>
                  </a:lnTo>
                  <a:lnTo>
                    <a:pt x="2410922" y="4966"/>
                  </a:lnTo>
                  <a:lnTo>
                    <a:pt x="2420683" y="4654"/>
                  </a:lnTo>
                  <a:lnTo>
                    <a:pt x="2430444" y="4323"/>
                  </a:lnTo>
                  <a:lnTo>
                    <a:pt x="2440205" y="3896"/>
                  </a:lnTo>
                  <a:lnTo>
                    <a:pt x="2449966" y="3468"/>
                  </a:lnTo>
                  <a:lnTo>
                    <a:pt x="2459727" y="3038"/>
                  </a:lnTo>
                  <a:lnTo>
                    <a:pt x="2469487" y="2607"/>
                  </a:lnTo>
                  <a:lnTo>
                    <a:pt x="2479248" y="2175"/>
                  </a:lnTo>
                  <a:lnTo>
                    <a:pt x="2489009" y="1741"/>
                  </a:lnTo>
                  <a:lnTo>
                    <a:pt x="2498770" y="1307"/>
                  </a:lnTo>
                  <a:lnTo>
                    <a:pt x="2508531" y="873"/>
                  </a:lnTo>
                  <a:lnTo>
                    <a:pt x="2518291" y="437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461961" y="4863717"/>
              <a:ext cx="2528052" cy="49070"/>
            </a:xfrm>
            <a:custGeom>
              <a:avLst/>
              <a:pathLst>
                <a:path w="2528052" h="49070">
                  <a:moveTo>
                    <a:pt x="2528052" y="49070"/>
                  </a:moveTo>
                  <a:lnTo>
                    <a:pt x="2518291" y="48920"/>
                  </a:lnTo>
                  <a:lnTo>
                    <a:pt x="2508531" y="48769"/>
                  </a:lnTo>
                  <a:lnTo>
                    <a:pt x="2498770" y="48617"/>
                  </a:lnTo>
                  <a:lnTo>
                    <a:pt x="2489009" y="48464"/>
                  </a:lnTo>
                  <a:lnTo>
                    <a:pt x="2479248" y="48309"/>
                  </a:lnTo>
                  <a:lnTo>
                    <a:pt x="2469487" y="48130"/>
                  </a:lnTo>
                  <a:lnTo>
                    <a:pt x="2459727" y="47949"/>
                  </a:lnTo>
                  <a:lnTo>
                    <a:pt x="2449966" y="47768"/>
                  </a:lnTo>
                  <a:lnTo>
                    <a:pt x="2440205" y="47585"/>
                  </a:lnTo>
                  <a:lnTo>
                    <a:pt x="2430444" y="47402"/>
                  </a:lnTo>
                  <a:lnTo>
                    <a:pt x="2420683" y="47217"/>
                  </a:lnTo>
                  <a:lnTo>
                    <a:pt x="2410922" y="47032"/>
                  </a:lnTo>
                  <a:lnTo>
                    <a:pt x="2401162" y="46860"/>
                  </a:lnTo>
                  <a:lnTo>
                    <a:pt x="2391401" y="46699"/>
                  </a:lnTo>
                  <a:lnTo>
                    <a:pt x="2381640" y="46537"/>
                  </a:lnTo>
                  <a:lnTo>
                    <a:pt x="2371879" y="46375"/>
                  </a:lnTo>
                  <a:lnTo>
                    <a:pt x="2362118" y="46212"/>
                  </a:lnTo>
                  <a:lnTo>
                    <a:pt x="2352358" y="46048"/>
                  </a:lnTo>
                  <a:lnTo>
                    <a:pt x="2342597" y="45883"/>
                  </a:lnTo>
                  <a:lnTo>
                    <a:pt x="2332836" y="45716"/>
                  </a:lnTo>
                  <a:lnTo>
                    <a:pt x="2323075" y="45549"/>
                  </a:lnTo>
                  <a:lnTo>
                    <a:pt x="2313314" y="45380"/>
                  </a:lnTo>
                  <a:lnTo>
                    <a:pt x="2303553" y="45207"/>
                  </a:lnTo>
                  <a:lnTo>
                    <a:pt x="2293793" y="44984"/>
                  </a:lnTo>
                  <a:lnTo>
                    <a:pt x="2284032" y="44759"/>
                  </a:lnTo>
                  <a:lnTo>
                    <a:pt x="2274271" y="44534"/>
                  </a:lnTo>
                  <a:lnTo>
                    <a:pt x="2264510" y="44308"/>
                  </a:lnTo>
                  <a:lnTo>
                    <a:pt x="2254749" y="44081"/>
                  </a:lnTo>
                  <a:lnTo>
                    <a:pt x="2244988" y="43854"/>
                  </a:lnTo>
                  <a:lnTo>
                    <a:pt x="2235228" y="43625"/>
                  </a:lnTo>
                  <a:lnTo>
                    <a:pt x="2225467" y="43395"/>
                  </a:lnTo>
                  <a:lnTo>
                    <a:pt x="2215706" y="43163"/>
                  </a:lnTo>
                  <a:lnTo>
                    <a:pt x="2205945" y="42931"/>
                  </a:lnTo>
                  <a:lnTo>
                    <a:pt x="2196184" y="42722"/>
                  </a:lnTo>
                  <a:lnTo>
                    <a:pt x="2186424" y="42543"/>
                  </a:lnTo>
                  <a:lnTo>
                    <a:pt x="2176663" y="42363"/>
                  </a:lnTo>
                  <a:lnTo>
                    <a:pt x="2166902" y="42183"/>
                  </a:lnTo>
                  <a:lnTo>
                    <a:pt x="2157141" y="42001"/>
                  </a:lnTo>
                  <a:lnTo>
                    <a:pt x="2147380" y="41819"/>
                  </a:lnTo>
                  <a:lnTo>
                    <a:pt x="2137619" y="41613"/>
                  </a:lnTo>
                  <a:lnTo>
                    <a:pt x="2127859" y="41361"/>
                  </a:lnTo>
                  <a:lnTo>
                    <a:pt x="2118098" y="41108"/>
                  </a:lnTo>
                  <a:lnTo>
                    <a:pt x="2108337" y="40853"/>
                  </a:lnTo>
                  <a:lnTo>
                    <a:pt x="2098576" y="40597"/>
                  </a:lnTo>
                  <a:lnTo>
                    <a:pt x="2088815" y="40395"/>
                  </a:lnTo>
                  <a:lnTo>
                    <a:pt x="2079055" y="40204"/>
                  </a:lnTo>
                  <a:lnTo>
                    <a:pt x="2069294" y="40011"/>
                  </a:lnTo>
                  <a:lnTo>
                    <a:pt x="2059533" y="39818"/>
                  </a:lnTo>
                  <a:lnTo>
                    <a:pt x="2049772" y="39599"/>
                  </a:lnTo>
                  <a:lnTo>
                    <a:pt x="2040011" y="39340"/>
                  </a:lnTo>
                  <a:lnTo>
                    <a:pt x="2030250" y="39079"/>
                  </a:lnTo>
                  <a:lnTo>
                    <a:pt x="2020490" y="38863"/>
                  </a:lnTo>
                  <a:lnTo>
                    <a:pt x="2010729" y="38653"/>
                  </a:lnTo>
                  <a:lnTo>
                    <a:pt x="2000968" y="38441"/>
                  </a:lnTo>
                  <a:lnTo>
                    <a:pt x="1991207" y="38229"/>
                  </a:lnTo>
                  <a:lnTo>
                    <a:pt x="1981446" y="38015"/>
                  </a:lnTo>
                  <a:lnTo>
                    <a:pt x="1971685" y="37799"/>
                  </a:lnTo>
                  <a:lnTo>
                    <a:pt x="1961925" y="37614"/>
                  </a:lnTo>
                  <a:lnTo>
                    <a:pt x="1952164" y="37435"/>
                  </a:lnTo>
                  <a:lnTo>
                    <a:pt x="1942403" y="37200"/>
                  </a:lnTo>
                  <a:lnTo>
                    <a:pt x="1932642" y="36940"/>
                  </a:lnTo>
                  <a:lnTo>
                    <a:pt x="1922881" y="36713"/>
                  </a:lnTo>
                  <a:lnTo>
                    <a:pt x="1913121" y="36494"/>
                  </a:lnTo>
                  <a:lnTo>
                    <a:pt x="1903360" y="36274"/>
                  </a:lnTo>
                  <a:lnTo>
                    <a:pt x="1893599" y="36053"/>
                  </a:lnTo>
                  <a:lnTo>
                    <a:pt x="1883838" y="35873"/>
                  </a:lnTo>
                  <a:lnTo>
                    <a:pt x="1874077" y="35702"/>
                  </a:lnTo>
                  <a:lnTo>
                    <a:pt x="1864316" y="35530"/>
                  </a:lnTo>
                  <a:lnTo>
                    <a:pt x="1854556" y="35357"/>
                  </a:lnTo>
                  <a:lnTo>
                    <a:pt x="1844795" y="35184"/>
                  </a:lnTo>
                  <a:lnTo>
                    <a:pt x="1835034" y="35009"/>
                  </a:lnTo>
                  <a:lnTo>
                    <a:pt x="1825273" y="34834"/>
                  </a:lnTo>
                  <a:lnTo>
                    <a:pt x="1815512" y="34658"/>
                  </a:lnTo>
                  <a:lnTo>
                    <a:pt x="1805752" y="34480"/>
                  </a:lnTo>
                  <a:lnTo>
                    <a:pt x="1795991" y="34262"/>
                  </a:lnTo>
                  <a:lnTo>
                    <a:pt x="1786230" y="34007"/>
                  </a:lnTo>
                  <a:lnTo>
                    <a:pt x="1776469" y="33749"/>
                  </a:lnTo>
                  <a:lnTo>
                    <a:pt x="1766708" y="33491"/>
                  </a:lnTo>
                  <a:lnTo>
                    <a:pt x="1756947" y="33231"/>
                  </a:lnTo>
                  <a:lnTo>
                    <a:pt x="1747187" y="32969"/>
                  </a:lnTo>
                  <a:lnTo>
                    <a:pt x="1737426" y="32707"/>
                  </a:lnTo>
                  <a:lnTo>
                    <a:pt x="1727665" y="32448"/>
                  </a:lnTo>
                  <a:lnTo>
                    <a:pt x="1717904" y="32229"/>
                  </a:lnTo>
                  <a:lnTo>
                    <a:pt x="1708143" y="32010"/>
                  </a:lnTo>
                  <a:lnTo>
                    <a:pt x="1698382" y="31790"/>
                  </a:lnTo>
                  <a:lnTo>
                    <a:pt x="1688622" y="31569"/>
                  </a:lnTo>
                  <a:lnTo>
                    <a:pt x="1678861" y="31347"/>
                  </a:lnTo>
                  <a:lnTo>
                    <a:pt x="1669100" y="31106"/>
                  </a:lnTo>
                  <a:lnTo>
                    <a:pt x="1659339" y="30839"/>
                  </a:lnTo>
                  <a:lnTo>
                    <a:pt x="1649578" y="30598"/>
                  </a:lnTo>
                  <a:lnTo>
                    <a:pt x="1639818" y="30415"/>
                  </a:lnTo>
                  <a:lnTo>
                    <a:pt x="1630057" y="30227"/>
                  </a:lnTo>
                  <a:lnTo>
                    <a:pt x="1620296" y="30001"/>
                  </a:lnTo>
                  <a:lnTo>
                    <a:pt x="1610535" y="29775"/>
                  </a:lnTo>
                  <a:lnTo>
                    <a:pt x="1600774" y="29547"/>
                  </a:lnTo>
                  <a:lnTo>
                    <a:pt x="1591013" y="29318"/>
                  </a:lnTo>
                  <a:lnTo>
                    <a:pt x="1581253" y="29089"/>
                  </a:lnTo>
                  <a:lnTo>
                    <a:pt x="1571492" y="28858"/>
                  </a:lnTo>
                  <a:lnTo>
                    <a:pt x="1561731" y="28626"/>
                  </a:lnTo>
                  <a:lnTo>
                    <a:pt x="1551970" y="28393"/>
                  </a:lnTo>
                  <a:lnTo>
                    <a:pt x="1542209" y="28159"/>
                  </a:lnTo>
                  <a:lnTo>
                    <a:pt x="1532448" y="27923"/>
                  </a:lnTo>
                  <a:lnTo>
                    <a:pt x="1522688" y="27686"/>
                  </a:lnTo>
                  <a:lnTo>
                    <a:pt x="1512927" y="27448"/>
                  </a:lnTo>
                  <a:lnTo>
                    <a:pt x="1503166" y="27209"/>
                  </a:lnTo>
                  <a:lnTo>
                    <a:pt x="1493405" y="26969"/>
                  </a:lnTo>
                  <a:lnTo>
                    <a:pt x="1483644" y="26726"/>
                  </a:lnTo>
                  <a:lnTo>
                    <a:pt x="1473884" y="26482"/>
                  </a:lnTo>
                  <a:lnTo>
                    <a:pt x="1464123" y="26238"/>
                  </a:lnTo>
                  <a:lnTo>
                    <a:pt x="1454362" y="25978"/>
                  </a:lnTo>
                  <a:lnTo>
                    <a:pt x="1444601" y="25653"/>
                  </a:lnTo>
                  <a:lnTo>
                    <a:pt x="1434840" y="25364"/>
                  </a:lnTo>
                  <a:lnTo>
                    <a:pt x="1425079" y="25084"/>
                  </a:lnTo>
                  <a:lnTo>
                    <a:pt x="1415319" y="24725"/>
                  </a:lnTo>
                  <a:lnTo>
                    <a:pt x="1405558" y="24364"/>
                  </a:lnTo>
                  <a:lnTo>
                    <a:pt x="1395797" y="24002"/>
                  </a:lnTo>
                  <a:lnTo>
                    <a:pt x="1386036" y="23664"/>
                  </a:lnTo>
                  <a:lnTo>
                    <a:pt x="1376275" y="23422"/>
                  </a:lnTo>
                  <a:lnTo>
                    <a:pt x="1366515" y="23222"/>
                  </a:lnTo>
                  <a:lnTo>
                    <a:pt x="1356754" y="23005"/>
                  </a:lnTo>
                  <a:lnTo>
                    <a:pt x="1346993" y="22829"/>
                  </a:lnTo>
                  <a:lnTo>
                    <a:pt x="1337232" y="22633"/>
                  </a:lnTo>
                  <a:lnTo>
                    <a:pt x="1327471" y="22435"/>
                  </a:lnTo>
                  <a:lnTo>
                    <a:pt x="1317710" y="22237"/>
                  </a:lnTo>
                  <a:lnTo>
                    <a:pt x="1307950" y="22038"/>
                  </a:lnTo>
                  <a:lnTo>
                    <a:pt x="1298189" y="21826"/>
                  </a:lnTo>
                  <a:lnTo>
                    <a:pt x="1288428" y="21502"/>
                  </a:lnTo>
                  <a:lnTo>
                    <a:pt x="1278667" y="21206"/>
                  </a:lnTo>
                  <a:lnTo>
                    <a:pt x="1268906" y="20991"/>
                  </a:lnTo>
                  <a:lnTo>
                    <a:pt x="1259145" y="20679"/>
                  </a:lnTo>
                  <a:lnTo>
                    <a:pt x="1249385" y="20323"/>
                  </a:lnTo>
                  <a:lnTo>
                    <a:pt x="1239624" y="19965"/>
                  </a:lnTo>
                  <a:lnTo>
                    <a:pt x="1229863" y="19637"/>
                  </a:lnTo>
                  <a:lnTo>
                    <a:pt x="1220102" y="19330"/>
                  </a:lnTo>
                  <a:lnTo>
                    <a:pt x="1210341" y="19000"/>
                  </a:lnTo>
                  <a:lnTo>
                    <a:pt x="1200581" y="18680"/>
                  </a:lnTo>
                  <a:lnTo>
                    <a:pt x="1190820" y="18358"/>
                  </a:lnTo>
                  <a:lnTo>
                    <a:pt x="1181059" y="18038"/>
                  </a:lnTo>
                  <a:lnTo>
                    <a:pt x="1171298" y="17755"/>
                  </a:lnTo>
                  <a:lnTo>
                    <a:pt x="1161537" y="17420"/>
                  </a:lnTo>
                  <a:lnTo>
                    <a:pt x="1151776" y="17081"/>
                  </a:lnTo>
                  <a:lnTo>
                    <a:pt x="1142016" y="16741"/>
                  </a:lnTo>
                  <a:lnTo>
                    <a:pt x="1132255" y="16404"/>
                  </a:lnTo>
                  <a:lnTo>
                    <a:pt x="1122494" y="16053"/>
                  </a:lnTo>
                  <a:lnTo>
                    <a:pt x="1112733" y="15709"/>
                  </a:lnTo>
                  <a:lnTo>
                    <a:pt x="1102972" y="15362"/>
                  </a:lnTo>
                  <a:lnTo>
                    <a:pt x="1093212" y="15078"/>
                  </a:lnTo>
                  <a:lnTo>
                    <a:pt x="1083451" y="14724"/>
                  </a:lnTo>
                  <a:lnTo>
                    <a:pt x="1073690" y="14372"/>
                  </a:lnTo>
                  <a:lnTo>
                    <a:pt x="1063929" y="13960"/>
                  </a:lnTo>
                  <a:lnTo>
                    <a:pt x="1054168" y="13605"/>
                  </a:lnTo>
                  <a:lnTo>
                    <a:pt x="1044407" y="13319"/>
                  </a:lnTo>
                  <a:lnTo>
                    <a:pt x="1034647" y="13052"/>
                  </a:lnTo>
                  <a:lnTo>
                    <a:pt x="1024886" y="12710"/>
                  </a:lnTo>
                  <a:lnTo>
                    <a:pt x="1015125" y="12366"/>
                  </a:lnTo>
                  <a:lnTo>
                    <a:pt x="1005364" y="12022"/>
                  </a:lnTo>
                  <a:lnTo>
                    <a:pt x="995603" y="11740"/>
                  </a:lnTo>
                  <a:lnTo>
                    <a:pt x="985842" y="11389"/>
                  </a:lnTo>
                  <a:lnTo>
                    <a:pt x="976082" y="11034"/>
                  </a:lnTo>
                  <a:lnTo>
                    <a:pt x="966321" y="10757"/>
                  </a:lnTo>
                  <a:lnTo>
                    <a:pt x="956560" y="10545"/>
                  </a:lnTo>
                  <a:lnTo>
                    <a:pt x="946799" y="10332"/>
                  </a:lnTo>
                  <a:lnTo>
                    <a:pt x="937038" y="10115"/>
                  </a:lnTo>
                  <a:lnTo>
                    <a:pt x="927278" y="9895"/>
                  </a:lnTo>
                  <a:lnTo>
                    <a:pt x="917517" y="9633"/>
                  </a:lnTo>
                  <a:lnTo>
                    <a:pt x="907756" y="9240"/>
                  </a:lnTo>
                  <a:lnTo>
                    <a:pt x="897995" y="8971"/>
                  </a:lnTo>
                  <a:lnTo>
                    <a:pt x="888234" y="8637"/>
                  </a:lnTo>
                  <a:lnTo>
                    <a:pt x="878473" y="8382"/>
                  </a:lnTo>
                  <a:lnTo>
                    <a:pt x="868713" y="8228"/>
                  </a:lnTo>
                  <a:lnTo>
                    <a:pt x="858952" y="7926"/>
                  </a:lnTo>
                  <a:lnTo>
                    <a:pt x="849191" y="7518"/>
                  </a:lnTo>
                  <a:lnTo>
                    <a:pt x="839430" y="7213"/>
                  </a:lnTo>
                  <a:lnTo>
                    <a:pt x="829669" y="6815"/>
                  </a:lnTo>
                  <a:lnTo>
                    <a:pt x="819909" y="6496"/>
                  </a:lnTo>
                  <a:lnTo>
                    <a:pt x="810148" y="6216"/>
                  </a:lnTo>
                  <a:lnTo>
                    <a:pt x="800387" y="5998"/>
                  </a:lnTo>
                  <a:lnTo>
                    <a:pt x="790626" y="5863"/>
                  </a:lnTo>
                  <a:lnTo>
                    <a:pt x="780865" y="5598"/>
                  </a:lnTo>
                  <a:lnTo>
                    <a:pt x="771104" y="5399"/>
                  </a:lnTo>
                  <a:lnTo>
                    <a:pt x="761344" y="5118"/>
                  </a:lnTo>
                  <a:lnTo>
                    <a:pt x="751583" y="4894"/>
                  </a:lnTo>
                  <a:lnTo>
                    <a:pt x="741822" y="4809"/>
                  </a:lnTo>
                  <a:lnTo>
                    <a:pt x="732061" y="4631"/>
                  </a:lnTo>
                  <a:lnTo>
                    <a:pt x="722300" y="4349"/>
                  </a:lnTo>
                  <a:lnTo>
                    <a:pt x="712539" y="4103"/>
                  </a:lnTo>
                  <a:lnTo>
                    <a:pt x="702779" y="3897"/>
                  </a:lnTo>
                  <a:lnTo>
                    <a:pt x="693018" y="3655"/>
                  </a:lnTo>
                  <a:lnTo>
                    <a:pt x="683257" y="3385"/>
                  </a:lnTo>
                  <a:lnTo>
                    <a:pt x="673496" y="3055"/>
                  </a:lnTo>
                  <a:lnTo>
                    <a:pt x="663735" y="2860"/>
                  </a:lnTo>
                  <a:lnTo>
                    <a:pt x="653975" y="2699"/>
                  </a:lnTo>
                  <a:lnTo>
                    <a:pt x="644214" y="2510"/>
                  </a:lnTo>
                  <a:lnTo>
                    <a:pt x="634453" y="2283"/>
                  </a:lnTo>
                  <a:lnTo>
                    <a:pt x="624692" y="2145"/>
                  </a:lnTo>
                  <a:lnTo>
                    <a:pt x="614931" y="2119"/>
                  </a:lnTo>
                  <a:lnTo>
                    <a:pt x="605170" y="2077"/>
                  </a:lnTo>
                  <a:lnTo>
                    <a:pt x="595410" y="2025"/>
                  </a:lnTo>
                  <a:lnTo>
                    <a:pt x="585649" y="1884"/>
                  </a:lnTo>
                  <a:lnTo>
                    <a:pt x="575888" y="1671"/>
                  </a:lnTo>
                  <a:lnTo>
                    <a:pt x="566127" y="1591"/>
                  </a:lnTo>
                  <a:lnTo>
                    <a:pt x="556366" y="1411"/>
                  </a:lnTo>
                  <a:lnTo>
                    <a:pt x="546606" y="1293"/>
                  </a:lnTo>
                  <a:lnTo>
                    <a:pt x="536845" y="1291"/>
                  </a:lnTo>
                  <a:lnTo>
                    <a:pt x="527084" y="1071"/>
                  </a:lnTo>
                  <a:lnTo>
                    <a:pt x="517323" y="1095"/>
                  </a:lnTo>
                  <a:lnTo>
                    <a:pt x="507562" y="1094"/>
                  </a:lnTo>
                  <a:lnTo>
                    <a:pt x="497801" y="1023"/>
                  </a:lnTo>
                  <a:lnTo>
                    <a:pt x="488041" y="953"/>
                  </a:lnTo>
                  <a:lnTo>
                    <a:pt x="478280" y="822"/>
                  </a:lnTo>
                  <a:lnTo>
                    <a:pt x="468519" y="880"/>
                  </a:lnTo>
                  <a:lnTo>
                    <a:pt x="458758" y="704"/>
                  </a:lnTo>
                  <a:lnTo>
                    <a:pt x="448997" y="811"/>
                  </a:lnTo>
                  <a:lnTo>
                    <a:pt x="439236" y="866"/>
                  </a:lnTo>
                  <a:lnTo>
                    <a:pt x="429476" y="691"/>
                  </a:lnTo>
                  <a:lnTo>
                    <a:pt x="419715" y="515"/>
                  </a:lnTo>
                  <a:lnTo>
                    <a:pt x="409954" y="339"/>
                  </a:lnTo>
                  <a:lnTo>
                    <a:pt x="400193" y="405"/>
                  </a:lnTo>
                  <a:lnTo>
                    <a:pt x="390432" y="277"/>
                  </a:lnTo>
                  <a:lnTo>
                    <a:pt x="380672" y="150"/>
                  </a:lnTo>
                  <a:lnTo>
                    <a:pt x="370911" y="45"/>
                  </a:lnTo>
                  <a:lnTo>
                    <a:pt x="361150" y="32"/>
                  </a:lnTo>
                  <a:lnTo>
                    <a:pt x="351389" y="17"/>
                  </a:lnTo>
                  <a:lnTo>
                    <a:pt x="341628" y="0"/>
                  </a:lnTo>
                  <a:lnTo>
                    <a:pt x="331867" y="99"/>
                  </a:lnTo>
                  <a:lnTo>
                    <a:pt x="322107" y="78"/>
                  </a:lnTo>
                  <a:lnTo>
                    <a:pt x="312346" y="204"/>
                  </a:lnTo>
                  <a:lnTo>
                    <a:pt x="302585" y="77"/>
                  </a:lnTo>
                  <a:lnTo>
                    <a:pt x="292824" y="142"/>
                  </a:lnTo>
                  <a:lnTo>
                    <a:pt x="283063" y="217"/>
                  </a:lnTo>
                  <a:lnTo>
                    <a:pt x="273303" y="287"/>
                  </a:lnTo>
                  <a:lnTo>
                    <a:pt x="263542" y="356"/>
                  </a:lnTo>
                  <a:lnTo>
                    <a:pt x="253781" y="428"/>
                  </a:lnTo>
                  <a:lnTo>
                    <a:pt x="244020" y="309"/>
                  </a:lnTo>
                  <a:lnTo>
                    <a:pt x="234259" y="182"/>
                  </a:lnTo>
                  <a:lnTo>
                    <a:pt x="224498" y="72"/>
                  </a:lnTo>
                  <a:lnTo>
                    <a:pt x="214738" y="192"/>
                  </a:lnTo>
                  <a:lnTo>
                    <a:pt x="204977" y="164"/>
                  </a:lnTo>
                  <a:lnTo>
                    <a:pt x="195216" y="72"/>
                  </a:lnTo>
                  <a:lnTo>
                    <a:pt x="185455" y="143"/>
                  </a:lnTo>
                  <a:lnTo>
                    <a:pt x="175694" y="218"/>
                  </a:lnTo>
                  <a:lnTo>
                    <a:pt x="165933" y="290"/>
                  </a:lnTo>
                  <a:lnTo>
                    <a:pt x="156173" y="287"/>
                  </a:lnTo>
                  <a:lnTo>
                    <a:pt x="146412" y="454"/>
                  </a:lnTo>
                  <a:lnTo>
                    <a:pt x="136651" y="516"/>
                  </a:lnTo>
                  <a:lnTo>
                    <a:pt x="126890" y="639"/>
                  </a:lnTo>
                  <a:lnTo>
                    <a:pt x="117129" y="661"/>
                  </a:lnTo>
                  <a:lnTo>
                    <a:pt x="107369" y="811"/>
                  </a:lnTo>
                  <a:lnTo>
                    <a:pt x="97608" y="890"/>
                  </a:lnTo>
                  <a:lnTo>
                    <a:pt x="87847" y="1005"/>
                  </a:lnTo>
                  <a:lnTo>
                    <a:pt x="78086" y="1119"/>
                  </a:lnTo>
                  <a:lnTo>
                    <a:pt x="68325" y="1232"/>
                  </a:lnTo>
                  <a:lnTo>
                    <a:pt x="58564" y="1344"/>
                  </a:lnTo>
                  <a:lnTo>
                    <a:pt x="48804" y="1457"/>
                  </a:lnTo>
                  <a:lnTo>
                    <a:pt x="39043" y="1566"/>
                  </a:lnTo>
                  <a:lnTo>
                    <a:pt x="29282" y="1803"/>
                  </a:lnTo>
                  <a:lnTo>
                    <a:pt x="19521" y="1783"/>
                  </a:lnTo>
                  <a:lnTo>
                    <a:pt x="9760" y="1891"/>
                  </a:lnTo>
                  <a:lnTo>
                    <a:pt x="0" y="1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461961" y="4757092"/>
              <a:ext cx="2528052" cy="126689"/>
            </a:xfrm>
            <a:custGeom>
              <a:avLst/>
              <a:pathLst>
                <a:path w="2528052" h="126689">
                  <a:moveTo>
                    <a:pt x="0" y="83792"/>
                  </a:moveTo>
                  <a:lnTo>
                    <a:pt x="9760" y="83819"/>
                  </a:lnTo>
                  <a:lnTo>
                    <a:pt x="19521" y="83916"/>
                  </a:lnTo>
                  <a:lnTo>
                    <a:pt x="29282" y="84097"/>
                  </a:lnTo>
                  <a:lnTo>
                    <a:pt x="39043" y="84219"/>
                  </a:lnTo>
                  <a:lnTo>
                    <a:pt x="48804" y="84396"/>
                  </a:lnTo>
                  <a:lnTo>
                    <a:pt x="58564" y="84574"/>
                  </a:lnTo>
                  <a:lnTo>
                    <a:pt x="68325" y="84751"/>
                  </a:lnTo>
                  <a:lnTo>
                    <a:pt x="78086" y="84928"/>
                  </a:lnTo>
                  <a:lnTo>
                    <a:pt x="87847" y="85104"/>
                  </a:lnTo>
                  <a:lnTo>
                    <a:pt x="97608" y="85133"/>
                  </a:lnTo>
                  <a:lnTo>
                    <a:pt x="107369" y="85228"/>
                  </a:lnTo>
                  <a:lnTo>
                    <a:pt x="117129" y="85360"/>
                  </a:lnTo>
                  <a:lnTo>
                    <a:pt x="126890" y="85470"/>
                  </a:lnTo>
                  <a:lnTo>
                    <a:pt x="136651" y="85679"/>
                  </a:lnTo>
                  <a:lnTo>
                    <a:pt x="146412" y="85829"/>
                  </a:lnTo>
                  <a:lnTo>
                    <a:pt x="156173" y="85857"/>
                  </a:lnTo>
                  <a:lnTo>
                    <a:pt x="165933" y="85873"/>
                  </a:lnTo>
                  <a:lnTo>
                    <a:pt x="175694" y="85888"/>
                  </a:lnTo>
                  <a:lnTo>
                    <a:pt x="185455" y="85899"/>
                  </a:lnTo>
                  <a:lnTo>
                    <a:pt x="195216" y="85880"/>
                  </a:lnTo>
                  <a:lnTo>
                    <a:pt x="204977" y="85859"/>
                  </a:lnTo>
                  <a:lnTo>
                    <a:pt x="214738" y="85954"/>
                  </a:lnTo>
                  <a:lnTo>
                    <a:pt x="224498" y="86047"/>
                  </a:lnTo>
                  <a:lnTo>
                    <a:pt x="234259" y="86149"/>
                  </a:lnTo>
                  <a:lnTo>
                    <a:pt x="244020" y="86111"/>
                  </a:lnTo>
                  <a:lnTo>
                    <a:pt x="253781" y="86195"/>
                  </a:lnTo>
                  <a:lnTo>
                    <a:pt x="263542" y="86341"/>
                  </a:lnTo>
                  <a:lnTo>
                    <a:pt x="273303" y="86309"/>
                  </a:lnTo>
                  <a:lnTo>
                    <a:pt x="283063" y="86259"/>
                  </a:lnTo>
                  <a:lnTo>
                    <a:pt x="292824" y="86282"/>
                  </a:lnTo>
                  <a:lnTo>
                    <a:pt x="302585" y="86304"/>
                  </a:lnTo>
                  <a:lnTo>
                    <a:pt x="312346" y="86244"/>
                  </a:lnTo>
                  <a:lnTo>
                    <a:pt x="322107" y="86164"/>
                  </a:lnTo>
                  <a:lnTo>
                    <a:pt x="331867" y="86219"/>
                  </a:lnTo>
                  <a:lnTo>
                    <a:pt x="341628" y="86226"/>
                  </a:lnTo>
                  <a:lnTo>
                    <a:pt x="351389" y="86212"/>
                  </a:lnTo>
                  <a:lnTo>
                    <a:pt x="361150" y="86366"/>
                  </a:lnTo>
                  <a:lnTo>
                    <a:pt x="370911" y="86454"/>
                  </a:lnTo>
                  <a:lnTo>
                    <a:pt x="380672" y="86522"/>
                  </a:lnTo>
                  <a:lnTo>
                    <a:pt x="390432" y="86572"/>
                  </a:lnTo>
                  <a:lnTo>
                    <a:pt x="400193" y="86664"/>
                  </a:lnTo>
                  <a:lnTo>
                    <a:pt x="409954" y="86694"/>
                  </a:lnTo>
                  <a:lnTo>
                    <a:pt x="419715" y="86728"/>
                  </a:lnTo>
                  <a:lnTo>
                    <a:pt x="429476" y="86835"/>
                  </a:lnTo>
                  <a:lnTo>
                    <a:pt x="439236" y="86989"/>
                  </a:lnTo>
                  <a:lnTo>
                    <a:pt x="448997" y="86827"/>
                  </a:lnTo>
                  <a:lnTo>
                    <a:pt x="458758" y="86825"/>
                  </a:lnTo>
                  <a:lnTo>
                    <a:pt x="468519" y="86944"/>
                  </a:lnTo>
                  <a:lnTo>
                    <a:pt x="478280" y="87019"/>
                  </a:lnTo>
                  <a:lnTo>
                    <a:pt x="488041" y="86937"/>
                  </a:lnTo>
                  <a:lnTo>
                    <a:pt x="497801" y="87066"/>
                  </a:lnTo>
                  <a:lnTo>
                    <a:pt x="507562" y="86895"/>
                  </a:lnTo>
                  <a:lnTo>
                    <a:pt x="517323" y="86785"/>
                  </a:lnTo>
                  <a:lnTo>
                    <a:pt x="527084" y="86768"/>
                  </a:lnTo>
                  <a:lnTo>
                    <a:pt x="536845" y="86633"/>
                  </a:lnTo>
                  <a:lnTo>
                    <a:pt x="546606" y="86490"/>
                  </a:lnTo>
                  <a:lnTo>
                    <a:pt x="556366" y="86502"/>
                  </a:lnTo>
                  <a:lnTo>
                    <a:pt x="566127" y="86260"/>
                  </a:lnTo>
                  <a:lnTo>
                    <a:pt x="575888" y="86348"/>
                  </a:lnTo>
                  <a:lnTo>
                    <a:pt x="585649" y="86292"/>
                  </a:lnTo>
                  <a:lnTo>
                    <a:pt x="595410" y="86183"/>
                  </a:lnTo>
                  <a:lnTo>
                    <a:pt x="605170" y="86060"/>
                  </a:lnTo>
                  <a:lnTo>
                    <a:pt x="614931" y="86016"/>
                  </a:lnTo>
                  <a:lnTo>
                    <a:pt x="624692" y="86034"/>
                  </a:lnTo>
                  <a:lnTo>
                    <a:pt x="634453" y="85954"/>
                  </a:lnTo>
                  <a:lnTo>
                    <a:pt x="644214" y="85774"/>
                  </a:lnTo>
                  <a:lnTo>
                    <a:pt x="653975" y="85685"/>
                  </a:lnTo>
                  <a:lnTo>
                    <a:pt x="663735" y="85630"/>
                  </a:lnTo>
                  <a:lnTo>
                    <a:pt x="673496" y="85526"/>
                  </a:lnTo>
                  <a:lnTo>
                    <a:pt x="683257" y="85308"/>
                  </a:lnTo>
                  <a:lnTo>
                    <a:pt x="693018" y="85274"/>
                  </a:lnTo>
                  <a:lnTo>
                    <a:pt x="702779" y="85268"/>
                  </a:lnTo>
                  <a:lnTo>
                    <a:pt x="712539" y="85272"/>
                  </a:lnTo>
                  <a:lnTo>
                    <a:pt x="722300" y="85106"/>
                  </a:lnTo>
                  <a:lnTo>
                    <a:pt x="732061" y="84734"/>
                  </a:lnTo>
                  <a:lnTo>
                    <a:pt x="741822" y="84513"/>
                  </a:lnTo>
                  <a:lnTo>
                    <a:pt x="751583" y="84547"/>
                  </a:lnTo>
                  <a:lnTo>
                    <a:pt x="761344" y="84534"/>
                  </a:lnTo>
                  <a:lnTo>
                    <a:pt x="771104" y="84261"/>
                  </a:lnTo>
                  <a:lnTo>
                    <a:pt x="780865" y="84383"/>
                  </a:lnTo>
                  <a:lnTo>
                    <a:pt x="790626" y="84441"/>
                  </a:lnTo>
                  <a:lnTo>
                    <a:pt x="800387" y="84352"/>
                  </a:lnTo>
                  <a:lnTo>
                    <a:pt x="810148" y="84245"/>
                  </a:lnTo>
                  <a:lnTo>
                    <a:pt x="819909" y="83990"/>
                  </a:lnTo>
                  <a:lnTo>
                    <a:pt x="829669" y="83685"/>
                  </a:lnTo>
                  <a:lnTo>
                    <a:pt x="839430" y="83536"/>
                  </a:lnTo>
                  <a:lnTo>
                    <a:pt x="849191" y="83305"/>
                  </a:lnTo>
                  <a:lnTo>
                    <a:pt x="858952" y="83104"/>
                  </a:lnTo>
                  <a:lnTo>
                    <a:pt x="868713" y="82927"/>
                  </a:lnTo>
                  <a:lnTo>
                    <a:pt x="878473" y="82702"/>
                  </a:lnTo>
                  <a:lnTo>
                    <a:pt x="888234" y="82411"/>
                  </a:lnTo>
                  <a:lnTo>
                    <a:pt x="897995" y="82122"/>
                  </a:lnTo>
                  <a:lnTo>
                    <a:pt x="907756" y="81877"/>
                  </a:lnTo>
                  <a:lnTo>
                    <a:pt x="917517" y="81780"/>
                  </a:lnTo>
                  <a:lnTo>
                    <a:pt x="927278" y="81462"/>
                  </a:lnTo>
                  <a:lnTo>
                    <a:pt x="937038" y="81142"/>
                  </a:lnTo>
                  <a:lnTo>
                    <a:pt x="946799" y="80820"/>
                  </a:lnTo>
                  <a:lnTo>
                    <a:pt x="956560" y="80497"/>
                  </a:lnTo>
                  <a:lnTo>
                    <a:pt x="966321" y="80188"/>
                  </a:lnTo>
                  <a:lnTo>
                    <a:pt x="976082" y="79849"/>
                  </a:lnTo>
                  <a:lnTo>
                    <a:pt x="985842" y="79519"/>
                  </a:lnTo>
                  <a:lnTo>
                    <a:pt x="995603" y="79195"/>
                  </a:lnTo>
                  <a:lnTo>
                    <a:pt x="1005364" y="78893"/>
                  </a:lnTo>
                  <a:lnTo>
                    <a:pt x="1015125" y="78748"/>
                  </a:lnTo>
                  <a:lnTo>
                    <a:pt x="1024886" y="78550"/>
                  </a:lnTo>
                  <a:lnTo>
                    <a:pt x="1034647" y="78395"/>
                  </a:lnTo>
                  <a:lnTo>
                    <a:pt x="1044407" y="78160"/>
                  </a:lnTo>
                  <a:lnTo>
                    <a:pt x="1054168" y="77805"/>
                  </a:lnTo>
                  <a:lnTo>
                    <a:pt x="1063929" y="77457"/>
                  </a:lnTo>
                  <a:lnTo>
                    <a:pt x="1073690" y="77110"/>
                  </a:lnTo>
                  <a:lnTo>
                    <a:pt x="1083451" y="76767"/>
                  </a:lnTo>
                  <a:lnTo>
                    <a:pt x="1093212" y="76460"/>
                  </a:lnTo>
                  <a:lnTo>
                    <a:pt x="1102972" y="76158"/>
                  </a:lnTo>
                  <a:lnTo>
                    <a:pt x="1112733" y="75821"/>
                  </a:lnTo>
                  <a:lnTo>
                    <a:pt x="1122494" y="75483"/>
                  </a:lnTo>
                  <a:lnTo>
                    <a:pt x="1132255" y="75146"/>
                  </a:lnTo>
                  <a:lnTo>
                    <a:pt x="1142016" y="74920"/>
                  </a:lnTo>
                  <a:lnTo>
                    <a:pt x="1151776" y="74483"/>
                  </a:lnTo>
                  <a:lnTo>
                    <a:pt x="1161537" y="74193"/>
                  </a:lnTo>
                  <a:lnTo>
                    <a:pt x="1171298" y="73767"/>
                  </a:lnTo>
                  <a:lnTo>
                    <a:pt x="1181059" y="73400"/>
                  </a:lnTo>
                  <a:lnTo>
                    <a:pt x="1190820" y="73091"/>
                  </a:lnTo>
                  <a:lnTo>
                    <a:pt x="1200581" y="72774"/>
                  </a:lnTo>
                  <a:lnTo>
                    <a:pt x="1210341" y="72446"/>
                  </a:lnTo>
                  <a:lnTo>
                    <a:pt x="1220102" y="72048"/>
                  </a:lnTo>
                  <a:lnTo>
                    <a:pt x="1229863" y="71697"/>
                  </a:lnTo>
                  <a:lnTo>
                    <a:pt x="1239624" y="71344"/>
                  </a:lnTo>
                  <a:lnTo>
                    <a:pt x="1249385" y="70991"/>
                  </a:lnTo>
                  <a:lnTo>
                    <a:pt x="1259145" y="70638"/>
                  </a:lnTo>
                  <a:lnTo>
                    <a:pt x="1268906" y="70166"/>
                  </a:lnTo>
                  <a:lnTo>
                    <a:pt x="1278667" y="69623"/>
                  </a:lnTo>
                  <a:lnTo>
                    <a:pt x="1288428" y="69249"/>
                  </a:lnTo>
                  <a:lnTo>
                    <a:pt x="1298189" y="68883"/>
                  </a:lnTo>
                  <a:lnTo>
                    <a:pt x="1307950" y="68653"/>
                  </a:lnTo>
                  <a:lnTo>
                    <a:pt x="1317710" y="68351"/>
                  </a:lnTo>
                  <a:lnTo>
                    <a:pt x="1327471" y="67866"/>
                  </a:lnTo>
                  <a:lnTo>
                    <a:pt x="1337232" y="67595"/>
                  </a:lnTo>
                  <a:lnTo>
                    <a:pt x="1346993" y="67311"/>
                  </a:lnTo>
                  <a:lnTo>
                    <a:pt x="1356754" y="67049"/>
                  </a:lnTo>
                  <a:lnTo>
                    <a:pt x="1366515" y="66629"/>
                  </a:lnTo>
                  <a:lnTo>
                    <a:pt x="1376275" y="66145"/>
                  </a:lnTo>
                  <a:lnTo>
                    <a:pt x="1386036" y="65603"/>
                  </a:lnTo>
                  <a:lnTo>
                    <a:pt x="1395797" y="65266"/>
                  </a:lnTo>
                  <a:lnTo>
                    <a:pt x="1405558" y="64736"/>
                  </a:lnTo>
                  <a:lnTo>
                    <a:pt x="1415319" y="64348"/>
                  </a:lnTo>
                  <a:lnTo>
                    <a:pt x="1425079" y="63882"/>
                  </a:lnTo>
                  <a:lnTo>
                    <a:pt x="1434840" y="63419"/>
                  </a:lnTo>
                  <a:lnTo>
                    <a:pt x="1444601" y="62955"/>
                  </a:lnTo>
                  <a:lnTo>
                    <a:pt x="1454362" y="62555"/>
                  </a:lnTo>
                  <a:lnTo>
                    <a:pt x="1464123" y="62172"/>
                  </a:lnTo>
                  <a:lnTo>
                    <a:pt x="1473884" y="61789"/>
                  </a:lnTo>
                  <a:lnTo>
                    <a:pt x="1483644" y="61405"/>
                  </a:lnTo>
                  <a:lnTo>
                    <a:pt x="1493405" y="60931"/>
                  </a:lnTo>
                  <a:lnTo>
                    <a:pt x="1503166" y="60634"/>
                  </a:lnTo>
                  <a:lnTo>
                    <a:pt x="1512927" y="60247"/>
                  </a:lnTo>
                  <a:lnTo>
                    <a:pt x="1522688" y="59845"/>
                  </a:lnTo>
                  <a:lnTo>
                    <a:pt x="1532448" y="59392"/>
                  </a:lnTo>
                  <a:lnTo>
                    <a:pt x="1542209" y="59005"/>
                  </a:lnTo>
                  <a:lnTo>
                    <a:pt x="1551970" y="58575"/>
                  </a:lnTo>
                  <a:lnTo>
                    <a:pt x="1561731" y="58096"/>
                  </a:lnTo>
                  <a:lnTo>
                    <a:pt x="1571492" y="57734"/>
                  </a:lnTo>
                  <a:lnTo>
                    <a:pt x="1581253" y="57371"/>
                  </a:lnTo>
                  <a:lnTo>
                    <a:pt x="1591013" y="56965"/>
                  </a:lnTo>
                  <a:lnTo>
                    <a:pt x="1600774" y="56463"/>
                  </a:lnTo>
                  <a:lnTo>
                    <a:pt x="1610535" y="55959"/>
                  </a:lnTo>
                  <a:lnTo>
                    <a:pt x="1620296" y="55453"/>
                  </a:lnTo>
                  <a:lnTo>
                    <a:pt x="1630057" y="54946"/>
                  </a:lnTo>
                  <a:lnTo>
                    <a:pt x="1639818" y="54436"/>
                  </a:lnTo>
                  <a:lnTo>
                    <a:pt x="1649578" y="53924"/>
                  </a:lnTo>
                  <a:lnTo>
                    <a:pt x="1659339" y="53411"/>
                  </a:lnTo>
                  <a:lnTo>
                    <a:pt x="1669100" y="52895"/>
                  </a:lnTo>
                  <a:lnTo>
                    <a:pt x="1678861" y="52377"/>
                  </a:lnTo>
                  <a:lnTo>
                    <a:pt x="1688622" y="51858"/>
                  </a:lnTo>
                  <a:lnTo>
                    <a:pt x="1698382" y="51336"/>
                  </a:lnTo>
                  <a:lnTo>
                    <a:pt x="1708143" y="50820"/>
                  </a:lnTo>
                  <a:lnTo>
                    <a:pt x="1717904" y="50328"/>
                  </a:lnTo>
                  <a:lnTo>
                    <a:pt x="1727665" y="49833"/>
                  </a:lnTo>
                  <a:lnTo>
                    <a:pt x="1737426" y="49341"/>
                  </a:lnTo>
                  <a:lnTo>
                    <a:pt x="1747187" y="48912"/>
                  </a:lnTo>
                  <a:lnTo>
                    <a:pt x="1756947" y="48481"/>
                  </a:lnTo>
                  <a:lnTo>
                    <a:pt x="1766708" y="48049"/>
                  </a:lnTo>
                  <a:lnTo>
                    <a:pt x="1776469" y="47616"/>
                  </a:lnTo>
                  <a:lnTo>
                    <a:pt x="1786230" y="47072"/>
                  </a:lnTo>
                  <a:lnTo>
                    <a:pt x="1795991" y="46422"/>
                  </a:lnTo>
                  <a:lnTo>
                    <a:pt x="1805752" y="45818"/>
                  </a:lnTo>
                  <a:lnTo>
                    <a:pt x="1815512" y="45161"/>
                  </a:lnTo>
                  <a:lnTo>
                    <a:pt x="1825273" y="44463"/>
                  </a:lnTo>
                  <a:lnTo>
                    <a:pt x="1835034" y="43856"/>
                  </a:lnTo>
                  <a:lnTo>
                    <a:pt x="1844795" y="43245"/>
                  </a:lnTo>
                  <a:lnTo>
                    <a:pt x="1854556" y="42690"/>
                  </a:lnTo>
                  <a:lnTo>
                    <a:pt x="1864316" y="42139"/>
                  </a:lnTo>
                  <a:lnTo>
                    <a:pt x="1874077" y="41634"/>
                  </a:lnTo>
                  <a:lnTo>
                    <a:pt x="1883838" y="41126"/>
                  </a:lnTo>
                  <a:lnTo>
                    <a:pt x="1893599" y="40617"/>
                  </a:lnTo>
                  <a:lnTo>
                    <a:pt x="1903360" y="40106"/>
                  </a:lnTo>
                  <a:lnTo>
                    <a:pt x="1913121" y="39505"/>
                  </a:lnTo>
                  <a:lnTo>
                    <a:pt x="1922881" y="38870"/>
                  </a:lnTo>
                  <a:lnTo>
                    <a:pt x="1932642" y="38399"/>
                  </a:lnTo>
                  <a:lnTo>
                    <a:pt x="1942403" y="37955"/>
                  </a:lnTo>
                  <a:lnTo>
                    <a:pt x="1952164" y="37367"/>
                  </a:lnTo>
                  <a:lnTo>
                    <a:pt x="1961925" y="36775"/>
                  </a:lnTo>
                  <a:lnTo>
                    <a:pt x="1971685" y="36224"/>
                  </a:lnTo>
                  <a:lnTo>
                    <a:pt x="1981446" y="35705"/>
                  </a:lnTo>
                  <a:lnTo>
                    <a:pt x="1991207" y="35185"/>
                  </a:lnTo>
                  <a:lnTo>
                    <a:pt x="2000968" y="34663"/>
                  </a:lnTo>
                  <a:lnTo>
                    <a:pt x="2010729" y="34139"/>
                  </a:lnTo>
                  <a:lnTo>
                    <a:pt x="2020490" y="33617"/>
                  </a:lnTo>
                  <a:lnTo>
                    <a:pt x="2030250" y="33092"/>
                  </a:lnTo>
                  <a:lnTo>
                    <a:pt x="2040011" y="32566"/>
                  </a:lnTo>
                  <a:lnTo>
                    <a:pt x="2049772" y="31968"/>
                  </a:lnTo>
                  <a:lnTo>
                    <a:pt x="2059533" y="31402"/>
                  </a:lnTo>
                  <a:lnTo>
                    <a:pt x="2069294" y="30921"/>
                  </a:lnTo>
                  <a:lnTo>
                    <a:pt x="2079055" y="30432"/>
                  </a:lnTo>
                  <a:lnTo>
                    <a:pt x="2088815" y="29893"/>
                  </a:lnTo>
                  <a:lnTo>
                    <a:pt x="2098576" y="29351"/>
                  </a:lnTo>
                  <a:lnTo>
                    <a:pt x="2108337" y="28807"/>
                  </a:lnTo>
                  <a:lnTo>
                    <a:pt x="2118098" y="28261"/>
                  </a:lnTo>
                  <a:lnTo>
                    <a:pt x="2127859" y="27713"/>
                  </a:lnTo>
                  <a:lnTo>
                    <a:pt x="2137619" y="27163"/>
                  </a:lnTo>
                  <a:lnTo>
                    <a:pt x="2147380" y="26611"/>
                  </a:lnTo>
                  <a:lnTo>
                    <a:pt x="2157141" y="26057"/>
                  </a:lnTo>
                  <a:lnTo>
                    <a:pt x="2166902" y="25501"/>
                  </a:lnTo>
                  <a:lnTo>
                    <a:pt x="2176663" y="24943"/>
                  </a:lnTo>
                  <a:lnTo>
                    <a:pt x="2186424" y="24383"/>
                  </a:lnTo>
                  <a:lnTo>
                    <a:pt x="2196184" y="23821"/>
                  </a:lnTo>
                  <a:lnTo>
                    <a:pt x="2205945" y="23256"/>
                  </a:lnTo>
                  <a:lnTo>
                    <a:pt x="2215706" y="22643"/>
                  </a:lnTo>
                  <a:lnTo>
                    <a:pt x="2225467" y="21967"/>
                  </a:lnTo>
                  <a:lnTo>
                    <a:pt x="2235228" y="21291"/>
                  </a:lnTo>
                  <a:lnTo>
                    <a:pt x="2244988" y="20612"/>
                  </a:lnTo>
                  <a:lnTo>
                    <a:pt x="2254749" y="19930"/>
                  </a:lnTo>
                  <a:lnTo>
                    <a:pt x="2264510" y="19245"/>
                  </a:lnTo>
                  <a:lnTo>
                    <a:pt x="2274271" y="18557"/>
                  </a:lnTo>
                  <a:lnTo>
                    <a:pt x="2284032" y="17867"/>
                  </a:lnTo>
                  <a:lnTo>
                    <a:pt x="2293793" y="17270"/>
                  </a:lnTo>
                  <a:lnTo>
                    <a:pt x="2303553" y="16668"/>
                  </a:lnTo>
                  <a:lnTo>
                    <a:pt x="2313314" y="15904"/>
                  </a:lnTo>
                  <a:lnTo>
                    <a:pt x="2323075" y="15137"/>
                  </a:lnTo>
                  <a:lnTo>
                    <a:pt x="2332836" y="14365"/>
                  </a:lnTo>
                  <a:lnTo>
                    <a:pt x="2342597" y="13636"/>
                  </a:lnTo>
                  <a:lnTo>
                    <a:pt x="2352358" y="12919"/>
                  </a:lnTo>
                  <a:lnTo>
                    <a:pt x="2362118" y="12199"/>
                  </a:lnTo>
                  <a:lnTo>
                    <a:pt x="2371879" y="11476"/>
                  </a:lnTo>
                  <a:lnTo>
                    <a:pt x="2381640" y="10734"/>
                  </a:lnTo>
                  <a:lnTo>
                    <a:pt x="2391401" y="9969"/>
                  </a:lnTo>
                  <a:lnTo>
                    <a:pt x="2401162" y="9297"/>
                  </a:lnTo>
                  <a:lnTo>
                    <a:pt x="2410922" y="8562"/>
                  </a:lnTo>
                  <a:lnTo>
                    <a:pt x="2420683" y="7829"/>
                  </a:lnTo>
                  <a:lnTo>
                    <a:pt x="2430444" y="7135"/>
                  </a:lnTo>
                  <a:lnTo>
                    <a:pt x="2440205" y="6498"/>
                  </a:lnTo>
                  <a:lnTo>
                    <a:pt x="2449966" y="5859"/>
                  </a:lnTo>
                  <a:lnTo>
                    <a:pt x="2459727" y="5217"/>
                  </a:lnTo>
                  <a:lnTo>
                    <a:pt x="2469487" y="4574"/>
                  </a:lnTo>
                  <a:lnTo>
                    <a:pt x="2479248" y="3928"/>
                  </a:lnTo>
                  <a:lnTo>
                    <a:pt x="2489009" y="3244"/>
                  </a:lnTo>
                  <a:lnTo>
                    <a:pt x="2498770" y="2438"/>
                  </a:lnTo>
                  <a:lnTo>
                    <a:pt x="2508531" y="1629"/>
                  </a:lnTo>
                  <a:lnTo>
                    <a:pt x="2518291" y="816"/>
                  </a:lnTo>
                  <a:lnTo>
                    <a:pt x="2528052" y="0"/>
                  </a:lnTo>
                  <a:lnTo>
                    <a:pt x="2528052" y="125444"/>
                  </a:lnTo>
                  <a:lnTo>
                    <a:pt x="2518291" y="125312"/>
                  </a:lnTo>
                  <a:lnTo>
                    <a:pt x="2508531" y="125179"/>
                  </a:lnTo>
                  <a:lnTo>
                    <a:pt x="2498770" y="125045"/>
                  </a:lnTo>
                  <a:lnTo>
                    <a:pt x="2489009" y="124917"/>
                  </a:lnTo>
                  <a:lnTo>
                    <a:pt x="2479248" y="124851"/>
                  </a:lnTo>
                  <a:lnTo>
                    <a:pt x="2469487" y="124786"/>
                  </a:lnTo>
                  <a:lnTo>
                    <a:pt x="2459727" y="124720"/>
                  </a:lnTo>
                  <a:lnTo>
                    <a:pt x="2449966" y="124654"/>
                  </a:lnTo>
                  <a:lnTo>
                    <a:pt x="2440205" y="124588"/>
                  </a:lnTo>
                  <a:lnTo>
                    <a:pt x="2430444" y="124521"/>
                  </a:lnTo>
                  <a:lnTo>
                    <a:pt x="2420683" y="124454"/>
                  </a:lnTo>
                  <a:lnTo>
                    <a:pt x="2410922" y="124387"/>
                  </a:lnTo>
                  <a:lnTo>
                    <a:pt x="2401162" y="124320"/>
                  </a:lnTo>
                  <a:lnTo>
                    <a:pt x="2391401" y="124253"/>
                  </a:lnTo>
                  <a:lnTo>
                    <a:pt x="2381640" y="124186"/>
                  </a:lnTo>
                  <a:lnTo>
                    <a:pt x="2371879" y="124121"/>
                  </a:lnTo>
                  <a:lnTo>
                    <a:pt x="2362118" y="124052"/>
                  </a:lnTo>
                  <a:lnTo>
                    <a:pt x="2352358" y="123986"/>
                  </a:lnTo>
                  <a:lnTo>
                    <a:pt x="2342597" y="123920"/>
                  </a:lnTo>
                  <a:lnTo>
                    <a:pt x="2332836" y="123852"/>
                  </a:lnTo>
                  <a:lnTo>
                    <a:pt x="2323075" y="123785"/>
                  </a:lnTo>
                  <a:lnTo>
                    <a:pt x="2313314" y="123719"/>
                  </a:lnTo>
                  <a:lnTo>
                    <a:pt x="2303553" y="123652"/>
                  </a:lnTo>
                  <a:lnTo>
                    <a:pt x="2293793" y="123585"/>
                  </a:lnTo>
                  <a:lnTo>
                    <a:pt x="2284032" y="123504"/>
                  </a:lnTo>
                  <a:lnTo>
                    <a:pt x="2274271" y="123396"/>
                  </a:lnTo>
                  <a:lnTo>
                    <a:pt x="2264510" y="123301"/>
                  </a:lnTo>
                  <a:lnTo>
                    <a:pt x="2254749" y="123230"/>
                  </a:lnTo>
                  <a:lnTo>
                    <a:pt x="2244988" y="123159"/>
                  </a:lnTo>
                  <a:lnTo>
                    <a:pt x="2235228" y="123099"/>
                  </a:lnTo>
                  <a:lnTo>
                    <a:pt x="2225467" y="123017"/>
                  </a:lnTo>
                  <a:lnTo>
                    <a:pt x="2215706" y="122946"/>
                  </a:lnTo>
                  <a:lnTo>
                    <a:pt x="2205945" y="122875"/>
                  </a:lnTo>
                  <a:lnTo>
                    <a:pt x="2196184" y="122804"/>
                  </a:lnTo>
                  <a:lnTo>
                    <a:pt x="2186424" y="122732"/>
                  </a:lnTo>
                  <a:lnTo>
                    <a:pt x="2176663" y="122661"/>
                  </a:lnTo>
                  <a:lnTo>
                    <a:pt x="2166902" y="122589"/>
                  </a:lnTo>
                  <a:lnTo>
                    <a:pt x="2157141" y="122518"/>
                  </a:lnTo>
                  <a:lnTo>
                    <a:pt x="2147380" y="122446"/>
                  </a:lnTo>
                  <a:lnTo>
                    <a:pt x="2137619" y="122374"/>
                  </a:lnTo>
                  <a:lnTo>
                    <a:pt x="2127859" y="122345"/>
                  </a:lnTo>
                  <a:lnTo>
                    <a:pt x="2118098" y="122328"/>
                  </a:lnTo>
                  <a:lnTo>
                    <a:pt x="2108337" y="122300"/>
                  </a:lnTo>
                  <a:lnTo>
                    <a:pt x="2098576" y="122232"/>
                  </a:lnTo>
                  <a:lnTo>
                    <a:pt x="2088815" y="122164"/>
                  </a:lnTo>
                  <a:lnTo>
                    <a:pt x="2079055" y="122095"/>
                  </a:lnTo>
                  <a:lnTo>
                    <a:pt x="2069294" y="122026"/>
                  </a:lnTo>
                  <a:lnTo>
                    <a:pt x="2059533" y="121957"/>
                  </a:lnTo>
                  <a:lnTo>
                    <a:pt x="2049772" y="121888"/>
                  </a:lnTo>
                  <a:lnTo>
                    <a:pt x="2040011" y="121819"/>
                  </a:lnTo>
                  <a:lnTo>
                    <a:pt x="2030250" y="121747"/>
                  </a:lnTo>
                  <a:lnTo>
                    <a:pt x="2020490" y="121652"/>
                  </a:lnTo>
                  <a:lnTo>
                    <a:pt x="2010729" y="121550"/>
                  </a:lnTo>
                  <a:lnTo>
                    <a:pt x="2000968" y="121448"/>
                  </a:lnTo>
                  <a:lnTo>
                    <a:pt x="1991207" y="121346"/>
                  </a:lnTo>
                  <a:lnTo>
                    <a:pt x="1981446" y="121243"/>
                  </a:lnTo>
                  <a:lnTo>
                    <a:pt x="1971685" y="121141"/>
                  </a:lnTo>
                  <a:lnTo>
                    <a:pt x="1961925" y="121066"/>
                  </a:lnTo>
                  <a:lnTo>
                    <a:pt x="1952164" y="120992"/>
                  </a:lnTo>
                  <a:lnTo>
                    <a:pt x="1942403" y="120916"/>
                  </a:lnTo>
                  <a:lnTo>
                    <a:pt x="1932642" y="120842"/>
                  </a:lnTo>
                  <a:lnTo>
                    <a:pt x="1922881" y="120770"/>
                  </a:lnTo>
                  <a:lnTo>
                    <a:pt x="1913121" y="120694"/>
                  </a:lnTo>
                  <a:lnTo>
                    <a:pt x="1903360" y="120598"/>
                  </a:lnTo>
                  <a:lnTo>
                    <a:pt x="1893599" y="120540"/>
                  </a:lnTo>
                  <a:lnTo>
                    <a:pt x="1883838" y="120472"/>
                  </a:lnTo>
                  <a:lnTo>
                    <a:pt x="1874077" y="120398"/>
                  </a:lnTo>
                  <a:lnTo>
                    <a:pt x="1864316" y="120324"/>
                  </a:lnTo>
                  <a:lnTo>
                    <a:pt x="1854556" y="120250"/>
                  </a:lnTo>
                  <a:lnTo>
                    <a:pt x="1844795" y="120176"/>
                  </a:lnTo>
                  <a:lnTo>
                    <a:pt x="1835034" y="120102"/>
                  </a:lnTo>
                  <a:lnTo>
                    <a:pt x="1825273" y="120027"/>
                  </a:lnTo>
                  <a:lnTo>
                    <a:pt x="1815512" y="119953"/>
                  </a:lnTo>
                  <a:lnTo>
                    <a:pt x="1805752" y="119878"/>
                  </a:lnTo>
                  <a:lnTo>
                    <a:pt x="1795991" y="119803"/>
                  </a:lnTo>
                  <a:lnTo>
                    <a:pt x="1786230" y="119728"/>
                  </a:lnTo>
                  <a:lnTo>
                    <a:pt x="1776469" y="119653"/>
                  </a:lnTo>
                  <a:lnTo>
                    <a:pt x="1766708" y="119577"/>
                  </a:lnTo>
                  <a:lnTo>
                    <a:pt x="1756947" y="119502"/>
                  </a:lnTo>
                  <a:lnTo>
                    <a:pt x="1747187" y="119410"/>
                  </a:lnTo>
                  <a:lnTo>
                    <a:pt x="1737426" y="119306"/>
                  </a:lnTo>
                  <a:lnTo>
                    <a:pt x="1727665" y="119235"/>
                  </a:lnTo>
                  <a:lnTo>
                    <a:pt x="1717904" y="119163"/>
                  </a:lnTo>
                  <a:lnTo>
                    <a:pt x="1708143" y="119095"/>
                  </a:lnTo>
                  <a:lnTo>
                    <a:pt x="1698382" y="119020"/>
                  </a:lnTo>
                  <a:lnTo>
                    <a:pt x="1688622" y="118948"/>
                  </a:lnTo>
                  <a:lnTo>
                    <a:pt x="1678861" y="118876"/>
                  </a:lnTo>
                  <a:lnTo>
                    <a:pt x="1669100" y="118804"/>
                  </a:lnTo>
                  <a:lnTo>
                    <a:pt x="1659339" y="118732"/>
                  </a:lnTo>
                  <a:lnTo>
                    <a:pt x="1649578" y="118659"/>
                  </a:lnTo>
                  <a:lnTo>
                    <a:pt x="1639818" y="118541"/>
                  </a:lnTo>
                  <a:lnTo>
                    <a:pt x="1630057" y="118457"/>
                  </a:lnTo>
                  <a:lnTo>
                    <a:pt x="1620296" y="118388"/>
                  </a:lnTo>
                  <a:lnTo>
                    <a:pt x="1610535" y="118219"/>
                  </a:lnTo>
                  <a:lnTo>
                    <a:pt x="1600774" y="118066"/>
                  </a:lnTo>
                  <a:lnTo>
                    <a:pt x="1591013" y="117947"/>
                  </a:lnTo>
                  <a:lnTo>
                    <a:pt x="1581253" y="117825"/>
                  </a:lnTo>
                  <a:lnTo>
                    <a:pt x="1571492" y="117703"/>
                  </a:lnTo>
                  <a:lnTo>
                    <a:pt x="1561731" y="117580"/>
                  </a:lnTo>
                  <a:lnTo>
                    <a:pt x="1551970" y="117431"/>
                  </a:lnTo>
                  <a:lnTo>
                    <a:pt x="1542209" y="117337"/>
                  </a:lnTo>
                  <a:lnTo>
                    <a:pt x="1532448" y="117192"/>
                  </a:lnTo>
                  <a:lnTo>
                    <a:pt x="1522688" y="117030"/>
                  </a:lnTo>
                  <a:lnTo>
                    <a:pt x="1512927" y="116946"/>
                  </a:lnTo>
                  <a:lnTo>
                    <a:pt x="1503166" y="116805"/>
                  </a:lnTo>
                  <a:lnTo>
                    <a:pt x="1493405" y="116692"/>
                  </a:lnTo>
                  <a:lnTo>
                    <a:pt x="1483644" y="116604"/>
                  </a:lnTo>
                  <a:lnTo>
                    <a:pt x="1473884" y="116482"/>
                  </a:lnTo>
                  <a:lnTo>
                    <a:pt x="1464123" y="116361"/>
                  </a:lnTo>
                  <a:lnTo>
                    <a:pt x="1454362" y="116244"/>
                  </a:lnTo>
                  <a:lnTo>
                    <a:pt x="1444601" y="116136"/>
                  </a:lnTo>
                  <a:lnTo>
                    <a:pt x="1434840" y="116124"/>
                  </a:lnTo>
                  <a:lnTo>
                    <a:pt x="1425079" y="116101"/>
                  </a:lnTo>
                  <a:lnTo>
                    <a:pt x="1415319" y="115966"/>
                  </a:lnTo>
                  <a:lnTo>
                    <a:pt x="1405558" y="115831"/>
                  </a:lnTo>
                  <a:lnTo>
                    <a:pt x="1395797" y="115817"/>
                  </a:lnTo>
                  <a:lnTo>
                    <a:pt x="1386036" y="115804"/>
                  </a:lnTo>
                  <a:lnTo>
                    <a:pt x="1376275" y="115790"/>
                  </a:lnTo>
                  <a:lnTo>
                    <a:pt x="1366515" y="115670"/>
                  </a:lnTo>
                  <a:lnTo>
                    <a:pt x="1356754" y="115635"/>
                  </a:lnTo>
                  <a:lnTo>
                    <a:pt x="1346993" y="115472"/>
                  </a:lnTo>
                  <a:lnTo>
                    <a:pt x="1337232" y="115321"/>
                  </a:lnTo>
                  <a:lnTo>
                    <a:pt x="1327471" y="115307"/>
                  </a:lnTo>
                  <a:lnTo>
                    <a:pt x="1317710" y="115210"/>
                  </a:lnTo>
                  <a:lnTo>
                    <a:pt x="1307950" y="115260"/>
                  </a:lnTo>
                  <a:lnTo>
                    <a:pt x="1298189" y="115169"/>
                  </a:lnTo>
                  <a:lnTo>
                    <a:pt x="1288428" y="115141"/>
                  </a:lnTo>
                  <a:lnTo>
                    <a:pt x="1278667" y="115152"/>
                  </a:lnTo>
                  <a:lnTo>
                    <a:pt x="1268906" y="115177"/>
                  </a:lnTo>
                  <a:lnTo>
                    <a:pt x="1259145" y="115070"/>
                  </a:lnTo>
                  <a:lnTo>
                    <a:pt x="1249385" y="115047"/>
                  </a:lnTo>
                  <a:lnTo>
                    <a:pt x="1239624" y="115022"/>
                  </a:lnTo>
                  <a:lnTo>
                    <a:pt x="1229863" y="114999"/>
                  </a:lnTo>
                  <a:lnTo>
                    <a:pt x="1220102" y="114950"/>
                  </a:lnTo>
                  <a:lnTo>
                    <a:pt x="1210341" y="114838"/>
                  </a:lnTo>
                  <a:lnTo>
                    <a:pt x="1200581" y="114829"/>
                  </a:lnTo>
                  <a:lnTo>
                    <a:pt x="1190820" y="114823"/>
                  </a:lnTo>
                  <a:lnTo>
                    <a:pt x="1181059" y="114739"/>
                  </a:lnTo>
                  <a:lnTo>
                    <a:pt x="1171298" y="114654"/>
                  </a:lnTo>
                  <a:lnTo>
                    <a:pt x="1161537" y="114570"/>
                  </a:lnTo>
                  <a:lnTo>
                    <a:pt x="1151776" y="114485"/>
                  </a:lnTo>
                  <a:lnTo>
                    <a:pt x="1142016" y="114399"/>
                  </a:lnTo>
                  <a:lnTo>
                    <a:pt x="1132255" y="114334"/>
                  </a:lnTo>
                  <a:lnTo>
                    <a:pt x="1122494" y="114224"/>
                  </a:lnTo>
                  <a:lnTo>
                    <a:pt x="1112733" y="114136"/>
                  </a:lnTo>
                  <a:lnTo>
                    <a:pt x="1102972" y="114142"/>
                  </a:lnTo>
                  <a:lnTo>
                    <a:pt x="1093212" y="114130"/>
                  </a:lnTo>
                  <a:lnTo>
                    <a:pt x="1083451" y="114096"/>
                  </a:lnTo>
                  <a:lnTo>
                    <a:pt x="1073690" y="114091"/>
                  </a:lnTo>
                  <a:lnTo>
                    <a:pt x="1063929" y="113935"/>
                  </a:lnTo>
                  <a:lnTo>
                    <a:pt x="1054168" y="113933"/>
                  </a:lnTo>
                  <a:lnTo>
                    <a:pt x="1044407" y="113929"/>
                  </a:lnTo>
                  <a:lnTo>
                    <a:pt x="1034647" y="113962"/>
                  </a:lnTo>
                  <a:lnTo>
                    <a:pt x="1024886" y="113966"/>
                  </a:lnTo>
                  <a:lnTo>
                    <a:pt x="1015125" y="113948"/>
                  </a:lnTo>
                  <a:lnTo>
                    <a:pt x="1005364" y="113924"/>
                  </a:lnTo>
                  <a:lnTo>
                    <a:pt x="995603" y="113920"/>
                  </a:lnTo>
                  <a:lnTo>
                    <a:pt x="985842" y="113916"/>
                  </a:lnTo>
                  <a:lnTo>
                    <a:pt x="976082" y="113993"/>
                  </a:lnTo>
                  <a:lnTo>
                    <a:pt x="966321" y="114028"/>
                  </a:lnTo>
                  <a:lnTo>
                    <a:pt x="956560" y="114065"/>
                  </a:lnTo>
                  <a:lnTo>
                    <a:pt x="946799" y="114101"/>
                  </a:lnTo>
                  <a:lnTo>
                    <a:pt x="937038" y="114157"/>
                  </a:lnTo>
                  <a:lnTo>
                    <a:pt x="927278" y="114174"/>
                  </a:lnTo>
                  <a:lnTo>
                    <a:pt x="917517" y="114210"/>
                  </a:lnTo>
                  <a:lnTo>
                    <a:pt x="907756" y="114232"/>
                  </a:lnTo>
                  <a:lnTo>
                    <a:pt x="897995" y="114210"/>
                  </a:lnTo>
                  <a:lnTo>
                    <a:pt x="888234" y="114185"/>
                  </a:lnTo>
                  <a:lnTo>
                    <a:pt x="878473" y="114166"/>
                  </a:lnTo>
                  <a:lnTo>
                    <a:pt x="868713" y="114214"/>
                  </a:lnTo>
                  <a:lnTo>
                    <a:pt x="858952" y="114324"/>
                  </a:lnTo>
                  <a:lnTo>
                    <a:pt x="849191" y="114356"/>
                  </a:lnTo>
                  <a:lnTo>
                    <a:pt x="839430" y="114351"/>
                  </a:lnTo>
                  <a:lnTo>
                    <a:pt x="829669" y="114389"/>
                  </a:lnTo>
                  <a:lnTo>
                    <a:pt x="819909" y="114443"/>
                  </a:lnTo>
                  <a:lnTo>
                    <a:pt x="810148" y="114520"/>
                  </a:lnTo>
                  <a:lnTo>
                    <a:pt x="800387" y="114643"/>
                  </a:lnTo>
                  <a:lnTo>
                    <a:pt x="790626" y="114679"/>
                  </a:lnTo>
                  <a:lnTo>
                    <a:pt x="780865" y="114714"/>
                  </a:lnTo>
                  <a:lnTo>
                    <a:pt x="771104" y="114752"/>
                  </a:lnTo>
                  <a:lnTo>
                    <a:pt x="761344" y="114858"/>
                  </a:lnTo>
                  <a:lnTo>
                    <a:pt x="751583" y="114907"/>
                  </a:lnTo>
                  <a:lnTo>
                    <a:pt x="741822" y="114937"/>
                  </a:lnTo>
                  <a:lnTo>
                    <a:pt x="732061" y="115058"/>
                  </a:lnTo>
                  <a:lnTo>
                    <a:pt x="722300" y="115154"/>
                  </a:lnTo>
                  <a:lnTo>
                    <a:pt x="712539" y="115296"/>
                  </a:lnTo>
                  <a:lnTo>
                    <a:pt x="702779" y="115410"/>
                  </a:lnTo>
                  <a:lnTo>
                    <a:pt x="693018" y="115506"/>
                  </a:lnTo>
                  <a:lnTo>
                    <a:pt x="683257" y="115578"/>
                  </a:lnTo>
                  <a:lnTo>
                    <a:pt x="673496" y="115649"/>
                  </a:lnTo>
                  <a:lnTo>
                    <a:pt x="663735" y="115766"/>
                  </a:lnTo>
                  <a:lnTo>
                    <a:pt x="653975" y="115935"/>
                  </a:lnTo>
                  <a:lnTo>
                    <a:pt x="644214" y="116014"/>
                  </a:lnTo>
                  <a:lnTo>
                    <a:pt x="634453" y="116163"/>
                  </a:lnTo>
                  <a:lnTo>
                    <a:pt x="624692" y="116302"/>
                  </a:lnTo>
                  <a:lnTo>
                    <a:pt x="614931" y="116463"/>
                  </a:lnTo>
                  <a:lnTo>
                    <a:pt x="605170" y="116528"/>
                  </a:lnTo>
                  <a:lnTo>
                    <a:pt x="595410" y="116699"/>
                  </a:lnTo>
                  <a:lnTo>
                    <a:pt x="585649" y="116852"/>
                  </a:lnTo>
                  <a:lnTo>
                    <a:pt x="575888" y="117035"/>
                  </a:lnTo>
                  <a:lnTo>
                    <a:pt x="566127" y="117205"/>
                  </a:lnTo>
                  <a:lnTo>
                    <a:pt x="556366" y="117375"/>
                  </a:lnTo>
                  <a:lnTo>
                    <a:pt x="546606" y="117562"/>
                  </a:lnTo>
                  <a:lnTo>
                    <a:pt x="536845" y="117731"/>
                  </a:lnTo>
                  <a:lnTo>
                    <a:pt x="527084" y="117877"/>
                  </a:lnTo>
                  <a:lnTo>
                    <a:pt x="517323" y="118019"/>
                  </a:lnTo>
                  <a:lnTo>
                    <a:pt x="507562" y="118119"/>
                  </a:lnTo>
                  <a:lnTo>
                    <a:pt x="497801" y="118219"/>
                  </a:lnTo>
                  <a:lnTo>
                    <a:pt x="488041" y="118293"/>
                  </a:lnTo>
                  <a:lnTo>
                    <a:pt x="478280" y="118416"/>
                  </a:lnTo>
                  <a:lnTo>
                    <a:pt x="468519" y="118517"/>
                  </a:lnTo>
                  <a:lnTo>
                    <a:pt x="458758" y="118751"/>
                  </a:lnTo>
                  <a:lnTo>
                    <a:pt x="448997" y="119083"/>
                  </a:lnTo>
                  <a:lnTo>
                    <a:pt x="439236" y="119287"/>
                  </a:lnTo>
                  <a:lnTo>
                    <a:pt x="429476" y="119466"/>
                  </a:lnTo>
                  <a:lnTo>
                    <a:pt x="419715" y="119577"/>
                  </a:lnTo>
                  <a:lnTo>
                    <a:pt x="409954" y="119696"/>
                  </a:lnTo>
                  <a:lnTo>
                    <a:pt x="400193" y="119828"/>
                  </a:lnTo>
                  <a:lnTo>
                    <a:pt x="390432" y="120019"/>
                  </a:lnTo>
                  <a:lnTo>
                    <a:pt x="380672" y="120157"/>
                  </a:lnTo>
                  <a:lnTo>
                    <a:pt x="370911" y="120296"/>
                  </a:lnTo>
                  <a:lnTo>
                    <a:pt x="361150" y="120433"/>
                  </a:lnTo>
                  <a:lnTo>
                    <a:pt x="351389" y="120634"/>
                  </a:lnTo>
                  <a:lnTo>
                    <a:pt x="341628" y="120801"/>
                  </a:lnTo>
                  <a:lnTo>
                    <a:pt x="331867" y="120984"/>
                  </a:lnTo>
                  <a:lnTo>
                    <a:pt x="322107" y="121143"/>
                  </a:lnTo>
                  <a:lnTo>
                    <a:pt x="312346" y="121204"/>
                  </a:lnTo>
                  <a:lnTo>
                    <a:pt x="302585" y="121338"/>
                  </a:lnTo>
                  <a:lnTo>
                    <a:pt x="292824" y="121385"/>
                  </a:lnTo>
                  <a:lnTo>
                    <a:pt x="283063" y="121564"/>
                  </a:lnTo>
                  <a:lnTo>
                    <a:pt x="273303" y="121752"/>
                  </a:lnTo>
                  <a:lnTo>
                    <a:pt x="263542" y="121897"/>
                  </a:lnTo>
                  <a:lnTo>
                    <a:pt x="253781" y="122025"/>
                  </a:lnTo>
                  <a:lnTo>
                    <a:pt x="244020" y="122161"/>
                  </a:lnTo>
                  <a:lnTo>
                    <a:pt x="234259" y="122334"/>
                  </a:lnTo>
                  <a:lnTo>
                    <a:pt x="224498" y="122516"/>
                  </a:lnTo>
                  <a:lnTo>
                    <a:pt x="214738" y="122698"/>
                  </a:lnTo>
                  <a:lnTo>
                    <a:pt x="204977" y="122891"/>
                  </a:lnTo>
                  <a:lnTo>
                    <a:pt x="195216" y="123213"/>
                  </a:lnTo>
                  <a:lnTo>
                    <a:pt x="185455" y="123355"/>
                  </a:lnTo>
                  <a:lnTo>
                    <a:pt x="175694" y="123597"/>
                  </a:lnTo>
                  <a:lnTo>
                    <a:pt x="165933" y="123789"/>
                  </a:lnTo>
                  <a:lnTo>
                    <a:pt x="156173" y="123944"/>
                  </a:lnTo>
                  <a:lnTo>
                    <a:pt x="146412" y="124094"/>
                  </a:lnTo>
                  <a:lnTo>
                    <a:pt x="136651" y="124227"/>
                  </a:lnTo>
                  <a:lnTo>
                    <a:pt x="126890" y="124423"/>
                  </a:lnTo>
                  <a:lnTo>
                    <a:pt x="117129" y="124623"/>
                  </a:lnTo>
                  <a:lnTo>
                    <a:pt x="107369" y="124735"/>
                  </a:lnTo>
                  <a:lnTo>
                    <a:pt x="97608" y="124932"/>
                  </a:lnTo>
                  <a:lnTo>
                    <a:pt x="87847" y="125077"/>
                  </a:lnTo>
                  <a:lnTo>
                    <a:pt x="78086" y="125218"/>
                  </a:lnTo>
                  <a:lnTo>
                    <a:pt x="68325" y="125359"/>
                  </a:lnTo>
                  <a:lnTo>
                    <a:pt x="58564" y="125499"/>
                  </a:lnTo>
                  <a:lnTo>
                    <a:pt x="48804" y="125676"/>
                  </a:lnTo>
                  <a:lnTo>
                    <a:pt x="39043" y="125853"/>
                  </a:lnTo>
                  <a:lnTo>
                    <a:pt x="29282" y="126063"/>
                  </a:lnTo>
                  <a:lnTo>
                    <a:pt x="19521" y="126246"/>
                  </a:lnTo>
                  <a:lnTo>
                    <a:pt x="9760" y="126468"/>
                  </a:lnTo>
                  <a:lnTo>
                    <a:pt x="0" y="126689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3"/>
            <p:cNvSpPr/>
            <p:nvPr/>
          </p:nvSpPr>
          <p:spPr>
            <a:xfrm>
              <a:off x="3461961" y="4757092"/>
              <a:ext cx="2528052" cy="87066"/>
            </a:xfrm>
            <a:custGeom>
              <a:avLst/>
              <a:pathLst>
                <a:path w="2528052" h="87066">
                  <a:moveTo>
                    <a:pt x="0" y="83792"/>
                  </a:moveTo>
                  <a:lnTo>
                    <a:pt x="9760" y="83819"/>
                  </a:lnTo>
                  <a:lnTo>
                    <a:pt x="19521" y="83916"/>
                  </a:lnTo>
                  <a:lnTo>
                    <a:pt x="29282" y="84097"/>
                  </a:lnTo>
                  <a:lnTo>
                    <a:pt x="39043" y="84219"/>
                  </a:lnTo>
                  <a:lnTo>
                    <a:pt x="48804" y="84396"/>
                  </a:lnTo>
                  <a:lnTo>
                    <a:pt x="58564" y="84574"/>
                  </a:lnTo>
                  <a:lnTo>
                    <a:pt x="68325" y="84751"/>
                  </a:lnTo>
                  <a:lnTo>
                    <a:pt x="78086" y="84928"/>
                  </a:lnTo>
                  <a:lnTo>
                    <a:pt x="87847" y="85104"/>
                  </a:lnTo>
                  <a:lnTo>
                    <a:pt x="97608" y="85133"/>
                  </a:lnTo>
                  <a:lnTo>
                    <a:pt x="107369" y="85228"/>
                  </a:lnTo>
                  <a:lnTo>
                    <a:pt x="117129" y="85360"/>
                  </a:lnTo>
                  <a:lnTo>
                    <a:pt x="126890" y="85470"/>
                  </a:lnTo>
                  <a:lnTo>
                    <a:pt x="136651" y="85679"/>
                  </a:lnTo>
                  <a:lnTo>
                    <a:pt x="146412" y="85829"/>
                  </a:lnTo>
                  <a:lnTo>
                    <a:pt x="156173" y="85857"/>
                  </a:lnTo>
                  <a:lnTo>
                    <a:pt x="165933" y="85873"/>
                  </a:lnTo>
                  <a:lnTo>
                    <a:pt x="175694" y="85888"/>
                  </a:lnTo>
                  <a:lnTo>
                    <a:pt x="185455" y="85899"/>
                  </a:lnTo>
                  <a:lnTo>
                    <a:pt x="195216" y="85880"/>
                  </a:lnTo>
                  <a:lnTo>
                    <a:pt x="204977" y="85859"/>
                  </a:lnTo>
                  <a:lnTo>
                    <a:pt x="214738" y="85954"/>
                  </a:lnTo>
                  <a:lnTo>
                    <a:pt x="224498" y="86047"/>
                  </a:lnTo>
                  <a:lnTo>
                    <a:pt x="234259" y="86149"/>
                  </a:lnTo>
                  <a:lnTo>
                    <a:pt x="244020" y="86111"/>
                  </a:lnTo>
                  <a:lnTo>
                    <a:pt x="253781" y="86195"/>
                  </a:lnTo>
                  <a:lnTo>
                    <a:pt x="263542" y="86341"/>
                  </a:lnTo>
                  <a:lnTo>
                    <a:pt x="273303" y="86309"/>
                  </a:lnTo>
                  <a:lnTo>
                    <a:pt x="283063" y="86259"/>
                  </a:lnTo>
                  <a:lnTo>
                    <a:pt x="292824" y="86282"/>
                  </a:lnTo>
                  <a:lnTo>
                    <a:pt x="302585" y="86304"/>
                  </a:lnTo>
                  <a:lnTo>
                    <a:pt x="312346" y="86244"/>
                  </a:lnTo>
                  <a:lnTo>
                    <a:pt x="322107" y="86164"/>
                  </a:lnTo>
                  <a:lnTo>
                    <a:pt x="331867" y="86219"/>
                  </a:lnTo>
                  <a:lnTo>
                    <a:pt x="341628" y="86226"/>
                  </a:lnTo>
                  <a:lnTo>
                    <a:pt x="351389" y="86212"/>
                  </a:lnTo>
                  <a:lnTo>
                    <a:pt x="361150" y="86366"/>
                  </a:lnTo>
                  <a:lnTo>
                    <a:pt x="370911" y="86454"/>
                  </a:lnTo>
                  <a:lnTo>
                    <a:pt x="380672" y="86522"/>
                  </a:lnTo>
                  <a:lnTo>
                    <a:pt x="390432" y="86572"/>
                  </a:lnTo>
                  <a:lnTo>
                    <a:pt x="400193" y="86664"/>
                  </a:lnTo>
                  <a:lnTo>
                    <a:pt x="409954" y="86694"/>
                  </a:lnTo>
                  <a:lnTo>
                    <a:pt x="419715" y="86728"/>
                  </a:lnTo>
                  <a:lnTo>
                    <a:pt x="429476" y="86835"/>
                  </a:lnTo>
                  <a:lnTo>
                    <a:pt x="439236" y="86989"/>
                  </a:lnTo>
                  <a:lnTo>
                    <a:pt x="448997" y="86827"/>
                  </a:lnTo>
                  <a:lnTo>
                    <a:pt x="458758" y="86825"/>
                  </a:lnTo>
                  <a:lnTo>
                    <a:pt x="468519" y="86944"/>
                  </a:lnTo>
                  <a:lnTo>
                    <a:pt x="478280" y="87019"/>
                  </a:lnTo>
                  <a:lnTo>
                    <a:pt x="488041" y="86937"/>
                  </a:lnTo>
                  <a:lnTo>
                    <a:pt x="497801" y="87066"/>
                  </a:lnTo>
                  <a:lnTo>
                    <a:pt x="507562" y="86895"/>
                  </a:lnTo>
                  <a:lnTo>
                    <a:pt x="517323" y="86785"/>
                  </a:lnTo>
                  <a:lnTo>
                    <a:pt x="527084" y="86768"/>
                  </a:lnTo>
                  <a:lnTo>
                    <a:pt x="536845" y="86633"/>
                  </a:lnTo>
                  <a:lnTo>
                    <a:pt x="546606" y="86490"/>
                  </a:lnTo>
                  <a:lnTo>
                    <a:pt x="556366" y="86502"/>
                  </a:lnTo>
                  <a:lnTo>
                    <a:pt x="566127" y="86260"/>
                  </a:lnTo>
                  <a:lnTo>
                    <a:pt x="575888" y="86348"/>
                  </a:lnTo>
                  <a:lnTo>
                    <a:pt x="585649" y="86292"/>
                  </a:lnTo>
                  <a:lnTo>
                    <a:pt x="595410" y="86183"/>
                  </a:lnTo>
                  <a:lnTo>
                    <a:pt x="605170" y="86060"/>
                  </a:lnTo>
                  <a:lnTo>
                    <a:pt x="614931" y="86016"/>
                  </a:lnTo>
                  <a:lnTo>
                    <a:pt x="624692" y="86034"/>
                  </a:lnTo>
                  <a:lnTo>
                    <a:pt x="634453" y="85954"/>
                  </a:lnTo>
                  <a:lnTo>
                    <a:pt x="644214" y="85774"/>
                  </a:lnTo>
                  <a:lnTo>
                    <a:pt x="653975" y="85685"/>
                  </a:lnTo>
                  <a:lnTo>
                    <a:pt x="663735" y="85630"/>
                  </a:lnTo>
                  <a:lnTo>
                    <a:pt x="673496" y="85526"/>
                  </a:lnTo>
                  <a:lnTo>
                    <a:pt x="683257" y="85308"/>
                  </a:lnTo>
                  <a:lnTo>
                    <a:pt x="693018" y="85274"/>
                  </a:lnTo>
                  <a:lnTo>
                    <a:pt x="702779" y="85268"/>
                  </a:lnTo>
                  <a:lnTo>
                    <a:pt x="712539" y="85272"/>
                  </a:lnTo>
                  <a:lnTo>
                    <a:pt x="722300" y="85106"/>
                  </a:lnTo>
                  <a:lnTo>
                    <a:pt x="732061" y="84734"/>
                  </a:lnTo>
                  <a:lnTo>
                    <a:pt x="741822" y="84513"/>
                  </a:lnTo>
                  <a:lnTo>
                    <a:pt x="751583" y="84547"/>
                  </a:lnTo>
                  <a:lnTo>
                    <a:pt x="761344" y="84534"/>
                  </a:lnTo>
                  <a:lnTo>
                    <a:pt x="771104" y="84261"/>
                  </a:lnTo>
                  <a:lnTo>
                    <a:pt x="780865" y="84383"/>
                  </a:lnTo>
                  <a:lnTo>
                    <a:pt x="790626" y="84441"/>
                  </a:lnTo>
                  <a:lnTo>
                    <a:pt x="800387" y="84352"/>
                  </a:lnTo>
                  <a:lnTo>
                    <a:pt x="810148" y="84245"/>
                  </a:lnTo>
                  <a:lnTo>
                    <a:pt x="819909" y="83990"/>
                  </a:lnTo>
                  <a:lnTo>
                    <a:pt x="829669" y="83685"/>
                  </a:lnTo>
                  <a:lnTo>
                    <a:pt x="839430" y="83536"/>
                  </a:lnTo>
                  <a:lnTo>
                    <a:pt x="849191" y="83305"/>
                  </a:lnTo>
                  <a:lnTo>
                    <a:pt x="858952" y="83104"/>
                  </a:lnTo>
                  <a:lnTo>
                    <a:pt x="868713" y="82927"/>
                  </a:lnTo>
                  <a:lnTo>
                    <a:pt x="878473" y="82702"/>
                  </a:lnTo>
                  <a:lnTo>
                    <a:pt x="888234" y="82411"/>
                  </a:lnTo>
                  <a:lnTo>
                    <a:pt x="897995" y="82122"/>
                  </a:lnTo>
                  <a:lnTo>
                    <a:pt x="907756" y="81877"/>
                  </a:lnTo>
                  <a:lnTo>
                    <a:pt x="917517" y="81780"/>
                  </a:lnTo>
                  <a:lnTo>
                    <a:pt x="927278" y="81462"/>
                  </a:lnTo>
                  <a:lnTo>
                    <a:pt x="937038" y="81142"/>
                  </a:lnTo>
                  <a:lnTo>
                    <a:pt x="946799" y="80820"/>
                  </a:lnTo>
                  <a:lnTo>
                    <a:pt x="956560" y="80497"/>
                  </a:lnTo>
                  <a:lnTo>
                    <a:pt x="966321" y="80188"/>
                  </a:lnTo>
                  <a:lnTo>
                    <a:pt x="976082" y="79849"/>
                  </a:lnTo>
                  <a:lnTo>
                    <a:pt x="985842" y="79519"/>
                  </a:lnTo>
                  <a:lnTo>
                    <a:pt x="995603" y="79195"/>
                  </a:lnTo>
                  <a:lnTo>
                    <a:pt x="1005364" y="78893"/>
                  </a:lnTo>
                  <a:lnTo>
                    <a:pt x="1015125" y="78748"/>
                  </a:lnTo>
                  <a:lnTo>
                    <a:pt x="1024886" y="78550"/>
                  </a:lnTo>
                  <a:lnTo>
                    <a:pt x="1034647" y="78395"/>
                  </a:lnTo>
                  <a:lnTo>
                    <a:pt x="1044407" y="78160"/>
                  </a:lnTo>
                  <a:lnTo>
                    <a:pt x="1054168" y="77805"/>
                  </a:lnTo>
                  <a:lnTo>
                    <a:pt x="1063929" y="77457"/>
                  </a:lnTo>
                  <a:lnTo>
                    <a:pt x="1073690" y="77110"/>
                  </a:lnTo>
                  <a:lnTo>
                    <a:pt x="1083451" y="76767"/>
                  </a:lnTo>
                  <a:lnTo>
                    <a:pt x="1093212" y="76460"/>
                  </a:lnTo>
                  <a:lnTo>
                    <a:pt x="1102972" y="76158"/>
                  </a:lnTo>
                  <a:lnTo>
                    <a:pt x="1112733" y="75821"/>
                  </a:lnTo>
                  <a:lnTo>
                    <a:pt x="1122494" y="75483"/>
                  </a:lnTo>
                  <a:lnTo>
                    <a:pt x="1132255" y="75146"/>
                  </a:lnTo>
                  <a:lnTo>
                    <a:pt x="1142016" y="74920"/>
                  </a:lnTo>
                  <a:lnTo>
                    <a:pt x="1151776" y="74483"/>
                  </a:lnTo>
                  <a:lnTo>
                    <a:pt x="1161537" y="74193"/>
                  </a:lnTo>
                  <a:lnTo>
                    <a:pt x="1171298" y="73767"/>
                  </a:lnTo>
                  <a:lnTo>
                    <a:pt x="1181059" y="73400"/>
                  </a:lnTo>
                  <a:lnTo>
                    <a:pt x="1190820" y="73091"/>
                  </a:lnTo>
                  <a:lnTo>
                    <a:pt x="1200581" y="72774"/>
                  </a:lnTo>
                  <a:lnTo>
                    <a:pt x="1210341" y="72446"/>
                  </a:lnTo>
                  <a:lnTo>
                    <a:pt x="1220102" y="72048"/>
                  </a:lnTo>
                  <a:lnTo>
                    <a:pt x="1229863" y="71697"/>
                  </a:lnTo>
                  <a:lnTo>
                    <a:pt x="1239624" y="71344"/>
                  </a:lnTo>
                  <a:lnTo>
                    <a:pt x="1249385" y="70991"/>
                  </a:lnTo>
                  <a:lnTo>
                    <a:pt x="1259145" y="70638"/>
                  </a:lnTo>
                  <a:lnTo>
                    <a:pt x="1268906" y="70166"/>
                  </a:lnTo>
                  <a:lnTo>
                    <a:pt x="1278667" y="69623"/>
                  </a:lnTo>
                  <a:lnTo>
                    <a:pt x="1288428" y="69249"/>
                  </a:lnTo>
                  <a:lnTo>
                    <a:pt x="1298189" y="68883"/>
                  </a:lnTo>
                  <a:lnTo>
                    <a:pt x="1307950" y="68653"/>
                  </a:lnTo>
                  <a:lnTo>
                    <a:pt x="1317710" y="68351"/>
                  </a:lnTo>
                  <a:lnTo>
                    <a:pt x="1327471" y="67866"/>
                  </a:lnTo>
                  <a:lnTo>
                    <a:pt x="1337232" y="67595"/>
                  </a:lnTo>
                  <a:lnTo>
                    <a:pt x="1346993" y="67311"/>
                  </a:lnTo>
                  <a:lnTo>
                    <a:pt x="1356754" y="67049"/>
                  </a:lnTo>
                  <a:lnTo>
                    <a:pt x="1366515" y="66629"/>
                  </a:lnTo>
                  <a:lnTo>
                    <a:pt x="1376275" y="66145"/>
                  </a:lnTo>
                  <a:lnTo>
                    <a:pt x="1386036" y="65603"/>
                  </a:lnTo>
                  <a:lnTo>
                    <a:pt x="1395797" y="65266"/>
                  </a:lnTo>
                  <a:lnTo>
                    <a:pt x="1405558" y="64736"/>
                  </a:lnTo>
                  <a:lnTo>
                    <a:pt x="1415319" y="64348"/>
                  </a:lnTo>
                  <a:lnTo>
                    <a:pt x="1425079" y="63882"/>
                  </a:lnTo>
                  <a:lnTo>
                    <a:pt x="1434840" y="63419"/>
                  </a:lnTo>
                  <a:lnTo>
                    <a:pt x="1444601" y="62955"/>
                  </a:lnTo>
                  <a:lnTo>
                    <a:pt x="1454362" y="62555"/>
                  </a:lnTo>
                  <a:lnTo>
                    <a:pt x="1464123" y="62172"/>
                  </a:lnTo>
                  <a:lnTo>
                    <a:pt x="1473884" y="61789"/>
                  </a:lnTo>
                  <a:lnTo>
                    <a:pt x="1483644" y="61405"/>
                  </a:lnTo>
                  <a:lnTo>
                    <a:pt x="1493405" y="60931"/>
                  </a:lnTo>
                  <a:lnTo>
                    <a:pt x="1503166" y="60634"/>
                  </a:lnTo>
                  <a:lnTo>
                    <a:pt x="1512927" y="60247"/>
                  </a:lnTo>
                  <a:lnTo>
                    <a:pt x="1522688" y="59845"/>
                  </a:lnTo>
                  <a:lnTo>
                    <a:pt x="1532448" y="59392"/>
                  </a:lnTo>
                  <a:lnTo>
                    <a:pt x="1542209" y="59005"/>
                  </a:lnTo>
                  <a:lnTo>
                    <a:pt x="1551970" y="58575"/>
                  </a:lnTo>
                  <a:lnTo>
                    <a:pt x="1561731" y="58096"/>
                  </a:lnTo>
                  <a:lnTo>
                    <a:pt x="1571492" y="57734"/>
                  </a:lnTo>
                  <a:lnTo>
                    <a:pt x="1581253" y="57371"/>
                  </a:lnTo>
                  <a:lnTo>
                    <a:pt x="1591013" y="56965"/>
                  </a:lnTo>
                  <a:lnTo>
                    <a:pt x="1600774" y="56463"/>
                  </a:lnTo>
                  <a:lnTo>
                    <a:pt x="1610535" y="55959"/>
                  </a:lnTo>
                  <a:lnTo>
                    <a:pt x="1620296" y="55453"/>
                  </a:lnTo>
                  <a:lnTo>
                    <a:pt x="1630057" y="54946"/>
                  </a:lnTo>
                  <a:lnTo>
                    <a:pt x="1639818" y="54436"/>
                  </a:lnTo>
                  <a:lnTo>
                    <a:pt x="1649578" y="53924"/>
                  </a:lnTo>
                  <a:lnTo>
                    <a:pt x="1659339" y="53411"/>
                  </a:lnTo>
                  <a:lnTo>
                    <a:pt x="1669100" y="52895"/>
                  </a:lnTo>
                  <a:lnTo>
                    <a:pt x="1678861" y="52377"/>
                  </a:lnTo>
                  <a:lnTo>
                    <a:pt x="1688622" y="51858"/>
                  </a:lnTo>
                  <a:lnTo>
                    <a:pt x="1698382" y="51336"/>
                  </a:lnTo>
                  <a:lnTo>
                    <a:pt x="1708143" y="50820"/>
                  </a:lnTo>
                  <a:lnTo>
                    <a:pt x="1717904" y="50328"/>
                  </a:lnTo>
                  <a:lnTo>
                    <a:pt x="1727665" y="49833"/>
                  </a:lnTo>
                  <a:lnTo>
                    <a:pt x="1737426" y="49341"/>
                  </a:lnTo>
                  <a:lnTo>
                    <a:pt x="1747187" y="48912"/>
                  </a:lnTo>
                  <a:lnTo>
                    <a:pt x="1756947" y="48481"/>
                  </a:lnTo>
                  <a:lnTo>
                    <a:pt x="1766708" y="48049"/>
                  </a:lnTo>
                  <a:lnTo>
                    <a:pt x="1776469" y="47616"/>
                  </a:lnTo>
                  <a:lnTo>
                    <a:pt x="1786230" y="47072"/>
                  </a:lnTo>
                  <a:lnTo>
                    <a:pt x="1795991" y="46422"/>
                  </a:lnTo>
                  <a:lnTo>
                    <a:pt x="1805752" y="45818"/>
                  </a:lnTo>
                  <a:lnTo>
                    <a:pt x="1815512" y="45161"/>
                  </a:lnTo>
                  <a:lnTo>
                    <a:pt x="1825273" y="44463"/>
                  </a:lnTo>
                  <a:lnTo>
                    <a:pt x="1835034" y="43856"/>
                  </a:lnTo>
                  <a:lnTo>
                    <a:pt x="1844795" y="43245"/>
                  </a:lnTo>
                  <a:lnTo>
                    <a:pt x="1854556" y="42690"/>
                  </a:lnTo>
                  <a:lnTo>
                    <a:pt x="1864316" y="42139"/>
                  </a:lnTo>
                  <a:lnTo>
                    <a:pt x="1874077" y="41634"/>
                  </a:lnTo>
                  <a:lnTo>
                    <a:pt x="1883838" y="41126"/>
                  </a:lnTo>
                  <a:lnTo>
                    <a:pt x="1893599" y="40617"/>
                  </a:lnTo>
                  <a:lnTo>
                    <a:pt x="1903360" y="40106"/>
                  </a:lnTo>
                  <a:lnTo>
                    <a:pt x="1913121" y="39505"/>
                  </a:lnTo>
                  <a:lnTo>
                    <a:pt x="1922881" y="38870"/>
                  </a:lnTo>
                  <a:lnTo>
                    <a:pt x="1932642" y="38399"/>
                  </a:lnTo>
                  <a:lnTo>
                    <a:pt x="1942403" y="37955"/>
                  </a:lnTo>
                  <a:lnTo>
                    <a:pt x="1952164" y="37367"/>
                  </a:lnTo>
                  <a:lnTo>
                    <a:pt x="1961925" y="36775"/>
                  </a:lnTo>
                  <a:lnTo>
                    <a:pt x="1971685" y="36224"/>
                  </a:lnTo>
                  <a:lnTo>
                    <a:pt x="1981446" y="35705"/>
                  </a:lnTo>
                  <a:lnTo>
                    <a:pt x="1991207" y="35185"/>
                  </a:lnTo>
                  <a:lnTo>
                    <a:pt x="2000968" y="34663"/>
                  </a:lnTo>
                  <a:lnTo>
                    <a:pt x="2010729" y="34139"/>
                  </a:lnTo>
                  <a:lnTo>
                    <a:pt x="2020490" y="33617"/>
                  </a:lnTo>
                  <a:lnTo>
                    <a:pt x="2030250" y="33092"/>
                  </a:lnTo>
                  <a:lnTo>
                    <a:pt x="2040011" y="32566"/>
                  </a:lnTo>
                  <a:lnTo>
                    <a:pt x="2049772" y="31968"/>
                  </a:lnTo>
                  <a:lnTo>
                    <a:pt x="2059533" y="31402"/>
                  </a:lnTo>
                  <a:lnTo>
                    <a:pt x="2069294" y="30921"/>
                  </a:lnTo>
                  <a:lnTo>
                    <a:pt x="2079055" y="30432"/>
                  </a:lnTo>
                  <a:lnTo>
                    <a:pt x="2088815" y="29893"/>
                  </a:lnTo>
                  <a:lnTo>
                    <a:pt x="2098576" y="29351"/>
                  </a:lnTo>
                  <a:lnTo>
                    <a:pt x="2108337" y="28807"/>
                  </a:lnTo>
                  <a:lnTo>
                    <a:pt x="2118098" y="28261"/>
                  </a:lnTo>
                  <a:lnTo>
                    <a:pt x="2127859" y="27713"/>
                  </a:lnTo>
                  <a:lnTo>
                    <a:pt x="2137619" y="27163"/>
                  </a:lnTo>
                  <a:lnTo>
                    <a:pt x="2147380" y="26611"/>
                  </a:lnTo>
                  <a:lnTo>
                    <a:pt x="2157141" y="26057"/>
                  </a:lnTo>
                  <a:lnTo>
                    <a:pt x="2166902" y="25501"/>
                  </a:lnTo>
                  <a:lnTo>
                    <a:pt x="2176663" y="24943"/>
                  </a:lnTo>
                  <a:lnTo>
                    <a:pt x="2186424" y="24383"/>
                  </a:lnTo>
                  <a:lnTo>
                    <a:pt x="2196184" y="23821"/>
                  </a:lnTo>
                  <a:lnTo>
                    <a:pt x="2205945" y="23256"/>
                  </a:lnTo>
                  <a:lnTo>
                    <a:pt x="2215706" y="22643"/>
                  </a:lnTo>
                  <a:lnTo>
                    <a:pt x="2225467" y="21967"/>
                  </a:lnTo>
                  <a:lnTo>
                    <a:pt x="2235228" y="21291"/>
                  </a:lnTo>
                  <a:lnTo>
                    <a:pt x="2244988" y="20612"/>
                  </a:lnTo>
                  <a:lnTo>
                    <a:pt x="2254749" y="19930"/>
                  </a:lnTo>
                  <a:lnTo>
                    <a:pt x="2264510" y="19245"/>
                  </a:lnTo>
                  <a:lnTo>
                    <a:pt x="2274271" y="18557"/>
                  </a:lnTo>
                  <a:lnTo>
                    <a:pt x="2284032" y="17867"/>
                  </a:lnTo>
                  <a:lnTo>
                    <a:pt x="2293793" y="17270"/>
                  </a:lnTo>
                  <a:lnTo>
                    <a:pt x="2303553" y="16668"/>
                  </a:lnTo>
                  <a:lnTo>
                    <a:pt x="2313314" y="15904"/>
                  </a:lnTo>
                  <a:lnTo>
                    <a:pt x="2323075" y="15137"/>
                  </a:lnTo>
                  <a:lnTo>
                    <a:pt x="2332836" y="14365"/>
                  </a:lnTo>
                  <a:lnTo>
                    <a:pt x="2342597" y="13636"/>
                  </a:lnTo>
                  <a:lnTo>
                    <a:pt x="2352358" y="12919"/>
                  </a:lnTo>
                  <a:lnTo>
                    <a:pt x="2362118" y="12199"/>
                  </a:lnTo>
                  <a:lnTo>
                    <a:pt x="2371879" y="11476"/>
                  </a:lnTo>
                  <a:lnTo>
                    <a:pt x="2381640" y="10734"/>
                  </a:lnTo>
                  <a:lnTo>
                    <a:pt x="2391401" y="9969"/>
                  </a:lnTo>
                  <a:lnTo>
                    <a:pt x="2401162" y="9297"/>
                  </a:lnTo>
                  <a:lnTo>
                    <a:pt x="2410922" y="8562"/>
                  </a:lnTo>
                  <a:lnTo>
                    <a:pt x="2420683" y="7829"/>
                  </a:lnTo>
                  <a:lnTo>
                    <a:pt x="2430444" y="7135"/>
                  </a:lnTo>
                  <a:lnTo>
                    <a:pt x="2440205" y="6498"/>
                  </a:lnTo>
                  <a:lnTo>
                    <a:pt x="2449966" y="5859"/>
                  </a:lnTo>
                  <a:lnTo>
                    <a:pt x="2459727" y="5217"/>
                  </a:lnTo>
                  <a:lnTo>
                    <a:pt x="2469487" y="4574"/>
                  </a:lnTo>
                  <a:lnTo>
                    <a:pt x="2479248" y="3928"/>
                  </a:lnTo>
                  <a:lnTo>
                    <a:pt x="2489009" y="3244"/>
                  </a:lnTo>
                  <a:lnTo>
                    <a:pt x="2498770" y="2438"/>
                  </a:lnTo>
                  <a:lnTo>
                    <a:pt x="2508531" y="1629"/>
                  </a:lnTo>
                  <a:lnTo>
                    <a:pt x="2518291" y="816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" name="pl54"/>
            <p:cNvSpPr/>
            <p:nvPr/>
          </p:nvSpPr>
          <p:spPr>
            <a:xfrm>
              <a:off x="3461961" y="4871008"/>
              <a:ext cx="2528052" cy="12773"/>
            </a:xfrm>
            <a:custGeom>
              <a:avLst/>
              <a:pathLst>
                <a:path w="2528052" h="12773">
                  <a:moveTo>
                    <a:pt x="2528052" y="11528"/>
                  </a:moveTo>
                  <a:lnTo>
                    <a:pt x="2518291" y="11395"/>
                  </a:lnTo>
                  <a:lnTo>
                    <a:pt x="2508531" y="11262"/>
                  </a:lnTo>
                  <a:lnTo>
                    <a:pt x="2498770" y="11129"/>
                  </a:lnTo>
                  <a:lnTo>
                    <a:pt x="2489009" y="11001"/>
                  </a:lnTo>
                  <a:lnTo>
                    <a:pt x="2479248" y="10935"/>
                  </a:lnTo>
                  <a:lnTo>
                    <a:pt x="2469487" y="10869"/>
                  </a:lnTo>
                  <a:lnTo>
                    <a:pt x="2459727" y="10804"/>
                  </a:lnTo>
                  <a:lnTo>
                    <a:pt x="2449966" y="10738"/>
                  </a:lnTo>
                  <a:lnTo>
                    <a:pt x="2440205" y="10671"/>
                  </a:lnTo>
                  <a:lnTo>
                    <a:pt x="2430444" y="10605"/>
                  </a:lnTo>
                  <a:lnTo>
                    <a:pt x="2420683" y="10538"/>
                  </a:lnTo>
                  <a:lnTo>
                    <a:pt x="2410922" y="10471"/>
                  </a:lnTo>
                  <a:lnTo>
                    <a:pt x="2401162" y="10404"/>
                  </a:lnTo>
                  <a:lnTo>
                    <a:pt x="2391401" y="10337"/>
                  </a:lnTo>
                  <a:lnTo>
                    <a:pt x="2381640" y="10270"/>
                  </a:lnTo>
                  <a:lnTo>
                    <a:pt x="2371879" y="10204"/>
                  </a:lnTo>
                  <a:lnTo>
                    <a:pt x="2362118" y="10136"/>
                  </a:lnTo>
                  <a:lnTo>
                    <a:pt x="2352358" y="10070"/>
                  </a:lnTo>
                  <a:lnTo>
                    <a:pt x="2342597" y="10004"/>
                  </a:lnTo>
                  <a:lnTo>
                    <a:pt x="2332836" y="9936"/>
                  </a:lnTo>
                  <a:lnTo>
                    <a:pt x="2323075" y="9868"/>
                  </a:lnTo>
                  <a:lnTo>
                    <a:pt x="2313314" y="9803"/>
                  </a:lnTo>
                  <a:lnTo>
                    <a:pt x="2303553" y="9736"/>
                  </a:lnTo>
                  <a:lnTo>
                    <a:pt x="2293793" y="9669"/>
                  </a:lnTo>
                  <a:lnTo>
                    <a:pt x="2284032" y="9587"/>
                  </a:lnTo>
                  <a:lnTo>
                    <a:pt x="2274271" y="9479"/>
                  </a:lnTo>
                  <a:lnTo>
                    <a:pt x="2264510" y="9385"/>
                  </a:lnTo>
                  <a:lnTo>
                    <a:pt x="2254749" y="9314"/>
                  </a:lnTo>
                  <a:lnTo>
                    <a:pt x="2244988" y="9243"/>
                  </a:lnTo>
                  <a:lnTo>
                    <a:pt x="2235228" y="9183"/>
                  </a:lnTo>
                  <a:lnTo>
                    <a:pt x="2225467" y="9101"/>
                  </a:lnTo>
                  <a:lnTo>
                    <a:pt x="2215706" y="9030"/>
                  </a:lnTo>
                  <a:lnTo>
                    <a:pt x="2205945" y="8959"/>
                  </a:lnTo>
                  <a:lnTo>
                    <a:pt x="2196184" y="8887"/>
                  </a:lnTo>
                  <a:lnTo>
                    <a:pt x="2186424" y="8816"/>
                  </a:lnTo>
                  <a:lnTo>
                    <a:pt x="2176663" y="8745"/>
                  </a:lnTo>
                  <a:lnTo>
                    <a:pt x="2166902" y="8673"/>
                  </a:lnTo>
                  <a:lnTo>
                    <a:pt x="2157141" y="8601"/>
                  </a:lnTo>
                  <a:lnTo>
                    <a:pt x="2147380" y="8530"/>
                  </a:lnTo>
                  <a:lnTo>
                    <a:pt x="2137619" y="8458"/>
                  </a:lnTo>
                  <a:lnTo>
                    <a:pt x="2127859" y="8429"/>
                  </a:lnTo>
                  <a:lnTo>
                    <a:pt x="2118098" y="8412"/>
                  </a:lnTo>
                  <a:lnTo>
                    <a:pt x="2108337" y="8384"/>
                  </a:lnTo>
                  <a:lnTo>
                    <a:pt x="2098576" y="8316"/>
                  </a:lnTo>
                  <a:lnTo>
                    <a:pt x="2088815" y="8247"/>
                  </a:lnTo>
                  <a:lnTo>
                    <a:pt x="2079055" y="8179"/>
                  </a:lnTo>
                  <a:lnTo>
                    <a:pt x="2069294" y="8110"/>
                  </a:lnTo>
                  <a:lnTo>
                    <a:pt x="2059533" y="8041"/>
                  </a:lnTo>
                  <a:lnTo>
                    <a:pt x="2049772" y="7972"/>
                  </a:lnTo>
                  <a:lnTo>
                    <a:pt x="2040011" y="7903"/>
                  </a:lnTo>
                  <a:lnTo>
                    <a:pt x="2030250" y="7830"/>
                  </a:lnTo>
                  <a:lnTo>
                    <a:pt x="2020490" y="7736"/>
                  </a:lnTo>
                  <a:lnTo>
                    <a:pt x="2010729" y="7634"/>
                  </a:lnTo>
                  <a:lnTo>
                    <a:pt x="2000968" y="7532"/>
                  </a:lnTo>
                  <a:lnTo>
                    <a:pt x="1991207" y="7430"/>
                  </a:lnTo>
                  <a:lnTo>
                    <a:pt x="1981446" y="7327"/>
                  </a:lnTo>
                  <a:lnTo>
                    <a:pt x="1971685" y="7224"/>
                  </a:lnTo>
                  <a:lnTo>
                    <a:pt x="1961925" y="7149"/>
                  </a:lnTo>
                  <a:lnTo>
                    <a:pt x="1952164" y="7075"/>
                  </a:lnTo>
                  <a:lnTo>
                    <a:pt x="1942403" y="7000"/>
                  </a:lnTo>
                  <a:lnTo>
                    <a:pt x="1932642" y="6925"/>
                  </a:lnTo>
                  <a:lnTo>
                    <a:pt x="1922881" y="6854"/>
                  </a:lnTo>
                  <a:lnTo>
                    <a:pt x="1913121" y="6778"/>
                  </a:lnTo>
                  <a:lnTo>
                    <a:pt x="1903360" y="6682"/>
                  </a:lnTo>
                  <a:lnTo>
                    <a:pt x="1893599" y="6624"/>
                  </a:lnTo>
                  <a:lnTo>
                    <a:pt x="1883838" y="6555"/>
                  </a:lnTo>
                  <a:lnTo>
                    <a:pt x="1874077" y="6482"/>
                  </a:lnTo>
                  <a:lnTo>
                    <a:pt x="1864316" y="6408"/>
                  </a:lnTo>
                  <a:lnTo>
                    <a:pt x="1854556" y="6334"/>
                  </a:lnTo>
                  <a:lnTo>
                    <a:pt x="1844795" y="6260"/>
                  </a:lnTo>
                  <a:lnTo>
                    <a:pt x="1835034" y="6186"/>
                  </a:lnTo>
                  <a:lnTo>
                    <a:pt x="1825273" y="6111"/>
                  </a:lnTo>
                  <a:lnTo>
                    <a:pt x="1815512" y="6036"/>
                  </a:lnTo>
                  <a:lnTo>
                    <a:pt x="1805752" y="5962"/>
                  </a:lnTo>
                  <a:lnTo>
                    <a:pt x="1795991" y="5887"/>
                  </a:lnTo>
                  <a:lnTo>
                    <a:pt x="1786230" y="5812"/>
                  </a:lnTo>
                  <a:lnTo>
                    <a:pt x="1776469" y="5736"/>
                  </a:lnTo>
                  <a:lnTo>
                    <a:pt x="1766708" y="5661"/>
                  </a:lnTo>
                  <a:lnTo>
                    <a:pt x="1756947" y="5586"/>
                  </a:lnTo>
                  <a:lnTo>
                    <a:pt x="1747187" y="5494"/>
                  </a:lnTo>
                  <a:lnTo>
                    <a:pt x="1737426" y="5390"/>
                  </a:lnTo>
                  <a:lnTo>
                    <a:pt x="1727665" y="5318"/>
                  </a:lnTo>
                  <a:lnTo>
                    <a:pt x="1717904" y="5247"/>
                  </a:lnTo>
                  <a:lnTo>
                    <a:pt x="1708143" y="5178"/>
                  </a:lnTo>
                  <a:lnTo>
                    <a:pt x="1698382" y="5103"/>
                  </a:lnTo>
                  <a:lnTo>
                    <a:pt x="1688622" y="5032"/>
                  </a:lnTo>
                  <a:lnTo>
                    <a:pt x="1678861" y="4960"/>
                  </a:lnTo>
                  <a:lnTo>
                    <a:pt x="1669100" y="4888"/>
                  </a:lnTo>
                  <a:lnTo>
                    <a:pt x="1659339" y="4816"/>
                  </a:lnTo>
                  <a:lnTo>
                    <a:pt x="1649578" y="4742"/>
                  </a:lnTo>
                  <a:lnTo>
                    <a:pt x="1639818" y="4624"/>
                  </a:lnTo>
                  <a:lnTo>
                    <a:pt x="1630057" y="4541"/>
                  </a:lnTo>
                  <a:lnTo>
                    <a:pt x="1620296" y="4472"/>
                  </a:lnTo>
                  <a:lnTo>
                    <a:pt x="1610535" y="4303"/>
                  </a:lnTo>
                  <a:lnTo>
                    <a:pt x="1600774" y="4150"/>
                  </a:lnTo>
                  <a:lnTo>
                    <a:pt x="1591013" y="4031"/>
                  </a:lnTo>
                  <a:lnTo>
                    <a:pt x="1581253" y="3909"/>
                  </a:lnTo>
                  <a:lnTo>
                    <a:pt x="1571492" y="3787"/>
                  </a:lnTo>
                  <a:lnTo>
                    <a:pt x="1561731" y="3664"/>
                  </a:lnTo>
                  <a:lnTo>
                    <a:pt x="1551970" y="3515"/>
                  </a:lnTo>
                  <a:lnTo>
                    <a:pt x="1542209" y="3421"/>
                  </a:lnTo>
                  <a:lnTo>
                    <a:pt x="1532448" y="3276"/>
                  </a:lnTo>
                  <a:lnTo>
                    <a:pt x="1522688" y="3114"/>
                  </a:lnTo>
                  <a:lnTo>
                    <a:pt x="1512927" y="3030"/>
                  </a:lnTo>
                  <a:lnTo>
                    <a:pt x="1503166" y="2889"/>
                  </a:lnTo>
                  <a:lnTo>
                    <a:pt x="1493405" y="2776"/>
                  </a:lnTo>
                  <a:lnTo>
                    <a:pt x="1483644" y="2688"/>
                  </a:lnTo>
                  <a:lnTo>
                    <a:pt x="1473884" y="2566"/>
                  </a:lnTo>
                  <a:lnTo>
                    <a:pt x="1464123" y="2445"/>
                  </a:lnTo>
                  <a:lnTo>
                    <a:pt x="1454362" y="2328"/>
                  </a:lnTo>
                  <a:lnTo>
                    <a:pt x="1444601" y="2220"/>
                  </a:lnTo>
                  <a:lnTo>
                    <a:pt x="1434840" y="2208"/>
                  </a:lnTo>
                  <a:lnTo>
                    <a:pt x="1425079" y="2185"/>
                  </a:lnTo>
                  <a:lnTo>
                    <a:pt x="1415319" y="2050"/>
                  </a:lnTo>
                  <a:lnTo>
                    <a:pt x="1405558" y="1915"/>
                  </a:lnTo>
                  <a:lnTo>
                    <a:pt x="1395797" y="1901"/>
                  </a:lnTo>
                  <a:lnTo>
                    <a:pt x="1386036" y="1888"/>
                  </a:lnTo>
                  <a:lnTo>
                    <a:pt x="1376275" y="1874"/>
                  </a:lnTo>
                  <a:lnTo>
                    <a:pt x="1366515" y="1754"/>
                  </a:lnTo>
                  <a:lnTo>
                    <a:pt x="1356754" y="1719"/>
                  </a:lnTo>
                  <a:lnTo>
                    <a:pt x="1346993" y="1555"/>
                  </a:lnTo>
                  <a:lnTo>
                    <a:pt x="1337232" y="1405"/>
                  </a:lnTo>
                  <a:lnTo>
                    <a:pt x="1327471" y="1391"/>
                  </a:lnTo>
                  <a:lnTo>
                    <a:pt x="1317710" y="1293"/>
                  </a:lnTo>
                  <a:lnTo>
                    <a:pt x="1307950" y="1343"/>
                  </a:lnTo>
                  <a:lnTo>
                    <a:pt x="1298189" y="1253"/>
                  </a:lnTo>
                  <a:lnTo>
                    <a:pt x="1288428" y="1225"/>
                  </a:lnTo>
                  <a:lnTo>
                    <a:pt x="1278667" y="1236"/>
                  </a:lnTo>
                  <a:lnTo>
                    <a:pt x="1268906" y="1261"/>
                  </a:lnTo>
                  <a:lnTo>
                    <a:pt x="1259145" y="1153"/>
                  </a:lnTo>
                  <a:lnTo>
                    <a:pt x="1249385" y="1131"/>
                  </a:lnTo>
                  <a:lnTo>
                    <a:pt x="1239624" y="1105"/>
                  </a:lnTo>
                  <a:lnTo>
                    <a:pt x="1229863" y="1083"/>
                  </a:lnTo>
                  <a:lnTo>
                    <a:pt x="1220102" y="1033"/>
                  </a:lnTo>
                  <a:lnTo>
                    <a:pt x="1210341" y="922"/>
                  </a:lnTo>
                  <a:lnTo>
                    <a:pt x="1200581" y="912"/>
                  </a:lnTo>
                  <a:lnTo>
                    <a:pt x="1190820" y="907"/>
                  </a:lnTo>
                  <a:lnTo>
                    <a:pt x="1181059" y="823"/>
                  </a:lnTo>
                  <a:lnTo>
                    <a:pt x="1171298" y="738"/>
                  </a:lnTo>
                  <a:lnTo>
                    <a:pt x="1161537" y="654"/>
                  </a:lnTo>
                  <a:lnTo>
                    <a:pt x="1151776" y="569"/>
                  </a:lnTo>
                  <a:lnTo>
                    <a:pt x="1142016" y="483"/>
                  </a:lnTo>
                  <a:lnTo>
                    <a:pt x="1132255" y="418"/>
                  </a:lnTo>
                  <a:lnTo>
                    <a:pt x="1122494" y="307"/>
                  </a:lnTo>
                  <a:lnTo>
                    <a:pt x="1112733" y="220"/>
                  </a:lnTo>
                  <a:lnTo>
                    <a:pt x="1102972" y="226"/>
                  </a:lnTo>
                  <a:lnTo>
                    <a:pt x="1093212" y="213"/>
                  </a:lnTo>
                  <a:lnTo>
                    <a:pt x="1083451" y="180"/>
                  </a:lnTo>
                  <a:lnTo>
                    <a:pt x="1073690" y="175"/>
                  </a:lnTo>
                  <a:lnTo>
                    <a:pt x="1063929" y="19"/>
                  </a:lnTo>
                  <a:lnTo>
                    <a:pt x="1054168" y="17"/>
                  </a:lnTo>
                  <a:lnTo>
                    <a:pt x="1044407" y="12"/>
                  </a:lnTo>
                  <a:lnTo>
                    <a:pt x="1034647" y="46"/>
                  </a:lnTo>
                  <a:lnTo>
                    <a:pt x="1024886" y="50"/>
                  </a:lnTo>
                  <a:lnTo>
                    <a:pt x="1015125" y="32"/>
                  </a:lnTo>
                  <a:lnTo>
                    <a:pt x="1005364" y="8"/>
                  </a:lnTo>
                  <a:lnTo>
                    <a:pt x="995603" y="4"/>
                  </a:lnTo>
                  <a:lnTo>
                    <a:pt x="985842" y="0"/>
                  </a:lnTo>
                  <a:lnTo>
                    <a:pt x="976082" y="76"/>
                  </a:lnTo>
                  <a:lnTo>
                    <a:pt x="966321" y="112"/>
                  </a:lnTo>
                  <a:lnTo>
                    <a:pt x="956560" y="149"/>
                  </a:lnTo>
                  <a:lnTo>
                    <a:pt x="946799" y="185"/>
                  </a:lnTo>
                  <a:lnTo>
                    <a:pt x="937038" y="241"/>
                  </a:lnTo>
                  <a:lnTo>
                    <a:pt x="927278" y="257"/>
                  </a:lnTo>
                  <a:lnTo>
                    <a:pt x="917517" y="293"/>
                  </a:lnTo>
                  <a:lnTo>
                    <a:pt x="907756" y="316"/>
                  </a:lnTo>
                  <a:lnTo>
                    <a:pt x="897995" y="294"/>
                  </a:lnTo>
                  <a:lnTo>
                    <a:pt x="888234" y="269"/>
                  </a:lnTo>
                  <a:lnTo>
                    <a:pt x="878473" y="249"/>
                  </a:lnTo>
                  <a:lnTo>
                    <a:pt x="868713" y="297"/>
                  </a:lnTo>
                  <a:lnTo>
                    <a:pt x="858952" y="407"/>
                  </a:lnTo>
                  <a:lnTo>
                    <a:pt x="849191" y="440"/>
                  </a:lnTo>
                  <a:lnTo>
                    <a:pt x="839430" y="435"/>
                  </a:lnTo>
                  <a:lnTo>
                    <a:pt x="829669" y="473"/>
                  </a:lnTo>
                  <a:lnTo>
                    <a:pt x="819909" y="527"/>
                  </a:lnTo>
                  <a:lnTo>
                    <a:pt x="810148" y="604"/>
                  </a:lnTo>
                  <a:lnTo>
                    <a:pt x="800387" y="727"/>
                  </a:lnTo>
                  <a:lnTo>
                    <a:pt x="790626" y="763"/>
                  </a:lnTo>
                  <a:lnTo>
                    <a:pt x="780865" y="798"/>
                  </a:lnTo>
                  <a:lnTo>
                    <a:pt x="771104" y="835"/>
                  </a:lnTo>
                  <a:lnTo>
                    <a:pt x="761344" y="941"/>
                  </a:lnTo>
                  <a:lnTo>
                    <a:pt x="751583" y="991"/>
                  </a:lnTo>
                  <a:lnTo>
                    <a:pt x="741822" y="1020"/>
                  </a:lnTo>
                  <a:lnTo>
                    <a:pt x="732061" y="1141"/>
                  </a:lnTo>
                  <a:lnTo>
                    <a:pt x="722300" y="1238"/>
                  </a:lnTo>
                  <a:lnTo>
                    <a:pt x="712539" y="1380"/>
                  </a:lnTo>
                  <a:lnTo>
                    <a:pt x="702779" y="1494"/>
                  </a:lnTo>
                  <a:lnTo>
                    <a:pt x="693018" y="1590"/>
                  </a:lnTo>
                  <a:lnTo>
                    <a:pt x="683257" y="1662"/>
                  </a:lnTo>
                  <a:lnTo>
                    <a:pt x="673496" y="1733"/>
                  </a:lnTo>
                  <a:lnTo>
                    <a:pt x="663735" y="1850"/>
                  </a:lnTo>
                  <a:lnTo>
                    <a:pt x="653975" y="2018"/>
                  </a:lnTo>
                  <a:lnTo>
                    <a:pt x="644214" y="2098"/>
                  </a:lnTo>
                  <a:lnTo>
                    <a:pt x="634453" y="2247"/>
                  </a:lnTo>
                  <a:lnTo>
                    <a:pt x="624692" y="2386"/>
                  </a:lnTo>
                  <a:lnTo>
                    <a:pt x="614931" y="2547"/>
                  </a:lnTo>
                  <a:lnTo>
                    <a:pt x="605170" y="2612"/>
                  </a:lnTo>
                  <a:lnTo>
                    <a:pt x="595410" y="2782"/>
                  </a:lnTo>
                  <a:lnTo>
                    <a:pt x="585649" y="2936"/>
                  </a:lnTo>
                  <a:lnTo>
                    <a:pt x="575888" y="3119"/>
                  </a:lnTo>
                  <a:lnTo>
                    <a:pt x="566127" y="3289"/>
                  </a:lnTo>
                  <a:lnTo>
                    <a:pt x="556366" y="3459"/>
                  </a:lnTo>
                  <a:lnTo>
                    <a:pt x="546606" y="3646"/>
                  </a:lnTo>
                  <a:lnTo>
                    <a:pt x="536845" y="3815"/>
                  </a:lnTo>
                  <a:lnTo>
                    <a:pt x="527084" y="3961"/>
                  </a:lnTo>
                  <a:lnTo>
                    <a:pt x="517323" y="4102"/>
                  </a:lnTo>
                  <a:lnTo>
                    <a:pt x="507562" y="4203"/>
                  </a:lnTo>
                  <a:lnTo>
                    <a:pt x="497801" y="4303"/>
                  </a:lnTo>
                  <a:lnTo>
                    <a:pt x="488041" y="4376"/>
                  </a:lnTo>
                  <a:lnTo>
                    <a:pt x="478280" y="4499"/>
                  </a:lnTo>
                  <a:lnTo>
                    <a:pt x="468519" y="4600"/>
                  </a:lnTo>
                  <a:lnTo>
                    <a:pt x="458758" y="4835"/>
                  </a:lnTo>
                  <a:lnTo>
                    <a:pt x="448997" y="5167"/>
                  </a:lnTo>
                  <a:lnTo>
                    <a:pt x="439236" y="5371"/>
                  </a:lnTo>
                  <a:lnTo>
                    <a:pt x="429476" y="5550"/>
                  </a:lnTo>
                  <a:lnTo>
                    <a:pt x="419715" y="5661"/>
                  </a:lnTo>
                  <a:lnTo>
                    <a:pt x="409954" y="5780"/>
                  </a:lnTo>
                  <a:lnTo>
                    <a:pt x="400193" y="5912"/>
                  </a:lnTo>
                  <a:lnTo>
                    <a:pt x="390432" y="6102"/>
                  </a:lnTo>
                  <a:lnTo>
                    <a:pt x="380672" y="6240"/>
                  </a:lnTo>
                  <a:lnTo>
                    <a:pt x="370911" y="6380"/>
                  </a:lnTo>
                  <a:lnTo>
                    <a:pt x="361150" y="6516"/>
                  </a:lnTo>
                  <a:lnTo>
                    <a:pt x="351389" y="6718"/>
                  </a:lnTo>
                  <a:lnTo>
                    <a:pt x="341628" y="6885"/>
                  </a:lnTo>
                  <a:lnTo>
                    <a:pt x="331867" y="7068"/>
                  </a:lnTo>
                  <a:lnTo>
                    <a:pt x="322107" y="7227"/>
                  </a:lnTo>
                  <a:lnTo>
                    <a:pt x="312346" y="7287"/>
                  </a:lnTo>
                  <a:lnTo>
                    <a:pt x="302585" y="7422"/>
                  </a:lnTo>
                  <a:lnTo>
                    <a:pt x="292824" y="7469"/>
                  </a:lnTo>
                  <a:lnTo>
                    <a:pt x="283063" y="7648"/>
                  </a:lnTo>
                  <a:lnTo>
                    <a:pt x="273303" y="7835"/>
                  </a:lnTo>
                  <a:lnTo>
                    <a:pt x="263542" y="7981"/>
                  </a:lnTo>
                  <a:lnTo>
                    <a:pt x="253781" y="8109"/>
                  </a:lnTo>
                  <a:lnTo>
                    <a:pt x="244020" y="8244"/>
                  </a:lnTo>
                  <a:lnTo>
                    <a:pt x="234259" y="8418"/>
                  </a:lnTo>
                  <a:lnTo>
                    <a:pt x="224498" y="8600"/>
                  </a:lnTo>
                  <a:lnTo>
                    <a:pt x="214738" y="8781"/>
                  </a:lnTo>
                  <a:lnTo>
                    <a:pt x="204977" y="8975"/>
                  </a:lnTo>
                  <a:lnTo>
                    <a:pt x="195216" y="9297"/>
                  </a:lnTo>
                  <a:lnTo>
                    <a:pt x="185455" y="9438"/>
                  </a:lnTo>
                  <a:lnTo>
                    <a:pt x="175694" y="9681"/>
                  </a:lnTo>
                  <a:lnTo>
                    <a:pt x="165933" y="9873"/>
                  </a:lnTo>
                  <a:lnTo>
                    <a:pt x="156173" y="10028"/>
                  </a:lnTo>
                  <a:lnTo>
                    <a:pt x="146412" y="10178"/>
                  </a:lnTo>
                  <a:lnTo>
                    <a:pt x="136651" y="10311"/>
                  </a:lnTo>
                  <a:lnTo>
                    <a:pt x="126890" y="10507"/>
                  </a:lnTo>
                  <a:lnTo>
                    <a:pt x="117129" y="10707"/>
                  </a:lnTo>
                  <a:lnTo>
                    <a:pt x="107369" y="10819"/>
                  </a:lnTo>
                  <a:lnTo>
                    <a:pt x="97608" y="11016"/>
                  </a:lnTo>
                  <a:lnTo>
                    <a:pt x="87847" y="11161"/>
                  </a:lnTo>
                  <a:lnTo>
                    <a:pt x="78086" y="11302"/>
                  </a:lnTo>
                  <a:lnTo>
                    <a:pt x="68325" y="11443"/>
                  </a:lnTo>
                  <a:lnTo>
                    <a:pt x="58564" y="11583"/>
                  </a:lnTo>
                  <a:lnTo>
                    <a:pt x="48804" y="11760"/>
                  </a:lnTo>
                  <a:lnTo>
                    <a:pt x="39043" y="11937"/>
                  </a:lnTo>
                  <a:lnTo>
                    <a:pt x="29282" y="12147"/>
                  </a:lnTo>
                  <a:lnTo>
                    <a:pt x="19521" y="12330"/>
                  </a:lnTo>
                  <a:lnTo>
                    <a:pt x="9760" y="12552"/>
                  </a:lnTo>
                  <a:lnTo>
                    <a:pt x="0" y="12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461961" y="4841112"/>
              <a:ext cx="2528052" cy="67583"/>
            </a:xfrm>
            <a:custGeom>
              <a:avLst/>
              <a:pathLst>
                <a:path w="2528052" h="67583">
                  <a:moveTo>
                    <a:pt x="0" y="23991"/>
                  </a:moveTo>
                  <a:lnTo>
                    <a:pt x="9760" y="24155"/>
                  </a:lnTo>
                  <a:lnTo>
                    <a:pt x="19521" y="24272"/>
                  </a:lnTo>
                  <a:lnTo>
                    <a:pt x="29282" y="24414"/>
                  </a:lnTo>
                  <a:lnTo>
                    <a:pt x="39043" y="24537"/>
                  </a:lnTo>
                  <a:lnTo>
                    <a:pt x="48804" y="24679"/>
                  </a:lnTo>
                  <a:lnTo>
                    <a:pt x="58564" y="24733"/>
                  </a:lnTo>
                  <a:lnTo>
                    <a:pt x="68325" y="24914"/>
                  </a:lnTo>
                  <a:lnTo>
                    <a:pt x="78086" y="25122"/>
                  </a:lnTo>
                  <a:lnTo>
                    <a:pt x="87847" y="25150"/>
                  </a:lnTo>
                  <a:lnTo>
                    <a:pt x="97608" y="25170"/>
                  </a:lnTo>
                  <a:lnTo>
                    <a:pt x="107369" y="25284"/>
                  </a:lnTo>
                  <a:lnTo>
                    <a:pt x="117129" y="25338"/>
                  </a:lnTo>
                  <a:lnTo>
                    <a:pt x="126890" y="25430"/>
                  </a:lnTo>
                  <a:lnTo>
                    <a:pt x="136651" y="25608"/>
                  </a:lnTo>
                  <a:lnTo>
                    <a:pt x="146412" y="25692"/>
                  </a:lnTo>
                  <a:lnTo>
                    <a:pt x="156173" y="25822"/>
                  </a:lnTo>
                  <a:lnTo>
                    <a:pt x="165933" y="25951"/>
                  </a:lnTo>
                  <a:lnTo>
                    <a:pt x="175694" y="25892"/>
                  </a:lnTo>
                  <a:lnTo>
                    <a:pt x="185455" y="25930"/>
                  </a:lnTo>
                  <a:lnTo>
                    <a:pt x="195216" y="26087"/>
                  </a:lnTo>
                  <a:lnTo>
                    <a:pt x="204977" y="26295"/>
                  </a:lnTo>
                  <a:lnTo>
                    <a:pt x="214738" y="26399"/>
                  </a:lnTo>
                  <a:lnTo>
                    <a:pt x="224498" y="26481"/>
                  </a:lnTo>
                  <a:lnTo>
                    <a:pt x="234259" y="26619"/>
                  </a:lnTo>
                  <a:lnTo>
                    <a:pt x="244020" y="26784"/>
                  </a:lnTo>
                  <a:lnTo>
                    <a:pt x="253781" y="26847"/>
                  </a:lnTo>
                  <a:lnTo>
                    <a:pt x="263542" y="26922"/>
                  </a:lnTo>
                  <a:lnTo>
                    <a:pt x="273303" y="26949"/>
                  </a:lnTo>
                  <a:lnTo>
                    <a:pt x="283063" y="26992"/>
                  </a:lnTo>
                  <a:lnTo>
                    <a:pt x="292824" y="27041"/>
                  </a:lnTo>
                  <a:lnTo>
                    <a:pt x="302585" y="27118"/>
                  </a:lnTo>
                  <a:lnTo>
                    <a:pt x="312346" y="27201"/>
                  </a:lnTo>
                  <a:lnTo>
                    <a:pt x="322107" y="27345"/>
                  </a:lnTo>
                  <a:lnTo>
                    <a:pt x="331867" y="27355"/>
                  </a:lnTo>
                  <a:lnTo>
                    <a:pt x="341628" y="27393"/>
                  </a:lnTo>
                  <a:lnTo>
                    <a:pt x="351389" y="27420"/>
                  </a:lnTo>
                  <a:lnTo>
                    <a:pt x="361150" y="27506"/>
                  </a:lnTo>
                  <a:lnTo>
                    <a:pt x="370911" y="27578"/>
                  </a:lnTo>
                  <a:lnTo>
                    <a:pt x="380672" y="27624"/>
                  </a:lnTo>
                  <a:lnTo>
                    <a:pt x="390432" y="27706"/>
                  </a:lnTo>
                  <a:lnTo>
                    <a:pt x="400193" y="27862"/>
                  </a:lnTo>
                  <a:lnTo>
                    <a:pt x="409954" y="27907"/>
                  </a:lnTo>
                  <a:lnTo>
                    <a:pt x="419715" y="28014"/>
                  </a:lnTo>
                  <a:lnTo>
                    <a:pt x="429476" y="28100"/>
                  </a:lnTo>
                  <a:lnTo>
                    <a:pt x="439236" y="28156"/>
                  </a:lnTo>
                  <a:lnTo>
                    <a:pt x="448997" y="28295"/>
                  </a:lnTo>
                  <a:lnTo>
                    <a:pt x="458758" y="28377"/>
                  </a:lnTo>
                  <a:lnTo>
                    <a:pt x="468519" y="28451"/>
                  </a:lnTo>
                  <a:lnTo>
                    <a:pt x="478280" y="28564"/>
                  </a:lnTo>
                  <a:lnTo>
                    <a:pt x="488041" y="28581"/>
                  </a:lnTo>
                  <a:lnTo>
                    <a:pt x="497801" y="28614"/>
                  </a:lnTo>
                  <a:lnTo>
                    <a:pt x="507562" y="28697"/>
                  </a:lnTo>
                  <a:lnTo>
                    <a:pt x="517323" y="28754"/>
                  </a:lnTo>
                  <a:lnTo>
                    <a:pt x="527084" y="28868"/>
                  </a:lnTo>
                  <a:lnTo>
                    <a:pt x="536845" y="28953"/>
                  </a:lnTo>
                  <a:lnTo>
                    <a:pt x="546606" y="29036"/>
                  </a:lnTo>
                  <a:lnTo>
                    <a:pt x="556366" y="29097"/>
                  </a:lnTo>
                  <a:lnTo>
                    <a:pt x="566127" y="29138"/>
                  </a:lnTo>
                  <a:lnTo>
                    <a:pt x="575888" y="29275"/>
                  </a:lnTo>
                  <a:lnTo>
                    <a:pt x="585649" y="29212"/>
                  </a:lnTo>
                  <a:lnTo>
                    <a:pt x="595410" y="29283"/>
                  </a:lnTo>
                  <a:lnTo>
                    <a:pt x="605170" y="29304"/>
                  </a:lnTo>
                  <a:lnTo>
                    <a:pt x="614931" y="29446"/>
                  </a:lnTo>
                  <a:lnTo>
                    <a:pt x="624692" y="29425"/>
                  </a:lnTo>
                  <a:lnTo>
                    <a:pt x="634453" y="29367"/>
                  </a:lnTo>
                  <a:lnTo>
                    <a:pt x="644214" y="29308"/>
                  </a:lnTo>
                  <a:lnTo>
                    <a:pt x="653975" y="29303"/>
                  </a:lnTo>
                  <a:lnTo>
                    <a:pt x="663735" y="29247"/>
                  </a:lnTo>
                  <a:lnTo>
                    <a:pt x="673496" y="29210"/>
                  </a:lnTo>
                  <a:lnTo>
                    <a:pt x="683257" y="29166"/>
                  </a:lnTo>
                  <a:lnTo>
                    <a:pt x="693018" y="29235"/>
                  </a:lnTo>
                  <a:lnTo>
                    <a:pt x="702779" y="29193"/>
                  </a:lnTo>
                  <a:lnTo>
                    <a:pt x="712539" y="29206"/>
                  </a:lnTo>
                  <a:lnTo>
                    <a:pt x="722300" y="29165"/>
                  </a:lnTo>
                  <a:lnTo>
                    <a:pt x="732061" y="29186"/>
                  </a:lnTo>
                  <a:lnTo>
                    <a:pt x="741822" y="29231"/>
                  </a:lnTo>
                  <a:lnTo>
                    <a:pt x="751583" y="29189"/>
                  </a:lnTo>
                  <a:lnTo>
                    <a:pt x="761344" y="29164"/>
                  </a:lnTo>
                  <a:lnTo>
                    <a:pt x="771104" y="29229"/>
                  </a:lnTo>
                  <a:lnTo>
                    <a:pt x="780865" y="29148"/>
                  </a:lnTo>
                  <a:lnTo>
                    <a:pt x="790626" y="29241"/>
                  </a:lnTo>
                  <a:lnTo>
                    <a:pt x="800387" y="29248"/>
                  </a:lnTo>
                  <a:lnTo>
                    <a:pt x="810148" y="29237"/>
                  </a:lnTo>
                  <a:lnTo>
                    <a:pt x="819909" y="29186"/>
                  </a:lnTo>
                  <a:lnTo>
                    <a:pt x="829669" y="29055"/>
                  </a:lnTo>
                  <a:lnTo>
                    <a:pt x="839430" y="29053"/>
                  </a:lnTo>
                  <a:lnTo>
                    <a:pt x="849191" y="28932"/>
                  </a:lnTo>
                  <a:lnTo>
                    <a:pt x="858952" y="28886"/>
                  </a:lnTo>
                  <a:lnTo>
                    <a:pt x="868713" y="28901"/>
                  </a:lnTo>
                  <a:lnTo>
                    <a:pt x="878473" y="28911"/>
                  </a:lnTo>
                  <a:lnTo>
                    <a:pt x="888234" y="28772"/>
                  </a:lnTo>
                  <a:lnTo>
                    <a:pt x="897995" y="28791"/>
                  </a:lnTo>
                  <a:lnTo>
                    <a:pt x="907756" y="28729"/>
                  </a:lnTo>
                  <a:lnTo>
                    <a:pt x="917517" y="28679"/>
                  </a:lnTo>
                  <a:lnTo>
                    <a:pt x="927278" y="28730"/>
                  </a:lnTo>
                  <a:lnTo>
                    <a:pt x="937038" y="28695"/>
                  </a:lnTo>
                  <a:lnTo>
                    <a:pt x="946799" y="28688"/>
                  </a:lnTo>
                  <a:lnTo>
                    <a:pt x="956560" y="28596"/>
                  </a:lnTo>
                  <a:lnTo>
                    <a:pt x="966321" y="28584"/>
                  </a:lnTo>
                  <a:lnTo>
                    <a:pt x="976082" y="28528"/>
                  </a:lnTo>
                  <a:lnTo>
                    <a:pt x="985842" y="28478"/>
                  </a:lnTo>
                  <a:lnTo>
                    <a:pt x="995603" y="28488"/>
                  </a:lnTo>
                  <a:lnTo>
                    <a:pt x="1005364" y="28327"/>
                  </a:lnTo>
                  <a:lnTo>
                    <a:pt x="1015125" y="28165"/>
                  </a:lnTo>
                  <a:lnTo>
                    <a:pt x="1024886" y="28048"/>
                  </a:lnTo>
                  <a:lnTo>
                    <a:pt x="1034647" y="28043"/>
                  </a:lnTo>
                  <a:lnTo>
                    <a:pt x="1044407" y="27936"/>
                  </a:lnTo>
                  <a:lnTo>
                    <a:pt x="1054168" y="27806"/>
                  </a:lnTo>
                  <a:lnTo>
                    <a:pt x="1063929" y="27679"/>
                  </a:lnTo>
                  <a:lnTo>
                    <a:pt x="1073690" y="27553"/>
                  </a:lnTo>
                  <a:lnTo>
                    <a:pt x="1083451" y="27488"/>
                  </a:lnTo>
                  <a:lnTo>
                    <a:pt x="1093212" y="27356"/>
                  </a:lnTo>
                  <a:lnTo>
                    <a:pt x="1102972" y="27215"/>
                  </a:lnTo>
                  <a:lnTo>
                    <a:pt x="1112733" y="27051"/>
                  </a:lnTo>
                  <a:lnTo>
                    <a:pt x="1122494" y="26904"/>
                  </a:lnTo>
                  <a:lnTo>
                    <a:pt x="1132255" y="26787"/>
                  </a:lnTo>
                  <a:lnTo>
                    <a:pt x="1142016" y="26649"/>
                  </a:lnTo>
                  <a:lnTo>
                    <a:pt x="1151776" y="26512"/>
                  </a:lnTo>
                  <a:lnTo>
                    <a:pt x="1161537" y="26380"/>
                  </a:lnTo>
                  <a:lnTo>
                    <a:pt x="1171298" y="26248"/>
                  </a:lnTo>
                  <a:lnTo>
                    <a:pt x="1181059" y="26115"/>
                  </a:lnTo>
                  <a:lnTo>
                    <a:pt x="1190820" y="25983"/>
                  </a:lnTo>
                  <a:lnTo>
                    <a:pt x="1200581" y="25851"/>
                  </a:lnTo>
                  <a:lnTo>
                    <a:pt x="1210341" y="25748"/>
                  </a:lnTo>
                  <a:lnTo>
                    <a:pt x="1220102" y="25574"/>
                  </a:lnTo>
                  <a:lnTo>
                    <a:pt x="1229863" y="25451"/>
                  </a:lnTo>
                  <a:lnTo>
                    <a:pt x="1239624" y="25324"/>
                  </a:lnTo>
                  <a:lnTo>
                    <a:pt x="1249385" y="25216"/>
                  </a:lnTo>
                  <a:lnTo>
                    <a:pt x="1259145" y="25080"/>
                  </a:lnTo>
                  <a:lnTo>
                    <a:pt x="1268906" y="24943"/>
                  </a:lnTo>
                  <a:lnTo>
                    <a:pt x="1278667" y="24806"/>
                  </a:lnTo>
                  <a:lnTo>
                    <a:pt x="1288428" y="24669"/>
                  </a:lnTo>
                  <a:lnTo>
                    <a:pt x="1298189" y="24532"/>
                  </a:lnTo>
                  <a:lnTo>
                    <a:pt x="1307950" y="24373"/>
                  </a:lnTo>
                  <a:lnTo>
                    <a:pt x="1317710" y="24182"/>
                  </a:lnTo>
                  <a:lnTo>
                    <a:pt x="1327471" y="24092"/>
                  </a:lnTo>
                  <a:lnTo>
                    <a:pt x="1337232" y="23907"/>
                  </a:lnTo>
                  <a:lnTo>
                    <a:pt x="1346993" y="23759"/>
                  </a:lnTo>
                  <a:lnTo>
                    <a:pt x="1356754" y="23579"/>
                  </a:lnTo>
                  <a:lnTo>
                    <a:pt x="1366515" y="23398"/>
                  </a:lnTo>
                  <a:lnTo>
                    <a:pt x="1376275" y="23218"/>
                  </a:lnTo>
                  <a:lnTo>
                    <a:pt x="1386036" y="23103"/>
                  </a:lnTo>
                  <a:lnTo>
                    <a:pt x="1395797" y="22936"/>
                  </a:lnTo>
                  <a:lnTo>
                    <a:pt x="1405558" y="22760"/>
                  </a:lnTo>
                  <a:lnTo>
                    <a:pt x="1415319" y="22681"/>
                  </a:lnTo>
                  <a:lnTo>
                    <a:pt x="1425079" y="22542"/>
                  </a:lnTo>
                  <a:lnTo>
                    <a:pt x="1434840" y="22449"/>
                  </a:lnTo>
                  <a:lnTo>
                    <a:pt x="1444601" y="22354"/>
                  </a:lnTo>
                  <a:lnTo>
                    <a:pt x="1454362" y="22244"/>
                  </a:lnTo>
                  <a:lnTo>
                    <a:pt x="1464123" y="22061"/>
                  </a:lnTo>
                  <a:lnTo>
                    <a:pt x="1473884" y="21842"/>
                  </a:lnTo>
                  <a:lnTo>
                    <a:pt x="1483644" y="21649"/>
                  </a:lnTo>
                  <a:lnTo>
                    <a:pt x="1493405" y="21548"/>
                  </a:lnTo>
                  <a:lnTo>
                    <a:pt x="1503166" y="21471"/>
                  </a:lnTo>
                  <a:lnTo>
                    <a:pt x="1512927" y="21347"/>
                  </a:lnTo>
                  <a:lnTo>
                    <a:pt x="1522688" y="21244"/>
                  </a:lnTo>
                  <a:lnTo>
                    <a:pt x="1532448" y="21101"/>
                  </a:lnTo>
                  <a:lnTo>
                    <a:pt x="1542209" y="20896"/>
                  </a:lnTo>
                  <a:lnTo>
                    <a:pt x="1551970" y="20667"/>
                  </a:lnTo>
                  <a:lnTo>
                    <a:pt x="1561731" y="20408"/>
                  </a:lnTo>
                  <a:lnTo>
                    <a:pt x="1571492" y="20150"/>
                  </a:lnTo>
                  <a:lnTo>
                    <a:pt x="1581253" y="19952"/>
                  </a:lnTo>
                  <a:lnTo>
                    <a:pt x="1591013" y="19817"/>
                  </a:lnTo>
                  <a:lnTo>
                    <a:pt x="1600774" y="19601"/>
                  </a:lnTo>
                  <a:lnTo>
                    <a:pt x="1610535" y="19272"/>
                  </a:lnTo>
                  <a:lnTo>
                    <a:pt x="1620296" y="19077"/>
                  </a:lnTo>
                  <a:lnTo>
                    <a:pt x="1630057" y="18971"/>
                  </a:lnTo>
                  <a:lnTo>
                    <a:pt x="1639818" y="18866"/>
                  </a:lnTo>
                  <a:lnTo>
                    <a:pt x="1649578" y="18761"/>
                  </a:lnTo>
                  <a:lnTo>
                    <a:pt x="1659339" y="18547"/>
                  </a:lnTo>
                  <a:lnTo>
                    <a:pt x="1669100" y="18291"/>
                  </a:lnTo>
                  <a:lnTo>
                    <a:pt x="1678861" y="18002"/>
                  </a:lnTo>
                  <a:lnTo>
                    <a:pt x="1688622" y="17785"/>
                  </a:lnTo>
                  <a:lnTo>
                    <a:pt x="1698382" y="17602"/>
                  </a:lnTo>
                  <a:lnTo>
                    <a:pt x="1708143" y="17400"/>
                  </a:lnTo>
                  <a:lnTo>
                    <a:pt x="1717904" y="17168"/>
                  </a:lnTo>
                  <a:lnTo>
                    <a:pt x="1727665" y="16938"/>
                  </a:lnTo>
                  <a:lnTo>
                    <a:pt x="1737426" y="16708"/>
                  </a:lnTo>
                  <a:lnTo>
                    <a:pt x="1747187" y="16479"/>
                  </a:lnTo>
                  <a:lnTo>
                    <a:pt x="1756947" y="16334"/>
                  </a:lnTo>
                  <a:lnTo>
                    <a:pt x="1766708" y="16245"/>
                  </a:lnTo>
                  <a:lnTo>
                    <a:pt x="1776469" y="16141"/>
                  </a:lnTo>
                  <a:lnTo>
                    <a:pt x="1786230" y="15957"/>
                  </a:lnTo>
                  <a:lnTo>
                    <a:pt x="1795991" y="15774"/>
                  </a:lnTo>
                  <a:lnTo>
                    <a:pt x="1805752" y="15589"/>
                  </a:lnTo>
                  <a:lnTo>
                    <a:pt x="1815512" y="15405"/>
                  </a:lnTo>
                  <a:lnTo>
                    <a:pt x="1825273" y="15181"/>
                  </a:lnTo>
                  <a:lnTo>
                    <a:pt x="1835034" y="14953"/>
                  </a:lnTo>
                  <a:lnTo>
                    <a:pt x="1844795" y="14794"/>
                  </a:lnTo>
                  <a:lnTo>
                    <a:pt x="1854556" y="14637"/>
                  </a:lnTo>
                  <a:lnTo>
                    <a:pt x="1864316" y="14471"/>
                  </a:lnTo>
                  <a:lnTo>
                    <a:pt x="1874077" y="14284"/>
                  </a:lnTo>
                  <a:lnTo>
                    <a:pt x="1883838" y="14096"/>
                  </a:lnTo>
                  <a:lnTo>
                    <a:pt x="1893599" y="13908"/>
                  </a:lnTo>
                  <a:lnTo>
                    <a:pt x="1903360" y="13719"/>
                  </a:lnTo>
                  <a:lnTo>
                    <a:pt x="1913121" y="13530"/>
                  </a:lnTo>
                  <a:lnTo>
                    <a:pt x="1922881" y="13376"/>
                  </a:lnTo>
                  <a:lnTo>
                    <a:pt x="1932642" y="13231"/>
                  </a:lnTo>
                  <a:lnTo>
                    <a:pt x="1942403" y="12995"/>
                  </a:lnTo>
                  <a:lnTo>
                    <a:pt x="1952164" y="12821"/>
                  </a:lnTo>
                  <a:lnTo>
                    <a:pt x="1961925" y="12605"/>
                  </a:lnTo>
                  <a:lnTo>
                    <a:pt x="1971685" y="12383"/>
                  </a:lnTo>
                  <a:lnTo>
                    <a:pt x="1981446" y="12189"/>
                  </a:lnTo>
                  <a:lnTo>
                    <a:pt x="1991207" y="11995"/>
                  </a:lnTo>
                  <a:lnTo>
                    <a:pt x="2000968" y="11796"/>
                  </a:lnTo>
                  <a:lnTo>
                    <a:pt x="2010729" y="11588"/>
                  </a:lnTo>
                  <a:lnTo>
                    <a:pt x="2020490" y="11380"/>
                  </a:lnTo>
                  <a:lnTo>
                    <a:pt x="2030250" y="11172"/>
                  </a:lnTo>
                  <a:lnTo>
                    <a:pt x="2040011" y="10963"/>
                  </a:lnTo>
                  <a:lnTo>
                    <a:pt x="2049772" y="10754"/>
                  </a:lnTo>
                  <a:lnTo>
                    <a:pt x="2059533" y="10545"/>
                  </a:lnTo>
                  <a:lnTo>
                    <a:pt x="2069294" y="10335"/>
                  </a:lnTo>
                  <a:lnTo>
                    <a:pt x="2079055" y="10086"/>
                  </a:lnTo>
                  <a:lnTo>
                    <a:pt x="2088815" y="9795"/>
                  </a:lnTo>
                  <a:lnTo>
                    <a:pt x="2098576" y="9503"/>
                  </a:lnTo>
                  <a:lnTo>
                    <a:pt x="2108337" y="9355"/>
                  </a:lnTo>
                  <a:lnTo>
                    <a:pt x="2118098" y="9215"/>
                  </a:lnTo>
                  <a:lnTo>
                    <a:pt x="2127859" y="9072"/>
                  </a:lnTo>
                  <a:lnTo>
                    <a:pt x="2137619" y="8861"/>
                  </a:lnTo>
                  <a:lnTo>
                    <a:pt x="2147380" y="8651"/>
                  </a:lnTo>
                  <a:lnTo>
                    <a:pt x="2157141" y="8441"/>
                  </a:lnTo>
                  <a:lnTo>
                    <a:pt x="2166902" y="8229"/>
                  </a:lnTo>
                  <a:lnTo>
                    <a:pt x="2176663" y="8013"/>
                  </a:lnTo>
                  <a:lnTo>
                    <a:pt x="2186424" y="7797"/>
                  </a:lnTo>
                  <a:lnTo>
                    <a:pt x="2196184" y="7583"/>
                  </a:lnTo>
                  <a:lnTo>
                    <a:pt x="2205945" y="7368"/>
                  </a:lnTo>
                  <a:lnTo>
                    <a:pt x="2215706" y="7112"/>
                  </a:lnTo>
                  <a:lnTo>
                    <a:pt x="2225467" y="6928"/>
                  </a:lnTo>
                  <a:lnTo>
                    <a:pt x="2235228" y="6717"/>
                  </a:lnTo>
                  <a:lnTo>
                    <a:pt x="2244988" y="6501"/>
                  </a:lnTo>
                  <a:lnTo>
                    <a:pt x="2254749" y="6285"/>
                  </a:lnTo>
                  <a:lnTo>
                    <a:pt x="2264510" y="6068"/>
                  </a:lnTo>
                  <a:lnTo>
                    <a:pt x="2274271" y="5895"/>
                  </a:lnTo>
                  <a:lnTo>
                    <a:pt x="2284032" y="5731"/>
                  </a:lnTo>
                  <a:lnTo>
                    <a:pt x="2293793" y="5566"/>
                  </a:lnTo>
                  <a:lnTo>
                    <a:pt x="2303553" y="5402"/>
                  </a:lnTo>
                  <a:lnTo>
                    <a:pt x="2313314" y="5237"/>
                  </a:lnTo>
                  <a:lnTo>
                    <a:pt x="2323075" y="5071"/>
                  </a:lnTo>
                  <a:lnTo>
                    <a:pt x="2332836" y="4836"/>
                  </a:lnTo>
                  <a:lnTo>
                    <a:pt x="2342597" y="4590"/>
                  </a:lnTo>
                  <a:lnTo>
                    <a:pt x="2352358" y="4344"/>
                  </a:lnTo>
                  <a:lnTo>
                    <a:pt x="2362118" y="4097"/>
                  </a:lnTo>
                  <a:lnTo>
                    <a:pt x="2371879" y="3850"/>
                  </a:lnTo>
                  <a:lnTo>
                    <a:pt x="2381640" y="3634"/>
                  </a:lnTo>
                  <a:lnTo>
                    <a:pt x="2391401" y="3457"/>
                  </a:lnTo>
                  <a:lnTo>
                    <a:pt x="2401162" y="3279"/>
                  </a:lnTo>
                  <a:lnTo>
                    <a:pt x="2410922" y="3102"/>
                  </a:lnTo>
                  <a:lnTo>
                    <a:pt x="2420683" y="2879"/>
                  </a:lnTo>
                  <a:lnTo>
                    <a:pt x="2430444" y="2651"/>
                  </a:lnTo>
                  <a:lnTo>
                    <a:pt x="2440205" y="2423"/>
                  </a:lnTo>
                  <a:lnTo>
                    <a:pt x="2449966" y="2080"/>
                  </a:lnTo>
                  <a:lnTo>
                    <a:pt x="2459727" y="1704"/>
                  </a:lnTo>
                  <a:lnTo>
                    <a:pt x="2469487" y="1378"/>
                  </a:lnTo>
                  <a:lnTo>
                    <a:pt x="2479248" y="1185"/>
                  </a:lnTo>
                  <a:lnTo>
                    <a:pt x="2489009" y="994"/>
                  </a:lnTo>
                  <a:lnTo>
                    <a:pt x="2498770" y="802"/>
                  </a:lnTo>
                  <a:lnTo>
                    <a:pt x="2508531" y="542"/>
                  </a:lnTo>
                  <a:lnTo>
                    <a:pt x="2518291" y="268"/>
                  </a:lnTo>
                  <a:lnTo>
                    <a:pt x="2528052" y="0"/>
                  </a:lnTo>
                  <a:lnTo>
                    <a:pt x="2528052" y="67583"/>
                  </a:lnTo>
                  <a:lnTo>
                    <a:pt x="2518291" y="67484"/>
                  </a:lnTo>
                  <a:lnTo>
                    <a:pt x="2508531" y="67385"/>
                  </a:lnTo>
                  <a:lnTo>
                    <a:pt x="2498770" y="67285"/>
                  </a:lnTo>
                  <a:lnTo>
                    <a:pt x="2489009" y="67186"/>
                  </a:lnTo>
                  <a:lnTo>
                    <a:pt x="2479248" y="67086"/>
                  </a:lnTo>
                  <a:lnTo>
                    <a:pt x="2469487" y="66986"/>
                  </a:lnTo>
                  <a:lnTo>
                    <a:pt x="2459727" y="66886"/>
                  </a:lnTo>
                  <a:lnTo>
                    <a:pt x="2449966" y="66785"/>
                  </a:lnTo>
                  <a:lnTo>
                    <a:pt x="2440205" y="66698"/>
                  </a:lnTo>
                  <a:lnTo>
                    <a:pt x="2430444" y="66613"/>
                  </a:lnTo>
                  <a:lnTo>
                    <a:pt x="2420683" y="66528"/>
                  </a:lnTo>
                  <a:lnTo>
                    <a:pt x="2410922" y="66442"/>
                  </a:lnTo>
                  <a:lnTo>
                    <a:pt x="2401162" y="66356"/>
                  </a:lnTo>
                  <a:lnTo>
                    <a:pt x="2391401" y="66270"/>
                  </a:lnTo>
                  <a:lnTo>
                    <a:pt x="2381640" y="66184"/>
                  </a:lnTo>
                  <a:lnTo>
                    <a:pt x="2371879" y="66098"/>
                  </a:lnTo>
                  <a:lnTo>
                    <a:pt x="2362118" y="66011"/>
                  </a:lnTo>
                  <a:lnTo>
                    <a:pt x="2352358" y="65924"/>
                  </a:lnTo>
                  <a:lnTo>
                    <a:pt x="2342597" y="65837"/>
                  </a:lnTo>
                  <a:lnTo>
                    <a:pt x="2332836" y="65750"/>
                  </a:lnTo>
                  <a:lnTo>
                    <a:pt x="2323075" y="65662"/>
                  </a:lnTo>
                  <a:lnTo>
                    <a:pt x="2313314" y="65575"/>
                  </a:lnTo>
                  <a:lnTo>
                    <a:pt x="2303553" y="65487"/>
                  </a:lnTo>
                  <a:lnTo>
                    <a:pt x="2293793" y="65399"/>
                  </a:lnTo>
                  <a:lnTo>
                    <a:pt x="2284032" y="65310"/>
                  </a:lnTo>
                  <a:lnTo>
                    <a:pt x="2274271" y="65222"/>
                  </a:lnTo>
                  <a:lnTo>
                    <a:pt x="2264510" y="65133"/>
                  </a:lnTo>
                  <a:lnTo>
                    <a:pt x="2254749" y="65044"/>
                  </a:lnTo>
                  <a:lnTo>
                    <a:pt x="2244988" y="64954"/>
                  </a:lnTo>
                  <a:lnTo>
                    <a:pt x="2235228" y="64875"/>
                  </a:lnTo>
                  <a:lnTo>
                    <a:pt x="2225467" y="64830"/>
                  </a:lnTo>
                  <a:lnTo>
                    <a:pt x="2215706" y="64766"/>
                  </a:lnTo>
                  <a:lnTo>
                    <a:pt x="2205945" y="64673"/>
                  </a:lnTo>
                  <a:lnTo>
                    <a:pt x="2196184" y="64580"/>
                  </a:lnTo>
                  <a:lnTo>
                    <a:pt x="2186424" y="64486"/>
                  </a:lnTo>
                  <a:lnTo>
                    <a:pt x="2176663" y="64431"/>
                  </a:lnTo>
                  <a:lnTo>
                    <a:pt x="2166902" y="64340"/>
                  </a:lnTo>
                  <a:lnTo>
                    <a:pt x="2157141" y="64249"/>
                  </a:lnTo>
                  <a:lnTo>
                    <a:pt x="2147380" y="64156"/>
                  </a:lnTo>
                  <a:lnTo>
                    <a:pt x="2137619" y="64063"/>
                  </a:lnTo>
                  <a:lnTo>
                    <a:pt x="2127859" y="63970"/>
                  </a:lnTo>
                  <a:lnTo>
                    <a:pt x="2118098" y="63877"/>
                  </a:lnTo>
                  <a:lnTo>
                    <a:pt x="2108337" y="63783"/>
                  </a:lnTo>
                  <a:lnTo>
                    <a:pt x="2098576" y="63677"/>
                  </a:lnTo>
                  <a:lnTo>
                    <a:pt x="2088815" y="63564"/>
                  </a:lnTo>
                  <a:lnTo>
                    <a:pt x="2079055" y="63451"/>
                  </a:lnTo>
                  <a:lnTo>
                    <a:pt x="2069294" y="63344"/>
                  </a:lnTo>
                  <a:lnTo>
                    <a:pt x="2059533" y="63247"/>
                  </a:lnTo>
                  <a:lnTo>
                    <a:pt x="2049772" y="63187"/>
                  </a:lnTo>
                  <a:lnTo>
                    <a:pt x="2040011" y="63128"/>
                  </a:lnTo>
                  <a:lnTo>
                    <a:pt x="2030250" y="63035"/>
                  </a:lnTo>
                  <a:lnTo>
                    <a:pt x="2020490" y="62941"/>
                  </a:lnTo>
                  <a:lnTo>
                    <a:pt x="2010729" y="62845"/>
                  </a:lnTo>
                  <a:lnTo>
                    <a:pt x="2000968" y="62745"/>
                  </a:lnTo>
                  <a:lnTo>
                    <a:pt x="1991207" y="62655"/>
                  </a:lnTo>
                  <a:lnTo>
                    <a:pt x="1981446" y="62561"/>
                  </a:lnTo>
                  <a:lnTo>
                    <a:pt x="1971685" y="62466"/>
                  </a:lnTo>
                  <a:lnTo>
                    <a:pt x="1961925" y="62402"/>
                  </a:lnTo>
                  <a:lnTo>
                    <a:pt x="1952164" y="62359"/>
                  </a:lnTo>
                  <a:lnTo>
                    <a:pt x="1942403" y="62263"/>
                  </a:lnTo>
                  <a:lnTo>
                    <a:pt x="1932642" y="62143"/>
                  </a:lnTo>
                  <a:lnTo>
                    <a:pt x="1922881" y="62022"/>
                  </a:lnTo>
                  <a:lnTo>
                    <a:pt x="1913121" y="61889"/>
                  </a:lnTo>
                  <a:lnTo>
                    <a:pt x="1903360" y="61779"/>
                  </a:lnTo>
                  <a:lnTo>
                    <a:pt x="1893599" y="61658"/>
                  </a:lnTo>
                  <a:lnTo>
                    <a:pt x="1883838" y="61536"/>
                  </a:lnTo>
                  <a:lnTo>
                    <a:pt x="1874077" y="61468"/>
                  </a:lnTo>
                  <a:lnTo>
                    <a:pt x="1864316" y="61405"/>
                  </a:lnTo>
                  <a:lnTo>
                    <a:pt x="1854556" y="61308"/>
                  </a:lnTo>
                  <a:lnTo>
                    <a:pt x="1844795" y="61211"/>
                  </a:lnTo>
                  <a:lnTo>
                    <a:pt x="1835034" y="61113"/>
                  </a:lnTo>
                  <a:lnTo>
                    <a:pt x="1825273" y="61015"/>
                  </a:lnTo>
                  <a:lnTo>
                    <a:pt x="1815512" y="60916"/>
                  </a:lnTo>
                  <a:lnTo>
                    <a:pt x="1805752" y="60814"/>
                  </a:lnTo>
                  <a:lnTo>
                    <a:pt x="1795991" y="60707"/>
                  </a:lnTo>
                  <a:lnTo>
                    <a:pt x="1786230" y="60596"/>
                  </a:lnTo>
                  <a:lnTo>
                    <a:pt x="1776469" y="60485"/>
                  </a:lnTo>
                  <a:lnTo>
                    <a:pt x="1766708" y="60373"/>
                  </a:lnTo>
                  <a:lnTo>
                    <a:pt x="1756947" y="60280"/>
                  </a:lnTo>
                  <a:lnTo>
                    <a:pt x="1747187" y="60172"/>
                  </a:lnTo>
                  <a:lnTo>
                    <a:pt x="1737426" y="60040"/>
                  </a:lnTo>
                  <a:lnTo>
                    <a:pt x="1727665" y="59941"/>
                  </a:lnTo>
                  <a:lnTo>
                    <a:pt x="1717904" y="59828"/>
                  </a:lnTo>
                  <a:lnTo>
                    <a:pt x="1708143" y="59702"/>
                  </a:lnTo>
                  <a:lnTo>
                    <a:pt x="1698382" y="59586"/>
                  </a:lnTo>
                  <a:lnTo>
                    <a:pt x="1688622" y="59522"/>
                  </a:lnTo>
                  <a:lnTo>
                    <a:pt x="1678861" y="59412"/>
                  </a:lnTo>
                  <a:lnTo>
                    <a:pt x="1669100" y="59303"/>
                  </a:lnTo>
                  <a:lnTo>
                    <a:pt x="1659339" y="59194"/>
                  </a:lnTo>
                  <a:lnTo>
                    <a:pt x="1649578" y="59101"/>
                  </a:lnTo>
                  <a:lnTo>
                    <a:pt x="1639818" y="59006"/>
                  </a:lnTo>
                  <a:lnTo>
                    <a:pt x="1630057" y="58910"/>
                  </a:lnTo>
                  <a:lnTo>
                    <a:pt x="1620296" y="58819"/>
                  </a:lnTo>
                  <a:lnTo>
                    <a:pt x="1610535" y="58726"/>
                  </a:lnTo>
                  <a:lnTo>
                    <a:pt x="1600774" y="58632"/>
                  </a:lnTo>
                  <a:lnTo>
                    <a:pt x="1591013" y="58548"/>
                  </a:lnTo>
                  <a:lnTo>
                    <a:pt x="1581253" y="58461"/>
                  </a:lnTo>
                  <a:lnTo>
                    <a:pt x="1571492" y="58396"/>
                  </a:lnTo>
                  <a:lnTo>
                    <a:pt x="1561731" y="58306"/>
                  </a:lnTo>
                  <a:lnTo>
                    <a:pt x="1551970" y="58209"/>
                  </a:lnTo>
                  <a:lnTo>
                    <a:pt x="1542209" y="58134"/>
                  </a:lnTo>
                  <a:lnTo>
                    <a:pt x="1532448" y="58028"/>
                  </a:lnTo>
                  <a:lnTo>
                    <a:pt x="1522688" y="57914"/>
                  </a:lnTo>
                  <a:lnTo>
                    <a:pt x="1512927" y="57817"/>
                  </a:lnTo>
                  <a:lnTo>
                    <a:pt x="1503166" y="57719"/>
                  </a:lnTo>
                  <a:lnTo>
                    <a:pt x="1493405" y="57602"/>
                  </a:lnTo>
                  <a:lnTo>
                    <a:pt x="1483644" y="57529"/>
                  </a:lnTo>
                  <a:lnTo>
                    <a:pt x="1473884" y="57457"/>
                  </a:lnTo>
                  <a:lnTo>
                    <a:pt x="1464123" y="57385"/>
                  </a:lnTo>
                  <a:lnTo>
                    <a:pt x="1454362" y="57310"/>
                  </a:lnTo>
                  <a:lnTo>
                    <a:pt x="1444601" y="57230"/>
                  </a:lnTo>
                  <a:lnTo>
                    <a:pt x="1434840" y="57162"/>
                  </a:lnTo>
                  <a:lnTo>
                    <a:pt x="1425079" y="57139"/>
                  </a:lnTo>
                  <a:lnTo>
                    <a:pt x="1415319" y="57116"/>
                  </a:lnTo>
                  <a:lnTo>
                    <a:pt x="1405558" y="57091"/>
                  </a:lnTo>
                  <a:lnTo>
                    <a:pt x="1395797" y="57066"/>
                  </a:lnTo>
                  <a:lnTo>
                    <a:pt x="1386036" y="57029"/>
                  </a:lnTo>
                  <a:lnTo>
                    <a:pt x="1376275" y="56945"/>
                  </a:lnTo>
                  <a:lnTo>
                    <a:pt x="1366515" y="56893"/>
                  </a:lnTo>
                  <a:lnTo>
                    <a:pt x="1356754" y="56899"/>
                  </a:lnTo>
                  <a:lnTo>
                    <a:pt x="1346993" y="56827"/>
                  </a:lnTo>
                  <a:lnTo>
                    <a:pt x="1337232" y="56721"/>
                  </a:lnTo>
                  <a:lnTo>
                    <a:pt x="1327471" y="56702"/>
                  </a:lnTo>
                  <a:lnTo>
                    <a:pt x="1317710" y="56663"/>
                  </a:lnTo>
                  <a:lnTo>
                    <a:pt x="1307950" y="56595"/>
                  </a:lnTo>
                  <a:lnTo>
                    <a:pt x="1298189" y="56525"/>
                  </a:lnTo>
                  <a:lnTo>
                    <a:pt x="1288428" y="56474"/>
                  </a:lnTo>
                  <a:lnTo>
                    <a:pt x="1278667" y="56443"/>
                  </a:lnTo>
                  <a:lnTo>
                    <a:pt x="1268906" y="56378"/>
                  </a:lnTo>
                  <a:lnTo>
                    <a:pt x="1259145" y="56313"/>
                  </a:lnTo>
                  <a:lnTo>
                    <a:pt x="1249385" y="56308"/>
                  </a:lnTo>
                  <a:lnTo>
                    <a:pt x="1239624" y="56179"/>
                  </a:lnTo>
                  <a:lnTo>
                    <a:pt x="1229863" y="56136"/>
                  </a:lnTo>
                  <a:lnTo>
                    <a:pt x="1220102" y="56151"/>
                  </a:lnTo>
                  <a:lnTo>
                    <a:pt x="1210341" y="56061"/>
                  </a:lnTo>
                  <a:lnTo>
                    <a:pt x="1200581" y="56042"/>
                  </a:lnTo>
                  <a:lnTo>
                    <a:pt x="1190820" y="56033"/>
                  </a:lnTo>
                  <a:lnTo>
                    <a:pt x="1181059" y="56024"/>
                  </a:lnTo>
                  <a:lnTo>
                    <a:pt x="1171298" y="56013"/>
                  </a:lnTo>
                  <a:lnTo>
                    <a:pt x="1161537" y="55976"/>
                  </a:lnTo>
                  <a:lnTo>
                    <a:pt x="1151776" y="55855"/>
                  </a:lnTo>
                  <a:lnTo>
                    <a:pt x="1142016" y="55735"/>
                  </a:lnTo>
                  <a:lnTo>
                    <a:pt x="1132255" y="55644"/>
                  </a:lnTo>
                  <a:lnTo>
                    <a:pt x="1122494" y="55544"/>
                  </a:lnTo>
                  <a:lnTo>
                    <a:pt x="1112733" y="55594"/>
                  </a:lnTo>
                  <a:lnTo>
                    <a:pt x="1102972" y="55512"/>
                  </a:lnTo>
                  <a:lnTo>
                    <a:pt x="1093212" y="55431"/>
                  </a:lnTo>
                  <a:lnTo>
                    <a:pt x="1083451" y="55348"/>
                  </a:lnTo>
                  <a:lnTo>
                    <a:pt x="1073690" y="55308"/>
                  </a:lnTo>
                  <a:lnTo>
                    <a:pt x="1063929" y="55268"/>
                  </a:lnTo>
                  <a:lnTo>
                    <a:pt x="1054168" y="55228"/>
                  </a:lnTo>
                  <a:lnTo>
                    <a:pt x="1044407" y="55189"/>
                  </a:lnTo>
                  <a:lnTo>
                    <a:pt x="1034647" y="55149"/>
                  </a:lnTo>
                  <a:lnTo>
                    <a:pt x="1024886" y="55128"/>
                  </a:lnTo>
                  <a:lnTo>
                    <a:pt x="1015125" y="55085"/>
                  </a:lnTo>
                  <a:lnTo>
                    <a:pt x="1005364" y="55030"/>
                  </a:lnTo>
                  <a:lnTo>
                    <a:pt x="995603" y="54979"/>
                  </a:lnTo>
                  <a:lnTo>
                    <a:pt x="985842" y="54957"/>
                  </a:lnTo>
                  <a:lnTo>
                    <a:pt x="976082" y="55010"/>
                  </a:lnTo>
                  <a:lnTo>
                    <a:pt x="966321" y="55050"/>
                  </a:lnTo>
                  <a:lnTo>
                    <a:pt x="956560" y="55039"/>
                  </a:lnTo>
                  <a:lnTo>
                    <a:pt x="946799" y="54982"/>
                  </a:lnTo>
                  <a:lnTo>
                    <a:pt x="937038" y="54908"/>
                  </a:lnTo>
                  <a:lnTo>
                    <a:pt x="927278" y="54861"/>
                  </a:lnTo>
                  <a:lnTo>
                    <a:pt x="917517" y="54869"/>
                  </a:lnTo>
                  <a:lnTo>
                    <a:pt x="907756" y="54898"/>
                  </a:lnTo>
                  <a:lnTo>
                    <a:pt x="897995" y="54881"/>
                  </a:lnTo>
                  <a:lnTo>
                    <a:pt x="888234" y="54864"/>
                  </a:lnTo>
                  <a:lnTo>
                    <a:pt x="878473" y="54847"/>
                  </a:lnTo>
                  <a:lnTo>
                    <a:pt x="868713" y="54830"/>
                  </a:lnTo>
                  <a:lnTo>
                    <a:pt x="858952" y="54860"/>
                  </a:lnTo>
                  <a:lnTo>
                    <a:pt x="849191" y="54808"/>
                  </a:lnTo>
                  <a:lnTo>
                    <a:pt x="839430" y="54778"/>
                  </a:lnTo>
                  <a:lnTo>
                    <a:pt x="829669" y="54819"/>
                  </a:lnTo>
                  <a:lnTo>
                    <a:pt x="819909" y="54773"/>
                  </a:lnTo>
                  <a:lnTo>
                    <a:pt x="810148" y="54730"/>
                  </a:lnTo>
                  <a:lnTo>
                    <a:pt x="800387" y="54683"/>
                  </a:lnTo>
                  <a:lnTo>
                    <a:pt x="790626" y="54692"/>
                  </a:lnTo>
                  <a:lnTo>
                    <a:pt x="780865" y="54612"/>
                  </a:lnTo>
                  <a:lnTo>
                    <a:pt x="771104" y="54626"/>
                  </a:lnTo>
                  <a:lnTo>
                    <a:pt x="761344" y="54638"/>
                  </a:lnTo>
                  <a:lnTo>
                    <a:pt x="751583" y="54622"/>
                  </a:lnTo>
                  <a:lnTo>
                    <a:pt x="741822" y="54670"/>
                  </a:lnTo>
                  <a:lnTo>
                    <a:pt x="732061" y="54659"/>
                  </a:lnTo>
                  <a:lnTo>
                    <a:pt x="722300" y="54614"/>
                  </a:lnTo>
                  <a:lnTo>
                    <a:pt x="712539" y="54713"/>
                  </a:lnTo>
                  <a:lnTo>
                    <a:pt x="702779" y="54700"/>
                  </a:lnTo>
                  <a:lnTo>
                    <a:pt x="693018" y="54597"/>
                  </a:lnTo>
                  <a:lnTo>
                    <a:pt x="683257" y="54504"/>
                  </a:lnTo>
                  <a:lnTo>
                    <a:pt x="673496" y="54487"/>
                  </a:lnTo>
                  <a:lnTo>
                    <a:pt x="663735" y="54470"/>
                  </a:lnTo>
                  <a:lnTo>
                    <a:pt x="653975" y="54468"/>
                  </a:lnTo>
                  <a:lnTo>
                    <a:pt x="644214" y="54514"/>
                  </a:lnTo>
                  <a:lnTo>
                    <a:pt x="634453" y="54609"/>
                  </a:lnTo>
                  <a:lnTo>
                    <a:pt x="624692" y="54598"/>
                  </a:lnTo>
                  <a:lnTo>
                    <a:pt x="614931" y="54585"/>
                  </a:lnTo>
                  <a:lnTo>
                    <a:pt x="605170" y="54571"/>
                  </a:lnTo>
                  <a:lnTo>
                    <a:pt x="595410" y="54558"/>
                  </a:lnTo>
                  <a:lnTo>
                    <a:pt x="585649" y="54545"/>
                  </a:lnTo>
                  <a:lnTo>
                    <a:pt x="575888" y="54530"/>
                  </a:lnTo>
                  <a:lnTo>
                    <a:pt x="566127" y="54498"/>
                  </a:lnTo>
                  <a:lnTo>
                    <a:pt x="556366" y="54507"/>
                  </a:lnTo>
                  <a:lnTo>
                    <a:pt x="546606" y="54506"/>
                  </a:lnTo>
                  <a:lnTo>
                    <a:pt x="536845" y="54509"/>
                  </a:lnTo>
                  <a:lnTo>
                    <a:pt x="527084" y="54514"/>
                  </a:lnTo>
                  <a:lnTo>
                    <a:pt x="517323" y="54572"/>
                  </a:lnTo>
                  <a:lnTo>
                    <a:pt x="507562" y="54571"/>
                  </a:lnTo>
                  <a:lnTo>
                    <a:pt x="497801" y="54619"/>
                  </a:lnTo>
                  <a:lnTo>
                    <a:pt x="488041" y="54686"/>
                  </a:lnTo>
                  <a:lnTo>
                    <a:pt x="478280" y="54721"/>
                  </a:lnTo>
                  <a:lnTo>
                    <a:pt x="468519" y="54808"/>
                  </a:lnTo>
                  <a:lnTo>
                    <a:pt x="458758" y="54807"/>
                  </a:lnTo>
                  <a:lnTo>
                    <a:pt x="448997" y="54822"/>
                  </a:lnTo>
                  <a:lnTo>
                    <a:pt x="439236" y="54856"/>
                  </a:lnTo>
                  <a:lnTo>
                    <a:pt x="429476" y="54881"/>
                  </a:lnTo>
                  <a:lnTo>
                    <a:pt x="419715" y="54899"/>
                  </a:lnTo>
                  <a:lnTo>
                    <a:pt x="409954" y="54958"/>
                  </a:lnTo>
                  <a:lnTo>
                    <a:pt x="400193" y="54991"/>
                  </a:lnTo>
                  <a:lnTo>
                    <a:pt x="390432" y="55053"/>
                  </a:lnTo>
                  <a:lnTo>
                    <a:pt x="380672" y="55094"/>
                  </a:lnTo>
                  <a:lnTo>
                    <a:pt x="370911" y="55092"/>
                  </a:lnTo>
                  <a:lnTo>
                    <a:pt x="361150" y="55084"/>
                  </a:lnTo>
                  <a:lnTo>
                    <a:pt x="351389" y="55132"/>
                  </a:lnTo>
                  <a:lnTo>
                    <a:pt x="341628" y="55094"/>
                  </a:lnTo>
                  <a:lnTo>
                    <a:pt x="331867" y="55087"/>
                  </a:lnTo>
                  <a:lnTo>
                    <a:pt x="322107" y="55144"/>
                  </a:lnTo>
                  <a:lnTo>
                    <a:pt x="312346" y="55215"/>
                  </a:lnTo>
                  <a:lnTo>
                    <a:pt x="302585" y="55207"/>
                  </a:lnTo>
                  <a:lnTo>
                    <a:pt x="292824" y="55199"/>
                  </a:lnTo>
                  <a:lnTo>
                    <a:pt x="283063" y="55223"/>
                  </a:lnTo>
                  <a:lnTo>
                    <a:pt x="273303" y="55327"/>
                  </a:lnTo>
                  <a:lnTo>
                    <a:pt x="263542" y="55385"/>
                  </a:lnTo>
                  <a:lnTo>
                    <a:pt x="253781" y="55401"/>
                  </a:lnTo>
                  <a:lnTo>
                    <a:pt x="244020" y="55446"/>
                  </a:lnTo>
                  <a:lnTo>
                    <a:pt x="234259" y="55527"/>
                  </a:lnTo>
                  <a:lnTo>
                    <a:pt x="224498" y="55598"/>
                  </a:lnTo>
                  <a:lnTo>
                    <a:pt x="214738" y="55690"/>
                  </a:lnTo>
                  <a:lnTo>
                    <a:pt x="204977" y="55781"/>
                  </a:lnTo>
                  <a:lnTo>
                    <a:pt x="195216" y="55906"/>
                  </a:lnTo>
                  <a:lnTo>
                    <a:pt x="185455" y="56009"/>
                  </a:lnTo>
                  <a:lnTo>
                    <a:pt x="175694" y="56123"/>
                  </a:lnTo>
                  <a:lnTo>
                    <a:pt x="165933" y="56170"/>
                  </a:lnTo>
                  <a:lnTo>
                    <a:pt x="156173" y="56263"/>
                  </a:lnTo>
                  <a:lnTo>
                    <a:pt x="146412" y="56325"/>
                  </a:lnTo>
                  <a:lnTo>
                    <a:pt x="136651" y="56415"/>
                  </a:lnTo>
                  <a:lnTo>
                    <a:pt x="126890" y="56506"/>
                  </a:lnTo>
                  <a:lnTo>
                    <a:pt x="117129" y="56596"/>
                  </a:lnTo>
                  <a:lnTo>
                    <a:pt x="107369" y="56697"/>
                  </a:lnTo>
                  <a:lnTo>
                    <a:pt x="97608" y="56827"/>
                  </a:lnTo>
                  <a:lnTo>
                    <a:pt x="87847" y="56873"/>
                  </a:lnTo>
                  <a:lnTo>
                    <a:pt x="78086" y="56967"/>
                  </a:lnTo>
                  <a:lnTo>
                    <a:pt x="68325" y="57088"/>
                  </a:lnTo>
                  <a:lnTo>
                    <a:pt x="58564" y="57164"/>
                  </a:lnTo>
                  <a:lnTo>
                    <a:pt x="48804" y="57263"/>
                  </a:lnTo>
                  <a:lnTo>
                    <a:pt x="39043" y="57364"/>
                  </a:lnTo>
                  <a:lnTo>
                    <a:pt x="29282" y="57426"/>
                  </a:lnTo>
                  <a:lnTo>
                    <a:pt x="19521" y="57475"/>
                  </a:lnTo>
                  <a:lnTo>
                    <a:pt x="9760" y="57562"/>
                  </a:lnTo>
                  <a:lnTo>
                    <a:pt x="0" y="57650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6"/>
            <p:cNvSpPr/>
            <p:nvPr/>
          </p:nvSpPr>
          <p:spPr>
            <a:xfrm>
              <a:off x="3461961" y="4841112"/>
              <a:ext cx="2528052" cy="29446"/>
            </a:xfrm>
            <a:custGeom>
              <a:avLst/>
              <a:pathLst>
                <a:path w="2528052" h="29446">
                  <a:moveTo>
                    <a:pt x="0" y="23991"/>
                  </a:moveTo>
                  <a:lnTo>
                    <a:pt x="9760" y="24155"/>
                  </a:lnTo>
                  <a:lnTo>
                    <a:pt x="19521" y="24272"/>
                  </a:lnTo>
                  <a:lnTo>
                    <a:pt x="29282" y="24414"/>
                  </a:lnTo>
                  <a:lnTo>
                    <a:pt x="39043" y="24537"/>
                  </a:lnTo>
                  <a:lnTo>
                    <a:pt x="48804" y="24679"/>
                  </a:lnTo>
                  <a:lnTo>
                    <a:pt x="58564" y="24733"/>
                  </a:lnTo>
                  <a:lnTo>
                    <a:pt x="68325" y="24914"/>
                  </a:lnTo>
                  <a:lnTo>
                    <a:pt x="78086" y="25122"/>
                  </a:lnTo>
                  <a:lnTo>
                    <a:pt x="87847" y="25150"/>
                  </a:lnTo>
                  <a:lnTo>
                    <a:pt x="97608" y="25170"/>
                  </a:lnTo>
                  <a:lnTo>
                    <a:pt x="107369" y="25284"/>
                  </a:lnTo>
                  <a:lnTo>
                    <a:pt x="117129" y="25338"/>
                  </a:lnTo>
                  <a:lnTo>
                    <a:pt x="126890" y="25430"/>
                  </a:lnTo>
                  <a:lnTo>
                    <a:pt x="136651" y="25608"/>
                  </a:lnTo>
                  <a:lnTo>
                    <a:pt x="146412" y="25692"/>
                  </a:lnTo>
                  <a:lnTo>
                    <a:pt x="156173" y="25822"/>
                  </a:lnTo>
                  <a:lnTo>
                    <a:pt x="165933" y="25951"/>
                  </a:lnTo>
                  <a:lnTo>
                    <a:pt x="175694" y="25892"/>
                  </a:lnTo>
                  <a:lnTo>
                    <a:pt x="185455" y="25930"/>
                  </a:lnTo>
                  <a:lnTo>
                    <a:pt x="195216" y="26087"/>
                  </a:lnTo>
                  <a:lnTo>
                    <a:pt x="204977" y="26295"/>
                  </a:lnTo>
                  <a:lnTo>
                    <a:pt x="214738" y="26399"/>
                  </a:lnTo>
                  <a:lnTo>
                    <a:pt x="224498" y="26481"/>
                  </a:lnTo>
                  <a:lnTo>
                    <a:pt x="234259" y="26619"/>
                  </a:lnTo>
                  <a:lnTo>
                    <a:pt x="244020" y="26784"/>
                  </a:lnTo>
                  <a:lnTo>
                    <a:pt x="253781" y="26847"/>
                  </a:lnTo>
                  <a:lnTo>
                    <a:pt x="263542" y="26922"/>
                  </a:lnTo>
                  <a:lnTo>
                    <a:pt x="273303" y="26949"/>
                  </a:lnTo>
                  <a:lnTo>
                    <a:pt x="283063" y="26992"/>
                  </a:lnTo>
                  <a:lnTo>
                    <a:pt x="292824" y="27041"/>
                  </a:lnTo>
                  <a:lnTo>
                    <a:pt x="302585" y="27118"/>
                  </a:lnTo>
                  <a:lnTo>
                    <a:pt x="312346" y="27201"/>
                  </a:lnTo>
                  <a:lnTo>
                    <a:pt x="322107" y="27345"/>
                  </a:lnTo>
                  <a:lnTo>
                    <a:pt x="331867" y="27355"/>
                  </a:lnTo>
                  <a:lnTo>
                    <a:pt x="341628" y="27393"/>
                  </a:lnTo>
                  <a:lnTo>
                    <a:pt x="351389" y="27420"/>
                  </a:lnTo>
                  <a:lnTo>
                    <a:pt x="361150" y="27506"/>
                  </a:lnTo>
                  <a:lnTo>
                    <a:pt x="370911" y="27578"/>
                  </a:lnTo>
                  <a:lnTo>
                    <a:pt x="380672" y="27624"/>
                  </a:lnTo>
                  <a:lnTo>
                    <a:pt x="390432" y="27706"/>
                  </a:lnTo>
                  <a:lnTo>
                    <a:pt x="400193" y="27862"/>
                  </a:lnTo>
                  <a:lnTo>
                    <a:pt x="409954" y="27907"/>
                  </a:lnTo>
                  <a:lnTo>
                    <a:pt x="419715" y="28014"/>
                  </a:lnTo>
                  <a:lnTo>
                    <a:pt x="429476" y="28100"/>
                  </a:lnTo>
                  <a:lnTo>
                    <a:pt x="439236" y="28156"/>
                  </a:lnTo>
                  <a:lnTo>
                    <a:pt x="448997" y="28295"/>
                  </a:lnTo>
                  <a:lnTo>
                    <a:pt x="458758" y="28377"/>
                  </a:lnTo>
                  <a:lnTo>
                    <a:pt x="468519" y="28451"/>
                  </a:lnTo>
                  <a:lnTo>
                    <a:pt x="478280" y="28564"/>
                  </a:lnTo>
                  <a:lnTo>
                    <a:pt x="488041" y="28581"/>
                  </a:lnTo>
                  <a:lnTo>
                    <a:pt x="497801" y="28614"/>
                  </a:lnTo>
                  <a:lnTo>
                    <a:pt x="507562" y="28697"/>
                  </a:lnTo>
                  <a:lnTo>
                    <a:pt x="517323" y="28754"/>
                  </a:lnTo>
                  <a:lnTo>
                    <a:pt x="527084" y="28868"/>
                  </a:lnTo>
                  <a:lnTo>
                    <a:pt x="536845" y="28953"/>
                  </a:lnTo>
                  <a:lnTo>
                    <a:pt x="546606" y="29036"/>
                  </a:lnTo>
                  <a:lnTo>
                    <a:pt x="556366" y="29097"/>
                  </a:lnTo>
                  <a:lnTo>
                    <a:pt x="566127" y="29138"/>
                  </a:lnTo>
                  <a:lnTo>
                    <a:pt x="575888" y="29275"/>
                  </a:lnTo>
                  <a:lnTo>
                    <a:pt x="585649" y="29212"/>
                  </a:lnTo>
                  <a:lnTo>
                    <a:pt x="595410" y="29283"/>
                  </a:lnTo>
                  <a:lnTo>
                    <a:pt x="605170" y="29304"/>
                  </a:lnTo>
                  <a:lnTo>
                    <a:pt x="614931" y="29446"/>
                  </a:lnTo>
                  <a:lnTo>
                    <a:pt x="624692" y="29425"/>
                  </a:lnTo>
                  <a:lnTo>
                    <a:pt x="634453" y="29367"/>
                  </a:lnTo>
                  <a:lnTo>
                    <a:pt x="644214" y="29308"/>
                  </a:lnTo>
                  <a:lnTo>
                    <a:pt x="653975" y="29303"/>
                  </a:lnTo>
                  <a:lnTo>
                    <a:pt x="663735" y="29247"/>
                  </a:lnTo>
                  <a:lnTo>
                    <a:pt x="673496" y="29210"/>
                  </a:lnTo>
                  <a:lnTo>
                    <a:pt x="683257" y="29166"/>
                  </a:lnTo>
                  <a:lnTo>
                    <a:pt x="693018" y="29235"/>
                  </a:lnTo>
                  <a:lnTo>
                    <a:pt x="702779" y="29193"/>
                  </a:lnTo>
                  <a:lnTo>
                    <a:pt x="712539" y="29206"/>
                  </a:lnTo>
                  <a:lnTo>
                    <a:pt x="722300" y="29165"/>
                  </a:lnTo>
                  <a:lnTo>
                    <a:pt x="732061" y="29186"/>
                  </a:lnTo>
                  <a:lnTo>
                    <a:pt x="741822" y="29231"/>
                  </a:lnTo>
                  <a:lnTo>
                    <a:pt x="751583" y="29189"/>
                  </a:lnTo>
                  <a:lnTo>
                    <a:pt x="761344" y="29164"/>
                  </a:lnTo>
                  <a:lnTo>
                    <a:pt x="771104" y="29229"/>
                  </a:lnTo>
                  <a:lnTo>
                    <a:pt x="780865" y="29148"/>
                  </a:lnTo>
                  <a:lnTo>
                    <a:pt x="790626" y="29241"/>
                  </a:lnTo>
                  <a:lnTo>
                    <a:pt x="800387" y="29248"/>
                  </a:lnTo>
                  <a:lnTo>
                    <a:pt x="810148" y="29237"/>
                  </a:lnTo>
                  <a:lnTo>
                    <a:pt x="819909" y="29186"/>
                  </a:lnTo>
                  <a:lnTo>
                    <a:pt x="829669" y="29055"/>
                  </a:lnTo>
                  <a:lnTo>
                    <a:pt x="839430" y="29053"/>
                  </a:lnTo>
                  <a:lnTo>
                    <a:pt x="849191" y="28932"/>
                  </a:lnTo>
                  <a:lnTo>
                    <a:pt x="858952" y="28886"/>
                  </a:lnTo>
                  <a:lnTo>
                    <a:pt x="868713" y="28901"/>
                  </a:lnTo>
                  <a:lnTo>
                    <a:pt x="878473" y="28911"/>
                  </a:lnTo>
                  <a:lnTo>
                    <a:pt x="888234" y="28772"/>
                  </a:lnTo>
                  <a:lnTo>
                    <a:pt x="897995" y="28791"/>
                  </a:lnTo>
                  <a:lnTo>
                    <a:pt x="907756" y="28729"/>
                  </a:lnTo>
                  <a:lnTo>
                    <a:pt x="917517" y="28679"/>
                  </a:lnTo>
                  <a:lnTo>
                    <a:pt x="927278" y="28730"/>
                  </a:lnTo>
                  <a:lnTo>
                    <a:pt x="937038" y="28695"/>
                  </a:lnTo>
                  <a:lnTo>
                    <a:pt x="946799" y="28688"/>
                  </a:lnTo>
                  <a:lnTo>
                    <a:pt x="956560" y="28596"/>
                  </a:lnTo>
                  <a:lnTo>
                    <a:pt x="966321" y="28584"/>
                  </a:lnTo>
                  <a:lnTo>
                    <a:pt x="976082" y="28528"/>
                  </a:lnTo>
                  <a:lnTo>
                    <a:pt x="985842" y="28478"/>
                  </a:lnTo>
                  <a:lnTo>
                    <a:pt x="995603" y="28488"/>
                  </a:lnTo>
                  <a:lnTo>
                    <a:pt x="1005364" y="28327"/>
                  </a:lnTo>
                  <a:lnTo>
                    <a:pt x="1015125" y="28165"/>
                  </a:lnTo>
                  <a:lnTo>
                    <a:pt x="1024886" y="28048"/>
                  </a:lnTo>
                  <a:lnTo>
                    <a:pt x="1034647" y="28043"/>
                  </a:lnTo>
                  <a:lnTo>
                    <a:pt x="1044407" y="27936"/>
                  </a:lnTo>
                  <a:lnTo>
                    <a:pt x="1054168" y="27806"/>
                  </a:lnTo>
                  <a:lnTo>
                    <a:pt x="1063929" y="27679"/>
                  </a:lnTo>
                  <a:lnTo>
                    <a:pt x="1073690" y="27553"/>
                  </a:lnTo>
                  <a:lnTo>
                    <a:pt x="1083451" y="27488"/>
                  </a:lnTo>
                  <a:lnTo>
                    <a:pt x="1093212" y="27356"/>
                  </a:lnTo>
                  <a:lnTo>
                    <a:pt x="1102972" y="27215"/>
                  </a:lnTo>
                  <a:lnTo>
                    <a:pt x="1112733" y="27051"/>
                  </a:lnTo>
                  <a:lnTo>
                    <a:pt x="1122494" y="26904"/>
                  </a:lnTo>
                  <a:lnTo>
                    <a:pt x="1132255" y="26787"/>
                  </a:lnTo>
                  <a:lnTo>
                    <a:pt x="1142016" y="26649"/>
                  </a:lnTo>
                  <a:lnTo>
                    <a:pt x="1151776" y="26512"/>
                  </a:lnTo>
                  <a:lnTo>
                    <a:pt x="1161537" y="26380"/>
                  </a:lnTo>
                  <a:lnTo>
                    <a:pt x="1171298" y="26248"/>
                  </a:lnTo>
                  <a:lnTo>
                    <a:pt x="1181059" y="26115"/>
                  </a:lnTo>
                  <a:lnTo>
                    <a:pt x="1190820" y="25983"/>
                  </a:lnTo>
                  <a:lnTo>
                    <a:pt x="1200581" y="25851"/>
                  </a:lnTo>
                  <a:lnTo>
                    <a:pt x="1210341" y="25748"/>
                  </a:lnTo>
                  <a:lnTo>
                    <a:pt x="1220102" y="25574"/>
                  </a:lnTo>
                  <a:lnTo>
                    <a:pt x="1229863" y="25451"/>
                  </a:lnTo>
                  <a:lnTo>
                    <a:pt x="1239624" y="25324"/>
                  </a:lnTo>
                  <a:lnTo>
                    <a:pt x="1249385" y="25216"/>
                  </a:lnTo>
                  <a:lnTo>
                    <a:pt x="1259145" y="25080"/>
                  </a:lnTo>
                  <a:lnTo>
                    <a:pt x="1268906" y="24943"/>
                  </a:lnTo>
                  <a:lnTo>
                    <a:pt x="1278667" y="24806"/>
                  </a:lnTo>
                  <a:lnTo>
                    <a:pt x="1288428" y="24669"/>
                  </a:lnTo>
                  <a:lnTo>
                    <a:pt x="1298189" y="24532"/>
                  </a:lnTo>
                  <a:lnTo>
                    <a:pt x="1307950" y="24373"/>
                  </a:lnTo>
                  <a:lnTo>
                    <a:pt x="1317710" y="24182"/>
                  </a:lnTo>
                  <a:lnTo>
                    <a:pt x="1327471" y="24092"/>
                  </a:lnTo>
                  <a:lnTo>
                    <a:pt x="1337232" y="23907"/>
                  </a:lnTo>
                  <a:lnTo>
                    <a:pt x="1346993" y="23759"/>
                  </a:lnTo>
                  <a:lnTo>
                    <a:pt x="1356754" y="23579"/>
                  </a:lnTo>
                  <a:lnTo>
                    <a:pt x="1366515" y="23398"/>
                  </a:lnTo>
                  <a:lnTo>
                    <a:pt x="1376275" y="23218"/>
                  </a:lnTo>
                  <a:lnTo>
                    <a:pt x="1386036" y="23103"/>
                  </a:lnTo>
                  <a:lnTo>
                    <a:pt x="1395797" y="22936"/>
                  </a:lnTo>
                  <a:lnTo>
                    <a:pt x="1405558" y="22760"/>
                  </a:lnTo>
                  <a:lnTo>
                    <a:pt x="1415319" y="22681"/>
                  </a:lnTo>
                  <a:lnTo>
                    <a:pt x="1425079" y="22542"/>
                  </a:lnTo>
                  <a:lnTo>
                    <a:pt x="1434840" y="22449"/>
                  </a:lnTo>
                  <a:lnTo>
                    <a:pt x="1444601" y="22354"/>
                  </a:lnTo>
                  <a:lnTo>
                    <a:pt x="1454362" y="22244"/>
                  </a:lnTo>
                  <a:lnTo>
                    <a:pt x="1464123" y="22061"/>
                  </a:lnTo>
                  <a:lnTo>
                    <a:pt x="1473884" y="21842"/>
                  </a:lnTo>
                  <a:lnTo>
                    <a:pt x="1483644" y="21649"/>
                  </a:lnTo>
                  <a:lnTo>
                    <a:pt x="1493405" y="21548"/>
                  </a:lnTo>
                  <a:lnTo>
                    <a:pt x="1503166" y="21471"/>
                  </a:lnTo>
                  <a:lnTo>
                    <a:pt x="1512927" y="21347"/>
                  </a:lnTo>
                  <a:lnTo>
                    <a:pt x="1522688" y="21244"/>
                  </a:lnTo>
                  <a:lnTo>
                    <a:pt x="1532448" y="21101"/>
                  </a:lnTo>
                  <a:lnTo>
                    <a:pt x="1542209" y="20896"/>
                  </a:lnTo>
                  <a:lnTo>
                    <a:pt x="1551970" y="20667"/>
                  </a:lnTo>
                  <a:lnTo>
                    <a:pt x="1561731" y="20408"/>
                  </a:lnTo>
                  <a:lnTo>
                    <a:pt x="1571492" y="20150"/>
                  </a:lnTo>
                  <a:lnTo>
                    <a:pt x="1581253" y="19952"/>
                  </a:lnTo>
                  <a:lnTo>
                    <a:pt x="1591013" y="19817"/>
                  </a:lnTo>
                  <a:lnTo>
                    <a:pt x="1600774" y="19601"/>
                  </a:lnTo>
                  <a:lnTo>
                    <a:pt x="1610535" y="19272"/>
                  </a:lnTo>
                  <a:lnTo>
                    <a:pt x="1620296" y="19077"/>
                  </a:lnTo>
                  <a:lnTo>
                    <a:pt x="1630057" y="18971"/>
                  </a:lnTo>
                  <a:lnTo>
                    <a:pt x="1639818" y="18866"/>
                  </a:lnTo>
                  <a:lnTo>
                    <a:pt x="1649578" y="18761"/>
                  </a:lnTo>
                  <a:lnTo>
                    <a:pt x="1659339" y="18547"/>
                  </a:lnTo>
                  <a:lnTo>
                    <a:pt x="1669100" y="18291"/>
                  </a:lnTo>
                  <a:lnTo>
                    <a:pt x="1678861" y="18002"/>
                  </a:lnTo>
                  <a:lnTo>
                    <a:pt x="1688622" y="17785"/>
                  </a:lnTo>
                  <a:lnTo>
                    <a:pt x="1698382" y="17602"/>
                  </a:lnTo>
                  <a:lnTo>
                    <a:pt x="1708143" y="17400"/>
                  </a:lnTo>
                  <a:lnTo>
                    <a:pt x="1717904" y="17168"/>
                  </a:lnTo>
                  <a:lnTo>
                    <a:pt x="1727665" y="16938"/>
                  </a:lnTo>
                  <a:lnTo>
                    <a:pt x="1737426" y="16708"/>
                  </a:lnTo>
                  <a:lnTo>
                    <a:pt x="1747187" y="16479"/>
                  </a:lnTo>
                  <a:lnTo>
                    <a:pt x="1756947" y="16334"/>
                  </a:lnTo>
                  <a:lnTo>
                    <a:pt x="1766708" y="16245"/>
                  </a:lnTo>
                  <a:lnTo>
                    <a:pt x="1776469" y="16141"/>
                  </a:lnTo>
                  <a:lnTo>
                    <a:pt x="1786230" y="15957"/>
                  </a:lnTo>
                  <a:lnTo>
                    <a:pt x="1795991" y="15774"/>
                  </a:lnTo>
                  <a:lnTo>
                    <a:pt x="1805752" y="15589"/>
                  </a:lnTo>
                  <a:lnTo>
                    <a:pt x="1815512" y="15405"/>
                  </a:lnTo>
                  <a:lnTo>
                    <a:pt x="1825273" y="15181"/>
                  </a:lnTo>
                  <a:lnTo>
                    <a:pt x="1835034" y="14953"/>
                  </a:lnTo>
                  <a:lnTo>
                    <a:pt x="1844795" y="14794"/>
                  </a:lnTo>
                  <a:lnTo>
                    <a:pt x="1854556" y="14637"/>
                  </a:lnTo>
                  <a:lnTo>
                    <a:pt x="1864316" y="14471"/>
                  </a:lnTo>
                  <a:lnTo>
                    <a:pt x="1874077" y="14284"/>
                  </a:lnTo>
                  <a:lnTo>
                    <a:pt x="1883838" y="14096"/>
                  </a:lnTo>
                  <a:lnTo>
                    <a:pt x="1893599" y="13908"/>
                  </a:lnTo>
                  <a:lnTo>
                    <a:pt x="1903360" y="13719"/>
                  </a:lnTo>
                  <a:lnTo>
                    <a:pt x="1913121" y="13530"/>
                  </a:lnTo>
                  <a:lnTo>
                    <a:pt x="1922881" y="13376"/>
                  </a:lnTo>
                  <a:lnTo>
                    <a:pt x="1932642" y="13231"/>
                  </a:lnTo>
                  <a:lnTo>
                    <a:pt x="1942403" y="12995"/>
                  </a:lnTo>
                  <a:lnTo>
                    <a:pt x="1952164" y="12821"/>
                  </a:lnTo>
                  <a:lnTo>
                    <a:pt x="1961925" y="12605"/>
                  </a:lnTo>
                  <a:lnTo>
                    <a:pt x="1971685" y="12383"/>
                  </a:lnTo>
                  <a:lnTo>
                    <a:pt x="1981446" y="12189"/>
                  </a:lnTo>
                  <a:lnTo>
                    <a:pt x="1991207" y="11995"/>
                  </a:lnTo>
                  <a:lnTo>
                    <a:pt x="2000968" y="11796"/>
                  </a:lnTo>
                  <a:lnTo>
                    <a:pt x="2010729" y="11588"/>
                  </a:lnTo>
                  <a:lnTo>
                    <a:pt x="2020490" y="11380"/>
                  </a:lnTo>
                  <a:lnTo>
                    <a:pt x="2030250" y="11172"/>
                  </a:lnTo>
                  <a:lnTo>
                    <a:pt x="2040011" y="10963"/>
                  </a:lnTo>
                  <a:lnTo>
                    <a:pt x="2049772" y="10754"/>
                  </a:lnTo>
                  <a:lnTo>
                    <a:pt x="2059533" y="10545"/>
                  </a:lnTo>
                  <a:lnTo>
                    <a:pt x="2069294" y="10335"/>
                  </a:lnTo>
                  <a:lnTo>
                    <a:pt x="2079055" y="10086"/>
                  </a:lnTo>
                  <a:lnTo>
                    <a:pt x="2088815" y="9795"/>
                  </a:lnTo>
                  <a:lnTo>
                    <a:pt x="2098576" y="9503"/>
                  </a:lnTo>
                  <a:lnTo>
                    <a:pt x="2108337" y="9355"/>
                  </a:lnTo>
                  <a:lnTo>
                    <a:pt x="2118098" y="9215"/>
                  </a:lnTo>
                  <a:lnTo>
                    <a:pt x="2127859" y="9072"/>
                  </a:lnTo>
                  <a:lnTo>
                    <a:pt x="2137619" y="8861"/>
                  </a:lnTo>
                  <a:lnTo>
                    <a:pt x="2147380" y="8651"/>
                  </a:lnTo>
                  <a:lnTo>
                    <a:pt x="2157141" y="8441"/>
                  </a:lnTo>
                  <a:lnTo>
                    <a:pt x="2166902" y="8229"/>
                  </a:lnTo>
                  <a:lnTo>
                    <a:pt x="2176663" y="8013"/>
                  </a:lnTo>
                  <a:lnTo>
                    <a:pt x="2186424" y="7797"/>
                  </a:lnTo>
                  <a:lnTo>
                    <a:pt x="2196184" y="7583"/>
                  </a:lnTo>
                  <a:lnTo>
                    <a:pt x="2205945" y="7368"/>
                  </a:lnTo>
                  <a:lnTo>
                    <a:pt x="2215706" y="7112"/>
                  </a:lnTo>
                  <a:lnTo>
                    <a:pt x="2225467" y="6928"/>
                  </a:lnTo>
                  <a:lnTo>
                    <a:pt x="2235228" y="6717"/>
                  </a:lnTo>
                  <a:lnTo>
                    <a:pt x="2244988" y="6501"/>
                  </a:lnTo>
                  <a:lnTo>
                    <a:pt x="2254749" y="6285"/>
                  </a:lnTo>
                  <a:lnTo>
                    <a:pt x="2264510" y="6068"/>
                  </a:lnTo>
                  <a:lnTo>
                    <a:pt x="2274271" y="5895"/>
                  </a:lnTo>
                  <a:lnTo>
                    <a:pt x="2284032" y="5731"/>
                  </a:lnTo>
                  <a:lnTo>
                    <a:pt x="2293793" y="5566"/>
                  </a:lnTo>
                  <a:lnTo>
                    <a:pt x="2303553" y="5402"/>
                  </a:lnTo>
                  <a:lnTo>
                    <a:pt x="2313314" y="5237"/>
                  </a:lnTo>
                  <a:lnTo>
                    <a:pt x="2323075" y="5071"/>
                  </a:lnTo>
                  <a:lnTo>
                    <a:pt x="2332836" y="4836"/>
                  </a:lnTo>
                  <a:lnTo>
                    <a:pt x="2342597" y="4590"/>
                  </a:lnTo>
                  <a:lnTo>
                    <a:pt x="2352358" y="4344"/>
                  </a:lnTo>
                  <a:lnTo>
                    <a:pt x="2362118" y="4097"/>
                  </a:lnTo>
                  <a:lnTo>
                    <a:pt x="2371879" y="3850"/>
                  </a:lnTo>
                  <a:lnTo>
                    <a:pt x="2381640" y="3634"/>
                  </a:lnTo>
                  <a:lnTo>
                    <a:pt x="2391401" y="3457"/>
                  </a:lnTo>
                  <a:lnTo>
                    <a:pt x="2401162" y="3279"/>
                  </a:lnTo>
                  <a:lnTo>
                    <a:pt x="2410922" y="3102"/>
                  </a:lnTo>
                  <a:lnTo>
                    <a:pt x="2420683" y="2879"/>
                  </a:lnTo>
                  <a:lnTo>
                    <a:pt x="2430444" y="2651"/>
                  </a:lnTo>
                  <a:lnTo>
                    <a:pt x="2440205" y="2423"/>
                  </a:lnTo>
                  <a:lnTo>
                    <a:pt x="2449966" y="2080"/>
                  </a:lnTo>
                  <a:lnTo>
                    <a:pt x="2459727" y="1704"/>
                  </a:lnTo>
                  <a:lnTo>
                    <a:pt x="2469487" y="1378"/>
                  </a:lnTo>
                  <a:lnTo>
                    <a:pt x="2479248" y="1185"/>
                  </a:lnTo>
                  <a:lnTo>
                    <a:pt x="2489009" y="994"/>
                  </a:lnTo>
                  <a:lnTo>
                    <a:pt x="2498770" y="802"/>
                  </a:lnTo>
                  <a:lnTo>
                    <a:pt x="2508531" y="542"/>
                  </a:lnTo>
                  <a:lnTo>
                    <a:pt x="2518291" y="268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7"/>
            <p:cNvSpPr/>
            <p:nvPr/>
          </p:nvSpPr>
          <p:spPr>
            <a:xfrm>
              <a:off x="3461961" y="4895581"/>
              <a:ext cx="2528052" cy="13114"/>
            </a:xfrm>
            <a:custGeom>
              <a:avLst/>
              <a:pathLst>
                <a:path w="2528052" h="13114">
                  <a:moveTo>
                    <a:pt x="2528052" y="13114"/>
                  </a:moveTo>
                  <a:lnTo>
                    <a:pt x="2518291" y="13016"/>
                  </a:lnTo>
                  <a:lnTo>
                    <a:pt x="2508531" y="12916"/>
                  </a:lnTo>
                  <a:lnTo>
                    <a:pt x="2498770" y="12817"/>
                  </a:lnTo>
                  <a:lnTo>
                    <a:pt x="2489009" y="12718"/>
                  </a:lnTo>
                  <a:lnTo>
                    <a:pt x="2479248" y="12618"/>
                  </a:lnTo>
                  <a:lnTo>
                    <a:pt x="2469487" y="12518"/>
                  </a:lnTo>
                  <a:lnTo>
                    <a:pt x="2459727" y="12417"/>
                  </a:lnTo>
                  <a:lnTo>
                    <a:pt x="2449966" y="12317"/>
                  </a:lnTo>
                  <a:lnTo>
                    <a:pt x="2440205" y="12230"/>
                  </a:lnTo>
                  <a:lnTo>
                    <a:pt x="2430444" y="12145"/>
                  </a:lnTo>
                  <a:lnTo>
                    <a:pt x="2420683" y="12059"/>
                  </a:lnTo>
                  <a:lnTo>
                    <a:pt x="2410922" y="11974"/>
                  </a:lnTo>
                  <a:lnTo>
                    <a:pt x="2401162" y="11888"/>
                  </a:lnTo>
                  <a:lnTo>
                    <a:pt x="2391401" y="11802"/>
                  </a:lnTo>
                  <a:lnTo>
                    <a:pt x="2381640" y="11716"/>
                  </a:lnTo>
                  <a:lnTo>
                    <a:pt x="2371879" y="11630"/>
                  </a:lnTo>
                  <a:lnTo>
                    <a:pt x="2362118" y="11543"/>
                  </a:lnTo>
                  <a:lnTo>
                    <a:pt x="2352358" y="11456"/>
                  </a:lnTo>
                  <a:lnTo>
                    <a:pt x="2342597" y="11369"/>
                  </a:lnTo>
                  <a:lnTo>
                    <a:pt x="2332836" y="11282"/>
                  </a:lnTo>
                  <a:lnTo>
                    <a:pt x="2323075" y="11194"/>
                  </a:lnTo>
                  <a:lnTo>
                    <a:pt x="2313314" y="11106"/>
                  </a:lnTo>
                  <a:lnTo>
                    <a:pt x="2303553" y="11018"/>
                  </a:lnTo>
                  <a:lnTo>
                    <a:pt x="2293793" y="10930"/>
                  </a:lnTo>
                  <a:lnTo>
                    <a:pt x="2284032" y="10842"/>
                  </a:lnTo>
                  <a:lnTo>
                    <a:pt x="2274271" y="10753"/>
                  </a:lnTo>
                  <a:lnTo>
                    <a:pt x="2264510" y="10664"/>
                  </a:lnTo>
                  <a:lnTo>
                    <a:pt x="2254749" y="10575"/>
                  </a:lnTo>
                  <a:lnTo>
                    <a:pt x="2244988" y="10486"/>
                  </a:lnTo>
                  <a:lnTo>
                    <a:pt x="2235228" y="10407"/>
                  </a:lnTo>
                  <a:lnTo>
                    <a:pt x="2225467" y="10361"/>
                  </a:lnTo>
                  <a:lnTo>
                    <a:pt x="2215706" y="10298"/>
                  </a:lnTo>
                  <a:lnTo>
                    <a:pt x="2205945" y="10205"/>
                  </a:lnTo>
                  <a:lnTo>
                    <a:pt x="2196184" y="10112"/>
                  </a:lnTo>
                  <a:lnTo>
                    <a:pt x="2186424" y="10018"/>
                  </a:lnTo>
                  <a:lnTo>
                    <a:pt x="2176663" y="9962"/>
                  </a:lnTo>
                  <a:lnTo>
                    <a:pt x="2166902" y="9871"/>
                  </a:lnTo>
                  <a:lnTo>
                    <a:pt x="2157141" y="9780"/>
                  </a:lnTo>
                  <a:lnTo>
                    <a:pt x="2147380" y="9688"/>
                  </a:lnTo>
                  <a:lnTo>
                    <a:pt x="2137619" y="9595"/>
                  </a:lnTo>
                  <a:lnTo>
                    <a:pt x="2127859" y="9502"/>
                  </a:lnTo>
                  <a:lnTo>
                    <a:pt x="2118098" y="9409"/>
                  </a:lnTo>
                  <a:lnTo>
                    <a:pt x="2108337" y="9315"/>
                  </a:lnTo>
                  <a:lnTo>
                    <a:pt x="2098576" y="9209"/>
                  </a:lnTo>
                  <a:lnTo>
                    <a:pt x="2088815" y="9096"/>
                  </a:lnTo>
                  <a:lnTo>
                    <a:pt x="2079055" y="8983"/>
                  </a:lnTo>
                  <a:lnTo>
                    <a:pt x="2069294" y="8876"/>
                  </a:lnTo>
                  <a:lnTo>
                    <a:pt x="2059533" y="8779"/>
                  </a:lnTo>
                  <a:lnTo>
                    <a:pt x="2049772" y="8719"/>
                  </a:lnTo>
                  <a:lnTo>
                    <a:pt x="2040011" y="8660"/>
                  </a:lnTo>
                  <a:lnTo>
                    <a:pt x="2030250" y="8567"/>
                  </a:lnTo>
                  <a:lnTo>
                    <a:pt x="2020490" y="8472"/>
                  </a:lnTo>
                  <a:lnTo>
                    <a:pt x="2010729" y="8377"/>
                  </a:lnTo>
                  <a:lnTo>
                    <a:pt x="2000968" y="8277"/>
                  </a:lnTo>
                  <a:lnTo>
                    <a:pt x="1991207" y="8187"/>
                  </a:lnTo>
                  <a:lnTo>
                    <a:pt x="1981446" y="8092"/>
                  </a:lnTo>
                  <a:lnTo>
                    <a:pt x="1971685" y="7998"/>
                  </a:lnTo>
                  <a:lnTo>
                    <a:pt x="1961925" y="7933"/>
                  </a:lnTo>
                  <a:lnTo>
                    <a:pt x="1952164" y="7890"/>
                  </a:lnTo>
                  <a:lnTo>
                    <a:pt x="1942403" y="7795"/>
                  </a:lnTo>
                  <a:lnTo>
                    <a:pt x="1932642" y="7675"/>
                  </a:lnTo>
                  <a:lnTo>
                    <a:pt x="1922881" y="7553"/>
                  </a:lnTo>
                  <a:lnTo>
                    <a:pt x="1913121" y="7421"/>
                  </a:lnTo>
                  <a:lnTo>
                    <a:pt x="1903360" y="7311"/>
                  </a:lnTo>
                  <a:lnTo>
                    <a:pt x="1893599" y="7190"/>
                  </a:lnTo>
                  <a:lnTo>
                    <a:pt x="1883838" y="7068"/>
                  </a:lnTo>
                  <a:lnTo>
                    <a:pt x="1874077" y="7000"/>
                  </a:lnTo>
                  <a:lnTo>
                    <a:pt x="1864316" y="6937"/>
                  </a:lnTo>
                  <a:lnTo>
                    <a:pt x="1854556" y="6840"/>
                  </a:lnTo>
                  <a:lnTo>
                    <a:pt x="1844795" y="6742"/>
                  </a:lnTo>
                  <a:lnTo>
                    <a:pt x="1835034" y="6644"/>
                  </a:lnTo>
                  <a:lnTo>
                    <a:pt x="1825273" y="6546"/>
                  </a:lnTo>
                  <a:lnTo>
                    <a:pt x="1815512" y="6448"/>
                  </a:lnTo>
                  <a:lnTo>
                    <a:pt x="1805752" y="6346"/>
                  </a:lnTo>
                  <a:lnTo>
                    <a:pt x="1795991" y="6238"/>
                  </a:lnTo>
                  <a:lnTo>
                    <a:pt x="1786230" y="6127"/>
                  </a:lnTo>
                  <a:lnTo>
                    <a:pt x="1776469" y="6016"/>
                  </a:lnTo>
                  <a:lnTo>
                    <a:pt x="1766708" y="5905"/>
                  </a:lnTo>
                  <a:lnTo>
                    <a:pt x="1756947" y="5812"/>
                  </a:lnTo>
                  <a:lnTo>
                    <a:pt x="1747187" y="5704"/>
                  </a:lnTo>
                  <a:lnTo>
                    <a:pt x="1737426" y="5572"/>
                  </a:lnTo>
                  <a:lnTo>
                    <a:pt x="1727665" y="5473"/>
                  </a:lnTo>
                  <a:lnTo>
                    <a:pt x="1717904" y="5360"/>
                  </a:lnTo>
                  <a:lnTo>
                    <a:pt x="1708143" y="5234"/>
                  </a:lnTo>
                  <a:lnTo>
                    <a:pt x="1698382" y="5118"/>
                  </a:lnTo>
                  <a:lnTo>
                    <a:pt x="1688622" y="5053"/>
                  </a:lnTo>
                  <a:lnTo>
                    <a:pt x="1678861" y="4944"/>
                  </a:lnTo>
                  <a:lnTo>
                    <a:pt x="1669100" y="4835"/>
                  </a:lnTo>
                  <a:lnTo>
                    <a:pt x="1659339" y="4726"/>
                  </a:lnTo>
                  <a:lnTo>
                    <a:pt x="1649578" y="4633"/>
                  </a:lnTo>
                  <a:lnTo>
                    <a:pt x="1639818" y="4538"/>
                  </a:lnTo>
                  <a:lnTo>
                    <a:pt x="1630057" y="4441"/>
                  </a:lnTo>
                  <a:lnTo>
                    <a:pt x="1620296" y="4351"/>
                  </a:lnTo>
                  <a:lnTo>
                    <a:pt x="1610535" y="4257"/>
                  </a:lnTo>
                  <a:lnTo>
                    <a:pt x="1600774" y="4164"/>
                  </a:lnTo>
                  <a:lnTo>
                    <a:pt x="1591013" y="4080"/>
                  </a:lnTo>
                  <a:lnTo>
                    <a:pt x="1581253" y="3992"/>
                  </a:lnTo>
                  <a:lnTo>
                    <a:pt x="1571492" y="3928"/>
                  </a:lnTo>
                  <a:lnTo>
                    <a:pt x="1561731" y="3838"/>
                  </a:lnTo>
                  <a:lnTo>
                    <a:pt x="1551970" y="3741"/>
                  </a:lnTo>
                  <a:lnTo>
                    <a:pt x="1542209" y="3666"/>
                  </a:lnTo>
                  <a:lnTo>
                    <a:pt x="1532448" y="3560"/>
                  </a:lnTo>
                  <a:lnTo>
                    <a:pt x="1522688" y="3446"/>
                  </a:lnTo>
                  <a:lnTo>
                    <a:pt x="1512927" y="3349"/>
                  </a:lnTo>
                  <a:lnTo>
                    <a:pt x="1503166" y="3250"/>
                  </a:lnTo>
                  <a:lnTo>
                    <a:pt x="1493405" y="3134"/>
                  </a:lnTo>
                  <a:lnTo>
                    <a:pt x="1483644" y="3060"/>
                  </a:lnTo>
                  <a:lnTo>
                    <a:pt x="1473884" y="2989"/>
                  </a:lnTo>
                  <a:lnTo>
                    <a:pt x="1464123" y="2917"/>
                  </a:lnTo>
                  <a:lnTo>
                    <a:pt x="1454362" y="2842"/>
                  </a:lnTo>
                  <a:lnTo>
                    <a:pt x="1444601" y="2762"/>
                  </a:lnTo>
                  <a:lnTo>
                    <a:pt x="1434840" y="2694"/>
                  </a:lnTo>
                  <a:lnTo>
                    <a:pt x="1425079" y="2670"/>
                  </a:lnTo>
                  <a:lnTo>
                    <a:pt x="1415319" y="2647"/>
                  </a:lnTo>
                  <a:lnTo>
                    <a:pt x="1405558" y="2623"/>
                  </a:lnTo>
                  <a:lnTo>
                    <a:pt x="1395797" y="2598"/>
                  </a:lnTo>
                  <a:lnTo>
                    <a:pt x="1386036" y="2560"/>
                  </a:lnTo>
                  <a:lnTo>
                    <a:pt x="1376275" y="2476"/>
                  </a:lnTo>
                  <a:lnTo>
                    <a:pt x="1366515" y="2425"/>
                  </a:lnTo>
                  <a:lnTo>
                    <a:pt x="1356754" y="2430"/>
                  </a:lnTo>
                  <a:lnTo>
                    <a:pt x="1346993" y="2358"/>
                  </a:lnTo>
                  <a:lnTo>
                    <a:pt x="1337232" y="2253"/>
                  </a:lnTo>
                  <a:lnTo>
                    <a:pt x="1327471" y="2234"/>
                  </a:lnTo>
                  <a:lnTo>
                    <a:pt x="1317710" y="2195"/>
                  </a:lnTo>
                  <a:lnTo>
                    <a:pt x="1307950" y="2127"/>
                  </a:lnTo>
                  <a:lnTo>
                    <a:pt x="1298189" y="2056"/>
                  </a:lnTo>
                  <a:lnTo>
                    <a:pt x="1288428" y="2006"/>
                  </a:lnTo>
                  <a:lnTo>
                    <a:pt x="1278667" y="1975"/>
                  </a:lnTo>
                  <a:lnTo>
                    <a:pt x="1268906" y="1910"/>
                  </a:lnTo>
                  <a:lnTo>
                    <a:pt x="1259145" y="1845"/>
                  </a:lnTo>
                  <a:lnTo>
                    <a:pt x="1249385" y="1840"/>
                  </a:lnTo>
                  <a:lnTo>
                    <a:pt x="1239624" y="1711"/>
                  </a:lnTo>
                  <a:lnTo>
                    <a:pt x="1229863" y="1667"/>
                  </a:lnTo>
                  <a:lnTo>
                    <a:pt x="1220102" y="1683"/>
                  </a:lnTo>
                  <a:lnTo>
                    <a:pt x="1210341" y="1592"/>
                  </a:lnTo>
                  <a:lnTo>
                    <a:pt x="1200581" y="1573"/>
                  </a:lnTo>
                  <a:lnTo>
                    <a:pt x="1190820" y="1565"/>
                  </a:lnTo>
                  <a:lnTo>
                    <a:pt x="1181059" y="1556"/>
                  </a:lnTo>
                  <a:lnTo>
                    <a:pt x="1171298" y="1545"/>
                  </a:lnTo>
                  <a:lnTo>
                    <a:pt x="1161537" y="1507"/>
                  </a:lnTo>
                  <a:lnTo>
                    <a:pt x="1151776" y="1387"/>
                  </a:lnTo>
                  <a:lnTo>
                    <a:pt x="1142016" y="1266"/>
                  </a:lnTo>
                  <a:lnTo>
                    <a:pt x="1132255" y="1175"/>
                  </a:lnTo>
                  <a:lnTo>
                    <a:pt x="1122494" y="1076"/>
                  </a:lnTo>
                  <a:lnTo>
                    <a:pt x="1112733" y="1126"/>
                  </a:lnTo>
                  <a:lnTo>
                    <a:pt x="1102972" y="1044"/>
                  </a:lnTo>
                  <a:lnTo>
                    <a:pt x="1093212" y="963"/>
                  </a:lnTo>
                  <a:lnTo>
                    <a:pt x="1083451" y="879"/>
                  </a:lnTo>
                  <a:lnTo>
                    <a:pt x="1073690" y="839"/>
                  </a:lnTo>
                  <a:lnTo>
                    <a:pt x="1063929" y="800"/>
                  </a:lnTo>
                  <a:lnTo>
                    <a:pt x="1054168" y="760"/>
                  </a:lnTo>
                  <a:lnTo>
                    <a:pt x="1044407" y="720"/>
                  </a:lnTo>
                  <a:lnTo>
                    <a:pt x="1034647" y="680"/>
                  </a:lnTo>
                  <a:lnTo>
                    <a:pt x="1024886" y="660"/>
                  </a:lnTo>
                  <a:lnTo>
                    <a:pt x="1015125" y="617"/>
                  </a:lnTo>
                  <a:lnTo>
                    <a:pt x="1005364" y="562"/>
                  </a:lnTo>
                  <a:lnTo>
                    <a:pt x="995603" y="510"/>
                  </a:lnTo>
                  <a:lnTo>
                    <a:pt x="985842" y="489"/>
                  </a:lnTo>
                  <a:lnTo>
                    <a:pt x="976082" y="542"/>
                  </a:lnTo>
                  <a:lnTo>
                    <a:pt x="966321" y="582"/>
                  </a:lnTo>
                  <a:lnTo>
                    <a:pt x="956560" y="570"/>
                  </a:lnTo>
                  <a:lnTo>
                    <a:pt x="946799" y="513"/>
                  </a:lnTo>
                  <a:lnTo>
                    <a:pt x="937038" y="440"/>
                  </a:lnTo>
                  <a:lnTo>
                    <a:pt x="927278" y="393"/>
                  </a:lnTo>
                  <a:lnTo>
                    <a:pt x="917517" y="401"/>
                  </a:lnTo>
                  <a:lnTo>
                    <a:pt x="907756" y="429"/>
                  </a:lnTo>
                  <a:lnTo>
                    <a:pt x="897995" y="413"/>
                  </a:lnTo>
                  <a:lnTo>
                    <a:pt x="888234" y="396"/>
                  </a:lnTo>
                  <a:lnTo>
                    <a:pt x="878473" y="379"/>
                  </a:lnTo>
                  <a:lnTo>
                    <a:pt x="868713" y="361"/>
                  </a:lnTo>
                  <a:lnTo>
                    <a:pt x="858952" y="391"/>
                  </a:lnTo>
                  <a:lnTo>
                    <a:pt x="849191" y="340"/>
                  </a:lnTo>
                  <a:lnTo>
                    <a:pt x="839430" y="310"/>
                  </a:lnTo>
                  <a:lnTo>
                    <a:pt x="829669" y="350"/>
                  </a:lnTo>
                  <a:lnTo>
                    <a:pt x="819909" y="305"/>
                  </a:lnTo>
                  <a:lnTo>
                    <a:pt x="810148" y="262"/>
                  </a:lnTo>
                  <a:lnTo>
                    <a:pt x="800387" y="215"/>
                  </a:lnTo>
                  <a:lnTo>
                    <a:pt x="790626" y="223"/>
                  </a:lnTo>
                  <a:lnTo>
                    <a:pt x="780865" y="144"/>
                  </a:lnTo>
                  <a:lnTo>
                    <a:pt x="771104" y="158"/>
                  </a:lnTo>
                  <a:lnTo>
                    <a:pt x="761344" y="170"/>
                  </a:lnTo>
                  <a:lnTo>
                    <a:pt x="751583" y="153"/>
                  </a:lnTo>
                  <a:lnTo>
                    <a:pt x="741822" y="202"/>
                  </a:lnTo>
                  <a:lnTo>
                    <a:pt x="732061" y="191"/>
                  </a:lnTo>
                  <a:lnTo>
                    <a:pt x="722300" y="146"/>
                  </a:lnTo>
                  <a:lnTo>
                    <a:pt x="712539" y="244"/>
                  </a:lnTo>
                  <a:lnTo>
                    <a:pt x="702779" y="232"/>
                  </a:lnTo>
                  <a:lnTo>
                    <a:pt x="693018" y="129"/>
                  </a:lnTo>
                  <a:lnTo>
                    <a:pt x="683257" y="36"/>
                  </a:lnTo>
                  <a:lnTo>
                    <a:pt x="673496" y="19"/>
                  </a:lnTo>
                  <a:lnTo>
                    <a:pt x="663735" y="1"/>
                  </a:lnTo>
                  <a:lnTo>
                    <a:pt x="653975" y="0"/>
                  </a:lnTo>
                  <a:lnTo>
                    <a:pt x="644214" y="45"/>
                  </a:lnTo>
                  <a:lnTo>
                    <a:pt x="634453" y="140"/>
                  </a:lnTo>
                  <a:lnTo>
                    <a:pt x="624692" y="130"/>
                  </a:lnTo>
                  <a:lnTo>
                    <a:pt x="614931" y="116"/>
                  </a:lnTo>
                  <a:lnTo>
                    <a:pt x="605170" y="103"/>
                  </a:lnTo>
                  <a:lnTo>
                    <a:pt x="595410" y="90"/>
                  </a:lnTo>
                  <a:lnTo>
                    <a:pt x="585649" y="76"/>
                  </a:lnTo>
                  <a:lnTo>
                    <a:pt x="575888" y="62"/>
                  </a:lnTo>
                  <a:lnTo>
                    <a:pt x="566127" y="30"/>
                  </a:lnTo>
                  <a:lnTo>
                    <a:pt x="556366" y="39"/>
                  </a:lnTo>
                  <a:lnTo>
                    <a:pt x="546606" y="38"/>
                  </a:lnTo>
                  <a:lnTo>
                    <a:pt x="536845" y="41"/>
                  </a:lnTo>
                  <a:lnTo>
                    <a:pt x="527084" y="45"/>
                  </a:lnTo>
                  <a:lnTo>
                    <a:pt x="517323" y="104"/>
                  </a:lnTo>
                  <a:lnTo>
                    <a:pt x="507562" y="103"/>
                  </a:lnTo>
                  <a:lnTo>
                    <a:pt x="497801" y="150"/>
                  </a:lnTo>
                  <a:lnTo>
                    <a:pt x="488041" y="217"/>
                  </a:lnTo>
                  <a:lnTo>
                    <a:pt x="478280" y="253"/>
                  </a:lnTo>
                  <a:lnTo>
                    <a:pt x="468519" y="340"/>
                  </a:lnTo>
                  <a:lnTo>
                    <a:pt x="458758" y="339"/>
                  </a:lnTo>
                  <a:lnTo>
                    <a:pt x="448997" y="353"/>
                  </a:lnTo>
                  <a:lnTo>
                    <a:pt x="439236" y="388"/>
                  </a:lnTo>
                  <a:lnTo>
                    <a:pt x="429476" y="413"/>
                  </a:lnTo>
                  <a:lnTo>
                    <a:pt x="419715" y="431"/>
                  </a:lnTo>
                  <a:lnTo>
                    <a:pt x="409954" y="489"/>
                  </a:lnTo>
                  <a:lnTo>
                    <a:pt x="400193" y="523"/>
                  </a:lnTo>
                  <a:lnTo>
                    <a:pt x="390432" y="585"/>
                  </a:lnTo>
                  <a:lnTo>
                    <a:pt x="380672" y="626"/>
                  </a:lnTo>
                  <a:lnTo>
                    <a:pt x="370911" y="624"/>
                  </a:lnTo>
                  <a:lnTo>
                    <a:pt x="361150" y="615"/>
                  </a:lnTo>
                  <a:lnTo>
                    <a:pt x="351389" y="664"/>
                  </a:lnTo>
                  <a:lnTo>
                    <a:pt x="341628" y="625"/>
                  </a:lnTo>
                  <a:lnTo>
                    <a:pt x="331867" y="619"/>
                  </a:lnTo>
                  <a:lnTo>
                    <a:pt x="322107" y="676"/>
                  </a:lnTo>
                  <a:lnTo>
                    <a:pt x="312346" y="746"/>
                  </a:lnTo>
                  <a:lnTo>
                    <a:pt x="302585" y="739"/>
                  </a:lnTo>
                  <a:lnTo>
                    <a:pt x="292824" y="731"/>
                  </a:lnTo>
                  <a:lnTo>
                    <a:pt x="283063" y="754"/>
                  </a:lnTo>
                  <a:lnTo>
                    <a:pt x="273303" y="859"/>
                  </a:lnTo>
                  <a:lnTo>
                    <a:pt x="263542" y="917"/>
                  </a:lnTo>
                  <a:lnTo>
                    <a:pt x="253781" y="932"/>
                  </a:lnTo>
                  <a:lnTo>
                    <a:pt x="244020" y="977"/>
                  </a:lnTo>
                  <a:lnTo>
                    <a:pt x="234259" y="1059"/>
                  </a:lnTo>
                  <a:lnTo>
                    <a:pt x="224498" y="1130"/>
                  </a:lnTo>
                  <a:lnTo>
                    <a:pt x="214738" y="1221"/>
                  </a:lnTo>
                  <a:lnTo>
                    <a:pt x="204977" y="1312"/>
                  </a:lnTo>
                  <a:lnTo>
                    <a:pt x="195216" y="1438"/>
                  </a:lnTo>
                  <a:lnTo>
                    <a:pt x="185455" y="1540"/>
                  </a:lnTo>
                  <a:lnTo>
                    <a:pt x="175694" y="1655"/>
                  </a:lnTo>
                  <a:lnTo>
                    <a:pt x="165933" y="1702"/>
                  </a:lnTo>
                  <a:lnTo>
                    <a:pt x="156173" y="1795"/>
                  </a:lnTo>
                  <a:lnTo>
                    <a:pt x="146412" y="1857"/>
                  </a:lnTo>
                  <a:lnTo>
                    <a:pt x="136651" y="1947"/>
                  </a:lnTo>
                  <a:lnTo>
                    <a:pt x="126890" y="2037"/>
                  </a:lnTo>
                  <a:lnTo>
                    <a:pt x="117129" y="2127"/>
                  </a:lnTo>
                  <a:lnTo>
                    <a:pt x="107369" y="2229"/>
                  </a:lnTo>
                  <a:lnTo>
                    <a:pt x="97608" y="2359"/>
                  </a:lnTo>
                  <a:lnTo>
                    <a:pt x="87847" y="2404"/>
                  </a:lnTo>
                  <a:lnTo>
                    <a:pt x="78086" y="2499"/>
                  </a:lnTo>
                  <a:lnTo>
                    <a:pt x="68325" y="2620"/>
                  </a:lnTo>
                  <a:lnTo>
                    <a:pt x="58564" y="2696"/>
                  </a:lnTo>
                  <a:lnTo>
                    <a:pt x="48804" y="2795"/>
                  </a:lnTo>
                  <a:lnTo>
                    <a:pt x="39043" y="2895"/>
                  </a:lnTo>
                  <a:lnTo>
                    <a:pt x="29282" y="2958"/>
                  </a:lnTo>
                  <a:lnTo>
                    <a:pt x="19521" y="3006"/>
                  </a:lnTo>
                  <a:lnTo>
                    <a:pt x="9760" y="3094"/>
                  </a:lnTo>
                  <a:lnTo>
                    <a:pt x="0" y="31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3461961" y="4196208"/>
              <a:ext cx="2528052" cy="740562"/>
            </a:xfrm>
            <a:custGeom>
              <a:avLst/>
              <a:pathLst>
                <a:path w="2528052" h="740562">
                  <a:moveTo>
                    <a:pt x="0" y="664347"/>
                  </a:moveTo>
                  <a:lnTo>
                    <a:pt x="9760" y="664611"/>
                  </a:lnTo>
                  <a:lnTo>
                    <a:pt x="19521" y="664931"/>
                  </a:lnTo>
                  <a:lnTo>
                    <a:pt x="29282" y="665192"/>
                  </a:lnTo>
                  <a:lnTo>
                    <a:pt x="39043" y="665434"/>
                  </a:lnTo>
                  <a:lnTo>
                    <a:pt x="48804" y="665675"/>
                  </a:lnTo>
                  <a:lnTo>
                    <a:pt x="58564" y="665802"/>
                  </a:lnTo>
                  <a:lnTo>
                    <a:pt x="68325" y="665875"/>
                  </a:lnTo>
                  <a:lnTo>
                    <a:pt x="78086" y="666221"/>
                  </a:lnTo>
                  <a:lnTo>
                    <a:pt x="87847" y="666349"/>
                  </a:lnTo>
                  <a:lnTo>
                    <a:pt x="97608" y="666378"/>
                  </a:lnTo>
                  <a:lnTo>
                    <a:pt x="107369" y="666454"/>
                  </a:lnTo>
                  <a:lnTo>
                    <a:pt x="117129" y="666448"/>
                  </a:lnTo>
                  <a:lnTo>
                    <a:pt x="126890" y="666555"/>
                  </a:lnTo>
                  <a:lnTo>
                    <a:pt x="136651" y="666430"/>
                  </a:lnTo>
                  <a:lnTo>
                    <a:pt x="146412" y="666198"/>
                  </a:lnTo>
                  <a:lnTo>
                    <a:pt x="156173" y="666191"/>
                  </a:lnTo>
                  <a:lnTo>
                    <a:pt x="165933" y="666428"/>
                  </a:lnTo>
                  <a:lnTo>
                    <a:pt x="175694" y="666366"/>
                  </a:lnTo>
                  <a:lnTo>
                    <a:pt x="185455" y="666181"/>
                  </a:lnTo>
                  <a:lnTo>
                    <a:pt x="195216" y="665752"/>
                  </a:lnTo>
                  <a:lnTo>
                    <a:pt x="204977" y="665441"/>
                  </a:lnTo>
                  <a:lnTo>
                    <a:pt x="214738" y="665124"/>
                  </a:lnTo>
                  <a:lnTo>
                    <a:pt x="224498" y="665063"/>
                  </a:lnTo>
                  <a:lnTo>
                    <a:pt x="234259" y="664881"/>
                  </a:lnTo>
                  <a:lnTo>
                    <a:pt x="244020" y="664237"/>
                  </a:lnTo>
                  <a:lnTo>
                    <a:pt x="253781" y="663616"/>
                  </a:lnTo>
                  <a:lnTo>
                    <a:pt x="263542" y="663198"/>
                  </a:lnTo>
                  <a:lnTo>
                    <a:pt x="273303" y="662775"/>
                  </a:lnTo>
                  <a:lnTo>
                    <a:pt x="283063" y="662354"/>
                  </a:lnTo>
                  <a:lnTo>
                    <a:pt x="292824" y="661929"/>
                  </a:lnTo>
                  <a:lnTo>
                    <a:pt x="302585" y="661480"/>
                  </a:lnTo>
                  <a:lnTo>
                    <a:pt x="312346" y="661091"/>
                  </a:lnTo>
                  <a:lnTo>
                    <a:pt x="322107" y="660706"/>
                  </a:lnTo>
                  <a:lnTo>
                    <a:pt x="331867" y="660454"/>
                  </a:lnTo>
                  <a:lnTo>
                    <a:pt x="341628" y="659832"/>
                  </a:lnTo>
                  <a:lnTo>
                    <a:pt x="351389" y="659340"/>
                  </a:lnTo>
                  <a:lnTo>
                    <a:pt x="361150" y="658750"/>
                  </a:lnTo>
                  <a:lnTo>
                    <a:pt x="370911" y="658454"/>
                  </a:lnTo>
                  <a:lnTo>
                    <a:pt x="380672" y="657871"/>
                  </a:lnTo>
                  <a:lnTo>
                    <a:pt x="390432" y="657101"/>
                  </a:lnTo>
                  <a:lnTo>
                    <a:pt x="400193" y="656253"/>
                  </a:lnTo>
                  <a:lnTo>
                    <a:pt x="409954" y="655391"/>
                  </a:lnTo>
                  <a:lnTo>
                    <a:pt x="419715" y="654529"/>
                  </a:lnTo>
                  <a:lnTo>
                    <a:pt x="429476" y="653653"/>
                  </a:lnTo>
                  <a:lnTo>
                    <a:pt x="439236" y="652959"/>
                  </a:lnTo>
                  <a:lnTo>
                    <a:pt x="448997" y="652404"/>
                  </a:lnTo>
                  <a:lnTo>
                    <a:pt x="458758" y="651845"/>
                  </a:lnTo>
                  <a:lnTo>
                    <a:pt x="468519" y="651029"/>
                  </a:lnTo>
                  <a:lnTo>
                    <a:pt x="478280" y="650416"/>
                  </a:lnTo>
                  <a:lnTo>
                    <a:pt x="488041" y="649799"/>
                  </a:lnTo>
                  <a:lnTo>
                    <a:pt x="497801" y="649179"/>
                  </a:lnTo>
                  <a:lnTo>
                    <a:pt x="507562" y="648531"/>
                  </a:lnTo>
                  <a:lnTo>
                    <a:pt x="517323" y="647630"/>
                  </a:lnTo>
                  <a:lnTo>
                    <a:pt x="527084" y="646612"/>
                  </a:lnTo>
                  <a:lnTo>
                    <a:pt x="536845" y="645599"/>
                  </a:lnTo>
                  <a:lnTo>
                    <a:pt x="546606" y="644890"/>
                  </a:lnTo>
                  <a:lnTo>
                    <a:pt x="556366" y="643848"/>
                  </a:lnTo>
                  <a:lnTo>
                    <a:pt x="566127" y="643038"/>
                  </a:lnTo>
                  <a:lnTo>
                    <a:pt x="575888" y="642200"/>
                  </a:lnTo>
                  <a:lnTo>
                    <a:pt x="585649" y="641227"/>
                  </a:lnTo>
                  <a:lnTo>
                    <a:pt x="595410" y="640193"/>
                  </a:lnTo>
                  <a:lnTo>
                    <a:pt x="605170" y="639438"/>
                  </a:lnTo>
                  <a:lnTo>
                    <a:pt x="614931" y="638536"/>
                  </a:lnTo>
                  <a:lnTo>
                    <a:pt x="624692" y="637568"/>
                  </a:lnTo>
                  <a:lnTo>
                    <a:pt x="634453" y="636624"/>
                  </a:lnTo>
                  <a:lnTo>
                    <a:pt x="644214" y="635761"/>
                  </a:lnTo>
                  <a:lnTo>
                    <a:pt x="653975" y="634855"/>
                  </a:lnTo>
                  <a:lnTo>
                    <a:pt x="663735" y="633953"/>
                  </a:lnTo>
                  <a:lnTo>
                    <a:pt x="673496" y="633117"/>
                  </a:lnTo>
                  <a:lnTo>
                    <a:pt x="683257" y="632229"/>
                  </a:lnTo>
                  <a:lnTo>
                    <a:pt x="693018" y="631325"/>
                  </a:lnTo>
                  <a:lnTo>
                    <a:pt x="702779" y="630413"/>
                  </a:lnTo>
                  <a:lnTo>
                    <a:pt x="712539" y="629494"/>
                  </a:lnTo>
                  <a:lnTo>
                    <a:pt x="722300" y="628367"/>
                  </a:lnTo>
                  <a:lnTo>
                    <a:pt x="732061" y="627214"/>
                  </a:lnTo>
                  <a:lnTo>
                    <a:pt x="741822" y="626114"/>
                  </a:lnTo>
                  <a:lnTo>
                    <a:pt x="751583" y="624868"/>
                  </a:lnTo>
                  <a:lnTo>
                    <a:pt x="761344" y="623670"/>
                  </a:lnTo>
                  <a:lnTo>
                    <a:pt x="771104" y="622472"/>
                  </a:lnTo>
                  <a:lnTo>
                    <a:pt x="780865" y="621368"/>
                  </a:lnTo>
                  <a:lnTo>
                    <a:pt x="790626" y="620490"/>
                  </a:lnTo>
                  <a:lnTo>
                    <a:pt x="800387" y="619605"/>
                  </a:lnTo>
                  <a:lnTo>
                    <a:pt x="810148" y="618714"/>
                  </a:lnTo>
                  <a:lnTo>
                    <a:pt x="819909" y="617660"/>
                  </a:lnTo>
                  <a:lnTo>
                    <a:pt x="829669" y="616057"/>
                  </a:lnTo>
                  <a:lnTo>
                    <a:pt x="839430" y="614435"/>
                  </a:lnTo>
                  <a:lnTo>
                    <a:pt x="849191" y="612796"/>
                  </a:lnTo>
                  <a:lnTo>
                    <a:pt x="858952" y="611681"/>
                  </a:lnTo>
                  <a:lnTo>
                    <a:pt x="868713" y="610422"/>
                  </a:lnTo>
                  <a:lnTo>
                    <a:pt x="878473" y="608826"/>
                  </a:lnTo>
                  <a:lnTo>
                    <a:pt x="888234" y="607209"/>
                  </a:lnTo>
                  <a:lnTo>
                    <a:pt x="897995" y="605779"/>
                  </a:lnTo>
                  <a:lnTo>
                    <a:pt x="907756" y="604410"/>
                  </a:lnTo>
                  <a:lnTo>
                    <a:pt x="917517" y="603029"/>
                  </a:lnTo>
                  <a:lnTo>
                    <a:pt x="927278" y="601640"/>
                  </a:lnTo>
                  <a:lnTo>
                    <a:pt x="937038" y="600314"/>
                  </a:lnTo>
                  <a:lnTo>
                    <a:pt x="946799" y="598976"/>
                  </a:lnTo>
                  <a:lnTo>
                    <a:pt x="956560" y="597617"/>
                  </a:lnTo>
                  <a:lnTo>
                    <a:pt x="966321" y="596033"/>
                  </a:lnTo>
                  <a:lnTo>
                    <a:pt x="976082" y="594453"/>
                  </a:lnTo>
                  <a:lnTo>
                    <a:pt x="985842" y="592975"/>
                  </a:lnTo>
                  <a:lnTo>
                    <a:pt x="995603" y="591709"/>
                  </a:lnTo>
                  <a:lnTo>
                    <a:pt x="1005364" y="590468"/>
                  </a:lnTo>
                  <a:lnTo>
                    <a:pt x="1015125" y="589219"/>
                  </a:lnTo>
                  <a:lnTo>
                    <a:pt x="1024886" y="587564"/>
                  </a:lnTo>
                  <a:lnTo>
                    <a:pt x="1034647" y="585516"/>
                  </a:lnTo>
                  <a:lnTo>
                    <a:pt x="1044407" y="584024"/>
                  </a:lnTo>
                  <a:lnTo>
                    <a:pt x="1054168" y="582741"/>
                  </a:lnTo>
                  <a:lnTo>
                    <a:pt x="1063929" y="581449"/>
                  </a:lnTo>
                  <a:lnTo>
                    <a:pt x="1073690" y="580147"/>
                  </a:lnTo>
                  <a:lnTo>
                    <a:pt x="1083451" y="578835"/>
                  </a:lnTo>
                  <a:lnTo>
                    <a:pt x="1093212" y="577389"/>
                  </a:lnTo>
                  <a:lnTo>
                    <a:pt x="1102972" y="575844"/>
                  </a:lnTo>
                  <a:lnTo>
                    <a:pt x="1112733" y="574298"/>
                  </a:lnTo>
                  <a:lnTo>
                    <a:pt x="1122494" y="572740"/>
                  </a:lnTo>
                  <a:lnTo>
                    <a:pt x="1132255" y="571168"/>
                  </a:lnTo>
                  <a:lnTo>
                    <a:pt x="1142016" y="569826"/>
                  </a:lnTo>
                  <a:lnTo>
                    <a:pt x="1151776" y="567959"/>
                  </a:lnTo>
                  <a:lnTo>
                    <a:pt x="1161537" y="566321"/>
                  </a:lnTo>
                  <a:lnTo>
                    <a:pt x="1171298" y="564669"/>
                  </a:lnTo>
                  <a:lnTo>
                    <a:pt x="1181059" y="563001"/>
                  </a:lnTo>
                  <a:lnTo>
                    <a:pt x="1190820" y="561218"/>
                  </a:lnTo>
                  <a:lnTo>
                    <a:pt x="1200581" y="558972"/>
                  </a:lnTo>
                  <a:lnTo>
                    <a:pt x="1210341" y="556659"/>
                  </a:lnTo>
                  <a:lnTo>
                    <a:pt x="1220102" y="554319"/>
                  </a:lnTo>
                  <a:lnTo>
                    <a:pt x="1229863" y="551955"/>
                  </a:lnTo>
                  <a:lnTo>
                    <a:pt x="1239624" y="549568"/>
                  </a:lnTo>
                  <a:lnTo>
                    <a:pt x="1249385" y="547425"/>
                  </a:lnTo>
                  <a:lnTo>
                    <a:pt x="1259145" y="545496"/>
                  </a:lnTo>
                  <a:lnTo>
                    <a:pt x="1268906" y="543549"/>
                  </a:lnTo>
                  <a:lnTo>
                    <a:pt x="1278667" y="541586"/>
                  </a:lnTo>
                  <a:lnTo>
                    <a:pt x="1288428" y="539608"/>
                  </a:lnTo>
                  <a:lnTo>
                    <a:pt x="1298189" y="537304"/>
                  </a:lnTo>
                  <a:lnTo>
                    <a:pt x="1307950" y="534572"/>
                  </a:lnTo>
                  <a:lnTo>
                    <a:pt x="1317710" y="531800"/>
                  </a:lnTo>
                  <a:lnTo>
                    <a:pt x="1327471" y="528989"/>
                  </a:lnTo>
                  <a:lnTo>
                    <a:pt x="1337232" y="526136"/>
                  </a:lnTo>
                  <a:lnTo>
                    <a:pt x="1346993" y="523243"/>
                  </a:lnTo>
                  <a:lnTo>
                    <a:pt x="1356754" y="520308"/>
                  </a:lnTo>
                  <a:lnTo>
                    <a:pt x="1366515" y="517639"/>
                  </a:lnTo>
                  <a:lnTo>
                    <a:pt x="1376275" y="515024"/>
                  </a:lnTo>
                  <a:lnTo>
                    <a:pt x="1386036" y="512378"/>
                  </a:lnTo>
                  <a:lnTo>
                    <a:pt x="1395797" y="509708"/>
                  </a:lnTo>
                  <a:lnTo>
                    <a:pt x="1405558" y="507021"/>
                  </a:lnTo>
                  <a:lnTo>
                    <a:pt x="1415319" y="504303"/>
                  </a:lnTo>
                  <a:lnTo>
                    <a:pt x="1425079" y="501553"/>
                  </a:lnTo>
                  <a:lnTo>
                    <a:pt x="1434840" y="499126"/>
                  </a:lnTo>
                  <a:lnTo>
                    <a:pt x="1444601" y="496743"/>
                  </a:lnTo>
                  <a:lnTo>
                    <a:pt x="1454362" y="494341"/>
                  </a:lnTo>
                  <a:lnTo>
                    <a:pt x="1464123" y="491923"/>
                  </a:lnTo>
                  <a:lnTo>
                    <a:pt x="1473884" y="489484"/>
                  </a:lnTo>
                  <a:lnTo>
                    <a:pt x="1483644" y="487021"/>
                  </a:lnTo>
                  <a:lnTo>
                    <a:pt x="1493405" y="484535"/>
                  </a:lnTo>
                  <a:lnTo>
                    <a:pt x="1503166" y="482025"/>
                  </a:lnTo>
                  <a:lnTo>
                    <a:pt x="1512927" y="479490"/>
                  </a:lnTo>
                  <a:lnTo>
                    <a:pt x="1522688" y="476931"/>
                  </a:lnTo>
                  <a:lnTo>
                    <a:pt x="1532448" y="474347"/>
                  </a:lnTo>
                  <a:lnTo>
                    <a:pt x="1542209" y="471772"/>
                  </a:lnTo>
                  <a:lnTo>
                    <a:pt x="1551970" y="469292"/>
                  </a:lnTo>
                  <a:lnTo>
                    <a:pt x="1561731" y="466791"/>
                  </a:lnTo>
                  <a:lnTo>
                    <a:pt x="1571492" y="464268"/>
                  </a:lnTo>
                  <a:lnTo>
                    <a:pt x="1581253" y="461723"/>
                  </a:lnTo>
                  <a:lnTo>
                    <a:pt x="1591013" y="459157"/>
                  </a:lnTo>
                  <a:lnTo>
                    <a:pt x="1600774" y="456569"/>
                  </a:lnTo>
                  <a:lnTo>
                    <a:pt x="1610535" y="453959"/>
                  </a:lnTo>
                  <a:lnTo>
                    <a:pt x="1620296" y="451327"/>
                  </a:lnTo>
                  <a:lnTo>
                    <a:pt x="1630057" y="448672"/>
                  </a:lnTo>
                  <a:lnTo>
                    <a:pt x="1639818" y="445779"/>
                  </a:lnTo>
                  <a:lnTo>
                    <a:pt x="1649578" y="442589"/>
                  </a:lnTo>
                  <a:lnTo>
                    <a:pt x="1659339" y="439366"/>
                  </a:lnTo>
                  <a:lnTo>
                    <a:pt x="1669100" y="436110"/>
                  </a:lnTo>
                  <a:lnTo>
                    <a:pt x="1678861" y="432822"/>
                  </a:lnTo>
                  <a:lnTo>
                    <a:pt x="1688622" y="429736"/>
                  </a:lnTo>
                  <a:lnTo>
                    <a:pt x="1698382" y="426859"/>
                  </a:lnTo>
                  <a:lnTo>
                    <a:pt x="1708143" y="423959"/>
                  </a:lnTo>
                  <a:lnTo>
                    <a:pt x="1717904" y="421033"/>
                  </a:lnTo>
                  <a:lnTo>
                    <a:pt x="1727665" y="418081"/>
                  </a:lnTo>
                  <a:lnTo>
                    <a:pt x="1737426" y="414829"/>
                  </a:lnTo>
                  <a:lnTo>
                    <a:pt x="1747187" y="411190"/>
                  </a:lnTo>
                  <a:lnTo>
                    <a:pt x="1756947" y="407509"/>
                  </a:lnTo>
                  <a:lnTo>
                    <a:pt x="1766708" y="404174"/>
                  </a:lnTo>
                  <a:lnTo>
                    <a:pt x="1776469" y="400876"/>
                  </a:lnTo>
                  <a:lnTo>
                    <a:pt x="1786230" y="397555"/>
                  </a:lnTo>
                  <a:lnTo>
                    <a:pt x="1795991" y="394207"/>
                  </a:lnTo>
                  <a:lnTo>
                    <a:pt x="1805752" y="390828"/>
                  </a:lnTo>
                  <a:lnTo>
                    <a:pt x="1815512" y="387310"/>
                  </a:lnTo>
                  <a:lnTo>
                    <a:pt x="1825273" y="383385"/>
                  </a:lnTo>
                  <a:lnTo>
                    <a:pt x="1835034" y="379570"/>
                  </a:lnTo>
                  <a:lnTo>
                    <a:pt x="1844795" y="376073"/>
                  </a:lnTo>
                  <a:lnTo>
                    <a:pt x="1854556" y="372247"/>
                  </a:lnTo>
                  <a:lnTo>
                    <a:pt x="1864316" y="368252"/>
                  </a:lnTo>
                  <a:lnTo>
                    <a:pt x="1874077" y="364198"/>
                  </a:lnTo>
                  <a:lnTo>
                    <a:pt x="1883838" y="360100"/>
                  </a:lnTo>
                  <a:lnTo>
                    <a:pt x="1893599" y="356330"/>
                  </a:lnTo>
                  <a:lnTo>
                    <a:pt x="1903360" y="352383"/>
                  </a:lnTo>
                  <a:lnTo>
                    <a:pt x="1913121" y="347970"/>
                  </a:lnTo>
                  <a:lnTo>
                    <a:pt x="1922881" y="343509"/>
                  </a:lnTo>
                  <a:lnTo>
                    <a:pt x="1932642" y="339023"/>
                  </a:lnTo>
                  <a:lnTo>
                    <a:pt x="1942403" y="334930"/>
                  </a:lnTo>
                  <a:lnTo>
                    <a:pt x="1952164" y="331068"/>
                  </a:lnTo>
                  <a:lnTo>
                    <a:pt x="1961925" y="327174"/>
                  </a:lnTo>
                  <a:lnTo>
                    <a:pt x="1971685" y="323266"/>
                  </a:lnTo>
                  <a:lnTo>
                    <a:pt x="1981446" y="319324"/>
                  </a:lnTo>
                  <a:lnTo>
                    <a:pt x="1991207" y="315346"/>
                  </a:lnTo>
                  <a:lnTo>
                    <a:pt x="2000968" y="311592"/>
                  </a:lnTo>
                  <a:lnTo>
                    <a:pt x="2010729" y="307916"/>
                  </a:lnTo>
                  <a:lnTo>
                    <a:pt x="2020490" y="304209"/>
                  </a:lnTo>
                  <a:lnTo>
                    <a:pt x="2030250" y="299553"/>
                  </a:lnTo>
                  <a:lnTo>
                    <a:pt x="2040011" y="294874"/>
                  </a:lnTo>
                  <a:lnTo>
                    <a:pt x="2049772" y="290650"/>
                  </a:lnTo>
                  <a:lnTo>
                    <a:pt x="2059533" y="286390"/>
                  </a:lnTo>
                  <a:lnTo>
                    <a:pt x="2069294" y="282091"/>
                  </a:lnTo>
                  <a:lnTo>
                    <a:pt x="2079055" y="277755"/>
                  </a:lnTo>
                  <a:lnTo>
                    <a:pt x="2088815" y="273381"/>
                  </a:lnTo>
                  <a:lnTo>
                    <a:pt x="2098576" y="268874"/>
                  </a:lnTo>
                  <a:lnTo>
                    <a:pt x="2108337" y="263949"/>
                  </a:lnTo>
                  <a:lnTo>
                    <a:pt x="2118098" y="258977"/>
                  </a:lnTo>
                  <a:lnTo>
                    <a:pt x="2127859" y="253957"/>
                  </a:lnTo>
                  <a:lnTo>
                    <a:pt x="2137619" y="248901"/>
                  </a:lnTo>
                  <a:lnTo>
                    <a:pt x="2147380" y="243809"/>
                  </a:lnTo>
                  <a:lnTo>
                    <a:pt x="2157141" y="238670"/>
                  </a:lnTo>
                  <a:lnTo>
                    <a:pt x="2166902" y="233482"/>
                  </a:lnTo>
                  <a:lnTo>
                    <a:pt x="2176663" y="228246"/>
                  </a:lnTo>
                  <a:lnTo>
                    <a:pt x="2186424" y="222961"/>
                  </a:lnTo>
                  <a:lnTo>
                    <a:pt x="2196184" y="217627"/>
                  </a:lnTo>
                  <a:lnTo>
                    <a:pt x="2205945" y="212244"/>
                  </a:lnTo>
                  <a:lnTo>
                    <a:pt x="2215706" y="206810"/>
                  </a:lnTo>
                  <a:lnTo>
                    <a:pt x="2225467" y="201326"/>
                  </a:lnTo>
                  <a:lnTo>
                    <a:pt x="2235228" y="195792"/>
                  </a:lnTo>
                  <a:lnTo>
                    <a:pt x="2244988" y="190206"/>
                  </a:lnTo>
                  <a:lnTo>
                    <a:pt x="2254749" y="184569"/>
                  </a:lnTo>
                  <a:lnTo>
                    <a:pt x="2264510" y="178880"/>
                  </a:lnTo>
                  <a:lnTo>
                    <a:pt x="2274271" y="173138"/>
                  </a:lnTo>
                  <a:lnTo>
                    <a:pt x="2284032" y="167519"/>
                  </a:lnTo>
                  <a:lnTo>
                    <a:pt x="2293793" y="162203"/>
                  </a:lnTo>
                  <a:lnTo>
                    <a:pt x="2303553" y="156843"/>
                  </a:lnTo>
                  <a:lnTo>
                    <a:pt x="2313314" y="151439"/>
                  </a:lnTo>
                  <a:lnTo>
                    <a:pt x="2323075" y="145991"/>
                  </a:lnTo>
                  <a:lnTo>
                    <a:pt x="2332836" y="140498"/>
                  </a:lnTo>
                  <a:lnTo>
                    <a:pt x="2342597" y="134961"/>
                  </a:lnTo>
                  <a:lnTo>
                    <a:pt x="2352358" y="129220"/>
                  </a:lnTo>
                  <a:lnTo>
                    <a:pt x="2362118" y="122461"/>
                  </a:lnTo>
                  <a:lnTo>
                    <a:pt x="2371879" y="115633"/>
                  </a:lnTo>
                  <a:lnTo>
                    <a:pt x="2381640" y="108736"/>
                  </a:lnTo>
                  <a:lnTo>
                    <a:pt x="2391401" y="101769"/>
                  </a:lnTo>
                  <a:lnTo>
                    <a:pt x="2401162" y="94731"/>
                  </a:lnTo>
                  <a:lnTo>
                    <a:pt x="2410922" y="87623"/>
                  </a:lnTo>
                  <a:lnTo>
                    <a:pt x="2420683" y="80443"/>
                  </a:lnTo>
                  <a:lnTo>
                    <a:pt x="2430444" y="73605"/>
                  </a:lnTo>
                  <a:lnTo>
                    <a:pt x="2440205" y="66882"/>
                  </a:lnTo>
                  <a:lnTo>
                    <a:pt x="2449966" y="60100"/>
                  </a:lnTo>
                  <a:lnTo>
                    <a:pt x="2459727" y="53257"/>
                  </a:lnTo>
                  <a:lnTo>
                    <a:pt x="2469487" y="46354"/>
                  </a:lnTo>
                  <a:lnTo>
                    <a:pt x="2479248" y="39390"/>
                  </a:lnTo>
                  <a:lnTo>
                    <a:pt x="2489009" y="32150"/>
                  </a:lnTo>
                  <a:lnTo>
                    <a:pt x="2498770" y="24215"/>
                  </a:lnTo>
                  <a:lnTo>
                    <a:pt x="2508531" y="16199"/>
                  </a:lnTo>
                  <a:lnTo>
                    <a:pt x="2518291" y="8139"/>
                  </a:lnTo>
                  <a:lnTo>
                    <a:pt x="2528052" y="0"/>
                  </a:lnTo>
                  <a:lnTo>
                    <a:pt x="2528052" y="740562"/>
                  </a:lnTo>
                  <a:lnTo>
                    <a:pt x="2518291" y="740491"/>
                  </a:lnTo>
                  <a:lnTo>
                    <a:pt x="2508531" y="740427"/>
                  </a:lnTo>
                  <a:lnTo>
                    <a:pt x="2498770" y="740361"/>
                  </a:lnTo>
                  <a:lnTo>
                    <a:pt x="2489009" y="740295"/>
                  </a:lnTo>
                  <a:lnTo>
                    <a:pt x="2479248" y="740228"/>
                  </a:lnTo>
                  <a:lnTo>
                    <a:pt x="2469487" y="740159"/>
                  </a:lnTo>
                  <a:lnTo>
                    <a:pt x="2459727" y="740090"/>
                  </a:lnTo>
                  <a:lnTo>
                    <a:pt x="2449966" y="740020"/>
                  </a:lnTo>
                  <a:lnTo>
                    <a:pt x="2440205" y="739950"/>
                  </a:lnTo>
                  <a:lnTo>
                    <a:pt x="2430444" y="739879"/>
                  </a:lnTo>
                  <a:lnTo>
                    <a:pt x="2420683" y="739822"/>
                  </a:lnTo>
                  <a:lnTo>
                    <a:pt x="2410922" y="739748"/>
                  </a:lnTo>
                  <a:lnTo>
                    <a:pt x="2401162" y="739664"/>
                  </a:lnTo>
                  <a:lnTo>
                    <a:pt x="2391401" y="739592"/>
                  </a:lnTo>
                  <a:lnTo>
                    <a:pt x="2381640" y="739519"/>
                  </a:lnTo>
                  <a:lnTo>
                    <a:pt x="2371879" y="739445"/>
                  </a:lnTo>
                  <a:lnTo>
                    <a:pt x="2362118" y="739371"/>
                  </a:lnTo>
                  <a:lnTo>
                    <a:pt x="2352358" y="739296"/>
                  </a:lnTo>
                  <a:lnTo>
                    <a:pt x="2342597" y="739220"/>
                  </a:lnTo>
                  <a:lnTo>
                    <a:pt x="2332836" y="739143"/>
                  </a:lnTo>
                  <a:lnTo>
                    <a:pt x="2323075" y="739066"/>
                  </a:lnTo>
                  <a:lnTo>
                    <a:pt x="2313314" y="738988"/>
                  </a:lnTo>
                  <a:lnTo>
                    <a:pt x="2303553" y="738910"/>
                  </a:lnTo>
                  <a:lnTo>
                    <a:pt x="2293793" y="738831"/>
                  </a:lnTo>
                  <a:lnTo>
                    <a:pt x="2284032" y="738750"/>
                  </a:lnTo>
                  <a:lnTo>
                    <a:pt x="2274271" y="738670"/>
                  </a:lnTo>
                  <a:lnTo>
                    <a:pt x="2264510" y="738588"/>
                  </a:lnTo>
                  <a:lnTo>
                    <a:pt x="2254749" y="738505"/>
                  </a:lnTo>
                  <a:lnTo>
                    <a:pt x="2244988" y="738421"/>
                  </a:lnTo>
                  <a:lnTo>
                    <a:pt x="2235228" y="738336"/>
                  </a:lnTo>
                  <a:lnTo>
                    <a:pt x="2225467" y="738250"/>
                  </a:lnTo>
                  <a:lnTo>
                    <a:pt x="2215706" y="738164"/>
                  </a:lnTo>
                  <a:lnTo>
                    <a:pt x="2205945" y="738076"/>
                  </a:lnTo>
                  <a:lnTo>
                    <a:pt x="2196184" y="737988"/>
                  </a:lnTo>
                  <a:lnTo>
                    <a:pt x="2186424" y="737899"/>
                  </a:lnTo>
                  <a:lnTo>
                    <a:pt x="2176663" y="737810"/>
                  </a:lnTo>
                  <a:lnTo>
                    <a:pt x="2166902" y="737719"/>
                  </a:lnTo>
                  <a:lnTo>
                    <a:pt x="2157141" y="737627"/>
                  </a:lnTo>
                  <a:lnTo>
                    <a:pt x="2147380" y="737559"/>
                  </a:lnTo>
                  <a:lnTo>
                    <a:pt x="2137619" y="737503"/>
                  </a:lnTo>
                  <a:lnTo>
                    <a:pt x="2127859" y="737446"/>
                  </a:lnTo>
                  <a:lnTo>
                    <a:pt x="2118098" y="737366"/>
                  </a:lnTo>
                  <a:lnTo>
                    <a:pt x="2108337" y="737254"/>
                  </a:lnTo>
                  <a:lnTo>
                    <a:pt x="2098576" y="737141"/>
                  </a:lnTo>
                  <a:lnTo>
                    <a:pt x="2088815" y="737027"/>
                  </a:lnTo>
                  <a:lnTo>
                    <a:pt x="2079055" y="736909"/>
                  </a:lnTo>
                  <a:lnTo>
                    <a:pt x="2069294" y="736787"/>
                  </a:lnTo>
                  <a:lnTo>
                    <a:pt x="2059533" y="736665"/>
                  </a:lnTo>
                  <a:lnTo>
                    <a:pt x="2049772" y="736564"/>
                  </a:lnTo>
                  <a:lnTo>
                    <a:pt x="2040011" y="736451"/>
                  </a:lnTo>
                  <a:lnTo>
                    <a:pt x="2030250" y="736335"/>
                  </a:lnTo>
                  <a:lnTo>
                    <a:pt x="2020490" y="736217"/>
                  </a:lnTo>
                  <a:lnTo>
                    <a:pt x="2010729" y="736098"/>
                  </a:lnTo>
                  <a:lnTo>
                    <a:pt x="2000968" y="735978"/>
                  </a:lnTo>
                  <a:lnTo>
                    <a:pt x="1991207" y="735839"/>
                  </a:lnTo>
                  <a:lnTo>
                    <a:pt x="1981446" y="735696"/>
                  </a:lnTo>
                  <a:lnTo>
                    <a:pt x="1971685" y="735551"/>
                  </a:lnTo>
                  <a:lnTo>
                    <a:pt x="1961925" y="735406"/>
                  </a:lnTo>
                  <a:lnTo>
                    <a:pt x="1952164" y="735258"/>
                  </a:lnTo>
                  <a:lnTo>
                    <a:pt x="1942403" y="735123"/>
                  </a:lnTo>
                  <a:lnTo>
                    <a:pt x="1932642" y="734988"/>
                  </a:lnTo>
                  <a:lnTo>
                    <a:pt x="1922881" y="734838"/>
                  </a:lnTo>
                  <a:lnTo>
                    <a:pt x="1913121" y="734675"/>
                  </a:lnTo>
                  <a:lnTo>
                    <a:pt x="1903360" y="734511"/>
                  </a:lnTo>
                  <a:lnTo>
                    <a:pt x="1893599" y="734355"/>
                  </a:lnTo>
                  <a:lnTo>
                    <a:pt x="1883838" y="734201"/>
                  </a:lnTo>
                  <a:lnTo>
                    <a:pt x="1874077" y="734080"/>
                  </a:lnTo>
                  <a:lnTo>
                    <a:pt x="1864316" y="733983"/>
                  </a:lnTo>
                  <a:lnTo>
                    <a:pt x="1854556" y="733884"/>
                  </a:lnTo>
                  <a:lnTo>
                    <a:pt x="1844795" y="733742"/>
                  </a:lnTo>
                  <a:lnTo>
                    <a:pt x="1835034" y="733601"/>
                  </a:lnTo>
                  <a:lnTo>
                    <a:pt x="1825273" y="733473"/>
                  </a:lnTo>
                  <a:lnTo>
                    <a:pt x="1815512" y="733368"/>
                  </a:lnTo>
                  <a:lnTo>
                    <a:pt x="1805752" y="733261"/>
                  </a:lnTo>
                  <a:lnTo>
                    <a:pt x="1795991" y="733152"/>
                  </a:lnTo>
                  <a:lnTo>
                    <a:pt x="1786230" y="733042"/>
                  </a:lnTo>
                  <a:lnTo>
                    <a:pt x="1776469" y="732931"/>
                  </a:lnTo>
                  <a:lnTo>
                    <a:pt x="1766708" y="732818"/>
                  </a:lnTo>
                  <a:lnTo>
                    <a:pt x="1756947" y="732693"/>
                  </a:lnTo>
                  <a:lnTo>
                    <a:pt x="1747187" y="732546"/>
                  </a:lnTo>
                  <a:lnTo>
                    <a:pt x="1737426" y="732399"/>
                  </a:lnTo>
                  <a:lnTo>
                    <a:pt x="1727665" y="732250"/>
                  </a:lnTo>
                  <a:lnTo>
                    <a:pt x="1717904" y="732125"/>
                  </a:lnTo>
                  <a:lnTo>
                    <a:pt x="1708143" y="732012"/>
                  </a:lnTo>
                  <a:lnTo>
                    <a:pt x="1698382" y="731898"/>
                  </a:lnTo>
                  <a:lnTo>
                    <a:pt x="1688622" y="731779"/>
                  </a:lnTo>
                  <a:lnTo>
                    <a:pt x="1678861" y="731636"/>
                  </a:lnTo>
                  <a:lnTo>
                    <a:pt x="1669100" y="731492"/>
                  </a:lnTo>
                  <a:lnTo>
                    <a:pt x="1659339" y="731347"/>
                  </a:lnTo>
                  <a:lnTo>
                    <a:pt x="1649578" y="731201"/>
                  </a:lnTo>
                  <a:lnTo>
                    <a:pt x="1639818" y="731055"/>
                  </a:lnTo>
                  <a:lnTo>
                    <a:pt x="1630057" y="730907"/>
                  </a:lnTo>
                  <a:lnTo>
                    <a:pt x="1620296" y="730759"/>
                  </a:lnTo>
                  <a:lnTo>
                    <a:pt x="1610535" y="730610"/>
                  </a:lnTo>
                  <a:lnTo>
                    <a:pt x="1600774" y="730460"/>
                  </a:lnTo>
                  <a:lnTo>
                    <a:pt x="1591013" y="730308"/>
                  </a:lnTo>
                  <a:lnTo>
                    <a:pt x="1581253" y="730156"/>
                  </a:lnTo>
                  <a:lnTo>
                    <a:pt x="1571492" y="730003"/>
                  </a:lnTo>
                  <a:lnTo>
                    <a:pt x="1561731" y="729849"/>
                  </a:lnTo>
                  <a:lnTo>
                    <a:pt x="1551970" y="729693"/>
                  </a:lnTo>
                  <a:lnTo>
                    <a:pt x="1542209" y="729537"/>
                  </a:lnTo>
                  <a:lnTo>
                    <a:pt x="1532448" y="729380"/>
                  </a:lnTo>
                  <a:lnTo>
                    <a:pt x="1522688" y="729222"/>
                  </a:lnTo>
                  <a:lnTo>
                    <a:pt x="1512927" y="729063"/>
                  </a:lnTo>
                  <a:lnTo>
                    <a:pt x="1503166" y="728903"/>
                  </a:lnTo>
                  <a:lnTo>
                    <a:pt x="1493405" y="728755"/>
                  </a:lnTo>
                  <a:lnTo>
                    <a:pt x="1483644" y="728629"/>
                  </a:lnTo>
                  <a:lnTo>
                    <a:pt x="1473884" y="728502"/>
                  </a:lnTo>
                  <a:lnTo>
                    <a:pt x="1464123" y="728374"/>
                  </a:lnTo>
                  <a:lnTo>
                    <a:pt x="1454362" y="728244"/>
                  </a:lnTo>
                  <a:lnTo>
                    <a:pt x="1444601" y="728070"/>
                  </a:lnTo>
                  <a:lnTo>
                    <a:pt x="1434840" y="727886"/>
                  </a:lnTo>
                  <a:lnTo>
                    <a:pt x="1425079" y="727701"/>
                  </a:lnTo>
                  <a:lnTo>
                    <a:pt x="1415319" y="727515"/>
                  </a:lnTo>
                  <a:lnTo>
                    <a:pt x="1405558" y="727338"/>
                  </a:lnTo>
                  <a:lnTo>
                    <a:pt x="1395797" y="727157"/>
                  </a:lnTo>
                  <a:lnTo>
                    <a:pt x="1386036" y="726998"/>
                  </a:lnTo>
                  <a:lnTo>
                    <a:pt x="1376275" y="726803"/>
                  </a:lnTo>
                  <a:lnTo>
                    <a:pt x="1366515" y="726670"/>
                  </a:lnTo>
                  <a:lnTo>
                    <a:pt x="1356754" y="726543"/>
                  </a:lnTo>
                  <a:lnTo>
                    <a:pt x="1346993" y="726415"/>
                  </a:lnTo>
                  <a:lnTo>
                    <a:pt x="1337232" y="726285"/>
                  </a:lnTo>
                  <a:lnTo>
                    <a:pt x="1327471" y="726156"/>
                  </a:lnTo>
                  <a:lnTo>
                    <a:pt x="1317710" y="726023"/>
                  </a:lnTo>
                  <a:lnTo>
                    <a:pt x="1307950" y="725807"/>
                  </a:lnTo>
                  <a:lnTo>
                    <a:pt x="1298189" y="725588"/>
                  </a:lnTo>
                  <a:lnTo>
                    <a:pt x="1288428" y="725411"/>
                  </a:lnTo>
                  <a:lnTo>
                    <a:pt x="1278667" y="725258"/>
                  </a:lnTo>
                  <a:lnTo>
                    <a:pt x="1268906" y="725081"/>
                  </a:lnTo>
                  <a:lnTo>
                    <a:pt x="1259145" y="724882"/>
                  </a:lnTo>
                  <a:lnTo>
                    <a:pt x="1249385" y="724681"/>
                  </a:lnTo>
                  <a:lnTo>
                    <a:pt x="1239624" y="724475"/>
                  </a:lnTo>
                  <a:lnTo>
                    <a:pt x="1229863" y="724268"/>
                  </a:lnTo>
                  <a:lnTo>
                    <a:pt x="1220102" y="724060"/>
                  </a:lnTo>
                  <a:lnTo>
                    <a:pt x="1210341" y="723922"/>
                  </a:lnTo>
                  <a:lnTo>
                    <a:pt x="1200581" y="723860"/>
                  </a:lnTo>
                  <a:lnTo>
                    <a:pt x="1190820" y="723707"/>
                  </a:lnTo>
                  <a:lnTo>
                    <a:pt x="1181059" y="723519"/>
                  </a:lnTo>
                  <a:lnTo>
                    <a:pt x="1171298" y="723264"/>
                  </a:lnTo>
                  <a:lnTo>
                    <a:pt x="1161537" y="723004"/>
                  </a:lnTo>
                  <a:lnTo>
                    <a:pt x="1151776" y="722743"/>
                  </a:lnTo>
                  <a:lnTo>
                    <a:pt x="1142016" y="722482"/>
                  </a:lnTo>
                  <a:lnTo>
                    <a:pt x="1132255" y="722294"/>
                  </a:lnTo>
                  <a:lnTo>
                    <a:pt x="1122494" y="722148"/>
                  </a:lnTo>
                  <a:lnTo>
                    <a:pt x="1112733" y="721954"/>
                  </a:lnTo>
                  <a:lnTo>
                    <a:pt x="1102972" y="721705"/>
                  </a:lnTo>
                  <a:lnTo>
                    <a:pt x="1093212" y="721454"/>
                  </a:lnTo>
                  <a:lnTo>
                    <a:pt x="1083451" y="721268"/>
                  </a:lnTo>
                  <a:lnTo>
                    <a:pt x="1073690" y="721145"/>
                  </a:lnTo>
                  <a:lnTo>
                    <a:pt x="1063929" y="721021"/>
                  </a:lnTo>
                  <a:lnTo>
                    <a:pt x="1054168" y="720821"/>
                  </a:lnTo>
                  <a:lnTo>
                    <a:pt x="1044407" y="720582"/>
                  </a:lnTo>
                  <a:lnTo>
                    <a:pt x="1034647" y="720339"/>
                  </a:lnTo>
                  <a:lnTo>
                    <a:pt x="1024886" y="720094"/>
                  </a:lnTo>
                  <a:lnTo>
                    <a:pt x="1015125" y="719849"/>
                  </a:lnTo>
                  <a:lnTo>
                    <a:pt x="1005364" y="719602"/>
                  </a:lnTo>
                  <a:lnTo>
                    <a:pt x="995603" y="719353"/>
                  </a:lnTo>
                  <a:lnTo>
                    <a:pt x="985842" y="719103"/>
                  </a:lnTo>
                  <a:lnTo>
                    <a:pt x="976082" y="718852"/>
                  </a:lnTo>
                  <a:lnTo>
                    <a:pt x="966321" y="718580"/>
                  </a:lnTo>
                  <a:lnTo>
                    <a:pt x="956560" y="718348"/>
                  </a:lnTo>
                  <a:lnTo>
                    <a:pt x="946799" y="718092"/>
                  </a:lnTo>
                  <a:lnTo>
                    <a:pt x="937038" y="717837"/>
                  </a:lnTo>
                  <a:lnTo>
                    <a:pt x="927278" y="717580"/>
                  </a:lnTo>
                  <a:lnTo>
                    <a:pt x="917517" y="717322"/>
                  </a:lnTo>
                  <a:lnTo>
                    <a:pt x="907756" y="717062"/>
                  </a:lnTo>
                  <a:lnTo>
                    <a:pt x="897995" y="716800"/>
                  </a:lnTo>
                  <a:lnTo>
                    <a:pt x="888234" y="716535"/>
                  </a:lnTo>
                  <a:lnTo>
                    <a:pt x="878473" y="716297"/>
                  </a:lnTo>
                  <a:lnTo>
                    <a:pt x="868713" y="716104"/>
                  </a:lnTo>
                  <a:lnTo>
                    <a:pt x="858952" y="715737"/>
                  </a:lnTo>
                  <a:lnTo>
                    <a:pt x="849191" y="715466"/>
                  </a:lnTo>
                  <a:lnTo>
                    <a:pt x="839430" y="715170"/>
                  </a:lnTo>
                  <a:lnTo>
                    <a:pt x="829669" y="714924"/>
                  </a:lnTo>
                  <a:lnTo>
                    <a:pt x="819909" y="714653"/>
                  </a:lnTo>
                  <a:lnTo>
                    <a:pt x="810148" y="714407"/>
                  </a:lnTo>
                  <a:lnTo>
                    <a:pt x="800387" y="714227"/>
                  </a:lnTo>
                  <a:lnTo>
                    <a:pt x="790626" y="714045"/>
                  </a:lnTo>
                  <a:lnTo>
                    <a:pt x="780865" y="713862"/>
                  </a:lnTo>
                  <a:lnTo>
                    <a:pt x="771104" y="713679"/>
                  </a:lnTo>
                  <a:lnTo>
                    <a:pt x="761344" y="713494"/>
                  </a:lnTo>
                  <a:lnTo>
                    <a:pt x="751583" y="713307"/>
                  </a:lnTo>
                  <a:lnTo>
                    <a:pt x="741822" y="713120"/>
                  </a:lnTo>
                  <a:lnTo>
                    <a:pt x="732061" y="712931"/>
                  </a:lnTo>
                  <a:lnTo>
                    <a:pt x="722300" y="712718"/>
                  </a:lnTo>
                  <a:lnTo>
                    <a:pt x="712539" y="712424"/>
                  </a:lnTo>
                  <a:lnTo>
                    <a:pt x="702779" y="712243"/>
                  </a:lnTo>
                  <a:lnTo>
                    <a:pt x="693018" y="711915"/>
                  </a:lnTo>
                  <a:lnTo>
                    <a:pt x="683257" y="711680"/>
                  </a:lnTo>
                  <a:lnTo>
                    <a:pt x="673496" y="711534"/>
                  </a:lnTo>
                  <a:lnTo>
                    <a:pt x="663735" y="711233"/>
                  </a:lnTo>
                  <a:lnTo>
                    <a:pt x="653975" y="711074"/>
                  </a:lnTo>
                  <a:lnTo>
                    <a:pt x="644214" y="710869"/>
                  </a:lnTo>
                  <a:lnTo>
                    <a:pt x="634453" y="710492"/>
                  </a:lnTo>
                  <a:lnTo>
                    <a:pt x="624692" y="710080"/>
                  </a:lnTo>
                  <a:lnTo>
                    <a:pt x="614931" y="709884"/>
                  </a:lnTo>
                  <a:lnTo>
                    <a:pt x="605170" y="709599"/>
                  </a:lnTo>
                  <a:lnTo>
                    <a:pt x="595410" y="709388"/>
                  </a:lnTo>
                  <a:lnTo>
                    <a:pt x="585649" y="709113"/>
                  </a:lnTo>
                  <a:lnTo>
                    <a:pt x="575888" y="708780"/>
                  </a:lnTo>
                  <a:lnTo>
                    <a:pt x="566127" y="708484"/>
                  </a:lnTo>
                  <a:lnTo>
                    <a:pt x="556366" y="708170"/>
                  </a:lnTo>
                  <a:lnTo>
                    <a:pt x="546606" y="707937"/>
                  </a:lnTo>
                  <a:lnTo>
                    <a:pt x="536845" y="707766"/>
                  </a:lnTo>
                  <a:lnTo>
                    <a:pt x="527084" y="707590"/>
                  </a:lnTo>
                  <a:lnTo>
                    <a:pt x="517323" y="707419"/>
                  </a:lnTo>
                  <a:lnTo>
                    <a:pt x="507562" y="707300"/>
                  </a:lnTo>
                  <a:lnTo>
                    <a:pt x="497801" y="707513"/>
                  </a:lnTo>
                  <a:lnTo>
                    <a:pt x="488041" y="707154"/>
                  </a:lnTo>
                  <a:lnTo>
                    <a:pt x="478280" y="706715"/>
                  </a:lnTo>
                  <a:lnTo>
                    <a:pt x="468519" y="706446"/>
                  </a:lnTo>
                  <a:lnTo>
                    <a:pt x="458758" y="706292"/>
                  </a:lnTo>
                  <a:lnTo>
                    <a:pt x="448997" y="706064"/>
                  </a:lnTo>
                  <a:lnTo>
                    <a:pt x="439236" y="705924"/>
                  </a:lnTo>
                  <a:lnTo>
                    <a:pt x="429476" y="705766"/>
                  </a:lnTo>
                  <a:lnTo>
                    <a:pt x="419715" y="705556"/>
                  </a:lnTo>
                  <a:lnTo>
                    <a:pt x="409954" y="705313"/>
                  </a:lnTo>
                  <a:lnTo>
                    <a:pt x="400193" y="705280"/>
                  </a:lnTo>
                  <a:lnTo>
                    <a:pt x="390432" y="705099"/>
                  </a:lnTo>
                  <a:lnTo>
                    <a:pt x="380672" y="704917"/>
                  </a:lnTo>
                  <a:lnTo>
                    <a:pt x="370911" y="704868"/>
                  </a:lnTo>
                  <a:lnTo>
                    <a:pt x="361150" y="704719"/>
                  </a:lnTo>
                  <a:lnTo>
                    <a:pt x="351389" y="704564"/>
                  </a:lnTo>
                  <a:lnTo>
                    <a:pt x="341628" y="704387"/>
                  </a:lnTo>
                  <a:lnTo>
                    <a:pt x="331867" y="704221"/>
                  </a:lnTo>
                  <a:lnTo>
                    <a:pt x="322107" y="704107"/>
                  </a:lnTo>
                  <a:lnTo>
                    <a:pt x="312346" y="703918"/>
                  </a:lnTo>
                  <a:lnTo>
                    <a:pt x="302585" y="703642"/>
                  </a:lnTo>
                  <a:lnTo>
                    <a:pt x="292824" y="703518"/>
                  </a:lnTo>
                  <a:lnTo>
                    <a:pt x="283063" y="703387"/>
                  </a:lnTo>
                  <a:lnTo>
                    <a:pt x="273303" y="703329"/>
                  </a:lnTo>
                  <a:lnTo>
                    <a:pt x="263542" y="703271"/>
                  </a:lnTo>
                  <a:lnTo>
                    <a:pt x="253781" y="703416"/>
                  </a:lnTo>
                  <a:lnTo>
                    <a:pt x="244020" y="703378"/>
                  </a:lnTo>
                  <a:lnTo>
                    <a:pt x="234259" y="703246"/>
                  </a:lnTo>
                  <a:lnTo>
                    <a:pt x="224498" y="703296"/>
                  </a:lnTo>
                  <a:lnTo>
                    <a:pt x="214738" y="703008"/>
                  </a:lnTo>
                  <a:lnTo>
                    <a:pt x="204977" y="703153"/>
                  </a:lnTo>
                  <a:lnTo>
                    <a:pt x="195216" y="702964"/>
                  </a:lnTo>
                  <a:lnTo>
                    <a:pt x="185455" y="702824"/>
                  </a:lnTo>
                  <a:lnTo>
                    <a:pt x="175694" y="703036"/>
                  </a:lnTo>
                  <a:lnTo>
                    <a:pt x="165933" y="703041"/>
                  </a:lnTo>
                  <a:lnTo>
                    <a:pt x="156173" y="703228"/>
                  </a:lnTo>
                  <a:lnTo>
                    <a:pt x="146412" y="703207"/>
                  </a:lnTo>
                  <a:lnTo>
                    <a:pt x="136651" y="703409"/>
                  </a:lnTo>
                  <a:lnTo>
                    <a:pt x="126890" y="703336"/>
                  </a:lnTo>
                  <a:lnTo>
                    <a:pt x="117129" y="703258"/>
                  </a:lnTo>
                  <a:lnTo>
                    <a:pt x="107369" y="703467"/>
                  </a:lnTo>
                  <a:lnTo>
                    <a:pt x="97608" y="703618"/>
                  </a:lnTo>
                  <a:lnTo>
                    <a:pt x="87847" y="703883"/>
                  </a:lnTo>
                  <a:lnTo>
                    <a:pt x="78086" y="703890"/>
                  </a:lnTo>
                  <a:lnTo>
                    <a:pt x="68325" y="704078"/>
                  </a:lnTo>
                  <a:lnTo>
                    <a:pt x="58564" y="704402"/>
                  </a:lnTo>
                  <a:lnTo>
                    <a:pt x="48804" y="704691"/>
                  </a:lnTo>
                  <a:lnTo>
                    <a:pt x="39043" y="704754"/>
                  </a:lnTo>
                  <a:lnTo>
                    <a:pt x="29282" y="704911"/>
                  </a:lnTo>
                  <a:lnTo>
                    <a:pt x="19521" y="704909"/>
                  </a:lnTo>
                  <a:lnTo>
                    <a:pt x="9760" y="705212"/>
                  </a:lnTo>
                  <a:lnTo>
                    <a:pt x="0" y="705276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60" name="pl59"/>
            <p:cNvSpPr/>
            <p:nvPr/>
          </p:nvSpPr>
          <p:spPr>
            <a:xfrm>
              <a:off x="3461961" y="4196208"/>
              <a:ext cx="2528052" cy="666555"/>
            </a:xfrm>
            <a:custGeom>
              <a:avLst/>
              <a:pathLst>
                <a:path w="2528052" h="666555">
                  <a:moveTo>
                    <a:pt x="0" y="664347"/>
                  </a:moveTo>
                  <a:lnTo>
                    <a:pt x="9760" y="664611"/>
                  </a:lnTo>
                  <a:lnTo>
                    <a:pt x="19521" y="664931"/>
                  </a:lnTo>
                  <a:lnTo>
                    <a:pt x="29282" y="665192"/>
                  </a:lnTo>
                  <a:lnTo>
                    <a:pt x="39043" y="665434"/>
                  </a:lnTo>
                  <a:lnTo>
                    <a:pt x="48804" y="665675"/>
                  </a:lnTo>
                  <a:lnTo>
                    <a:pt x="58564" y="665802"/>
                  </a:lnTo>
                  <a:lnTo>
                    <a:pt x="68325" y="665875"/>
                  </a:lnTo>
                  <a:lnTo>
                    <a:pt x="78086" y="666221"/>
                  </a:lnTo>
                  <a:lnTo>
                    <a:pt x="87847" y="666349"/>
                  </a:lnTo>
                  <a:lnTo>
                    <a:pt x="97608" y="666378"/>
                  </a:lnTo>
                  <a:lnTo>
                    <a:pt x="107369" y="666454"/>
                  </a:lnTo>
                  <a:lnTo>
                    <a:pt x="117129" y="666448"/>
                  </a:lnTo>
                  <a:lnTo>
                    <a:pt x="126890" y="666555"/>
                  </a:lnTo>
                  <a:lnTo>
                    <a:pt x="136651" y="666430"/>
                  </a:lnTo>
                  <a:lnTo>
                    <a:pt x="146412" y="666198"/>
                  </a:lnTo>
                  <a:lnTo>
                    <a:pt x="156173" y="666191"/>
                  </a:lnTo>
                  <a:lnTo>
                    <a:pt x="165933" y="666428"/>
                  </a:lnTo>
                  <a:lnTo>
                    <a:pt x="175694" y="666366"/>
                  </a:lnTo>
                  <a:lnTo>
                    <a:pt x="185455" y="666181"/>
                  </a:lnTo>
                  <a:lnTo>
                    <a:pt x="195216" y="665752"/>
                  </a:lnTo>
                  <a:lnTo>
                    <a:pt x="204977" y="665441"/>
                  </a:lnTo>
                  <a:lnTo>
                    <a:pt x="214738" y="665124"/>
                  </a:lnTo>
                  <a:lnTo>
                    <a:pt x="224498" y="665063"/>
                  </a:lnTo>
                  <a:lnTo>
                    <a:pt x="234259" y="664881"/>
                  </a:lnTo>
                  <a:lnTo>
                    <a:pt x="244020" y="664237"/>
                  </a:lnTo>
                  <a:lnTo>
                    <a:pt x="253781" y="663616"/>
                  </a:lnTo>
                  <a:lnTo>
                    <a:pt x="263542" y="663198"/>
                  </a:lnTo>
                  <a:lnTo>
                    <a:pt x="273303" y="662775"/>
                  </a:lnTo>
                  <a:lnTo>
                    <a:pt x="283063" y="662354"/>
                  </a:lnTo>
                  <a:lnTo>
                    <a:pt x="292824" y="661929"/>
                  </a:lnTo>
                  <a:lnTo>
                    <a:pt x="302585" y="661480"/>
                  </a:lnTo>
                  <a:lnTo>
                    <a:pt x="312346" y="661091"/>
                  </a:lnTo>
                  <a:lnTo>
                    <a:pt x="322107" y="660706"/>
                  </a:lnTo>
                  <a:lnTo>
                    <a:pt x="331867" y="660454"/>
                  </a:lnTo>
                  <a:lnTo>
                    <a:pt x="341628" y="659832"/>
                  </a:lnTo>
                  <a:lnTo>
                    <a:pt x="351389" y="659340"/>
                  </a:lnTo>
                  <a:lnTo>
                    <a:pt x="361150" y="658750"/>
                  </a:lnTo>
                  <a:lnTo>
                    <a:pt x="370911" y="658454"/>
                  </a:lnTo>
                  <a:lnTo>
                    <a:pt x="380672" y="657871"/>
                  </a:lnTo>
                  <a:lnTo>
                    <a:pt x="390432" y="657101"/>
                  </a:lnTo>
                  <a:lnTo>
                    <a:pt x="400193" y="656253"/>
                  </a:lnTo>
                  <a:lnTo>
                    <a:pt x="409954" y="655391"/>
                  </a:lnTo>
                  <a:lnTo>
                    <a:pt x="419715" y="654529"/>
                  </a:lnTo>
                  <a:lnTo>
                    <a:pt x="429476" y="653653"/>
                  </a:lnTo>
                  <a:lnTo>
                    <a:pt x="439236" y="652959"/>
                  </a:lnTo>
                  <a:lnTo>
                    <a:pt x="448997" y="652404"/>
                  </a:lnTo>
                  <a:lnTo>
                    <a:pt x="458758" y="651845"/>
                  </a:lnTo>
                  <a:lnTo>
                    <a:pt x="468519" y="651029"/>
                  </a:lnTo>
                  <a:lnTo>
                    <a:pt x="478280" y="650416"/>
                  </a:lnTo>
                  <a:lnTo>
                    <a:pt x="488041" y="649799"/>
                  </a:lnTo>
                  <a:lnTo>
                    <a:pt x="497801" y="649179"/>
                  </a:lnTo>
                  <a:lnTo>
                    <a:pt x="507562" y="648531"/>
                  </a:lnTo>
                  <a:lnTo>
                    <a:pt x="517323" y="647630"/>
                  </a:lnTo>
                  <a:lnTo>
                    <a:pt x="527084" y="646612"/>
                  </a:lnTo>
                  <a:lnTo>
                    <a:pt x="536845" y="645599"/>
                  </a:lnTo>
                  <a:lnTo>
                    <a:pt x="546606" y="644890"/>
                  </a:lnTo>
                  <a:lnTo>
                    <a:pt x="556366" y="643848"/>
                  </a:lnTo>
                  <a:lnTo>
                    <a:pt x="566127" y="643038"/>
                  </a:lnTo>
                  <a:lnTo>
                    <a:pt x="575888" y="642200"/>
                  </a:lnTo>
                  <a:lnTo>
                    <a:pt x="585649" y="641227"/>
                  </a:lnTo>
                  <a:lnTo>
                    <a:pt x="595410" y="640193"/>
                  </a:lnTo>
                  <a:lnTo>
                    <a:pt x="605170" y="639438"/>
                  </a:lnTo>
                  <a:lnTo>
                    <a:pt x="614931" y="638536"/>
                  </a:lnTo>
                  <a:lnTo>
                    <a:pt x="624692" y="637568"/>
                  </a:lnTo>
                  <a:lnTo>
                    <a:pt x="634453" y="636624"/>
                  </a:lnTo>
                  <a:lnTo>
                    <a:pt x="644214" y="635761"/>
                  </a:lnTo>
                  <a:lnTo>
                    <a:pt x="653975" y="634855"/>
                  </a:lnTo>
                  <a:lnTo>
                    <a:pt x="663735" y="633953"/>
                  </a:lnTo>
                  <a:lnTo>
                    <a:pt x="673496" y="633117"/>
                  </a:lnTo>
                  <a:lnTo>
                    <a:pt x="683257" y="632229"/>
                  </a:lnTo>
                  <a:lnTo>
                    <a:pt x="693018" y="631325"/>
                  </a:lnTo>
                  <a:lnTo>
                    <a:pt x="702779" y="630413"/>
                  </a:lnTo>
                  <a:lnTo>
                    <a:pt x="712539" y="629494"/>
                  </a:lnTo>
                  <a:lnTo>
                    <a:pt x="722300" y="628367"/>
                  </a:lnTo>
                  <a:lnTo>
                    <a:pt x="732061" y="627214"/>
                  </a:lnTo>
                  <a:lnTo>
                    <a:pt x="741822" y="626114"/>
                  </a:lnTo>
                  <a:lnTo>
                    <a:pt x="751583" y="624868"/>
                  </a:lnTo>
                  <a:lnTo>
                    <a:pt x="761344" y="623670"/>
                  </a:lnTo>
                  <a:lnTo>
                    <a:pt x="771104" y="622472"/>
                  </a:lnTo>
                  <a:lnTo>
                    <a:pt x="780865" y="621368"/>
                  </a:lnTo>
                  <a:lnTo>
                    <a:pt x="790626" y="620490"/>
                  </a:lnTo>
                  <a:lnTo>
                    <a:pt x="800387" y="619605"/>
                  </a:lnTo>
                  <a:lnTo>
                    <a:pt x="810148" y="618714"/>
                  </a:lnTo>
                  <a:lnTo>
                    <a:pt x="819909" y="617660"/>
                  </a:lnTo>
                  <a:lnTo>
                    <a:pt x="829669" y="616057"/>
                  </a:lnTo>
                  <a:lnTo>
                    <a:pt x="839430" y="614435"/>
                  </a:lnTo>
                  <a:lnTo>
                    <a:pt x="849191" y="612796"/>
                  </a:lnTo>
                  <a:lnTo>
                    <a:pt x="858952" y="611681"/>
                  </a:lnTo>
                  <a:lnTo>
                    <a:pt x="868713" y="610422"/>
                  </a:lnTo>
                  <a:lnTo>
                    <a:pt x="878473" y="608826"/>
                  </a:lnTo>
                  <a:lnTo>
                    <a:pt x="888234" y="607209"/>
                  </a:lnTo>
                  <a:lnTo>
                    <a:pt x="897995" y="605779"/>
                  </a:lnTo>
                  <a:lnTo>
                    <a:pt x="907756" y="604410"/>
                  </a:lnTo>
                  <a:lnTo>
                    <a:pt x="917517" y="603029"/>
                  </a:lnTo>
                  <a:lnTo>
                    <a:pt x="927278" y="601640"/>
                  </a:lnTo>
                  <a:lnTo>
                    <a:pt x="937038" y="600314"/>
                  </a:lnTo>
                  <a:lnTo>
                    <a:pt x="946799" y="598976"/>
                  </a:lnTo>
                  <a:lnTo>
                    <a:pt x="956560" y="597617"/>
                  </a:lnTo>
                  <a:lnTo>
                    <a:pt x="966321" y="596033"/>
                  </a:lnTo>
                  <a:lnTo>
                    <a:pt x="976082" y="594453"/>
                  </a:lnTo>
                  <a:lnTo>
                    <a:pt x="985842" y="592975"/>
                  </a:lnTo>
                  <a:lnTo>
                    <a:pt x="995603" y="591709"/>
                  </a:lnTo>
                  <a:lnTo>
                    <a:pt x="1005364" y="590468"/>
                  </a:lnTo>
                  <a:lnTo>
                    <a:pt x="1015125" y="589219"/>
                  </a:lnTo>
                  <a:lnTo>
                    <a:pt x="1024886" y="587564"/>
                  </a:lnTo>
                  <a:lnTo>
                    <a:pt x="1034647" y="585516"/>
                  </a:lnTo>
                  <a:lnTo>
                    <a:pt x="1044407" y="584024"/>
                  </a:lnTo>
                  <a:lnTo>
                    <a:pt x="1054168" y="582741"/>
                  </a:lnTo>
                  <a:lnTo>
                    <a:pt x="1063929" y="581449"/>
                  </a:lnTo>
                  <a:lnTo>
                    <a:pt x="1073690" y="580147"/>
                  </a:lnTo>
                  <a:lnTo>
                    <a:pt x="1083451" y="578835"/>
                  </a:lnTo>
                  <a:lnTo>
                    <a:pt x="1093212" y="577389"/>
                  </a:lnTo>
                  <a:lnTo>
                    <a:pt x="1102972" y="575844"/>
                  </a:lnTo>
                  <a:lnTo>
                    <a:pt x="1112733" y="574298"/>
                  </a:lnTo>
                  <a:lnTo>
                    <a:pt x="1122494" y="572740"/>
                  </a:lnTo>
                  <a:lnTo>
                    <a:pt x="1132255" y="571168"/>
                  </a:lnTo>
                  <a:lnTo>
                    <a:pt x="1142016" y="569826"/>
                  </a:lnTo>
                  <a:lnTo>
                    <a:pt x="1151776" y="567959"/>
                  </a:lnTo>
                  <a:lnTo>
                    <a:pt x="1161537" y="566321"/>
                  </a:lnTo>
                  <a:lnTo>
                    <a:pt x="1171298" y="564669"/>
                  </a:lnTo>
                  <a:lnTo>
                    <a:pt x="1181059" y="563001"/>
                  </a:lnTo>
                  <a:lnTo>
                    <a:pt x="1190820" y="561218"/>
                  </a:lnTo>
                  <a:lnTo>
                    <a:pt x="1200581" y="558972"/>
                  </a:lnTo>
                  <a:lnTo>
                    <a:pt x="1210341" y="556659"/>
                  </a:lnTo>
                  <a:lnTo>
                    <a:pt x="1220102" y="554319"/>
                  </a:lnTo>
                  <a:lnTo>
                    <a:pt x="1229863" y="551955"/>
                  </a:lnTo>
                  <a:lnTo>
                    <a:pt x="1239624" y="549568"/>
                  </a:lnTo>
                  <a:lnTo>
                    <a:pt x="1249385" y="547425"/>
                  </a:lnTo>
                  <a:lnTo>
                    <a:pt x="1259145" y="545496"/>
                  </a:lnTo>
                  <a:lnTo>
                    <a:pt x="1268906" y="543549"/>
                  </a:lnTo>
                  <a:lnTo>
                    <a:pt x="1278667" y="541586"/>
                  </a:lnTo>
                  <a:lnTo>
                    <a:pt x="1288428" y="539608"/>
                  </a:lnTo>
                  <a:lnTo>
                    <a:pt x="1298189" y="537304"/>
                  </a:lnTo>
                  <a:lnTo>
                    <a:pt x="1307950" y="534572"/>
                  </a:lnTo>
                  <a:lnTo>
                    <a:pt x="1317710" y="531800"/>
                  </a:lnTo>
                  <a:lnTo>
                    <a:pt x="1327471" y="528989"/>
                  </a:lnTo>
                  <a:lnTo>
                    <a:pt x="1337232" y="526136"/>
                  </a:lnTo>
                  <a:lnTo>
                    <a:pt x="1346993" y="523243"/>
                  </a:lnTo>
                  <a:lnTo>
                    <a:pt x="1356754" y="520308"/>
                  </a:lnTo>
                  <a:lnTo>
                    <a:pt x="1366515" y="517639"/>
                  </a:lnTo>
                  <a:lnTo>
                    <a:pt x="1376275" y="515024"/>
                  </a:lnTo>
                  <a:lnTo>
                    <a:pt x="1386036" y="512378"/>
                  </a:lnTo>
                  <a:lnTo>
                    <a:pt x="1395797" y="509708"/>
                  </a:lnTo>
                  <a:lnTo>
                    <a:pt x="1405558" y="507021"/>
                  </a:lnTo>
                  <a:lnTo>
                    <a:pt x="1415319" y="504303"/>
                  </a:lnTo>
                  <a:lnTo>
                    <a:pt x="1425079" y="501553"/>
                  </a:lnTo>
                  <a:lnTo>
                    <a:pt x="1434840" y="499126"/>
                  </a:lnTo>
                  <a:lnTo>
                    <a:pt x="1444601" y="496743"/>
                  </a:lnTo>
                  <a:lnTo>
                    <a:pt x="1454362" y="494341"/>
                  </a:lnTo>
                  <a:lnTo>
                    <a:pt x="1464123" y="491923"/>
                  </a:lnTo>
                  <a:lnTo>
                    <a:pt x="1473884" y="489484"/>
                  </a:lnTo>
                  <a:lnTo>
                    <a:pt x="1483644" y="487021"/>
                  </a:lnTo>
                  <a:lnTo>
                    <a:pt x="1493405" y="484535"/>
                  </a:lnTo>
                  <a:lnTo>
                    <a:pt x="1503166" y="482025"/>
                  </a:lnTo>
                  <a:lnTo>
                    <a:pt x="1512927" y="479490"/>
                  </a:lnTo>
                  <a:lnTo>
                    <a:pt x="1522688" y="476931"/>
                  </a:lnTo>
                  <a:lnTo>
                    <a:pt x="1532448" y="474347"/>
                  </a:lnTo>
                  <a:lnTo>
                    <a:pt x="1542209" y="471772"/>
                  </a:lnTo>
                  <a:lnTo>
                    <a:pt x="1551970" y="469292"/>
                  </a:lnTo>
                  <a:lnTo>
                    <a:pt x="1561731" y="466791"/>
                  </a:lnTo>
                  <a:lnTo>
                    <a:pt x="1571492" y="464268"/>
                  </a:lnTo>
                  <a:lnTo>
                    <a:pt x="1581253" y="461723"/>
                  </a:lnTo>
                  <a:lnTo>
                    <a:pt x="1591013" y="459157"/>
                  </a:lnTo>
                  <a:lnTo>
                    <a:pt x="1600774" y="456569"/>
                  </a:lnTo>
                  <a:lnTo>
                    <a:pt x="1610535" y="453959"/>
                  </a:lnTo>
                  <a:lnTo>
                    <a:pt x="1620296" y="451327"/>
                  </a:lnTo>
                  <a:lnTo>
                    <a:pt x="1630057" y="448672"/>
                  </a:lnTo>
                  <a:lnTo>
                    <a:pt x="1639818" y="445779"/>
                  </a:lnTo>
                  <a:lnTo>
                    <a:pt x="1649578" y="442589"/>
                  </a:lnTo>
                  <a:lnTo>
                    <a:pt x="1659339" y="439366"/>
                  </a:lnTo>
                  <a:lnTo>
                    <a:pt x="1669100" y="436110"/>
                  </a:lnTo>
                  <a:lnTo>
                    <a:pt x="1678861" y="432822"/>
                  </a:lnTo>
                  <a:lnTo>
                    <a:pt x="1688622" y="429736"/>
                  </a:lnTo>
                  <a:lnTo>
                    <a:pt x="1698382" y="426859"/>
                  </a:lnTo>
                  <a:lnTo>
                    <a:pt x="1708143" y="423959"/>
                  </a:lnTo>
                  <a:lnTo>
                    <a:pt x="1717904" y="421033"/>
                  </a:lnTo>
                  <a:lnTo>
                    <a:pt x="1727665" y="418081"/>
                  </a:lnTo>
                  <a:lnTo>
                    <a:pt x="1737426" y="414829"/>
                  </a:lnTo>
                  <a:lnTo>
                    <a:pt x="1747187" y="411190"/>
                  </a:lnTo>
                  <a:lnTo>
                    <a:pt x="1756947" y="407509"/>
                  </a:lnTo>
                  <a:lnTo>
                    <a:pt x="1766708" y="404174"/>
                  </a:lnTo>
                  <a:lnTo>
                    <a:pt x="1776469" y="400876"/>
                  </a:lnTo>
                  <a:lnTo>
                    <a:pt x="1786230" y="397555"/>
                  </a:lnTo>
                  <a:lnTo>
                    <a:pt x="1795991" y="394207"/>
                  </a:lnTo>
                  <a:lnTo>
                    <a:pt x="1805752" y="390828"/>
                  </a:lnTo>
                  <a:lnTo>
                    <a:pt x="1815512" y="387310"/>
                  </a:lnTo>
                  <a:lnTo>
                    <a:pt x="1825273" y="383385"/>
                  </a:lnTo>
                  <a:lnTo>
                    <a:pt x="1835034" y="379570"/>
                  </a:lnTo>
                  <a:lnTo>
                    <a:pt x="1844795" y="376073"/>
                  </a:lnTo>
                  <a:lnTo>
                    <a:pt x="1854556" y="372247"/>
                  </a:lnTo>
                  <a:lnTo>
                    <a:pt x="1864316" y="368252"/>
                  </a:lnTo>
                  <a:lnTo>
                    <a:pt x="1874077" y="364198"/>
                  </a:lnTo>
                  <a:lnTo>
                    <a:pt x="1883838" y="360100"/>
                  </a:lnTo>
                  <a:lnTo>
                    <a:pt x="1893599" y="356330"/>
                  </a:lnTo>
                  <a:lnTo>
                    <a:pt x="1903360" y="352383"/>
                  </a:lnTo>
                  <a:lnTo>
                    <a:pt x="1913121" y="347970"/>
                  </a:lnTo>
                  <a:lnTo>
                    <a:pt x="1922881" y="343509"/>
                  </a:lnTo>
                  <a:lnTo>
                    <a:pt x="1932642" y="339023"/>
                  </a:lnTo>
                  <a:lnTo>
                    <a:pt x="1942403" y="334930"/>
                  </a:lnTo>
                  <a:lnTo>
                    <a:pt x="1952164" y="331068"/>
                  </a:lnTo>
                  <a:lnTo>
                    <a:pt x="1961925" y="327174"/>
                  </a:lnTo>
                  <a:lnTo>
                    <a:pt x="1971685" y="323266"/>
                  </a:lnTo>
                  <a:lnTo>
                    <a:pt x="1981446" y="319324"/>
                  </a:lnTo>
                  <a:lnTo>
                    <a:pt x="1991207" y="315346"/>
                  </a:lnTo>
                  <a:lnTo>
                    <a:pt x="2000968" y="311592"/>
                  </a:lnTo>
                  <a:lnTo>
                    <a:pt x="2010729" y="307916"/>
                  </a:lnTo>
                  <a:lnTo>
                    <a:pt x="2020490" y="304209"/>
                  </a:lnTo>
                  <a:lnTo>
                    <a:pt x="2030250" y="299553"/>
                  </a:lnTo>
                  <a:lnTo>
                    <a:pt x="2040011" y="294874"/>
                  </a:lnTo>
                  <a:lnTo>
                    <a:pt x="2049772" y="290650"/>
                  </a:lnTo>
                  <a:lnTo>
                    <a:pt x="2059533" y="286390"/>
                  </a:lnTo>
                  <a:lnTo>
                    <a:pt x="2069294" y="282091"/>
                  </a:lnTo>
                  <a:lnTo>
                    <a:pt x="2079055" y="277755"/>
                  </a:lnTo>
                  <a:lnTo>
                    <a:pt x="2088815" y="273381"/>
                  </a:lnTo>
                  <a:lnTo>
                    <a:pt x="2098576" y="268874"/>
                  </a:lnTo>
                  <a:lnTo>
                    <a:pt x="2108337" y="263949"/>
                  </a:lnTo>
                  <a:lnTo>
                    <a:pt x="2118098" y="258977"/>
                  </a:lnTo>
                  <a:lnTo>
                    <a:pt x="2127859" y="253957"/>
                  </a:lnTo>
                  <a:lnTo>
                    <a:pt x="2137619" y="248901"/>
                  </a:lnTo>
                  <a:lnTo>
                    <a:pt x="2147380" y="243809"/>
                  </a:lnTo>
                  <a:lnTo>
                    <a:pt x="2157141" y="238670"/>
                  </a:lnTo>
                  <a:lnTo>
                    <a:pt x="2166902" y="233482"/>
                  </a:lnTo>
                  <a:lnTo>
                    <a:pt x="2176663" y="228246"/>
                  </a:lnTo>
                  <a:lnTo>
                    <a:pt x="2186424" y="222961"/>
                  </a:lnTo>
                  <a:lnTo>
                    <a:pt x="2196184" y="217627"/>
                  </a:lnTo>
                  <a:lnTo>
                    <a:pt x="2205945" y="212244"/>
                  </a:lnTo>
                  <a:lnTo>
                    <a:pt x="2215706" y="206810"/>
                  </a:lnTo>
                  <a:lnTo>
                    <a:pt x="2225467" y="201326"/>
                  </a:lnTo>
                  <a:lnTo>
                    <a:pt x="2235228" y="195792"/>
                  </a:lnTo>
                  <a:lnTo>
                    <a:pt x="2244988" y="190206"/>
                  </a:lnTo>
                  <a:lnTo>
                    <a:pt x="2254749" y="184569"/>
                  </a:lnTo>
                  <a:lnTo>
                    <a:pt x="2264510" y="178880"/>
                  </a:lnTo>
                  <a:lnTo>
                    <a:pt x="2274271" y="173138"/>
                  </a:lnTo>
                  <a:lnTo>
                    <a:pt x="2284032" y="167519"/>
                  </a:lnTo>
                  <a:lnTo>
                    <a:pt x="2293793" y="162203"/>
                  </a:lnTo>
                  <a:lnTo>
                    <a:pt x="2303553" y="156843"/>
                  </a:lnTo>
                  <a:lnTo>
                    <a:pt x="2313314" y="151439"/>
                  </a:lnTo>
                  <a:lnTo>
                    <a:pt x="2323075" y="145991"/>
                  </a:lnTo>
                  <a:lnTo>
                    <a:pt x="2332836" y="140498"/>
                  </a:lnTo>
                  <a:lnTo>
                    <a:pt x="2342597" y="134961"/>
                  </a:lnTo>
                  <a:lnTo>
                    <a:pt x="2352358" y="129220"/>
                  </a:lnTo>
                  <a:lnTo>
                    <a:pt x="2362118" y="122461"/>
                  </a:lnTo>
                  <a:lnTo>
                    <a:pt x="2371879" y="115633"/>
                  </a:lnTo>
                  <a:lnTo>
                    <a:pt x="2381640" y="108736"/>
                  </a:lnTo>
                  <a:lnTo>
                    <a:pt x="2391401" y="101769"/>
                  </a:lnTo>
                  <a:lnTo>
                    <a:pt x="2401162" y="94731"/>
                  </a:lnTo>
                  <a:lnTo>
                    <a:pt x="2410922" y="87623"/>
                  </a:lnTo>
                  <a:lnTo>
                    <a:pt x="2420683" y="80443"/>
                  </a:lnTo>
                  <a:lnTo>
                    <a:pt x="2430444" y="73605"/>
                  </a:lnTo>
                  <a:lnTo>
                    <a:pt x="2440205" y="66882"/>
                  </a:lnTo>
                  <a:lnTo>
                    <a:pt x="2449966" y="60100"/>
                  </a:lnTo>
                  <a:lnTo>
                    <a:pt x="2459727" y="53257"/>
                  </a:lnTo>
                  <a:lnTo>
                    <a:pt x="2469487" y="46354"/>
                  </a:lnTo>
                  <a:lnTo>
                    <a:pt x="2479248" y="39390"/>
                  </a:lnTo>
                  <a:lnTo>
                    <a:pt x="2489009" y="32150"/>
                  </a:lnTo>
                  <a:lnTo>
                    <a:pt x="2498770" y="24215"/>
                  </a:lnTo>
                  <a:lnTo>
                    <a:pt x="2508531" y="16199"/>
                  </a:lnTo>
                  <a:lnTo>
                    <a:pt x="2518291" y="8139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3461961" y="4899032"/>
              <a:ext cx="2528052" cy="37738"/>
            </a:xfrm>
            <a:custGeom>
              <a:avLst/>
              <a:pathLst>
                <a:path w="2528052" h="37738">
                  <a:moveTo>
                    <a:pt x="2528052" y="37738"/>
                  </a:moveTo>
                  <a:lnTo>
                    <a:pt x="2518291" y="37667"/>
                  </a:lnTo>
                  <a:lnTo>
                    <a:pt x="2508531" y="37602"/>
                  </a:lnTo>
                  <a:lnTo>
                    <a:pt x="2498770" y="37537"/>
                  </a:lnTo>
                  <a:lnTo>
                    <a:pt x="2489009" y="37471"/>
                  </a:lnTo>
                  <a:lnTo>
                    <a:pt x="2479248" y="37403"/>
                  </a:lnTo>
                  <a:lnTo>
                    <a:pt x="2469487" y="37335"/>
                  </a:lnTo>
                  <a:lnTo>
                    <a:pt x="2459727" y="37266"/>
                  </a:lnTo>
                  <a:lnTo>
                    <a:pt x="2449966" y="37196"/>
                  </a:lnTo>
                  <a:lnTo>
                    <a:pt x="2440205" y="37126"/>
                  </a:lnTo>
                  <a:lnTo>
                    <a:pt x="2430444" y="37055"/>
                  </a:lnTo>
                  <a:lnTo>
                    <a:pt x="2420683" y="36997"/>
                  </a:lnTo>
                  <a:lnTo>
                    <a:pt x="2410922" y="36924"/>
                  </a:lnTo>
                  <a:lnTo>
                    <a:pt x="2401162" y="36840"/>
                  </a:lnTo>
                  <a:lnTo>
                    <a:pt x="2391401" y="36767"/>
                  </a:lnTo>
                  <a:lnTo>
                    <a:pt x="2381640" y="36694"/>
                  </a:lnTo>
                  <a:lnTo>
                    <a:pt x="2371879" y="36621"/>
                  </a:lnTo>
                  <a:lnTo>
                    <a:pt x="2362118" y="36547"/>
                  </a:lnTo>
                  <a:lnTo>
                    <a:pt x="2352358" y="36471"/>
                  </a:lnTo>
                  <a:lnTo>
                    <a:pt x="2342597" y="36396"/>
                  </a:lnTo>
                  <a:lnTo>
                    <a:pt x="2332836" y="36319"/>
                  </a:lnTo>
                  <a:lnTo>
                    <a:pt x="2323075" y="36242"/>
                  </a:lnTo>
                  <a:lnTo>
                    <a:pt x="2313314" y="36164"/>
                  </a:lnTo>
                  <a:lnTo>
                    <a:pt x="2303553" y="36086"/>
                  </a:lnTo>
                  <a:lnTo>
                    <a:pt x="2293793" y="36006"/>
                  </a:lnTo>
                  <a:lnTo>
                    <a:pt x="2284032" y="35926"/>
                  </a:lnTo>
                  <a:lnTo>
                    <a:pt x="2274271" y="35845"/>
                  </a:lnTo>
                  <a:lnTo>
                    <a:pt x="2264510" y="35764"/>
                  </a:lnTo>
                  <a:lnTo>
                    <a:pt x="2254749" y="35681"/>
                  </a:lnTo>
                  <a:lnTo>
                    <a:pt x="2244988" y="35597"/>
                  </a:lnTo>
                  <a:lnTo>
                    <a:pt x="2235228" y="35512"/>
                  </a:lnTo>
                  <a:lnTo>
                    <a:pt x="2225467" y="35426"/>
                  </a:lnTo>
                  <a:lnTo>
                    <a:pt x="2215706" y="35340"/>
                  </a:lnTo>
                  <a:lnTo>
                    <a:pt x="2205945" y="35252"/>
                  </a:lnTo>
                  <a:lnTo>
                    <a:pt x="2196184" y="35164"/>
                  </a:lnTo>
                  <a:lnTo>
                    <a:pt x="2186424" y="35075"/>
                  </a:lnTo>
                  <a:lnTo>
                    <a:pt x="2176663" y="34985"/>
                  </a:lnTo>
                  <a:lnTo>
                    <a:pt x="2166902" y="34895"/>
                  </a:lnTo>
                  <a:lnTo>
                    <a:pt x="2157141" y="34803"/>
                  </a:lnTo>
                  <a:lnTo>
                    <a:pt x="2147380" y="34735"/>
                  </a:lnTo>
                  <a:lnTo>
                    <a:pt x="2137619" y="34679"/>
                  </a:lnTo>
                  <a:lnTo>
                    <a:pt x="2127859" y="34622"/>
                  </a:lnTo>
                  <a:lnTo>
                    <a:pt x="2118098" y="34542"/>
                  </a:lnTo>
                  <a:lnTo>
                    <a:pt x="2108337" y="34429"/>
                  </a:lnTo>
                  <a:lnTo>
                    <a:pt x="2098576" y="34317"/>
                  </a:lnTo>
                  <a:lnTo>
                    <a:pt x="2088815" y="34203"/>
                  </a:lnTo>
                  <a:lnTo>
                    <a:pt x="2079055" y="34085"/>
                  </a:lnTo>
                  <a:lnTo>
                    <a:pt x="2069294" y="33963"/>
                  </a:lnTo>
                  <a:lnTo>
                    <a:pt x="2059533" y="33841"/>
                  </a:lnTo>
                  <a:lnTo>
                    <a:pt x="2049772" y="33740"/>
                  </a:lnTo>
                  <a:lnTo>
                    <a:pt x="2040011" y="33627"/>
                  </a:lnTo>
                  <a:lnTo>
                    <a:pt x="2030250" y="33510"/>
                  </a:lnTo>
                  <a:lnTo>
                    <a:pt x="2020490" y="33393"/>
                  </a:lnTo>
                  <a:lnTo>
                    <a:pt x="2010729" y="33274"/>
                  </a:lnTo>
                  <a:lnTo>
                    <a:pt x="2000968" y="33154"/>
                  </a:lnTo>
                  <a:lnTo>
                    <a:pt x="1991207" y="33015"/>
                  </a:lnTo>
                  <a:lnTo>
                    <a:pt x="1981446" y="32871"/>
                  </a:lnTo>
                  <a:lnTo>
                    <a:pt x="1971685" y="32727"/>
                  </a:lnTo>
                  <a:lnTo>
                    <a:pt x="1961925" y="32581"/>
                  </a:lnTo>
                  <a:lnTo>
                    <a:pt x="1952164" y="32434"/>
                  </a:lnTo>
                  <a:lnTo>
                    <a:pt x="1942403" y="32299"/>
                  </a:lnTo>
                  <a:lnTo>
                    <a:pt x="1932642" y="32164"/>
                  </a:lnTo>
                  <a:lnTo>
                    <a:pt x="1922881" y="32014"/>
                  </a:lnTo>
                  <a:lnTo>
                    <a:pt x="1913121" y="31851"/>
                  </a:lnTo>
                  <a:lnTo>
                    <a:pt x="1903360" y="31686"/>
                  </a:lnTo>
                  <a:lnTo>
                    <a:pt x="1893599" y="31531"/>
                  </a:lnTo>
                  <a:lnTo>
                    <a:pt x="1883838" y="31377"/>
                  </a:lnTo>
                  <a:lnTo>
                    <a:pt x="1874077" y="31256"/>
                  </a:lnTo>
                  <a:lnTo>
                    <a:pt x="1864316" y="31158"/>
                  </a:lnTo>
                  <a:lnTo>
                    <a:pt x="1854556" y="31059"/>
                  </a:lnTo>
                  <a:lnTo>
                    <a:pt x="1844795" y="30918"/>
                  </a:lnTo>
                  <a:lnTo>
                    <a:pt x="1835034" y="30776"/>
                  </a:lnTo>
                  <a:lnTo>
                    <a:pt x="1825273" y="30649"/>
                  </a:lnTo>
                  <a:lnTo>
                    <a:pt x="1815512" y="30544"/>
                  </a:lnTo>
                  <a:lnTo>
                    <a:pt x="1805752" y="30437"/>
                  </a:lnTo>
                  <a:lnTo>
                    <a:pt x="1795991" y="30328"/>
                  </a:lnTo>
                  <a:lnTo>
                    <a:pt x="1786230" y="30218"/>
                  </a:lnTo>
                  <a:lnTo>
                    <a:pt x="1776469" y="30106"/>
                  </a:lnTo>
                  <a:lnTo>
                    <a:pt x="1766708" y="29994"/>
                  </a:lnTo>
                  <a:lnTo>
                    <a:pt x="1756947" y="29868"/>
                  </a:lnTo>
                  <a:lnTo>
                    <a:pt x="1747187" y="29722"/>
                  </a:lnTo>
                  <a:lnTo>
                    <a:pt x="1737426" y="29575"/>
                  </a:lnTo>
                  <a:lnTo>
                    <a:pt x="1727665" y="29426"/>
                  </a:lnTo>
                  <a:lnTo>
                    <a:pt x="1717904" y="29301"/>
                  </a:lnTo>
                  <a:lnTo>
                    <a:pt x="1708143" y="29188"/>
                  </a:lnTo>
                  <a:lnTo>
                    <a:pt x="1698382" y="29074"/>
                  </a:lnTo>
                  <a:lnTo>
                    <a:pt x="1688622" y="28955"/>
                  </a:lnTo>
                  <a:lnTo>
                    <a:pt x="1678861" y="28812"/>
                  </a:lnTo>
                  <a:lnTo>
                    <a:pt x="1669100" y="28668"/>
                  </a:lnTo>
                  <a:lnTo>
                    <a:pt x="1659339" y="28523"/>
                  </a:lnTo>
                  <a:lnTo>
                    <a:pt x="1649578" y="28377"/>
                  </a:lnTo>
                  <a:lnTo>
                    <a:pt x="1639818" y="28231"/>
                  </a:lnTo>
                  <a:lnTo>
                    <a:pt x="1630057" y="28083"/>
                  </a:lnTo>
                  <a:lnTo>
                    <a:pt x="1620296" y="27935"/>
                  </a:lnTo>
                  <a:lnTo>
                    <a:pt x="1610535" y="27786"/>
                  </a:lnTo>
                  <a:lnTo>
                    <a:pt x="1600774" y="27635"/>
                  </a:lnTo>
                  <a:lnTo>
                    <a:pt x="1591013" y="27484"/>
                  </a:lnTo>
                  <a:lnTo>
                    <a:pt x="1581253" y="27332"/>
                  </a:lnTo>
                  <a:lnTo>
                    <a:pt x="1571492" y="27179"/>
                  </a:lnTo>
                  <a:lnTo>
                    <a:pt x="1561731" y="27024"/>
                  </a:lnTo>
                  <a:lnTo>
                    <a:pt x="1551970" y="26869"/>
                  </a:lnTo>
                  <a:lnTo>
                    <a:pt x="1542209" y="26713"/>
                  </a:lnTo>
                  <a:lnTo>
                    <a:pt x="1532448" y="26556"/>
                  </a:lnTo>
                  <a:lnTo>
                    <a:pt x="1522688" y="26398"/>
                  </a:lnTo>
                  <a:lnTo>
                    <a:pt x="1512927" y="26239"/>
                  </a:lnTo>
                  <a:lnTo>
                    <a:pt x="1503166" y="26079"/>
                  </a:lnTo>
                  <a:lnTo>
                    <a:pt x="1493405" y="25931"/>
                  </a:lnTo>
                  <a:lnTo>
                    <a:pt x="1483644" y="25805"/>
                  </a:lnTo>
                  <a:lnTo>
                    <a:pt x="1473884" y="25678"/>
                  </a:lnTo>
                  <a:lnTo>
                    <a:pt x="1464123" y="25550"/>
                  </a:lnTo>
                  <a:lnTo>
                    <a:pt x="1454362" y="25420"/>
                  </a:lnTo>
                  <a:lnTo>
                    <a:pt x="1444601" y="25246"/>
                  </a:lnTo>
                  <a:lnTo>
                    <a:pt x="1434840" y="25062"/>
                  </a:lnTo>
                  <a:lnTo>
                    <a:pt x="1425079" y="24877"/>
                  </a:lnTo>
                  <a:lnTo>
                    <a:pt x="1415319" y="24691"/>
                  </a:lnTo>
                  <a:lnTo>
                    <a:pt x="1405558" y="24514"/>
                  </a:lnTo>
                  <a:lnTo>
                    <a:pt x="1395797" y="24332"/>
                  </a:lnTo>
                  <a:lnTo>
                    <a:pt x="1386036" y="24174"/>
                  </a:lnTo>
                  <a:lnTo>
                    <a:pt x="1376275" y="23979"/>
                  </a:lnTo>
                  <a:lnTo>
                    <a:pt x="1366515" y="23846"/>
                  </a:lnTo>
                  <a:lnTo>
                    <a:pt x="1356754" y="23719"/>
                  </a:lnTo>
                  <a:lnTo>
                    <a:pt x="1346993" y="23590"/>
                  </a:lnTo>
                  <a:lnTo>
                    <a:pt x="1337232" y="23461"/>
                  </a:lnTo>
                  <a:lnTo>
                    <a:pt x="1327471" y="23331"/>
                  </a:lnTo>
                  <a:lnTo>
                    <a:pt x="1317710" y="23199"/>
                  </a:lnTo>
                  <a:lnTo>
                    <a:pt x="1307950" y="22983"/>
                  </a:lnTo>
                  <a:lnTo>
                    <a:pt x="1298189" y="22764"/>
                  </a:lnTo>
                  <a:lnTo>
                    <a:pt x="1288428" y="22587"/>
                  </a:lnTo>
                  <a:lnTo>
                    <a:pt x="1278667" y="22434"/>
                  </a:lnTo>
                  <a:lnTo>
                    <a:pt x="1268906" y="22257"/>
                  </a:lnTo>
                  <a:lnTo>
                    <a:pt x="1259145" y="22058"/>
                  </a:lnTo>
                  <a:lnTo>
                    <a:pt x="1249385" y="21857"/>
                  </a:lnTo>
                  <a:lnTo>
                    <a:pt x="1239624" y="21651"/>
                  </a:lnTo>
                  <a:lnTo>
                    <a:pt x="1229863" y="21444"/>
                  </a:lnTo>
                  <a:lnTo>
                    <a:pt x="1220102" y="21236"/>
                  </a:lnTo>
                  <a:lnTo>
                    <a:pt x="1210341" y="21098"/>
                  </a:lnTo>
                  <a:lnTo>
                    <a:pt x="1200581" y="21036"/>
                  </a:lnTo>
                  <a:lnTo>
                    <a:pt x="1190820" y="20882"/>
                  </a:lnTo>
                  <a:lnTo>
                    <a:pt x="1181059" y="20695"/>
                  </a:lnTo>
                  <a:lnTo>
                    <a:pt x="1171298" y="20440"/>
                  </a:lnTo>
                  <a:lnTo>
                    <a:pt x="1161537" y="20180"/>
                  </a:lnTo>
                  <a:lnTo>
                    <a:pt x="1151776" y="19919"/>
                  </a:lnTo>
                  <a:lnTo>
                    <a:pt x="1142016" y="19658"/>
                  </a:lnTo>
                  <a:lnTo>
                    <a:pt x="1132255" y="19470"/>
                  </a:lnTo>
                  <a:lnTo>
                    <a:pt x="1122494" y="19324"/>
                  </a:lnTo>
                  <a:lnTo>
                    <a:pt x="1112733" y="19130"/>
                  </a:lnTo>
                  <a:lnTo>
                    <a:pt x="1102972" y="18881"/>
                  </a:lnTo>
                  <a:lnTo>
                    <a:pt x="1093212" y="18630"/>
                  </a:lnTo>
                  <a:lnTo>
                    <a:pt x="1083451" y="18444"/>
                  </a:lnTo>
                  <a:lnTo>
                    <a:pt x="1073690" y="18320"/>
                  </a:lnTo>
                  <a:lnTo>
                    <a:pt x="1063929" y="18197"/>
                  </a:lnTo>
                  <a:lnTo>
                    <a:pt x="1054168" y="17997"/>
                  </a:lnTo>
                  <a:lnTo>
                    <a:pt x="1044407" y="17758"/>
                  </a:lnTo>
                  <a:lnTo>
                    <a:pt x="1034647" y="17515"/>
                  </a:lnTo>
                  <a:lnTo>
                    <a:pt x="1024886" y="17270"/>
                  </a:lnTo>
                  <a:lnTo>
                    <a:pt x="1015125" y="17025"/>
                  </a:lnTo>
                  <a:lnTo>
                    <a:pt x="1005364" y="16777"/>
                  </a:lnTo>
                  <a:lnTo>
                    <a:pt x="995603" y="16529"/>
                  </a:lnTo>
                  <a:lnTo>
                    <a:pt x="985842" y="16279"/>
                  </a:lnTo>
                  <a:lnTo>
                    <a:pt x="976082" y="16028"/>
                  </a:lnTo>
                  <a:lnTo>
                    <a:pt x="966321" y="15756"/>
                  </a:lnTo>
                  <a:lnTo>
                    <a:pt x="956560" y="15524"/>
                  </a:lnTo>
                  <a:lnTo>
                    <a:pt x="946799" y="15268"/>
                  </a:lnTo>
                  <a:lnTo>
                    <a:pt x="937038" y="15013"/>
                  </a:lnTo>
                  <a:lnTo>
                    <a:pt x="927278" y="14756"/>
                  </a:lnTo>
                  <a:lnTo>
                    <a:pt x="917517" y="14498"/>
                  </a:lnTo>
                  <a:lnTo>
                    <a:pt x="907756" y="14238"/>
                  </a:lnTo>
                  <a:lnTo>
                    <a:pt x="897995" y="13976"/>
                  </a:lnTo>
                  <a:lnTo>
                    <a:pt x="888234" y="13711"/>
                  </a:lnTo>
                  <a:lnTo>
                    <a:pt x="878473" y="13472"/>
                  </a:lnTo>
                  <a:lnTo>
                    <a:pt x="868713" y="13280"/>
                  </a:lnTo>
                  <a:lnTo>
                    <a:pt x="858952" y="12913"/>
                  </a:lnTo>
                  <a:lnTo>
                    <a:pt x="849191" y="12642"/>
                  </a:lnTo>
                  <a:lnTo>
                    <a:pt x="839430" y="12345"/>
                  </a:lnTo>
                  <a:lnTo>
                    <a:pt x="829669" y="12100"/>
                  </a:lnTo>
                  <a:lnTo>
                    <a:pt x="819909" y="11829"/>
                  </a:lnTo>
                  <a:lnTo>
                    <a:pt x="810148" y="11583"/>
                  </a:lnTo>
                  <a:lnTo>
                    <a:pt x="800387" y="11403"/>
                  </a:lnTo>
                  <a:lnTo>
                    <a:pt x="790626" y="11221"/>
                  </a:lnTo>
                  <a:lnTo>
                    <a:pt x="780865" y="11038"/>
                  </a:lnTo>
                  <a:lnTo>
                    <a:pt x="771104" y="10854"/>
                  </a:lnTo>
                  <a:lnTo>
                    <a:pt x="761344" y="10669"/>
                  </a:lnTo>
                  <a:lnTo>
                    <a:pt x="751583" y="10483"/>
                  </a:lnTo>
                  <a:lnTo>
                    <a:pt x="741822" y="10296"/>
                  </a:lnTo>
                  <a:lnTo>
                    <a:pt x="732061" y="10107"/>
                  </a:lnTo>
                  <a:lnTo>
                    <a:pt x="722300" y="9894"/>
                  </a:lnTo>
                  <a:lnTo>
                    <a:pt x="712539" y="9599"/>
                  </a:lnTo>
                  <a:lnTo>
                    <a:pt x="702779" y="9419"/>
                  </a:lnTo>
                  <a:lnTo>
                    <a:pt x="693018" y="9090"/>
                  </a:lnTo>
                  <a:lnTo>
                    <a:pt x="683257" y="8855"/>
                  </a:lnTo>
                  <a:lnTo>
                    <a:pt x="673496" y="8710"/>
                  </a:lnTo>
                  <a:lnTo>
                    <a:pt x="663735" y="8409"/>
                  </a:lnTo>
                  <a:lnTo>
                    <a:pt x="653975" y="8250"/>
                  </a:lnTo>
                  <a:lnTo>
                    <a:pt x="644214" y="8045"/>
                  </a:lnTo>
                  <a:lnTo>
                    <a:pt x="634453" y="7668"/>
                  </a:lnTo>
                  <a:lnTo>
                    <a:pt x="624692" y="7255"/>
                  </a:lnTo>
                  <a:lnTo>
                    <a:pt x="614931" y="7060"/>
                  </a:lnTo>
                  <a:lnTo>
                    <a:pt x="605170" y="6775"/>
                  </a:lnTo>
                  <a:lnTo>
                    <a:pt x="595410" y="6564"/>
                  </a:lnTo>
                  <a:lnTo>
                    <a:pt x="585649" y="6289"/>
                  </a:lnTo>
                  <a:lnTo>
                    <a:pt x="575888" y="5955"/>
                  </a:lnTo>
                  <a:lnTo>
                    <a:pt x="566127" y="5660"/>
                  </a:lnTo>
                  <a:lnTo>
                    <a:pt x="556366" y="5346"/>
                  </a:lnTo>
                  <a:lnTo>
                    <a:pt x="546606" y="5113"/>
                  </a:lnTo>
                  <a:lnTo>
                    <a:pt x="536845" y="4942"/>
                  </a:lnTo>
                  <a:lnTo>
                    <a:pt x="527084" y="4766"/>
                  </a:lnTo>
                  <a:lnTo>
                    <a:pt x="517323" y="4595"/>
                  </a:lnTo>
                  <a:lnTo>
                    <a:pt x="507562" y="4475"/>
                  </a:lnTo>
                  <a:lnTo>
                    <a:pt x="497801" y="4688"/>
                  </a:lnTo>
                  <a:lnTo>
                    <a:pt x="488041" y="4330"/>
                  </a:lnTo>
                  <a:lnTo>
                    <a:pt x="478280" y="3890"/>
                  </a:lnTo>
                  <a:lnTo>
                    <a:pt x="468519" y="3622"/>
                  </a:lnTo>
                  <a:lnTo>
                    <a:pt x="458758" y="3468"/>
                  </a:lnTo>
                  <a:lnTo>
                    <a:pt x="448997" y="3239"/>
                  </a:lnTo>
                  <a:lnTo>
                    <a:pt x="439236" y="3100"/>
                  </a:lnTo>
                  <a:lnTo>
                    <a:pt x="429476" y="2942"/>
                  </a:lnTo>
                  <a:lnTo>
                    <a:pt x="419715" y="2732"/>
                  </a:lnTo>
                  <a:lnTo>
                    <a:pt x="409954" y="2488"/>
                  </a:lnTo>
                  <a:lnTo>
                    <a:pt x="400193" y="2456"/>
                  </a:lnTo>
                  <a:lnTo>
                    <a:pt x="390432" y="2275"/>
                  </a:lnTo>
                  <a:lnTo>
                    <a:pt x="380672" y="2093"/>
                  </a:lnTo>
                  <a:lnTo>
                    <a:pt x="370911" y="2044"/>
                  </a:lnTo>
                  <a:lnTo>
                    <a:pt x="361150" y="1894"/>
                  </a:lnTo>
                  <a:lnTo>
                    <a:pt x="351389" y="1740"/>
                  </a:lnTo>
                  <a:lnTo>
                    <a:pt x="341628" y="1563"/>
                  </a:lnTo>
                  <a:lnTo>
                    <a:pt x="331867" y="1397"/>
                  </a:lnTo>
                  <a:lnTo>
                    <a:pt x="322107" y="1283"/>
                  </a:lnTo>
                  <a:lnTo>
                    <a:pt x="312346" y="1094"/>
                  </a:lnTo>
                  <a:lnTo>
                    <a:pt x="302585" y="818"/>
                  </a:lnTo>
                  <a:lnTo>
                    <a:pt x="292824" y="694"/>
                  </a:lnTo>
                  <a:lnTo>
                    <a:pt x="283063" y="563"/>
                  </a:lnTo>
                  <a:lnTo>
                    <a:pt x="273303" y="505"/>
                  </a:lnTo>
                  <a:lnTo>
                    <a:pt x="263542" y="446"/>
                  </a:lnTo>
                  <a:lnTo>
                    <a:pt x="253781" y="592"/>
                  </a:lnTo>
                  <a:lnTo>
                    <a:pt x="244020" y="554"/>
                  </a:lnTo>
                  <a:lnTo>
                    <a:pt x="234259" y="422"/>
                  </a:lnTo>
                  <a:lnTo>
                    <a:pt x="224498" y="472"/>
                  </a:lnTo>
                  <a:lnTo>
                    <a:pt x="214738" y="184"/>
                  </a:lnTo>
                  <a:lnTo>
                    <a:pt x="204977" y="329"/>
                  </a:lnTo>
                  <a:lnTo>
                    <a:pt x="195216" y="140"/>
                  </a:lnTo>
                  <a:lnTo>
                    <a:pt x="185455" y="0"/>
                  </a:lnTo>
                  <a:lnTo>
                    <a:pt x="175694" y="212"/>
                  </a:lnTo>
                  <a:lnTo>
                    <a:pt x="165933" y="217"/>
                  </a:lnTo>
                  <a:lnTo>
                    <a:pt x="156173" y="404"/>
                  </a:lnTo>
                  <a:lnTo>
                    <a:pt x="146412" y="383"/>
                  </a:lnTo>
                  <a:lnTo>
                    <a:pt x="136651" y="585"/>
                  </a:lnTo>
                  <a:lnTo>
                    <a:pt x="126890" y="512"/>
                  </a:lnTo>
                  <a:lnTo>
                    <a:pt x="117129" y="434"/>
                  </a:lnTo>
                  <a:lnTo>
                    <a:pt x="107369" y="642"/>
                  </a:lnTo>
                  <a:lnTo>
                    <a:pt x="97608" y="794"/>
                  </a:lnTo>
                  <a:lnTo>
                    <a:pt x="87847" y="1058"/>
                  </a:lnTo>
                  <a:lnTo>
                    <a:pt x="78086" y="1065"/>
                  </a:lnTo>
                  <a:lnTo>
                    <a:pt x="68325" y="1254"/>
                  </a:lnTo>
                  <a:lnTo>
                    <a:pt x="58564" y="1578"/>
                  </a:lnTo>
                  <a:lnTo>
                    <a:pt x="48804" y="1867"/>
                  </a:lnTo>
                  <a:lnTo>
                    <a:pt x="39043" y="1930"/>
                  </a:lnTo>
                  <a:lnTo>
                    <a:pt x="29282" y="2087"/>
                  </a:lnTo>
                  <a:lnTo>
                    <a:pt x="19521" y="2085"/>
                  </a:lnTo>
                  <a:lnTo>
                    <a:pt x="9760" y="2388"/>
                  </a:lnTo>
                  <a:lnTo>
                    <a:pt x="0" y="2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3461961" y="4862693"/>
              <a:ext cx="2528052" cy="23375"/>
            </a:xfrm>
            <a:custGeom>
              <a:avLst/>
              <a:pathLst>
                <a:path w="2528052" h="23375">
                  <a:moveTo>
                    <a:pt x="0" y="0"/>
                  </a:moveTo>
                  <a:lnTo>
                    <a:pt x="9760" y="108"/>
                  </a:lnTo>
                  <a:lnTo>
                    <a:pt x="19521" y="216"/>
                  </a:lnTo>
                  <a:lnTo>
                    <a:pt x="29282" y="324"/>
                  </a:lnTo>
                  <a:lnTo>
                    <a:pt x="39043" y="432"/>
                  </a:lnTo>
                  <a:lnTo>
                    <a:pt x="48804" y="540"/>
                  </a:lnTo>
                  <a:lnTo>
                    <a:pt x="58564" y="647"/>
                  </a:lnTo>
                  <a:lnTo>
                    <a:pt x="68325" y="755"/>
                  </a:lnTo>
                  <a:lnTo>
                    <a:pt x="78086" y="862"/>
                  </a:lnTo>
                  <a:lnTo>
                    <a:pt x="87847" y="969"/>
                  </a:lnTo>
                  <a:lnTo>
                    <a:pt x="97608" y="1076"/>
                  </a:lnTo>
                  <a:lnTo>
                    <a:pt x="107369" y="1183"/>
                  </a:lnTo>
                  <a:lnTo>
                    <a:pt x="117129" y="1290"/>
                  </a:lnTo>
                  <a:lnTo>
                    <a:pt x="126890" y="1396"/>
                  </a:lnTo>
                  <a:lnTo>
                    <a:pt x="136651" y="1503"/>
                  </a:lnTo>
                  <a:lnTo>
                    <a:pt x="146412" y="1609"/>
                  </a:lnTo>
                  <a:lnTo>
                    <a:pt x="156173" y="1715"/>
                  </a:lnTo>
                  <a:lnTo>
                    <a:pt x="165933" y="1821"/>
                  </a:lnTo>
                  <a:lnTo>
                    <a:pt x="175694" y="1927"/>
                  </a:lnTo>
                  <a:lnTo>
                    <a:pt x="185455" y="2032"/>
                  </a:lnTo>
                  <a:lnTo>
                    <a:pt x="195216" y="2138"/>
                  </a:lnTo>
                  <a:lnTo>
                    <a:pt x="204977" y="2243"/>
                  </a:lnTo>
                  <a:lnTo>
                    <a:pt x="214738" y="2348"/>
                  </a:lnTo>
                  <a:lnTo>
                    <a:pt x="224498" y="2453"/>
                  </a:lnTo>
                  <a:lnTo>
                    <a:pt x="234259" y="2558"/>
                  </a:lnTo>
                  <a:lnTo>
                    <a:pt x="244020" y="2663"/>
                  </a:lnTo>
                  <a:lnTo>
                    <a:pt x="253781" y="2768"/>
                  </a:lnTo>
                  <a:lnTo>
                    <a:pt x="263542" y="2872"/>
                  </a:lnTo>
                  <a:lnTo>
                    <a:pt x="273303" y="2976"/>
                  </a:lnTo>
                  <a:lnTo>
                    <a:pt x="283063" y="3081"/>
                  </a:lnTo>
                  <a:lnTo>
                    <a:pt x="292824" y="3185"/>
                  </a:lnTo>
                  <a:lnTo>
                    <a:pt x="302585" y="3288"/>
                  </a:lnTo>
                  <a:lnTo>
                    <a:pt x="312346" y="3393"/>
                  </a:lnTo>
                  <a:lnTo>
                    <a:pt x="322107" y="3496"/>
                  </a:lnTo>
                  <a:lnTo>
                    <a:pt x="331867" y="3600"/>
                  </a:lnTo>
                  <a:lnTo>
                    <a:pt x="341628" y="3704"/>
                  </a:lnTo>
                  <a:lnTo>
                    <a:pt x="351389" y="3807"/>
                  </a:lnTo>
                  <a:lnTo>
                    <a:pt x="361150" y="3910"/>
                  </a:lnTo>
                  <a:lnTo>
                    <a:pt x="370911" y="4014"/>
                  </a:lnTo>
                  <a:lnTo>
                    <a:pt x="380672" y="4116"/>
                  </a:lnTo>
                  <a:lnTo>
                    <a:pt x="390432" y="4219"/>
                  </a:lnTo>
                  <a:lnTo>
                    <a:pt x="400193" y="4322"/>
                  </a:lnTo>
                  <a:lnTo>
                    <a:pt x="409954" y="4424"/>
                  </a:lnTo>
                  <a:lnTo>
                    <a:pt x="419715" y="4526"/>
                  </a:lnTo>
                  <a:lnTo>
                    <a:pt x="429476" y="4628"/>
                  </a:lnTo>
                  <a:lnTo>
                    <a:pt x="439236" y="4730"/>
                  </a:lnTo>
                  <a:lnTo>
                    <a:pt x="448997" y="4832"/>
                  </a:lnTo>
                  <a:lnTo>
                    <a:pt x="458758" y="4933"/>
                  </a:lnTo>
                  <a:lnTo>
                    <a:pt x="468519" y="5034"/>
                  </a:lnTo>
                  <a:lnTo>
                    <a:pt x="478280" y="5136"/>
                  </a:lnTo>
                  <a:lnTo>
                    <a:pt x="488041" y="5237"/>
                  </a:lnTo>
                  <a:lnTo>
                    <a:pt x="497801" y="5337"/>
                  </a:lnTo>
                  <a:lnTo>
                    <a:pt x="507562" y="5438"/>
                  </a:lnTo>
                  <a:lnTo>
                    <a:pt x="517323" y="5538"/>
                  </a:lnTo>
                  <a:lnTo>
                    <a:pt x="527084" y="5639"/>
                  </a:lnTo>
                  <a:lnTo>
                    <a:pt x="536845" y="5739"/>
                  </a:lnTo>
                  <a:lnTo>
                    <a:pt x="546606" y="5839"/>
                  </a:lnTo>
                  <a:lnTo>
                    <a:pt x="556366" y="5938"/>
                  </a:lnTo>
                  <a:lnTo>
                    <a:pt x="566127" y="6038"/>
                  </a:lnTo>
                  <a:lnTo>
                    <a:pt x="575888" y="6138"/>
                  </a:lnTo>
                  <a:lnTo>
                    <a:pt x="585649" y="6237"/>
                  </a:lnTo>
                  <a:lnTo>
                    <a:pt x="595410" y="6336"/>
                  </a:lnTo>
                  <a:lnTo>
                    <a:pt x="605170" y="6435"/>
                  </a:lnTo>
                  <a:lnTo>
                    <a:pt x="614931" y="6534"/>
                  </a:lnTo>
                  <a:lnTo>
                    <a:pt x="624692" y="6633"/>
                  </a:lnTo>
                  <a:lnTo>
                    <a:pt x="634453" y="6731"/>
                  </a:lnTo>
                  <a:lnTo>
                    <a:pt x="644214" y="6830"/>
                  </a:lnTo>
                  <a:lnTo>
                    <a:pt x="653975" y="6928"/>
                  </a:lnTo>
                  <a:lnTo>
                    <a:pt x="663735" y="7026"/>
                  </a:lnTo>
                  <a:lnTo>
                    <a:pt x="673496" y="7124"/>
                  </a:lnTo>
                  <a:lnTo>
                    <a:pt x="683257" y="7222"/>
                  </a:lnTo>
                  <a:lnTo>
                    <a:pt x="693018" y="7320"/>
                  </a:lnTo>
                  <a:lnTo>
                    <a:pt x="702779" y="7417"/>
                  </a:lnTo>
                  <a:lnTo>
                    <a:pt x="712539" y="7514"/>
                  </a:lnTo>
                  <a:lnTo>
                    <a:pt x="722300" y="7612"/>
                  </a:lnTo>
                  <a:lnTo>
                    <a:pt x="732061" y="7709"/>
                  </a:lnTo>
                  <a:lnTo>
                    <a:pt x="741822" y="7805"/>
                  </a:lnTo>
                  <a:lnTo>
                    <a:pt x="751583" y="7902"/>
                  </a:lnTo>
                  <a:lnTo>
                    <a:pt x="761344" y="7999"/>
                  </a:lnTo>
                  <a:lnTo>
                    <a:pt x="771104" y="8095"/>
                  </a:lnTo>
                  <a:lnTo>
                    <a:pt x="780865" y="8191"/>
                  </a:lnTo>
                  <a:lnTo>
                    <a:pt x="790626" y="8288"/>
                  </a:lnTo>
                  <a:lnTo>
                    <a:pt x="800387" y="8383"/>
                  </a:lnTo>
                  <a:lnTo>
                    <a:pt x="810148" y="8479"/>
                  </a:lnTo>
                  <a:lnTo>
                    <a:pt x="819909" y="8575"/>
                  </a:lnTo>
                  <a:lnTo>
                    <a:pt x="829669" y="8670"/>
                  </a:lnTo>
                  <a:lnTo>
                    <a:pt x="839430" y="8766"/>
                  </a:lnTo>
                  <a:lnTo>
                    <a:pt x="849191" y="8861"/>
                  </a:lnTo>
                  <a:lnTo>
                    <a:pt x="858952" y="8956"/>
                  </a:lnTo>
                  <a:lnTo>
                    <a:pt x="868713" y="9051"/>
                  </a:lnTo>
                  <a:lnTo>
                    <a:pt x="878473" y="9146"/>
                  </a:lnTo>
                  <a:lnTo>
                    <a:pt x="888234" y="9241"/>
                  </a:lnTo>
                  <a:lnTo>
                    <a:pt x="897995" y="9336"/>
                  </a:lnTo>
                  <a:lnTo>
                    <a:pt x="907756" y="9430"/>
                  </a:lnTo>
                  <a:lnTo>
                    <a:pt x="917517" y="9525"/>
                  </a:lnTo>
                  <a:lnTo>
                    <a:pt x="927278" y="9619"/>
                  </a:lnTo>
                  <a:lnTo>
                    <a:pt x="937038" y="9714"/>
                  </a:lnTo>
                  <a:lnTo>
                    <a:pt x="946799" y="9808"/>
                  </a:lnTo>
                  <a:lnTo>
                    <a:pt x="956560" y="9902"/>
                  </a:lnTo>
                  <a:lnTo>
                    <a:pt x="966321" y="9996"/>
                  </a:lnTo>
                  <a:lnTo>
                    <a:pt x="976082" y="10090"/>
                  </a:lnTo>
                  <a:lnTo>
                    <a:pt x="985842" y="10183"/>
                  </a:lnTo>
                  <a:lnTo>
                    <a:pt x="995603" y="10277"/>
                  </a:lnTo>
                  <a:lnTo>
                    <a:pt x="1005364" y="10370"/>
                  </a:lnTo>
                  <a:lnTo>
                    <a:pt x="1015125" y="10463"/>
                  </a:lnTo>
                  <a:lnTo>
                    <a:pt x="1024886" y="10556"/>
                  </a:lnTo>
                  <a:lnTo>
                    <a:pt x="1034647" y="10648"/>
                  </a:lnTo>
                  <a:lnTo>
                    <a:pt x="1044407" y="10741"/>
                  </a:lnTo>
                  <a:lnTo>
                    <a:pt x="1054168" y="10833"/>
                  </a:lnTo>
                  <a:lnTo>
                    <a:pt x="1063929" y="10926"/>
                  </a:lnTo>
                  <a:lnTo>
                    <a:pt x="1073690" y="11018"/>
                  </a:lnTo>
                  <a:lnTo>
                    <a:pt x="1083451" y="11110"/>
                  </a:lnTo>
                  <a:lnTo>
                    <a:pt x="1093212" y="11202"/>
                  </a:lnTo>
                  <a:lnTo>
                    <a:pt x="1102972" y="11294"/>
                  </a:lnTo>
                  <a:lnTo>
                    <a:pt x="1112733" y="11385"/>
                  </a:lnTo>
                  <a:lnTo>
                    <a:pt x="1122494" y="11477"/>
                  </a:lnTo>
                  <a:lnTo>
                    <a:pt x="1132255" y="11568"/>
                  </a:lnTo>
                  <a:lnTo>
                    <a:pt x="1142016" y="11659"/>
                  </a:lnTo>
                  <a:lnTo>
                    <a:pt x="1151776" y="11750"/>
                  </a:lnTo>
                  <a:lnTo>
                    <a:pt x="1161537" y="11841"/>
                  </a:lnTo>
                  <a:lnTo>
                    <a:pt x="1171298" y="11932"/>
                  </a:lnTo>
                  <a:lnTo>
                    <a:pt x="1181059" y="12023"/>
                  </a:lnTo>
                  <a:lnTo>
                    <a:pt x="1190820" y="12113"/>
                  </a:lnTo>
                  <a:lnTo>
                    <a:pt x="1200581" y="12203"/>
                  </a:lnTo>
                  <a:lnTo>
                    <a:pt x="1210341" y="12294"/>
                  </a:lnTo>
                  <a:lnTo>
                    <a:pt x="1220102" y="12384"/>
                  </a:lnTo>
                  <a:lnTo>
                    <a:pt x="1229863" y="12474"/>
                  </a:lnTo>
                  <a:lnTo>
                    <a:pt x="1239624" y="12564"/>
                  </a:lnTo>
                  <a:lnTo>
                    <a:pt x="1249385" y="12654"/>
                  </a:lnTo>
                  <a:lnTo>
                    <a:pt x="1259145" y="12744"/>
                  </a:lnTo>
                  <a:lnTo>
                    <a:pt x="1268906" y="12834"/>
                  </a:lnTo>
                  <a:lnTo>
                    <a:pt x="1278667" y="12924"/>
                  </a:lnTo>
                  <a:lnTo>
                    <a:pt x="1288428" y="13014"/>
                  </a:lnTo>
                  <a:lnTo>
                    <a:pt x="1298189" y="13103"/>
                  </a:lnTo>
                  <a:lnTo>
                    <a:pt x="1307950" y="13193"/>
                  </a:lnTo>
                  <a:lnTo>
                    <a:pt x="1317710" y="13282"/>
                  </a:lnTo>
                  <a:lnTo>
                    <a:pt x="1327471" y="13372"/>
                  </a:lnTo>
                  <a:lnTo>
                    <a:pt x="1337232" y="13461"/>
                  </a:lnTo>
                  <a:lnTo>
                    <a:pt x="1346993" y="13550"/>
                  </a:lnTo>
                  <a:lnTo>
                    <a:pt x="1356754" y="13639"/>
                  </a:lnTo>
                  <a:lnTo>
                    <a:pt x="1366515" y="13728"/>
                  </a:lnTo>
                  <a:lnTo>
                    <a:pt x="1376275" y="13818"/>
                  </a:lnTo>
                  <a:lnTo>
                    <a:pt x="1386036" y="13907"/>
                  </a:lnTo>
                  <a:lnTo>
                    <a:pt x="1395797" y="13995"/>
                  </a:lnTo>
                  <a:lnTo>
                    <a:pt x="1405558" y="14083"/>
                  </a:lnTo>
                  <a:lnTo>
                    <a:pt x="1415319" y="14171"/>
                  </a:lnTo>
                  <a:lnTo>
                    <a:pt x="1425079" y="14258"/>
                  </a:lnTo>
                  <a:lnTo>
                    <a:pt x="1434840" y="14346"/>
                  </a:lnTo>
                  <a:lnTo>
                    <a:pt x="1444601" y="14433"/>
                  </a:lnTo>
                  <a:lnTo>
                    <a:pt x="1454362" y="14520"/>
                  </a:lnTo>
                  <a:lnTo>
                    <a:pt x="1464123" y="14607"/>
                  </a:lnTo>
                  <a:lnTo>
                    <a:pt x="1473884" y="14694"/>
                  </a:lnTo>
                  <a:lnTo>
                    <a:pt x="1483644" y="14781"/>
                  </a:lnTo>
                  <a:lnTo>
                    <a:pt x="1493405" y="14867"/>
                  </a:lnTo>
                  <a:lnTo>
                    <a:pt x="1503166" y="14954"/>
                  </a:lnTo>
                  <a:lnTo>
                    <a:pt x="1512927" y="15040"/>
                  </a:lnTo>
                  <a:lnTo>
                    <a:pt x="1522688" y="15127"/>
                  </a:lnTo>
                  <a:lnTo>
                    <a:pt x="1532448" y="15213"/>
                  </a:lnTo>
                  <a:lnTo>
                    <a:pt x="1542209" y="15299"/>
                  </a:lnTo>
                  <a:lnTo>
                    <a:pt x="1551970" y="15385"/>
                  </a:lnTo>
                  <a:lnTo>
                    <a:pt x="1561731" y="15472"/>
                  </a:lnTo>
                  <a:lnTo>
                    <a:pt x="1571492" y="15558"/>
                  </a:lnTo>
                  <a:lnTo>
                    <a:pt x="1581253" y="15644"/>
                  </a:lnTo>
                  <a:lnTo>
                    <a:pt x="1591013" y="15731"/>
                  </a:lnTo>
                  <a:lnTo>
                    <a:pt x="1600774" y="15817"/>
                  </a:lnTo>
                  <a:lnTo>
                    <a:pt x="1610535" y="15903"/>
                  </a:lnTo>
                  <a:lnTo>
                    <a:pt x="1620296" y="15988"/>
                  </a:lnTo>
                  <a:lnTo>
                    <a:pt x="1630057" y="16072"/>
                  </a:lnTo>
                  <a:lnTo>
                    <a:pt x="1639818" y="16157"/>
                  </a:lnTo>
                  <a:lnTo>
                    <a:pt x="1649578" y="16242"/>
                  </a:lnTo>
                  <a:lnTo>
                    <a:pt x="1659339" y="16326"/>
                  </a:lnTo>
                  <a:lnTo>
                    <a:pt x="1669100" y="16410"/>
                  </a:lnTo>
                  <a:lnTo>
                    <a:pt x="1678861" y="16495"/>
                  </a:lnTo>
                  <a:lnTo>
                    <a:pt x="1688622" y="16579"/>
                  </a:lnTo>
                  <a:lnTo>
                    <a:pt x="1698382" y="16663"/>
                  </a:lnTo>
                  <a:lnTo>
                    <a:pt x="1708143" y="16747"/>
                  </a:lnTo>
                  <a:lnTo>
                    <a:pt x="1717904" y="16830"/>
                  </a:lnTo>
                  <a:lnTo>
                    <a:pt x="1727665" y="16914"/>
                  </a:lnTo>
                  <a:lnTo>
                    <a:pt x="1737426" y="16997"/>
                  </a:lnTo>
                  <a:lnTo>
                    <a:pt x="1747187" y="17081"/>
                  </a:lnTo>
                  <a:lnTo>
                    <a:pt x="1756947" y="17163"/>
                  </a:lnTo>
                  <a:lnTo>
                    <a:pt x="1766708" y="17245"/>
                  </a:lnTo>
                  <a:lnTo>
                    <a:pt x="1776469" y="17327"/>
                  </a:lnTo>
                  <a:lnTo>
                    <a:pt x="1786230" y="17409"/>
                  </a:lnTo>
                  <a:lnTo>
                    <a:pt x="1795991" y="17491"/>
                  </a:lnTo>
                  <a:lnTo>
                    <a:pt x="1805752" y="17573"/>
                  </a:lnTo>
                  <a:lnTo>
                    <a:pt x="1815512" y="17655"/>
                  </a:lnTo>
                  <a:lnTo>
                    <a:pt x="1825273" y="17736"/>
                  </a:lnTo>
                  <a:lnTo>
                    <a:pt x="1835034" y="17818"/>
                  </a:lnTo>
                  <a:lnTo>
                    <a:pt x="1844795" y="17899"/>
                  </a:lnTo>
                  <a:lnTo>
                    <a:pt x="1854556" y="17979"/>
                  </a:lnTo>
                  <a:lnTo>
                    <a:pt x="1864316" y="18060"/>
                  </a:lnTo>
                  <a:lnTo>
                    <a:pt x="1874077" y="18140"/>
                  </a:lnTo>
                  <a:lnTo>
                    <a:pt x="1883838" y="18221"/>
                  </a:lnTo>
                  <a:lnTo>
                    <a:pt x="1893599" y="18301"/>
                  </a:lnTo>
                  <a:lnTo>
                    <a:pt x="1903360" y="18381"/>
                  </a:lnTo>
                  <a:lnTo>
                    <a:pt x="1913121" y="18461"/>
                  </a:lnTo>
                  <a:lnTo>
                    <a:pt x="1922881" y="18540"/>
                  </a:lnTo>
                  <a:lnTo>
                    <a:pt x="1932642" y="18620"/>
                  </a:lnTo>
                  <a:lnTo>
                    <a:pt x="1942403" y="18699"/>
                  </a:lnTo>
                  <a:lnTo>
                    <a:pt x="1952164" y="18779"/>
                  </a:lnTo>
                  <a:lnTo>
                    <a:pt x="1961925" y="18858"/>
                  </a:lnTo>
                  <a:lnTo>
                    <a:pt x="1971685" y="18937"/>
                  </a:lnTo>
                  <a:lnTo>
                    <a:pt x="1981446" y="19017"/>
                  </a:lnTo>
                  <a:lnTo>
                    <a:pt x="1991207" y="19097"/>
                  </a:lnTo>
                  <a:lnTo>
                    <a:pt x="2000968" y="19176"/>
                  </a:lnTo>
                  <a:lnTo>
                    <a:pt x="2010729" y="19256"/>
                  </a:lnTo>
                  <a:lnTo>
                    <a:pt x="2020490" y="19336"/>
                  </a:lnTo>
                  <a:lnTo>
                    <a:pt x="2030250" y="19416"/>
                  </a:lnTo>
                  <a:lnTo>
                    <a:pt x="2040011" y="19497"/>
                  </a:lnTo>
                  <a:lnTo>
                    <a:pt x="2049772" y="19576"/>
                  </a:lnTo>
                  <a:lnTo>
                    <a:pt x="2059533" y="19654"/>
                  </a:lnTo>
                  <a:lnTo>
                    <a:pt x="2069294" y="19733"/>
                  </a:lnTo>
                  <a:lnTo>
                    <a:pt x="2079055" y="19812"/>
                  </a:lnTo>
                  <a:lnTo>
                    <a:pt x="2088815" y="19890"/>
                  </a:lnTo>
                  <a:lnTo>
                    <a:pt x="2098576" y="19969"/>
                  </a:lnTo>
                  <a:lnTo>
                    <a:pt x="2108337" y="20047"/>
                  </a:lnTo>
                  <a:lnTo>
                    <a:pt x="2118098" y="20126"/>
                  </a:lnTo>
                  <a:lnTo>
                    <a:pt x="2127859" y="20205"/>
                  </a:lnTo>
                  <a:lnTo>
                    <a:pt x="2137619" y="20283"/>
                  </a:lnTo>
                  <a:lnTo>
                    <a:pt x="2147380" y="20362"/>
                  </a:lnTo>
                  <a:lnTo>
                    <a:pt x="2157141" y="20441"/>
                  </a:lnTo>
                  <a:lnTo>
                    <a:pt x="2166902" y="20520"/>
                  </a:lnTo>
                  <a:lnTo>
                    <a:pt x="2176663" y="20599"/>
                  </a:lnTo>
                  <a:lnTo>
                    <a:pt x="2186424" y="20678"/>
                  </a:lnTo>
                  <a:lnTo>
                    <a:pt x="2196184" y="20757"/>
                  </a:lnTo>
                  <a:lnTo>
                    <a:pt x="2205945" y="20836"/>
                  </a:lnTo>
                  <a:lnTo>
                    <a:pt x="2215706" y="20914"/>
                  </a:lnTo>
                  <a:lnTo>
                    <a:pt x="2225467" y="20993"/>
                  </a:lnTo>
                  <a:lnTo>
                    <a:pt x="2235228" y="21071"/>
                  </a:lnTo>
                  <a:lnTo>
                    <a:pt x="2244988" y="21149"/>
                  </a:lnTo>
                  <a:lnTo>
                    <a:pt x="2254749" y="21228"/>
                  </a:lnTo>
                  <a:lnTo>
                    <a:pt x="2264510" y="21306"/>
                  </a:lnTo>
                  <a:lnTo>
                    <a:pt x="2274271" y="21384"/>
                  </a:lnTo>
                  <a:lnTo>
                    <a:pt x="2284032" y="21462"/>
                  </a:lnTo>
                  <a:lnTo>
                    <a:pt x="2293793" y="21539"/>
                  </a:lnTo>
                  <a:lnTo>
                    <a:pt x="2303553" y="21617"/>
                  </a:lnTo>
                  <a:lnTo>
                    <a:pt x="2313314" y="21695"/>
                  </a:lnTo>
                  <a:lnTo>
                    <a:pt x="2323075" y="21772"/>
                  </a:lnTo>
                  <a:lnTo>
                    <a:pt x="2332836" y="21850"/>
                  </a:lnTo>
                  <a:lnTo>
                    <a:pt x="2342597" y="21927"/>
                  </a:lnTo>
                  <a:lnTo>
                    <a:pt x="2352358" y="22004"/>
                  </a:lnTo>
                  <a:lnTo>
                    <a:pt x="2362118" y="22081"/>
                  </a:lnTo>
                  <a:lnTo>
                    <a:pt x="2371879" y="22158"/>
                  </a:lnTo>
                  <a:lnTo>
                    <a:pt x="2381640" y="22235"/>
                  </a:lnTo>
                  <a:lnTo>
                    <a:pt x="2391401" y="22312"/>
                  </a:lnTo>
                  <a:lnTo>
                    <a:pt x="2401162" y="22388"/>
                  </a:lnTo>
                  <a:lnTo>
                    <a:pt x="2410922" y="22465"/>
                  </a:lnTo>
                  <a:lnTo>
                    <a:pt x="2420683" y="22541"/>
                  </a:lnTo>
                  <a:lnTo>
                    <a:pt x="2430444" y="22618"/>
                  </a:lnTo>
                  <a:lnTo>
                    <a:pt x="2440205" y="22694"/>
                  </a:lnTo>
                  <a:lnTo>
                    <a:pt x="2449966" y="22770"/>
                  </a:lnTo>
                  <a:lnTo>
                    <a:pt x="2459727" y="22846"/>
                  </a:lnTo>
                  <a:lnTo>
                    <a:pt x="2469487" y="22922"/>
                  </a:lnTo>
                  <a:lnTo>
                    <a:pt x="2479248" y="22998"/>
                  </a:lnTo>
                  <a:lnTo>
                    <a:pt x="2489009" y="23074"/>
                  </a:lnTo>
                  <a:lnTo>
                    <a:pt x="2498770" y="23150"/>
                  </a:lnTo>
                  <a:lnTo>
                    <a:pt x="2508531" y="23225"/>
                  </a:lnTo>
                  <a:lnTo>
                    <a:pt x="2518291" y="23301"/>
                  </a:lnTo>
                  <a:lnTo>
                    <a:pt x="2528052" y="23375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3461961" y="4842993"/>
              <a:ext cx="2528052" cy="29330"/>
            </a:xfrm>
            <a:custGeom>
              <a:avLst/>
              <a:pathLst>
                <a:path w="2528052" h="29330">
                  <a:moveTo>
                    <a:pt x="0" y="0"/>
                  </a:moveTo>
                  <a:lnTo>
                    <a:pt x="9760" y="141"/>
                  </a:lnTo>
                  <a:lnTo>
                    <a:pt x="19521" y="257"/>
                  </a:lnTo>
                  <a:lnTo>
                    <a:pt x="29282" y="414"/>
                  </a:lnTo>
                  <a:lnTo>
                    <a:pt x="39043" y="596"/>
                  </a:lnTo>
                  <a:lnTo>
                    <a:pt x="48804" y="732"/>
                  </a:lnTo>
                  <a:lnTo>
                    <a:pt x="58564" y="853"/>
                  </a:lnTo>
                  <a:lnTo>
                    <a:pt x="68325" y="1019"/>
                  </a:lnTo>
                  <a:lnTo>
                    <a:pt x="78086" y="1156"/>
                  </a:lnTo>
                  <a:lnTo>
                    <a:pt x="87847" y="1296"/>
                  </a:lnTo>
                  <a:lnTo>
                    <a:pt x="97608" y="1424"/>
                  </a:lnTo>
                  <a:lnTo>
                    <a:pt x="107369" y="1533"/>
                  </a:lnTo>
                  <a:lnTo>
                    <a:pt x="117129" y="1658"/>
                  </a:lnTo>
                  <a:lnTo>
                    <a:pt x="126890" y="1840"/>
                  </a:lnTo>
                  <a:lnTo>
                    <a:pt x="136651" y="1973"/>
                  </a:lnTo>
                  <a:lnTo>
                    <a:pt x="146412" y="2054"/>
                  </a:lnTo>
                  <a:lnTo>
                    <a:pt x="156173" y="2193"/>
                  </a:lnTo>
                  <a:lnTo>
                    <a:pt x="165933" y="2251"/>
                  </a:lnTo>
                  <a:lnTo>
                    <a:pt x="175694" y="2373"/>
                  </a:lnTo>
                  <a:lnTo>
                    <a:pt x="185455" y="2519"/>
                  </a:lnTo>
                  <a:lnTo>
                    <a:pt x="195216" y="2656"/>
                  </a:lnTo>
                  <a:lnTo>
                    <a:pt x="204977" y="2804"/>
                  </a:lnTo>
                  <a:lnTo>
                    <a:pt x="214738" y="2978"/>
                  </a:lnTo>
                  <a:lnTo>
                    <a:pt x="224498" y="3152"/>
                  </a:lnTo>
                  <a:lnTo>
                    <a:pt x="234259" y="3249"/>
                  </a:lnTo>
                  <a:lnTo>
                    <a:pt x="244020" y="3311"/>
                  </a:lnTo>
                  <a:lnTo>
                    <a:pt x="253781" y="3507"/>
                  </a:lnTo>
                  <a:lnTo>
                    <a:pt x="263542" y="3691"/>
                  </a:lnTo>
                  <a:lnTo>
                    <a:pt x="273303" y="3820"/>
                  </a:lnTo>
                  <a:lnTo>
                    <a:pt x="283063" y="3996"/>
                  </a:lnTo>
                  <a:lnTo>
                    <a:pt x="292824" y="4084"/>
                  </a:lnTo>
                  <a:lnTo>
                    <a:pt x="302585" y="4149"/>
                  </a:lnTo>
                  <a:lnTo>
                    <a:pt x="312346" y="4297"/>
                  </a:lnTo>
                  <a:lnTo>
                    <a:pt x="322107" y="4437"/>
                  </a:lnTo>
                  <a:lnTo>
                    <a:pt x="331867" y="4489"/>
                  </a:lnTo>
                  <a:lnTo>
                    <a:pt x="341628" y="4556"/>
                  </a:lnTo>
                  <a:lnTo>
                    <a:pt x="351389" y="4669"/>
                  </a:lnTo>
                  <a:lnTo>
                    <a:pt x="361150" y="4682"/>
                  </a:lnTo>
                  <a:lnTo>
                    <a:pt x="370911" y="4796"/>
                  </a:lnTo>
                  <a:lnTo>
                    <a:pt x="380672" y="4962"/>
                  </a:lnTo>
                  <a:lnTo>
                    <a:pt x="390432" y="5128"/>
                  </a:lnTo>
                  <a:lnTo>
                    <a:pt x="400193" y="5202"/>
                  </a:lnTo>
                  <a:lnTo>
                    <a:pt x="409954" y="5300"/>
                  </a:lnTo>
                  <a:lnTo>
                    <a:pt x="419715" y="5428"/>
                  </a:lnTo>
                  <a:lnTo>
                    <a:pt x="429476" y="5614"/>
                  </a:lnTo>
                  <a:lnTo>
                    <a:pt x="439236" y="5709"/>
                  </a:lnTo>
                  <a:lnTo>
                    <a:pt x="448997" y="5886"/>
                  </a:lnTo>
                  <a:lnTo>
                    <a:pt x="458758" y="6002"/>
                  </a:lnTo>
                  <a:lnTo>
                    <a:pt x="468519" y="6162"/>
                  </a:lnTo>
                  <a:lnTo>
                    <a:pt x="478280" y="6263"/>
                  </a:lnTo>
                  <a:lnTo>
                    <a:pt x="488041" y="6419"/>
                  </a:lnTo>
                  <a:lnTo>
                    <a:pt x="497801" y="6484"/>
                  </a:lnTo>
                  <a:lnTo>
                    <a:pt x="507562" y="6662"/>
                  </a:lnTo>
                  <a:lnTo>
                    <a:pt x="517323" y="6794"/>
                  </a:lnTo>
                  <a:lnTo>
                    <a:pt x="527084" y="6928"/>
                  </a:lnTo>
                  <a:lnTo>
                    <a:pt x="536845" y="7111"/>
                  </a:lnTo>
                  <a:lnTo>
                    <a:pt x="546606" y="7227"/>
                  </a:lnTo>
                  <a:lnTo>
                    <a:pt x="556366" y="7309"/>
                  </a:lnTo>
                  <a:lnTo>
                    <a:pt x="566127" y="7421"/>
                  </a:lnTo>
                  <a:lnTo>
                    <a:pt x="575888" y="7472"/>
                  </a:lnTo>
                  <a:lnTo>
                    <a:pt x="585649" y="7597"/>
                  </a:lnTo>
                  <a:lnTo>
                    <a:pt x="595410" y="7729"/>
                  </a:lnTo>
                  <a:lnTo>
                    <a:pt x="605170" y="7816"/>
                  </a:lnTo>
                  <a:lnTo>
                    <a:pt x="614931" y="7946"/>
                  </a:lnTo>
                  <a:lnTo>
                    <a:pt x="624692" y="8048"/>
                  </a:lnTo>
                  <a:lnTo>
                    <a:pt x="634453" y="8182"/>
                  </a:lnTo>
                  <a:lnTo>
                    <a:pt x="644214" y="8312"/>
                  </a:lnTo>
                  <a:lnTo>
                    <a:pt x="653975" y="8454"/>
                  </a:lnTo>
                  <a:lnTo>
                    <a:pt x="663735" y="8578"/>
                  </a:lnTo>
                  <a:lnTo>
                    <a:pt x="673496" y="8608"/>
                  </a:lnTo>
                  <a:lnTo>
                    <a:pt x="683257" y="8811"/>
                  </a:lnTo>
                  <a:lnTo>
                    <a:pt x="693018" y="8925"/>
                  </a:lnTo>
                  <a:lnTo>
                    <a:pt x="702779" y="9066"/>
                  </a:lnTo>
                  <a:lnTo>
                    <a:pt x="712539" y="9188"/>
                  </a:lnTo>
                  <a:lnTo>
                    <a:pt x="722300" y="9360"/>
                  </a:lnTo>
                  <a:lnTo>
                    <a:pt x="732061" y="9465"/>
                  </a:lnTo>
                  <a:lnTo>
                    <a:pt x="741822" y="9553"/>
                  </a:lnTo>
                  <a:lnTo>
                    <a:pt x="751583" y="9690"/>
                  </a:lnTo>
                  <a:lnTo>
                    <a:pt x="761344" y="9863"/>
                  </a:lnTo>
                  <a:lnTo>
                    <a:pt x="771104" y="10010"/>
                  </a:lnTo>
                  <a:lnTo>
                    <a:pt x="780865" y="10216"/>
                  </a:lnTo>
                  <a:lnTo>
                    <a:pt x="790626" y="10358"/>
                  </a:lnTo>
                  <a:lnTo>
                    <a:pt x="800387" y="10506"/>
                  </a:lnTo>
                  <a:lnTo>
                    <a:pt x="810148" y="10657"/>
                  </a:lnTo>
                  <a:lnTo>
                    <a:pt x="819909" y="10762"/>
                  </a:lnTo>
                  <a:lnTo>
                    <a:pt x="829669" y="10890"/>
                  </a:lnTo>
                  <a:lnTo>
                    <a:pt x="839430" y="11070"/>
                  </a:lnTo>
                  <a:lnTo>
                    <a:pt x="849191" y="11227"/>
                  </a:lnTo>
                  <a:lnTo>
                    <a:pt x="858952" y="11344"/>
                  </a:lnTo>
                  <a:lnTo>
                    <a:pt x="868713" y="11426"/>
                  </a:lnTo>
                  <a:lnTo>
                    <a:pt x="878473" y="11606"/>
                  </a:lnTo>
                  <a:lnTo>
                    <a:pt x="888234" y="11731"/>
                  </a:lnTo>
                  <a:lnTo>
                    <a:pt x="897995" y="11884"/>
                  </a:lnTo>
                  <a:lnTo>
                    <a:pt x="907756" y="12036"/>
                  </a:lnTo>
                  <a:lnTo>
                    <a:pt x="917517" y="12123"/>
                  </a:lnTo>
                  <a:lnTo>
                    <a:pt x="927278" y="12258"/>
                  </a:lnTo>
                  <a:lnTo>
                    <a:pt x="937038" y="12419"/>
                  </a:lnTo>
                  <a:lnTo>
                    <a:pt x="946799" y="12548"/>
                  </a:lnTo>
                  <a:lnTo>
                    <a:pt x="956560" y="12644"/>
                  </a:lnTo>
                  <a:lnTo>
                    <a:pt x="966321" y="12714"/>
                  </a:lnTo>
                  <a:lnTo>
                    <a:pt x="976082" y="12830"/>
                  </a:lnTo>
                  <a:lnTo>
                    <a:pt x="985842" y="12941"/>
                  </a:lnTo>
                  <a:lnTo>
                    <a:pt x="995603" y="13061"/>
                  </a:lnTo>
                  <a:lnTo>
                    <a:pt x="1005364" y="13100"/>
                  </a:lnTo>
                  <a:lnTo>
                    <a:pt x="1015125" y="13205"/>
                  </a:lnTo>
                  <a:lnTo>
                    <a:pt x="1024886" y="13297"/>
                  </a:lnTo>
                  <a:lnTo>
                    <a:pt x="1034647" y="13373"/>
                  </a:lnTo>
                  <a:lnTo>
                    <a:pt x="1044407" y="13503"/>
                  </a:lnTo>
                  <a:lnTo>
                    <a:pt x="1054168" y="13612"/>
                  </a:lnTo>
                  <a:lnTo>
                    <a:pt x="1063929" y="13700"/>
                  </a:lnTo>
                  <a:lnTo>
                    <a:pt x="1073690" y="13817"/>
                  </a:lnTo>
                  <a:lnTo>
                    <a:pt x="1083451" y="13924"/>
                  </a:lnTo>
                  <a:lnTo>
                    <a:pt x="1093212" y="14036"/>
                  </a:lnTo>
                  <a:lnTo>
                    <a:pt x="1102972" y="14171"/>
                  </a:lnTo>
                  <a:lnTo>
                    <a:pt x="1112733" y="14304"/>
                  </a:lnTo>
                  <a:lnTo>
                    <a:pt x="1122494" y="14407"/>
                  </a:lnTo>
                  <a:lnTo>
                    <a:pt x="1132255" y="14544"/>
                  </a:lnTo>
                  <a:lnTo>
                    <a:pt x="1142016" y="14680"/>
                  </a:lnTo>
                  <a:lnTo>
                    <a:pt x="1151776" y="14796"/>
                  </a:lnTo>
                  <a:lnTo>
                    <a:pt x="1161537" y="14827"/>
                  </a:lnTo>
                  <a:lnTo>
                    <a:pt x="1171298" y="14967"/>
                  </a:lnTo>
                  <a:lnTo>
                    <a:pt x="1181059" y="15061"/>
                  </a:lnTo>
                  <a:lnTo>
                    <a:pt x="1190820" y="15153"/>
                  </a:lnTo>
                  <a:lnTo>
                    <a:pt x="1200581" y="15269"/>
                  </a:lnTo>
                  <a:lnTo>
                    <a:pt x="1210341" y="15412"/>
                  </a:lnTo>
                  <a:lnTo>
                    <a:pt x="1220102" y="15530"/>
                  </a:lnTo>
                  <a:lnTo>
                    <a:pt x="1229863" y="15690"/>
                  </a:lnTo>
                  <a:lnTo>
                    <a:pt x="1239624" y="15818"/>
                  </a:lnTo>
                  <a:lnTo>
                    <a:pt x="1249385" y="15923"/>
                  </a:lnTo>
                  <a:lnTo>
                    <a:pt x="1259145" y="16015"/>
                  </a:lnTo>
                  <a:lnTo>
                    <a:pt x="1268906" y="16155"/>
                  </a:lnTo>
                  <a:lnTo>
                    <a:pt x="1278667" y="16263"/>
                  </a:lnTo>
                  <a:lnTo>
                    <a:pt x="1288428" y="16355"/>
                  </a:lnTo>
                  <a:lnTo>
                    <a:pt x="1298189" y="16445"/>
                  </a:lnTo>
                  <a:lnTo>
                    <a:pt x="1307950" y="16557"/>
                  </a:lnTo>
                  <a:lnTo>
                    <a:pt x="1317710" y="16648"/>
                  </a:lnTo>
                  <a:lnTo>
                    <a:pt x="1327471" y="16721"/>
                  </a:lnTo>
                  <a:lnTo>
                    <a:pt x="1337232" y="16858"/>
                  </a:lnTo>
                  <a:lnTo>
                    <a:pt x="1346993" y="16963"/>
                  </a:lnTo>
                  <a:lnTo>
                    <a:pt x="1356754" y="17060"/>
                  </a:lnTo>
                  <a:lnTo>
                    <a:pt x="1366515" y="17111"/>
                  </a:lnTo>
                  <a:lnTo>
                    <a:pt x="1376275" y="17228"/>
                  </a:lnTo>
                  <a:lnTo>
                    <a:pt x="1386036" y="17359"/>
                  </a:lnTo>
                  <a:lnTo>
                    <a:pt x="1395797" y="17409"/>
                  </a:lnTo>
                  <a:lnTo>
                    <a:pt x="1405558" y="17515"/>
                  </a:lnTo>
                  <a:lnTo>
                    <a:pt x="1415319" y="17629"/>
                  </a:lnTo>
                  <a:lnTo>
                    <a:pt x="1425079" y="17742"/>
                  </a:lnTo>
                  <a:lnTo>
                    <a:pt x="1434840" y="17870"/>
                  </a:lnTo>
                  <a:lnTo>
                    <a:pt x="1444601" y="18005"/>
                  </a:lnTo>
                  <a:lnTo>
                    <a:pt x="1454362" y="18134"/>
                  </a:lnTo>
                  <a:lnTo>
                    <a:pt x="1464123" y="18286"/>
                  </a:lnTo>
                  <a:lnTo>
                    <a:pt x="1473884" y="18400"/>
                  </a:lnTo>
                  <a:lnTo>
                    <a:pt x="1483644" y="18527"/>
                  </a:lnTo>
                  <a:lnTo>
                    <a:pt x="1493405" y="18622"/>
                  </a:lnTo>
                  <a:lnTo>
                    <a:pt x="1503166" y="18738"/>
                  </a:lnTo>
                  <a:lnTo>
                    <a:pt x="1512927" y="18853"/>
                  </a:lnTo>
                  <a:lnTo>
                    <a:pt x="1522688" y="18956"/>
                  </a:lnTo>
                  <a:lnTo>
                    <a:pt x="1532448" y="19008"/>
                  </a:lnTo>
                  <a:lnTo>
                    <a:pt x="1542209" y="19102"/>
                  </a:lnTo>
                  <a:lnTo>
                    <a:pt x="1551970" y="19205"/>
                  </a:lnTo>
                  <a:lnTo>
                    <a:pt x="1561731" y="19320"/>
                  </a:lnTo>
                  <a:lnTo>
                    <a:pt x="1571492" y="19425"/>
                  </a:lnTo>
                  <a:lnTo>
                    <a:pt x="1581253" y="19517"/>
                  </a:lnTo>
                  <a:lnTo>
                    <a:pt x="1591013" y="19619"/>
                  </a:lnTo>
                  <a:lnTo>
                    <a:pt x="1600774" y="19747"/>
                  </a:lnTo>
                  <a:lnTo>
                    <a:pt x="1610535" y="19827"/>
                  </a:lnTo>
                  <a:lnTo>
                    <a:pt x="1620296" y="19987"/>
                  </a:lnTo>
                  <a:lnTo>
                    <a:pt x="1630057" y="20102"/>
                  </a:lnTo>
                  <a:lnTo>
                    <a:pt x="1639818" y="20251"/>
                  </a:lnTo>
                  <a:lnTo>
                    <a:pt x="1649578" y="20326"/>
                  </a:lnTo>
                  <a:lnTo>
                    <a:pt x="1659339" y="20452"/>
                  </a:lnTo>
                  <a:lnTo>
                    <a:pt x="1669100" y="20534"/>
                  </a:lnTo>
                  <a:lnTo>
                    <a:pt x="1678861" y="20614"/>
                  </a:lnTo>
                  <a:lnTo>
                    <a:pt x="1688622" y="20729"/>
                  </a:lnTo>
                  <a:lnTo>
                    <a:pt x="1698382" y="20842"/>
                  </a:lnTo>
                  <a:lnTo>
                    <a:pt x="1708143" y="20952"/>
                  </a:lnTo>
                  <a:lnTo>
                    <a:pt x="1717904" y="21054"/>
                  </a:lnTo>
                  <a:lnTo>
                    <a:pt x="1727665" y="21148"/>
                  </a:lnTo>
                  <a:lnTo>
                    <a:pt x="1737426" y="21235"/>
                  </a:lnTo>
                  <a:lnTo>
                    <a:pt x="1747187" y="21371"/>
                  </a:lnTo>
                  <a:lnTo>
                    <a:pt x="1756947" y="21500"/>
                  </a:lnTo>
                  <a:lnTo>
                    <a:pt x="1766708" y="21652"/>
                  </a:lnTo>
                  <a:lnTo>
                    <a:pt x="1776469" y="21768"/>
                  </a:lnTo>
                  <a:lnTo>
                    <a:pt x="1786230" y="21881"/>
                  </a:lnTo>
                  <a:lnTo>
                    <a:pt x="1795991" y="21986"/>
                  </a:lnTo>
                  <a:lnTo>
                    <a:pt x="1805752" y="22110"/>
                  </a:lnTo>
                  <a:lnTo>
                    <a:pt x="1815512" y="22211"/>
                  </a:lnTo>
                  <a:lnTo>
                    <a:pt x="1825273" y="22286"/>
                  </a:lnTo>
                  <a:lnTo>
                    <a:pt x="1835034" y="22369"/>
                  </a:lnTo>
                  <a:lnTo>
                    <a:pt x="1844795" y="22443"/>
                  </a:lnTo>
                  <a:lnTo>
                    <a:pt x="1854556" y="22537"/>
                  </a:lnTo>
                  <a:lnTo>
                    <a:pt x="1864316" y="22645"/>
                  </a:lnTo>
                  <a:lnTo>
                    <a:pt x="1874077" y="22753"/>
                  </a:lnTo>
                  <a:lnTo>
                    <a:pt x="1883838" y="22896"/>
                  </a:lnTo>
                  <a:lnTo>
                    <a:pt x="1893599" y="23006"/>
                  </a:lnTo>
                  <a:lnTo>
                    <a:pt x="1903360" y="23113"/>
                  </a:lnTo>
                  <a:lnTo>
                    <a:pt x="1913121" y="23219"/>
                  </a:lnTo>
                  <a:lnTo>
                    <a:pt x="1922881" y="23325"/>
                  </a:lnTo>
                  <a:lnTo>
                    <a:pt x="1932642" y="23393"/>
                  </a:lnTo>
                  <a:lnTo>
                    <a:pt x="1942403" y="23501"/>
                  </a:lnTo>
                  <a:lnTo>
                    <a:pt x="1952164" y="23609"/>
                  </a:lnTo>
                  <a:lnTo>
                    <a:pt x="1961925" y="23706"/>
                  </a:lnTo>
                  <a:lnTo>
                    <a:pt x="1971685" y="23802"/>
                  </a:lnTo>
                  <a:lnTo>
                    <a:pt x="1981446" y="23878"/>
                  </a:lnTo>
                  <a:lnTo>
                    <a:pt x="1991207" y="23957"/>
                  </a:lnTo>
                  <a:lnTo>
                    <a:pt x="2000968" y="24048"/>
                  </a:lnTo>
                  <a:lnTo>
                    <a:pt x="2010729" y="24154"/>
                  </a:lnTo>
                  <a:lnTo>
                    <a:pt x="2020490" y="24238"/>
                  </a:lnTo>
                  <a:lnTo>
                    <a:pt x="2030250" y="24355"/>
                  </a:lnTo>
                  <a:lnTo>
                    <a:pt x="2040011" y="24455"/>
                  </a:lnTo>
                  <a:lnTo>
                    <a:pt x="2049772" y="24502"/>
                  </a:lnTo>
                  <a:lnTo>
                    <a:pt x="2059533" y="24572"/>
                  </a:lnTo>
                  <a:lnTo>
                    <a:pt x="2069294" y="24677"/>
                  </a:lnTo>
                  <a:lnTo>
                    <a:pt x="2079055" y="24827"/>
                  </a:lnTo>
                  <a:lnTo>
                    <a:pt x="2088815" y="24919"/>
                  </a:lnTo>
                  <a:lnTo>
                    <a:pt x="2098576" y="24980"/>
                  </a:lnTo>
                  <a:lnTo>
                    <a:pt x="2108337" y="25035"/>
                  </a:lnTo>
                  <a:lnTo>
                    <a:pt x="2118098" y="25117"/>
                  </a:lnTo>
                  <a:lnTo>
                    <a:pt x="2127859" y="25215"/>
                  </a:lnTo>
                  <a:lnTo>
                    <a:pt x="2137619" y="25315"/>
                  </a:lnTo>
                  <a:lnTo>
                    <a:pt x="2147380" y="25422"/>
                  </a:lnTo>
                  <a:lnTo>
                    <a:pt x="2157141" y="25547"/>
                  </a:lnTo>
                  <a:lnTo>
                    <a:pt x="2166902" y="25670"/>
                  </a:lnTo>
                  <a:lnTo>
                    <a:pt x="2176663" y="25786"/>
                  </a:lnTo>
                  <a:lnTo>
                    <a:pt x="2186424" y="25884"/>
                  </a:lnTo>
                  <a:lnTo>
                    <a:pt x="2196184" y="25982"/>
                  </a:lnTo>
                  <a:lnTo>
                    <a:pt x="2205945" y="26110"/>
                  </a:lnTo>
                  <a:lnTo>
                    <a:pt x="2215706" y="26215"/>
                  </a:lnTo>
                  <a:lnTo>
                    <a:pt x="2225467" y="26314"/>
                  </a:lnTo>
                  <a:lnTo>
                    <a:pt x="2235228" y="26404"/>
                  </a:lnTo>
                  <a:lnTo>
                    <a:pt x="2244988" y="26514"/>
                  </a:lnTo>
                  <a:lnTo>
                    <a:pt x="2254749" y="26617"/>
                  </a:lnTo>
                  <a:lnTo>
                    <a:pt x="2264510" y="26720"/>
                  </a:lnTo>
                  <a:lnTo>
                    <a:pt x="2274271" y="26808"/>
                  </a:lnTo>
                  <a:lnTo>
                    <a:pt x="2284032" y="26898"/>
                  </a:lnTo>
                  <a:lnTo>
                    <a:pt x="2293793" y="27004"/>
                  </a:lnTo>
                  <a:lnTo>
                    <a:pt x="2303553" y="27110"/>
                  </a:lnTo>
                  <a:lnTo>
                    <a:pt x="2313314" y="27216"/>
                  </a:lnTo>
                  <a:lnTo>
                    <a:pt x="2323075" y="27299"/>
                  </a:lnTo>
                  <a:lnTo>
                    <a:pt x="2332836" y="27373"/>
                  </a:lnTo>
                  <a:lnTo>
                    <a:pt x="2342597" y="27521"/>
                  </a:lnTo>
                  <a:lnTo>
                    <a:pt x="2352358" y="27671"/>
                  </a:lnTo>
                  <a:lnTo>
                    <a:pt x="2362118" y="27792"/>
                  </a:lnTo>
                  <a:lnTo>
                    <a:pt x="2371879" y="27914"/>
                  </a:lnTo>
                  <a:lnTo>
                    <a:pt x="2381640" y="28038"/>
                  </a:lnTo>
                  <a:lnTo>
                    <a:pt x="2391401" y="28166"/>
                  </a:lnTo>
                  <a:lnTo>
                    <a:pt x="2401162" y="28272"/>
                  </a:lnTo>
                  <a:lnTo>
                    <a:pt x="2410922" y="28360"/>
                  </a:lnTo>
                  <a:lnTo>
                    <a:pt x="2420683" y="28445"/>
                  </a:lnTo>
                  <a:lnTo>
                    <a:pt x="2430444" y="28530"/>
                  </a:lnTo>
                  <a:lnTo>
                    <a:pt x="2440205" y="28614"/>
                  </a:lnTo>
                  <a:lnTo>
                    <a:pt x="2449966" y="28722"/>
                  </a:lnTo>
                  <a:lnTo>
                    <a:pt x="2459727" y="28817"/>
                  </a:lnTo>
                  <a:lnTo>
                    <a:pt x="2469487" y="28903"/>
                  </a:lnTo>
                  <a:lnTo>
                    <a:pt x="2479248" y="28984"/>
                  </a:lnTo>
                  <a:lnTo>
                    <a:pt x="2489009" y="29053"/>
                  </a:lnTo>
                  <a:lnTo>
                    <a:pt x="2498770" y="29122"/>
                  </a:lnTo>
                  <a:lnTo>
                    <a:pt x="2508531" y="29192"/>
                  </a:lnTo>
                  <a:lnTo>
                    <a:pt x="2518291" y="29261"/>
                  </a:lnTo>
                  <a:lnTo>
                    <a:pt x="2528052" y="2933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3461961" y="4839684"/>
              <a:ext cx="2528052" cy="25543"/>
            </a:xfrm>
            <a:custGeom>
              <a:avLst/>
              <a:pathLst>
                <a:path w="2528052" h="25543">
                  <a:moveTo>
                    <a:pt x="0" y="25543"/>
                  </a:moveTo>
                  <a:lnTo>
                    <a:pt x="9760" y="25457"/>
                  </a:lnTo>
                  <a:lnTo>
                    <a:pt x="19521" y="25378"/>
                  </a:lnTo>
                  <a:lnTo>
                    <a:pt x="29282" y="25310"/>
                  </a:lnTo>
                  <a:lnTo>
                    <a:pt x="39043" y="25178"/>
                  </a:lnTo>
                  <a:lnTo>
                    <a:pt x="48804" y="25091"/>
                  </a:lnTo>
                  <a:lnTo>
                    <a:pt x="58564" y="24938"/>
                  </a:lnTo>
                  <a:lnTo>
                    <a:pt x="68325" y="24839"/>
                  </a:lnTo>
                  <a:lnTo>
                    <a:pt x="78086" y="24742"/>
                  </a:lnTo>
                  <a:lnTo>
                    <a:pt x="87847" y="24665"/>
                  </a:lnTo>
                  <a:lnTo>
                    <a:pt x="97608" y="24572"/>
                  </a:lnTo>
                  <a:lnTo>
                    <a:pt x="107369" y="24478"/>
                  </a:lnTo>
                  <a:lnTo>
                    <a:pt x="117129" y="24418"/>
                  </a:lnTo>
                  <a:lnTo>
                    <a:pt x="126890" y="24365"/>
                  </a:lnTo>
                  <a:lnTo>
                    <a:pt x="136651" y="24246"/>
                  </a:lnTo>
                  <a:lnTo>
                    <a:pt x="146412" y="24129"/>
                  </a:lnTo>
                  <a:lnTo>
                    <a:pt x="156173" y="24004"/>
                  </a:lnTo>
                  <a:lnTo>
                    <a:pt x="165933" y="23911"/>
                  </a:lnTo>
                  <a:lnTo>
                    <a:pt x="175694" y="23840"/>
                  </a:lnTo>
                  <a:lnTo>
                    <a:pt x="185455" y="23797"/>
                  </a:lnTo>
                  <a:lnTo>
                    <a:pt x="195216" y="23737"/>
                  </a:lnTo>
                  <a:lnTo>
                    <a:pt x="204977" y="23629"/>
                  </a:lnTo>
                  <a:lnTo>
                    <a:pt x="214738" y="23528"/>
                  </a:lnTo>
                  <a:lnTo>
                    <a:pt x="224498" y="23437"/>
                  </a:lnTo>
                  <a:lnTo>
                    <a:pt x="234259" y="23367"/>
                  </a:lnTo>
                  <a:lnTo>
                    <a:pt x="244020" y="23267"/>
                  </a:lnTo>
                  <a:lnTo>
                    <a:pt x="253781" y="23170"/>
                  </a:lnTo>
                  <a:lnTo>
                    <a:pt x="263542" y="23096"/>
                  </a:lnTo>
                  <a:lnTo>
                    <a:pt x="273303" y="23040"/>
                  </a:lnTo>
                  <a:lnTo>
                    <a:pt x="283063" y="22972"/>
                  </a:lnTo>
                  <a:lnTo>
                    <a:pt x="292824" y="22893"/>
                  </a:lnTo>
                  <a:lnTo>
                    <a:pt x="302585" y="22804"/>
                  </a:lnTo>
                  <a:lnTo>
                    <a:pt x="312346" y="22716"/>
                  </a:lnTo>
                  <a:lnTo>
                    <a:pt x="322107" y="22615"/>
                  </a:lnTo>
                  <a:lnTo>
                    <a:pt x="331867" y="22470"/>
                  </a:lnTo>
                  <a:lnTo>
                    <a:pt x="341628" y="22394"/>
                  </a:lnTo>
                  <a:lnTo>
                    <a:pt x="351389" y="22297"/>
                  </a:lnTo>
                  <a:lnTo>
                    <a:pt x="361150" y="22215"/>
                  </a:lnTo>
                  <a:lnTo>
                    <a:pt x="370911" y="22160"/>
                  </a:lnTo>
                  <a:lnTo>
                    <a:pt x="380672" y="22104"/>
                  </a:lnTo>
                  <a:lnTo>
                    <a:pt x="390432" y="22040"/>
                  </a:lnTo>
                  <a:lnTo>
                    <a:pt x="400193" y="21924"/>
                  </a:lnTo>
                  <a:lnTo>
                    <a:pt x="409954" y="21843"/>
                  </a:lnTo>
                  <a:lnTo>
                    <a:pt x="419715" y="21746"/>
                  </a:lnTo>
                  <a:lnTo>
                    <a:pt x="429476" y="21617"/>
                  </a:lnTo>
                  <a:lnTo>
                    <a:pt x="439236" y="21489"/>
                  </a:lnTo>
                  <a:lnTo>
                    <a:pt x="448997" y="21395"/>
                  </a:lnTo>
                  <a:lnTo>
                    <a:pt x="458758" y="21291"/>
                  </a:lnTo>
                  <a:lnTo>
                    <a:pt x="468519" y="21217"/>
                  </a:lnTo>
                  <a:lnTo>
                    <a:pt x="478280" y="21123"/>
                  </a:lnTo>
                  <a:lnTo>
                    <a:pt x="488041" y="21047"/>
                  </a:lnTo>
                  <a:lnTo>
                    <a:pt x="497801" y="20929"/>
                  </a:lnTo>
                  <a:lnTo>
                    <a:pt x="507562" y="20802"/>
                  </a:lnTo>
                  <a:lnTo>
                    <a:pt x="517323" y="20757"/>
                  </a:lnTo>
                  <a:lnTo>
                    <a:pt x="527084" y="20632"/>
                  </a:lnTo>
                  <a:lnTo>
                    <a:pt x="536845" y="20570"/>
                  </a:lnTo>
                  <a:lnTo>
                    <a:pt x="546606" y="20520"/>
                  </a:lnTo>
                  <a:lnTo>
                    <a:pt x="556366" y="20413"/>
                  </a:lnTo>
                  <a:lnTo>
                    <a:pt x="566127" y="20296"/>
                  </a:lnTo>
                  <a:lnTo>
                    <a:pt x="575888" y="20177"/>
                  </a:lnTo>
                  <a:lnTo>
                    <a:pt x="585649" y="20135"/>
                  </a:lnTo>
                  <a:lnTo>
                    <a:pt x="595410" y="20048"/>
                  </a:lnTo>
                  <a:lnTo>
                    <a:pt x="605170" y="19886"/>
                  </a:lnTo>
                  <a:lnTo>
                    <a:pt x="614931" y="19792"/>
                  </a:lnTo>
                  <a:lnTo>
                    <a:pt x="624692" y="19734"/>
                  </a:lnTo>
                  <a:lnTo>
                    <a:pt x="634453" y="19645"/>
                  </a:lnTo>
                  <a:lnTo>
                    <a:pt x="644214" y="19562"/>
                  </a:lnTo>
                  <a:lnTo>
                    <a:pt x="653975" y="19434"/>
                  </a:lnTo>
                  <a:lnTo>
                    <a:pt x="663735" y="19288"/>
                  </a:lnTo>
                  <a:lnTo>
                    <a:pt x="673496" y="19189"/>
                  </a:lnTo>
                  <a:lnTo>
                    <a:pt x="683257" y="19075"/>
                  </a:lnTo>
                  <a:lnTo>
                    <a:pt x="693018" y="18982"/>
                  </a:lnTo>
                  <a:lnTo>
                    <a:pt x="702779" y="18852"/>
                  </a:lnTo>
                  <a:lnTo>
                    <a:pt x="712539" y="18794"/>
                  </a:lnTo>
                  <a:lnTo>
                    <a:pt x="722300" y="18728"/>
                  </a:lnTo>
                  <a:lnTo>
                    <a:pt x="732061" y="18641"/>
                  </a:lnTo>
                  <a:lnTo>
                    <a:pt x="741822" y="18522"/>
                  </a:lnTo>
                  <a:lnTo>
                    <a:pt x="751583" y="18429"/>
                  </a:lnTo>
                  <a:lnTo>
                    <a:pt x="761344" y="18354"/>
                  </a:lnTo>
                  <a:lnTo>
                    <a:pt x="771104" y="18256"/>
                  </a:lnTo>
                  <a:lnTo>
                    <a:pt x="780865" y="18159"/>
                  </a:lnTo>
                  <a:lnTo>
                    <a:pt x="790626" y="18087"/>
                  </a:lnTo>
                  <a:lnTo>
                    <a:pt x="800387" y="17992"/>
                  </a:lnTo>
                  <a:lnTo>
                    <a:pt x="810148" y="17895"/>
                  </a:lnTo>
                  <a:lnTo>
                    <a:pt x="819909" y="17820"/>
                  </a:lnTo>
                  <a:lnTo>
                    <a:pt x="829669" y="17721"/>
                  </a:lnTo>
                  <a:lnTo>
                    <a:pt x="839430" y="17637"/>
                  </a:lnTo>
                  <a:lnTo>
                    <a:pt x="849191" y="17534"/>
                  </a:lnTo>
                  <a:lnTo>
                    <a:pt x="858952" y="17472"/>
                  </a:lnTo>
                  <a:lnTo>
                    <a:pt x="868713" y="17387"/>
                  </a:lnTo>
                  <a:lnTo>
                    <a:pt x="878473" y="17282"/>
                  </a:lnTo>
                  <a:lnTo>
                    <a:pt x="888234" y="17222"/>
                  </a:lnTo>
                  <a:lnTo>
                    <a:pt x="897995" y="17143"/>
                  </a:lnTo>
                  <a:lnTo>
                    <a:pt x="907756" y="17040"/>
                  </a:lnTo>
                  <a:lnTo>
                    <a:pt x="917517" y="16938"/>
                  </a:lnTo>
                  <a:lnTo>
                    <a:pt x="927278" y="16829"/>
                  </a:lnTo>
                  <a:lnTo>
                    <a:pt x="937038" y="16688"/>
                  </a:lnTo>
                  <a:lnTo>
                    <a:pt x="946799" y="16604"/>
                  </a:lnTo>
                  <a:lnTo>
                    <a:pt x="956560" y="16527"/>
                  </a:lnTo>
                  <a:lnTo>
                    <a:pt x="966321" y="16429"/>
                  </a:lnTo>
                  <a:lnTo>
                    <a:pt x="976082" y="16302"/>
                  </a:lnTo>
                  <a:lnTo>
                    <a:pt x="985842" y="16213"/>
                  </a:lnTo>
                  <a:lnTo>
                    <a:pt x="995603" y="16155"/>
                  </a:lnTo>
                  <a:lnTo>
                    <a:pt x="1005364" y="16042"/>
                  </a:lnTo>
                  <a:lnTo>
                    <a:pt x="1015125" y="15952"/>
                  </a:lnTo>
                  <a:lnTo>
                    <a:pt x="1024886" y="15892"/>
                  </a:lnTo>
                  <a:lnTo>
                    <a:pt x="1034647" y="15787"/>
                  </a:lnTo>
                  <a:lnTo>
                    <a:pt x="1044407" y="15651"/>
                  </a:lnTo>
                  <a:lnTo>
                    <a:pt x="1054168" y="15527"/>
                  </a:lnTo>
                  <a:lnTo>
                    <a:pt x="1063929" y="15451"/>
                  </a:lnTo>
                  <a:lnTo>
                    <a:pt x="1073690" y="15340"/>
                  </a:lnTo>
                  <a:lnTo>
                    <a:pt x="1083451" y="15169"/>
                  </a:lnTo>
                  <a:lnTo>
                    <a:pt x="1093212" y="15022"/>
                  </a:lnTo>
                  <a:lnTo>
                    <a:pt x="1102972" y="14942"/>
                  </a:lnTo>
                  <a:lnTo>
                    <a:pt x="1112733" y="14907"/>
                  </a:lnTo>
                  <a:lnTo>
                    <a:pt x="1122494" y="14838"/>
                  </a:lnTo>
                  <a:lnTo>
                    <a:pt x="1132255" y="14689"/>
                  </a:lnTo>
                  <a:lnTo>
                    <a:pt x="1142016" y="14591"/>
                  </a:lnTo>
                  <a:lnTo>
                    <a:pt x="1151776" y="14475"/>
                  </a:lnTo>
                  <a:lnTo>
                    <a:pt x="1161537" y="14357"/>
                  </a:lnTo>
                  <a:lnTo>
                    <a:pt x="1171298" y="14241"/>
                  </a:lnTo>
                  <a:lnTo>
                    <a:pt x="1181059" y="14171"/>
                  </a:lnTo>
                  <a:lnTo>
                    <a:pt x="1190820" y="14089"/>
                  </a:lnTo>
                  <a:lnTo>
                    <a:pt x="1200581" y="13987"/>
                  </a:lnTo>
                  <a:lnTo>
                    <a:pt x="1210341" y="13941"/>
                  </a:lnTo>
                  <a:lnTo>
                    <a:pt x="1220102" y="13836"/>
                  </a:lnTo>
                  <a:lnTo>
                    <a:pt x="1229863" y="13696"/>
                  </a:lnTo>
                  <a:lnTo>
                    <a:pt x="1239624" y="13597"/>
                  </a:lnTo>
                  <a:lnTo>
                    <a:pt x="1249385" y="13495"/>
                  </a:lnTo>
                  <a:lnTo>
                    <a:pt x="1259145" y="13420"/>
                  </a:lnTo>
                  <a:lnTo>
                    <a:pt x="1268906" y="13330"/>
                  </a:lnTo>
                  <a:lnTo>
                    <a:pt x="1278667" y="13225"/>
                  </a:lnTo>
                  <a:lnTo>
                    <a:pt x="1288428" y="13127"/>
                  </a:lnTo>
                  <a:lnTo>
                    <a:pt x="1298189" y="12985"/>
                  </a:lnTo>
                  <a:lnTo>
                    <a:pt x="1307950" y="12889"/>
                  </a:lnTo>
                  <a:lnTo>
                    <a:pt x="1317710" y="12768"/>
                  </a:lnTo>
                  <a:lnTo>
                    <a:pt x="1327471" y="12650"/>
                  </a:lnTo>
                  <a:lnTo>
                    <a:pt x="1337232" y="12561"/>
                  </a:lnTo>
                  <a:lnTo>
                    <a:pt x="1346993" y="12452"/>
                  </a:lnTo>
                  <a:lnTo>
                    <a:pt x="1356754" y="12347"/>
                  </a:lnTo>
                  <a:lnTo>
                    <a:pt x="1366515" y="12237"/>
                  </a:lnTo>
                  <a:lnTo>
                    <a:pt x="1376275" y="12186"/>
                  </a:lnTo>
                  <a:lnTo>
                    <a:pt x="1386036" y="12093"/>
                  </a:lnTo>
                  <a:lnTo>
                    <a:pt x="1395797" y="12021"/>
                  </a:lnTo>
                  <a:lnTo>
                    <a:pt x="1405558" y="11936"/>
                  </a:lnTo>
                  <a:lnTo>
                    <a:pt x="1415319" y="11785"/>
                  </a:lnTo>
                  <a:lnTo>
                    <a:pt x="1425079" y="11617"/>
                  </a:lnTo>
                  <a:lnTo>
                    <a:pt x="1434840" y="11478"/>
                  </a:lnTo>
                  <a:lnTo>
                    <a:pt x="1444601" y="11361"/>
                  </a:lnTo>
                  <a:lnTo>
                    <a:pt x="1454362" y="11268"/>
                  </a:lnTo>
                  <a:lnTo>
                    <a:pt x="1464123" y="11177"/>
                  </a:lnTo>
                  <a:lnTo>
                    <a:pt x="1473884" y="11107"/>
                  </a:lnTo>
                  <a:lnTo>
                    <a:pt x="1483644" y="11002"/>
                  </a:lnTo>
                  <a:lnTo>
                    <a:pt x="1493405" y="10906"/>
                  </a:lnTo>
                  <a:lnTo>
                    <a:pt x="1503166" y="10853"/>
                  </a:lnTo>
                  <a:lnTo>
                    <a:pt x="1512927" y="10721"/>
                  </a:lnTo>
                  <a:lnTo>
                    <a:pt x="1522688" y="10639"/>
                  </a:lnTo>
                  <a:lnTo>
                    <a:pt x="1532448" y="10523"/>
                  </a:lnTo>
                  <a:lnTo>
                    <a:pt x="1542209" y="10466"/>
                  </a:lnTo>
                  <a:lnTo>
                    <a:pt x="1551970" y="10356"/>
                  </a:lnTo>
                  <a:lnTo>
                    <a:pt x="1561731" y="10265"/>
                  </a:lnTo>
                  <a:lnTo>
                    <a:pt x="1571492" y="10146"/>
                  </a:lnTo>
                  <a:lnTo>
                    <a:pt x="1581253" y="10015"/>
                  </a:lnTo>
                  <a:lnTo>
                    <a:pt x="1591013" y="9921"/>
                  </a:lnTo>
                  <a:lnTo>
                    <a:pt x="1600774" y="9836"/>
                  </a:lnTo>
                  <a:lnTo>
                    <a:pt x="1610535" y="9711"/>
                  </a:lnTo>
                  <a:lnTo>
                    <a:pt x="1620296" y="9595"/>
                  </a:lnTo>
                  <a:lnTo>
                    <a:pt x="1630057" y="9481"/>
                  </a:lnTo>
                  <a:lnTo>
                    <a:pt x="1639818" y="9414"/>
                  </a:lnTo>
                  <a:lnTo>
                    <a:pt x="1649578" y="9342"/>
                  </a:lnTo>
                  <a:lnTo>
                    <a:pt x="1659339" y="9213"/>
                  </a:lnTo>
                  <a:lnTo>
                    <a:pt x="1669100" y="9097"/>
                  </a:lnTo>
                  <a:lnTo>
                    <a:pt x="1678861" y="8947"/>
                  </a:lnTo>
                  <a:lnTo>
                    <a:pt x="1688622" y="8855"/>
                  </a:lnTo>
                  <a:lnTo>
                    <a:pt x="1698382" y="8764"/>
                  </a:lnTo>
                  <a:lnTo>
                    <a:pt x="1708143" y="8687"/>
                  </a:lnTo>
                  <a:lnTo>
                    <a:pt x="1717904" y="8602"/>
                  </a:lnTo>
                  <a:lnTo>
                    <a:pt x="1727665" y="8527"/>
                  </a:lnTo>
                  <a:lnTo>
                    <a:pt x="1737426" y="8401"/>
                  </a:lnTo>
                  <a:lnTo>
                    <a:pt x="1747187" y="8317"/>
                  </a:lnTo>
                  <a:lnTo>
                    <a:pt x="1756947" y="8196"/>
                  </a:lnTo>
                  <a:lnTo>
                    <a:pt x="1766708" y="8098"/>
                  </a:lnTo>
                  <a:lnTo>
                    <a:pt x="1776469" y="8023"/>
                  </a:lnTo>
                  <a:lnTo>
                    <a:pt x="1786230" y="7917"/>
                  </a:lnTo>
                  <a:lnTo>
                    <a:pt x="1795991" y="7789"/>
                  </a:lnTo>
                  <a:lnTo>
                    <a:pt x="1805752" y="7694"/>
                  </a:lnTo>
                  <a:lnTo>
                    <a:pt x="1815512" y="7594"/>
                  </a:lnTo>
                  <a:lnTo>
                    <a:pt x="1825273" y="7489"/>
                  </a:lnTo>
                  <a:lnTo>
                    <a:pt x="1835034" y="7398"/>
                  </a:lnTo>
                  <a:lnTo>
                    <a:pt x="1844795" y="7260"/>
                  </a:lnTo>
                  <a:lnTo>
                    <a:pt x="1854556" y="7189"/>
                  </a:lnTo>
                  <a:lnTo>
                    <a:pt x="1864316" y="7145"/>
                  </a:lnTo>
                  <a:lnTo>
                    <a:pt x="1874077" y="7031"/>
                  </a:lnTo>
                  <a:lnTo>
                    <a:pt x="1883838" y="6943"/>
                  </a:lnTo>
                  <a:lnTo>
                    <a:pt x="1893599" y="6857"/>
                  </a:lnTo>
                  <a:lnTo>
                    <a:pt x="1903360" y="6729"/>
                  </a:lnTo>
                  <a:lnTo>
                    <a:pt x="1913121" y="6642"/>
                  </a:lnTo>
                  <a:lnTo>
                    <a:pt x="1922881" y="6559"/>
                  </a:lnTo>
                  <a:lnTo>
                    <a:pt x="1932642" y="6465"/>
                  </a:lnTo>
                  <a:lnTo>
                    <a:pt x="1942403" y="6321"/>
                  </a:lnTo>
                  <a:lnTo>
                    <a:pt x="1952164" y="6229"/>
                  </a:lnTo>
                  <a:lnTo>
                    <a:pt x="1961925" y="6130"/>
                  </a:lnTo>
                  <a:lnTo>
                    <a:pt x="1971685" y="5946"/>
                  </a:lnTo>
                  <a:lnTo>
                    <a:pt x="1981446" y="5826"/>
                  </a:lnTo>
                  <a:lnTo>
                    <a:pt x="1991207" y="5750"/>
                  </a:lnTo>
                  <a:lnTo>
                    <a:pt x="2000968" y="5650"/>
                  </a:lnTo>
                  <a:lnTo>
                    <a:pt x="2010729" y="5509"/>
                  </a:lnTo>
                  <a:lnTo>
                    <a:pt x="2020490" y="5408"/>
                  </a:lnTo>
                  <a:lnTo>
                    <a:pt x="2030250" y="5295"/>
                  </a:lnTo>
                  <a:lnTo>
                    <a:pt x="2040011" y="5155"/>
                  </a:lnTo>
                  <a:lnTo>
                    <a:pt x="2049772" y="5053"/>
                  </a:lnTo>
                  <a:lnTo>
                    <a:pt x="2059533" y="4910"/>
                  </a:lnTo>
                  <a:lnTo>
                    <a:pt x="2069294" y="4783"/>
                  </a:lnTo>
                  <a:lnTo>
                    <a:pt x="2079055" y="4689"/>
                  </a:lnTo>
                  <a:lnTo>
                    <a:pt x="2088815" y="4579"/>
                  </a:lnTo>
                  <a:lnTo>
                    <a:pt x="2098576" y="4504"/>
                  </a:lnTo>
                  <a:lnTo>
                    <a:pt x="2108337" y="4380"/>
                  </a:lnTo>
                  <a:lnTo>
                    <a:pt x="2118098" y="4279"/>
                  </a:lnTo>
                  <a:lnTo>
                    <a:pt x="2127859" y="4176"/>
                  </a:lnTo>
                  <a:lnTo>
                    <a:pt x="2137619" y="4056"/>
                  </a:lnTo>
                  <a:lnTo>
                    <a:pt x="2147380" y="3936"/>
                  </a:lnTo>
                  <a:lnTo>
                    <a:pt x="2157141" y="3862"/>
                  </a:lnTo>
                  <a:lnTo>
                    <a:pt x="2166902" y="3755"/>
                  </a:lnTo>
                  <a:lnTo>
                    <a:pt x="2176663" y="3647"/>
                  </a:lnTo>
                  <a:lnTo>
                    <a:pt x="2186424" y="3539"/>
                  </a:lnTo>
                  <a:lnTo>
                    <a:pt x="2196184" y="3419"/>
                  </a:lnTo>
                  <a:lnTo>
                    <a:pt x="2205945" y="3311"/>
                  </a:lnTo>
                  <a:lnTo>
                    <a:pt x="2215706" y="3219"/>
                  </a:lnTo>
                  <a:lnTo>
                    <a:pt x="2225467" y="3106"/>
                  </a:lnTo>
                  <a:lnTo>
                    <a:pt x="2235228" y="3007"/>
                  </a:lnTo>
                  <a:lnTo>
                    <a:pt x="2244988" y="2905"/>
                  </a:lnTo>
                  <a:lnTo>
                    <a:pt x="2254749" y="2832"/>
                  </a:lnTo>
                  <a:lnTo>
                    <a:pt x="2264510" y="2717"/>
                  </a:lnTo>
                  <a:lnTo>
                    <a:pt x="2274271" y="2566"/>
                  </a:lnTo>
                  <a:lnTo>
                    <a:pt x="2284032" y="2464"/>
                  </a:lnTo>
                  <a:lnTo>
                    <a:pt x="2293793" y="2358"/>
                  </a:lnTo>
                  <a:lnTo>
                    <a:pt x="2303553" y="2318"/>
                  </a:lnTo>
                  <a:lnTo>
                    <a:pt x="2313314" y="2246"/>
                  </a:lnTo>
                  <a:lnTo>
                    <a:pt x="2323075" y="2152"/>
                  </a:lnTo>
                  <a:lnTo>
                    <a:pt x="2332836" y="2050"/>
                  </a:lnTo>
                  <a:lnTo>
                    <a:pt x="2342597" y="1931"/>
                  </a:lnTo>
                  <a:lnTo>
                    <a:pt x="2352358" y="1844"/>
                  </a:lnTo>
                  <a:lnTo>
                    <a:pt x="2362118" y="1757"/>
                  </a:lnTo>
                  <a:lnTo>
                    <a:pt x="2371879" y="1670"/>
                  </a:lnTo>
                  <a:lnTo>
                    <a:pt x="2381640" y="1578"/>
                  </a:lnTo>
                  <a:lnTo>
                    <a:pt x="2391401" y="1492"/>
                  </a:lnTo>
                  <a:lnTo>
                    <a:pt x="2401162" y="1426"/>
                  </a:lnTo>
                  <a:lnTo>
                    <a:pt x="2410922" y="1298"/>
                  </a:lnTo>
                  <a:lnTo>
                    <a:pt x="2420683" y="1181"/>
                  </a:lnTo>
                  <a:lnTo>
                    <a:pt x="2430444" y="1042"/>
                  </a:lnTo>
                  <a:lnTo>
                    <a:pt x="2440205" y="928"/>
                  </a:lnTo>
                  <a:lnTo>
                    <a:pt x="2449966" y="823"/>
                  </a:lnTo>
                  <a:lnTo>
                    <a:pt x="2459727" y="738"/>
                  </a:lnTo>
                  <a:lnTo>
                    <a:pt x="2469487" y="614"/>
                  </a:lnTo>
                  <a:lnTo>
                    <a:pt x="2479248" y="461"/>
                  </a:lnTo>
                  <a:lnTo>
                    <a:pt x="2489009" y="363"/>
                  </a:lnTo>
                  <a:lnTo>
                    <a:pt x="2498770" y="321"/>
                  </a:lnTo>
                  <a:lnTo>
                    <a:pt x="2508531" y="252"/>
                  </a:lnTo>
                  <a:lnTo>
                    <a:pt x="2518291" y="132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3461961" y="4881792"/>
              <a:ext cx="2528052" cy="1279"/>
            </a:xfrm>
            <a:custGeom>
              <a:avLst/>
              <a:pathLst>
                <a:path w="2528052" h="1279">
                  <a:moveTo>
                    <a:pt x="0" y="1078"/>
                  </a:moveTo>
                  <a:lnTo>
                    <a:pt x="9760" y="1073"/>
                  </a:lnTo>
                  <a:lnTo>
                    <a:pt x="19521" y="1050"/>
                  </a:lnTo>
                  <a:lnTo>
                    <a:pt x="29282" y="1049"/>
                  </a:lnTo>
                  <a:lnTo>
                    <a:pt x="39043" y="1086"/>
                  </a:lnTo>
                  <a:lnTo>
                    <a:pt x="48804" y="1080"/>
                  </a:lnTo>
                  <a:lnTo>
                    <a:pt x="58564" y="1094"/>
                  </a:lnTo>
                  <a:lnTo>
                    <a:pt x="68325" y="1073"/>
                  </a:lnTo>
                  <a:lnTo>
                    <a:pt x="78086" y="1082"/>
                  </a:lnTo>
                  <a:lnTo>
                    <a:pt x="87847" y="1081"/>
                  </a:lnTo>
                  <a:lnTo>
                    <a:pt x="97608" y="1100"/>
                  </a:lnTo>
                  <a:lnTo>
                    <a:pt x="107369" y="1119"/>
                  </a:lnTo>
                  <a:lnTo>
                    <a:pt x="117129" y="1096"/>
                  </a:lnTo>
                  <a:lnTo>
                    <a:pt x="126890" y="1085"/>
                  </a:lnTo>
                  <a:lnTo>
                    <a:pt x="136651" y="1097"/>
                  </a:lnTo>
                  <a:lnTo>
                    <a:pt x="146412" y="1116"/>
                  </a:lnTo>
                  <a:lnTo>
                    <a:pt x="156173" y="1154"/>
                  </a:lnTo>
                  <a:lnTo>
                    <a:pt x="165933" y="1175"/>
                  </a:lnTo>
                  <a:lnTo>
                    <a:pt x="175694" y="1197"/>
                  </a:lnTo>
                  <a:lnTo>
                    <a:pt x="185455" y="1202"/>
                  </a:lnTo>
                  <a:lnTo>
                    <a:pt x="195216" y="1229"/>
                  </a:lnTo>
                  <a:lnTo>
                    <a:pt x="204977" y="1227"/>
                  </a:lnTo>
                  <a:lnTo>
                    <a:pt x="214738" y="1255"/>
                  </a:lnTo>
                  <a:lnTo>
                    <a:pt x="224498" y="1279"/>
                  </a:lnTo>
                  <a:lnTo>
                    <a:pt x="234259" y="1232"/>
                  </a:lnTo>
                  <a:lnTo>
                    <a:pt x="244020" y="1219"/>
                  </a:lnTo>
                  <a:lnTo>
                    <a:pt x="253781" y="1233"/>
                  </a:lnTo>
                  <a:lnTo>
                    <a:pt x="263542" y="1210"/>
                  </a:lnTo>
                  <a:lnTo>
                    <a:pt x="273303" y="1201"/>
                  </a:lnTo>
                  <a:lnTo>
                    <a:pt x="283063" y="1212"/>
                  </a:lnTo>
                  <a:lnTo>
                    <a:pt x="292824" y="1251"/>
                  </a:lnTo>
                  <a:lnTo>
                    <a:pt x="302585" y="1213"/>
                  </a:lnTo>
                  <a:lnTo>
                    <a:pt x="312346" y="1227"/>
                  </a:lnTo>
                  <a:lnTo>
                    <a:pt x="322107" y="1212"/>
                  </a:lnTo>
                  <a:lnTo>
                    <a:pt x="331867" y="1231"/>
                  </a:lnTo>
                  <a:lnTo>
                    <a:pt x="341628" y="1250"/>
                  </a:lnTo>
                  <a:lnTo>
                    <a:pt x="351389" y="1220"/>
                  </a:lnTo>
                  <a:lnTo>
                    <a:pt x="361150" y="1222"/>
                  </a:lnTo>
                  <a:lnTo>
                    <a:pt x="370911" y="1239"/>
                  </a:lnTo>
                  <a:lnTo>
                    <a:pt x="380672" y="1202"/>
                  </a:lnTo>
                  <a:lnTo>
                    <a:pt x="390432" y="1222"/>
                  </a:lnTo>
                  <a:lnTo>
                    <a:pt x="400193" y="1210"/>
                  </a:lnTo>
                  <a:lnTo>
                    <a:pt x="409954" y="1195"/>
                  </a:lnTo>
                  <a:lnTo>
                    <a:pt x="419715" y="1176"/>
                  </a:lnTo>
                  <a:lnTo>
                    <a:pt x="429476" y="1219"/>
                  </a:lnTo>
                  <a:lnTo>
                    <a:pt x="439236" y="1218"/>
                  </a:lnTo>
                  <a:lnTo>
                    <a:pt x="448997" y="1198"/>
                  </a:lnTo>
                  <a:lnTo>
                    <a:pt x="458758" y="1183"/>
                  </a:lnTo>
                  <a:lnTo>
                    <a:pt x="468519" y="1165"/>
                  </a:lnTo>
                  <a:lnTo>
                    <a:pt x="478280" y="1167"/>
                  </a:lnTo>
                  <a:lnTo>
                    <a:pt x="488041" y="1170"/>
                  </a:lnTo>
                  <a:lnTo>
                    <a:pt x="497801" y="1138"/>
                  </a:lnTo>
                  <a:lnTo>
                    <a:pt x="507562" y="1106"/>
                  </a:lnTo>
                  <a:lnTo>
                    <a:pt x="517323" y="1103"/>
                  </a:lnTo>
                  <a:lnTo>
                    <a:pt x="527084" y="1112"/>
                  </a:lnTo>
                  <a:lnTo>
                    <a:pt x="536845" y="1084"/>
                  </a:lnTo>
                  <a:lnTo>
                    <a:pt x="546606" y="1083"/>
                  </a:lnTo>
                  <a:lnTo>
                    <a:pt x="556366" y="1108"/>
                  </a:lnTo>
                  <a:lnTo>
                    <a:pt x="566127" y="1084"/>
                  </a:lnTo>
                  <a:lnTo>
                    <a:pt x="575888" y="1099"/>
                  </a:lnTo>
                  <a:lnTo>
                    <a:pt x="585649" y="1090"/>
                  </a:lnTo>
                  <a:lnTo>
                    <a:pt x="595410" y="1092"/>
                  </a:lnTo>
                  <a:lnTo>
                    <a:pt x="605170" y="1066"/>
                  </a:lnTo>
                  <a:lnTo>
                    <a:pt x="614931" y="1045"/>
                  </a:lnTo>
                  <a:lnTo>
                    <a:pt x="624692" y="1068"/>
                  </a:lnTo>
                  <a:lnTo>
                    <a:pt x="634453" y="1019"/>
                  </a:lnTo>
                  <a:lnTo>
                    <a:pt x="644214" y="1024"/>
                  </a:lnTo>
                  <a:lnTo>
                    <a:pt x="653975" y="1044"/>
                  </a:lnTo>
                  <a:lnTo>
                    <a:pt x="663735" y="1058"/>
                  </a:lnTo>
                  <a:lnTo>
                    <a:pt x="673496" y="1020"/>
                  </a:lnTo>
                  <a:lnTo>
                    <a:pt x="683257" y="1033"/>
                  </a:lnTo>
                  <a:lnTo>
                    <a:pt x="693018" y="1003"/>
                  </a:lnTo>
                  <a:lnTo>
                    <a:pt x="702779" y="1005"/>
                  </a:lnTo>
                  <a:lnTo>
                    <a:pt x="712539" y="1012"/>
                  </a:lnTo>
                  <a:lnTo>
                    <a:pt x="722300" y="1037"/>
                  </a:lnTo>
                  <a:lnTo>
                    <a:pt x="732061" y="1018"/>
                  </a:lnTo>
                  <a:lnTo>
                    <a:pt x="741822" y="1010"/>
                  </a:lnTo>
                  <a:lnTo>
                    <a:pt x="751583" y="994"/>
                  </a:lnTo>
                  <a:lnTo>
                    <a:pt x="761344" y="990"/>
                  </a:lnTo>
                  <a:lnTo>
                    <a:pt x="771104" y="995"/>
                  </a:lnTo>
                  <a:lnTo>
                    <a:pt x="780865" y="1000"/>
                  </a:lnTo>
                  <a:lnTo>
                    <a:pt x="790626" y="987"/>
                  </a:lnTo>
                  <a:lnTo>
                    <a:pt x="800387" y="977"/>
                  </a:lnTo>
                  <a:lnTo>
                    <a:pt x="810148" y="999"/>
                  </a:lnTo>
                  <a:lnTo>
                    <a:pt x="819909" y="998"/>
                  </a:lnTo>
                  <a:lnTo>
                    <a:pt x="829669" y="1013"/>
                  </a:lnTo>
                  <a:lnTo>
                    <a:pt x="839430" y="1011"/>
                  </a:lnTo>
                  <a:lnTo>
                    <a:pt x="849191" y="1017"/>
                  </a:lnTo>
                  <a:lnTo>
                    <a:pt x="858952" y="1019"/>
                  </a:lnTo>
                  <a:lnTo>
                    <a:pt x="868713" y="1016"/>
                  </a:lnTo>
                  <a:lnTo>
                    <a:pt x="878473" y="1018"/>
                  </a:lnTo>
                  <a:lnTo>
                    <a:pt x="888234" y="1008"/>
                  </a:lnTo>
                  <a:lnTo>
                    <a:pt x="897995" y="992"/>
                  </a:lnTo>
                  <a:lnTo>
                    <a:pt x="907756" y="986"/>
                  </a:lnTo>
                  <a:lnTo>
                    <a:pt x="917517" y="1007"/>
                  </a:lnTo>
                  <a:lnTo>
                    <a:pt x="927278" y="1024"/>
                  </a:lnTo>
                  <a:lnTo>
                    <a:pt x="937038" y="1033"/>
                  </a:lnTo>
                  <a:lnTo>
                    <a:pt x="946799" y="1036"/>
                  </a:lnTo>
                  <a:lnTo>
                    <a:pt x="956560" y="1042"/>
                  </a:lnTo>
                  <a:lnTo>
                    <a:pt x="966321" y="1042"/>
                  </a:lnTo>
                  <a:lnTo>
                    <a:pt x="976082" y="1043"/>
                  </a:lnTo>
                  <a:lnTo>
                    <a:pt x="985842" y="1039"/>
                  </a:lnTo>
                  <a:lnTo>
                    <a:pt x="995603" y="1039"/>
                  </a:lnTo>
                  <a:lnTo>
                    <a:pt x="1005364" y="1020"/>
                  </a:lnTo>
                  <a:lnTo>
                    <a:pt x="1015125" y="1020"/>
                  </a:lnTo>
                  <a:lnTo>
                    <a:pt x="1024886" y="1002"/>
                  </a:lnTo>
                  <a:lnTo>
                    <a:pt x="1034647" y="995"/>
                  </a:lnTo>
                  <a:lnTo>
                    <a:pt x="1044407" y="982"/>
                  </a:lnTo>
                  <a:lnTo>
                    <a:pt x="1054168" y="974"/>
                  </a:lnTo>
                  <a:lnTo>
                    <a:pt x="1063929" y="940"/>
                  </a:lnTo>
                  <a:lnTo>
                    <a:pt x="1073690" y="939"/>
                  </a:lnTo>
                  <a:lnTo>
                    <a:pt x="1083451" y="927"/>
                  </a:lnTo>
                  <a:lnTo>
                    <a:pt x="1093212" y="932"/>
                  </a:lnTo>
                  <a:lnTo>
                    <a:pt x="1102972" y="891"/>
                  </a:lnTo>
                  <a:lnTo>
                    <a:pt x="1112733" y="879"/>
                  </a:lnTo>
                  <a:lnTo>
                    <a:pt x="1122494" y="893"/>
                  </a:lnTo>
                  <a:lnTo>
                    <a:pt x="1132255" y="885"/>
                  </a:lnTo>
                  <a:lnTo>
                    <a:pt x="1142016" y="889"/>
                  </a:lnTo>
                  <a:lnTo>
                    <a:pt x="1151776" y="906"/>
                  </a:lnTo>
                  <a:lnTo>
                    <a:pt x="1161537" y="899"/>
                  </a:lnTo>
                  <a:lnTo>
                    <a:pt x="1171298" y="895"/>
                  </a:lnTo>
                  <a:lnTo>
                    <a:pt x="1181059" y="883"/>
                  </a:lnTo>
                  <a:lnTo>
                    <a:pt x="1190820" y="868"/>
                  </a:lnTo>
                  <a:lnTo>
                    <a:pt x="1200581" y="866"/>
                  </a:lnTo>
                  <a:lnTo>
                    <a:pt x="1210341" y="823"/>
                  </a:lnTo>
                  <a:lnTo>
                    <a:pt x="1220102" y="790"/>
                  </a:lnTo>
                  <a:lnTo>
                    <a:pt x="1229863" y="780"/>
                  </a:lnTo>
                  <a:lnTo>
                    <a:pt x="1239624" y="790"/>
                  </a:lnTo>
                  <a:lnTo>
                    <a:pt x="1249385" y="782"/>
                  </a:lnTo>
                  <a:lnTo>
                    <a:pt x="1259145" y="804"/>
                  </a:lnTo>
                  <a:lnTo>
                    <a:pt x="1268906" y="827"/>
                  </a:lnTo>
                  <a:lnTo>
                    <a:pt x="1278667" y="814"/>
                  </a:lnTo>
                  <a:lnTo>
                    <a:pt x="1288428" y="802"/>
                  </a:lnTo>
                  <a:lnTo>
                    <a:pt x="1298189" y="783"/>
                  </a:lnTo>
                  <a:lnTo>
                    <a:pt x="1307950" y="791"/>
                  </a:lnTo>
                  <a:lnTo>
                    <a:pt x="1317710" y="801"/>
                  </a:lnTo>
                  <a:lnTo>
                    <a:pt x="1327471" y="805"/>
                  </a:lnTo>
                  <a:lnTo>
                    <a:pt x="1337232" y="824"/>
                  </a:lnTo>
                  <a:lnTo>
                    <a:pt x="1346993" y="809"/>
                  </a:lnTo>
                  <a:lnTo>
                    <a:pt x="1356754" y="799"/>
                  </a:lnTo>
                  <a:lnTo>
                    <a:pt x="1366515" y="806"/>
                  </a:lnTo>
                  <a:lnTo>
                    <a:pt x="1376275" y="796"/>
                  </a:lnTo>
                  <a:lnTo>
                    <a:pt x="1386036" y="805"/>
                  </a:lnTo>
                  <a:lnTo>
                    <a:pt x="1395797" y="773"/>
                  </a:lnTo>
                  <a:lnTo>
                    <a:pt x="1405558" y="758"/>
                  </a:lnTo>
                  <a:lnTo>
                    <a:pt x="1415319" y="767"/>
                  </a:lnTo>
                  <a:lnTo>
                    <a:pt x="1425079" y="719"/>
                  </a:lnTo>
                  <a:lnTo>
                    <a:pt x="1434840" y="695"/>
                  </a:lnTo>
                  <a:lnTo>
                    <a:pt x="1444601" y="680"/>
                  </a:lnTo>
                  <a:lnTo>
                    <a:pt x="1454362" y="674"/>
                  </a:lnTo>
                  <a:lnTo>
                    <a:pt x="1464123" y="691"/>
                  </a:lnTo>
                  <a:lnTo>
                    <a:pt x="1473884" y="705"/>
                  </a:lnTo>
                  <a:lnTo>
                    <a:pt x="1483644" y="711"/>
                  </a:lnTo>
                  <a:lnTo>
                    <a:pt x="1493405" y="704"/>
                  </a:lnTo>
                  <a:lnTo>
                    <a:pt x="1503166" y="683"/>
                  </a:lnTo>
                  <a:lnTo>
                    <a:pt x="1512927" y="699"/>
                  </a:lnTo>
                  <a:lnTo>
                    <a:pt x="1522688" y="673"/>
                  </a:lnTo>
                  <a:lnTo>
                    <a:pt x="1532448" y="664"/>
                  </a:lnTo>
                  <a:lnTo>
                    <a:pt x="1542209" y="667"/>
                  </a:lnTo>
                  <a:lnTo>
                    <a:pt x="1551970" y="711"/>
                  </a:lnTo>
                  <a:lnTo>
                    <a:pt x="1561731" y="682"/>
                  </a:lnTo>
                  <a:lnTo>
                    <a:pt x="1571492" y="705"/>
                  </a:lnTo>
                  <a:lnTo>
                    <a:pt x="1581253" y="686"/>
                  </a:lnTo>
                  <a:lnTo>
                    <a:pt x="1591013" y="660"/>
                  </a:lnTo>
                  <a:lnTo>
                    <a:pt x="1600774" y="667"/>
                  </a:lnTo>
                  <a:lnTo>
                    <a:pt x="1610535" y="652"/>
                  </a:lnTo>
                  <a:lnTo>
                    <a:pt x="1620296" y="651"/>
                  </a:lnTo>
                  <a:lnTo>
                    <a:pt x="1630057" y="665"/>
                  </a:lnTo>
                  <a:lnTo>
                    <a:pt x="1639818" y="704"/>
                  </a:lnTo>
                  <a:lnTo>
                    <a:pt x="1649578" y="690"/>
                  </a:lnTo>
                  <a:lnTo>
                    <a:pt x="1659339" y="656"/>
                  </a:lnTo>
                  <a:lnTo>
                    <a:pt x="1669100" y="643"/>
                  </a:lnTo>
                  <a:lnTo>
                    <a:pt x="1678861" y="622"/>
                  </a:lnTo>
                  <a:lnTo>
                    <a:pt x="1688622" y="594"/>
                  </a:lnTo>
                  <a:lnTo>
                    <a:pt x="1698382" y="599"/>
                  </a:lnTo>
                  <a:lnTo>
                    <a:pt x="1708143" y="610"/>
                  </a:lnTo>
                  <a:lnTo>
                    <a:pt x="1717904" y="584"/>
                  </a:lnTo>
                  <a:lnTo>
                    <a:pt x="1727665" y="582"/>
                  </a:lnTo>
                  <a:lnTo>
                    <a:pt x="1737426" y="592"/>
                  </a:lnTo>
                  <a:lnTo>
                    <a:pt x="1747187" y="546"/>
                  </a:lnTo>
                  <a:lnTo>
                    <a:pt x="1756947" y="529"/>
                  </a:lnTo>
                  <a:lnTo>
                    <a:pt x="1766708" y="542"/>
                  </a:lnTo>
                  <a:lnTo>
                    <a:pt x="1776469" y="532"/>
                  </a:lnTo>
                  <a:lnTo>
                    <a:pt x="1786230" y="504"/>
                  </a:lnTo>
                  <a:lnTo>
                    <a:pt x="1795991" y="513"/>
                  </a:lnTo>
                  <a:lnTo>
                    <a:pt x="1805752" y="509"/>
                  </a:lnTo>
                  <a:lnTo>
                    <a:pt x="1815512" y="478"/>
                  </a:lnTo>
                  <a:lnTo>
                    <a:pt x="1825273" y="467"/>
                  </a:lnTo>
                  <a:lnTo>
                    <a:pt x="1835034" y="459"/>
                  </a:lnTo>
                  <a:lnTo>
                    <a:pt x="1844795" y="452"/>
                  </a:lnTo>
                  <a:lnTo>
                    <a:pt x="1854556" y="454"/>
                  </a:lnTo>
                  <a:lnTo>
                    <a:pt x="1864316" y="440"/>
                  </a:lnTo>
                  <a:lnTo>
                    <a:pt x="1874077" y="450"/>
                  </a:lnTo>
                  <a:lnTo>
                    <a:pt x="1883838" y="437"/>
                  </a:lnTo>
                  <a:lnTo>
                    <a:pt x="1893599" y="426"/>
                  </a:lnTo>
                  <a:lnTo>
                    <a:pt x="1903360" y="411"/>
                  </a:lnTo>
                  <a:lnTo>
                    <a:pt x="1913121" y="415"/>
                  </a:lnTo>
                  <a:lnTo>
                    <a:pt x="1922881" y="411"/>
                  </a:lnTo>
                  <a:lnTo>
                    <a:pt x="1932642" y="379"/>
                  </a:lnTo>
                  <a:lnTo>
                    <a:pt x="1942403" y="343"/>
                  </a:lnTo>
                  <a:lnTo>
                    <a:pt x="1952164" y="303"/>
                  </a:lnTo>
                  <a:lnTo>
                    <a:pt x="1961925" y="288"/>
                  </a:lnTo>
                  <a:lnTo>
                    <a:pt x="1971685" y="277"/>
                  </a:lnTo>
                  <a:lnTo>
                    <a:pt x="1981446" y="261"/>
                  </a:lnTo>
                  <a:lnTo>
                    <a:pt x="1991207" y="244"/>
                  </a:lnTo>
                  <a:lnTo>
                    <a:pt x="2000968" y="238"/>
                  </a:lnTo>
                  <a:lnTo>
                    <a:pt x="2010729" y="234"/>
                  </a:lnTo>
                  <a:lnTo>
                    <a:pt x="2020490" y="239"/>
                  </a:lnTo>
                  <a:lnTo>
                    <a:pt x="2030250" y="246"/>
                  </a:lnTo>
                  <a:lnTo>
                    <a:pt x="2040011" y="225"/>
                  </a:lnTo>
                  <a:lnTo>
                    <a:pt x="2049772" y="207"/>
                  </a:lnTo>
                  <a:lnTo>
                    <a:pt x="2059533" y="191"/>
                  </a:lnTo>
                  <a:lnTo>
                    <a:pt x="2069294" y="173"/>
                  </a:lnTo>
                  <a:lnTo>
                    <a:pt x="2079055" y="151"/>
                  </a:lnTo>
                  <a:lnTo>
                    <a:pt x="2088815" y="146"/>
                  </a:lnTo>
                  <a:lnTo>
                    <a:pt x="2098576" y="151"/>
                  </a:lnTo>
                  <a:lnTo>
                    <a:pt x="2108337" y="176"/>
                  </a:lnTo>
                  <a:lnTo>
                    <a:pt x="2118098" y="183"/>
                  </a:lnTo>
                  <a:lnTo>
                    <a:pt x="2127859" y="200"/>
                  </a:lnTo>
                  <a:lnTo>
                    <a:pt x="2137619" y="216"/>
                  </a:lnTo>
                  <a:lnTo>
                    <a:pt x="2147380" y="221"/>
                  </a:lnTo>
                  <a:lnTo>
                    <a:pt x="2157141" y="196"/>
                  </a:lnTo>
                  <a:lnTo>
                    <a:pt x="2166902" y="190"/>
                  </a:lnTo>
                  <a:lnTo>
                    <a:pt x="2176663" y="219"/>
                  </a:lnTo>
                  <a:lnTo>
                    <a:pt x="2186424" y="211"/>
                  </a:lnTo>
                  <a:lnTo>
                    <a:pt x="2196184" y="222"/>
                  </a:lnTo>
                  <a:lnTo>
                    <a:pt x="2205945" y="219"/>
                  </a:lnTo>
                  <a:lnTo>
                    <a:pt x="2215706" y="216"/>
                  </a:lnTo>
                  <a:lnTo>
                    <a:pt x="2225467" y="219"/>
                  </a:lnTo>
                  <a:lnTo>
                    <a:pt x="2235228" y="231"/>
                  </a:lnTo>
                  <a:lnTo>
                    <a:pt x="2244988" y="231"/>
                  </a:lnTo>
                  <a:lnTo>
                    <a:pt x="2254749" y="232"/>
                  </a:lnTo>
                  <a:lnTo>
                    <a:pt x="2264510" y="234"/>
                  </a:lnTo>
                  <a:lnTo>
                    <a:pt x="2274271" y="243"/>
                  </a:lnTo>
                  <a:lnTo>
                    <a:pt x="2284032" y="236"/>
                  </a:lnTo>
                  <a:lnTo>
                    <a:pt x="2293793" y="236"/>
                  </a:lnTo>
                  <a:lnTo>
                    <a:pt x="2303553" y="247"/>
                  </a:lnTo>
                  <a:lnTo>
                    <a:pt x="2313314" y="250"/>
                  </a:lnTo>
                  <a:lnTo>
                    <a:pt x="2323075" y="237"/>
                  </a:lnTo>
                  <a:lnTo>
                    <a:pt x="2332836" y="219"/>
                  </a:lnTo>
                  <a:lnTo>
                    <a:pt x="2342597" y="197"/>
                  </a:lnTo>
                  <a:lnTo>
                    <a:pt x="2352358" y="174"/>
                  </a:lnTo>
                  <a:lnTo>
                    <a:pt x="2362118" y="144"/>
                  </a:lnTo>
                  <a:lnTo>
                    <a:pt x="2371879" y="123"/>
                  </a:lnTo>
                  <a:lnTo>
                    <a:pt x="2381640" y="118"/>
                  </a:lnTo>
                  <a:lnTo>
                    <a:pt x="2391401" y="123"/>
                  </a:lnTo>
                  <a:lnTo>
                    <a:pt x="2401162" y="132"/>
                  </a:lnTo>
                  <a:lnTo>
                    <a:pt x="2410922" y="148"/>
                  </a:lnTo>
                  <a:lnTo>
                    <a:pt x="2420683" y="166"/>
                  </a:lnTo>
                  <a:lnTo>
                    <a:pt x="2430444" y="165"/>
                  </a:lnTo>
                  <a:lnTo>
                    <a:pt x="2440205" y="155"/>
                  </a:lnTo>
                  <a:lnTo>
                    <a:pt x="2449966" y="173"/>
                  </a:lnTo>
                  <a:lnTo>
                    <a:pt x="2459727" y="159"/>
                  </a:lnTo>
                  <a:lnTo>
                    <a:pt x="2469487" y="146"/>
                  </a:lnTo>
                  <a:lnTo>
                    <a:pt x="2479248" y="142"/>
                  </a:lnTo>
                  <a:lnTo>
                    <a:pt x="2489009" y="114"/>
                  </a:lnTo>
                  <a:lnTo>
                    <a:pt x="2498770" y="78"/>
                  </a:lnTo>
                  <a:lnTo>
                    <a:pt x="2508531" y="40"/>
                  </a:lnTo>
                  <a:lnTo>
                    <a:pt x="2518291" y="5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3461961" y="4863236"/>
              <a:ext cx="2528052" cy="19825"/>
            </a:xfrm>
            <a:custGeom>
              <a:avLst/>
              <a:pathLst>
                <a:path w="2528052" h="19825">
                  <a:moveTo>
                    <a:pt x="0" y="19825"/>
                  </a:moveTo>
                  <a:lnTo>
                    <a:pt x="9760" y="19796"/>
                  </a:lnTo>
                  <a:lnTo>
                    <a:pt x="19521" y="19790"/>
                  </a:lnTo>
                  <a:lnTo>
                    <a:pt x="29282" y="19774"/>
                  </a:lnTo>
                  <a:lnTo>
                    <a:pt x="39043" y="19692"/>
                  </a:lnTo>
                  <a:lnTo>
                    <a:pt x="48804" y="19662"/>
                  </a:lnTo>
                  <a:lnTo>
                    <a:pt x="58564" y="19520"/>
                  </a:lnTo>
                  <a:lnTo>
                    <a:pt x="68325" y="19428"/>
                  </a:lnTo>
                  <a:lnTo>
                    <a:pt x="78086" y="19361"/>
                  </a:lnTo>
                  <a:lnTo>
                    <a:pt x="87847" y="19211"/>
                  </a:lnTo>
                  <a:lnTo>
                    <a:pt x="97608" y="19158"/>
                  </a:lnTo>
                  <a:lnTo>
                    <a:pt x="107369" y="19089"/>
                  </a:lnTo>
                  <a:lnTo>
                    <a:pt x="117129" y="19097"/>
                  </a:lnTo>
                  <a:lnTo>
                    <a:pt x="126890" y="19073"/>
                  </a:lnTo>
                  <a:lnTo>
                    <a:pt x="136651" y="19075"/>
                  </a:lnTo>
                  <a:lnTo>
                    <a:pt x="146412" y="18965"/>
                  </a:lnTo>
                  <a:lnTo>
                    <a:pt x="156173" y="18895"/>
                  </a:lnTo>
                  <a:lnTo>
                    <a:pt x="165933" y="18818"/>
                  </a:lnTo>
                  <a:lnTo>
                    <a:pt x="175694" y="18743"/>
                  </a:lnTo>
                  <a:lnTo>
                    <a:pt x="185455" y="18693"/>
                  </a:lnTo>
                  <a:lnTo>
                    <a:pt x="195216" y="18591"/>
                  </a:lnTo>
                  <a:lnTo>
                    <a:pt x="204977" y="18520"/>
                  </a:lnTo>
                  <a:lnTo>
                    <a:pt x="214738" y="18462"/>
                  </a:lnTo>
                  <a:lnTo>
                    <a:pt x="224498" y="18427"/>
                  </a:lnTo>
                  <a:lnTo>
                    <a:pt x="234259" y="18432"/>
                  </a:lnTo>
                  <a:lnTo>
                    <a:pt x="244020" y="18370"/>
                  </a:lnTo>
                  <a:lnTo>
                    <a:pt x="253781" y="18288"/>
                  </a:lnTo>
                  <a:lnTo>
                    <a:pt x="263542" y="18235"/>
                  </a:lnTo>
                  <a:lnTo>
                    <a:pt x="273303" y="18123"/>
                  </a:lnTo>
                  <a:lnTo>
                    <a:pt x="283063" y="18128"/>
                  </a:lnTo>
                  <a:lnTo>
                    <a:pt x="292824" y="18096"/>
                  </a:lnTo>
                  <a:lnTo>
                    <a:pt x="302585" y="18037"/>
                  </a:lnTo>
                  <a:lnTo>
                    <a:pt x="312346" y="18042"/>
                  </a:lnTo>
                  <a:lnTo>
                    <a:pt x="322107" y="18010"/>
                  </a:lnTo>
                  <a:lnTo>
                    <a:pt x="331867" y="17915"/>
                  </a:lnTo>
                  <a:lnTo>
                    <a:pt x="341628" y="17904"/>
                  </a:lnTo>
                  <a:lnTo>
                    <a:pt x="351389" y="17845"/>
                  </a:lnTo>
                  <a:lnTo>
                    <a:pt x="361150" y="17742"/>
                  </a:lnTo>
                  <a:lnTo>
                    <a:pt x="370911" y="17742"/>
                  </a:lnTo>
                  <a:lnTo>
                    <a:pt x="380672" y="17674"/>
                  </a:lnTo>
                  <a:lnTo>
                    <a:pt x="390432" y="17566"/>
                  </a:lnTo>
                  <a:lnTo>
                    <a:pt x="400193" y="17535"/>
                  </a:lnTo>
                  <a:lnTo>
                    <a:pt x="409954" y="17471"/>
                  </a:lnTo>
                  <a:lnTo>
                    <a:pt x="419715" y="17402"/>
                  </a:lnTo>
                  <a:lnTo>
                    <a:pt x="429476" y="17264"/>
                  </a:lnTo>
                  <a:lnTo>
                    <a:pt x="439236" y="17250"/>
                  </a:lnTo>
                  <a:lnTo>
                    <a:pt x="448997" y="17176"/>
                  </a:lnTo>
                  <a:lnTo>
                    <a:pt x="458758" y="17143"/>
                  </a:lnTo>
                  <a:lnTo>
                    <a:pt x="468519" y="17054"/>
                  </a:lnTo>
                  <a:lnTo>
                    <a:pt x="478280" y="17002"/>
                  </a:lnTo>
                  <a:lnTo>
                    <a:pt x="488041" y="16987"/>
                  </a:lnTo>
                  <a:lnTo>
                    <a:pt x="497801" y="16897"/>
                  </a:lnTo>
                  <a:lnTo>
                    <a:pt x="507562" y="16840"/>
                  </a:lnTo>
                  <a:lnTo>
                    <a:pt x="517323" y="16812"/>
                  </a:lnTo>
                  <a:lnTo>
                    <a:pt x="527084" y="16835"/>
                  </a:lnTo>
                  <a:lnTo>
                    <a:pt x="536845" y="16784"/>
                  </a:lnTo>
                  <a:lnTo>
                    <a:pt x="546606" y="16715"/>
                  </a:lnTo>
                  <a:lnTo>
                    <a:pt x="556366" y="16620"/>
                  </a:lnTo>
                  <a:lnTo>
                    <a:pt x="566127" y="16503"/>
                  </a:lnTo>
                  <a:lnTo>
                    <a:pt x="575888" y="16413"/>
                  </a:lnTo>
                  <a:lnTo>
                    <a:pt x="585649" y="16351"/>
                  </a:lnTo>
                  <a:lnTo>
                    <a:pt x="595410" y="16258"/>
                  </a:lnTo>
                  <a:lnTo>
                    <a:pt x="605170" y="16203"/>
                  </a:lnTo>
                  <a:lnTo>
                    <a:pt x="614931" y="16091"/>
                  </a:lnTo>
                  <a:lnTo>
                    <a:pt x="624692" y="15991"/>
                  </a:lnTo>
                  <a:lnTo>
                    <a:pt x="634453" y="15918"/>
                  </a:lnTo>
                  <a:lnTo>
                    <a:pt x="644214" y="15795"/>
                  </a:lnTo>
                  <a:lnTo>
                    <a:pt x="653975" y="15772"/>
                  </a:lnTo>
                  <a:lnTo>
                    <a:pt x="663735" y="15714"/>
                  </a:lnTo>
                  <a:lnTo>
                    <a:pt x="673496" y="15621"/>
                  </a:lnTo>
                  <a:lnTo>
                    <a:pt x="683257" y="15551"/>
                  </a:lnTo>
                  <a:lnTo>
                    <a:pt x="693018" y="15470"/>
                  </a:lnTo>
                  <a:lnTo>
                    <a:pt x="702779" y="15378"/>
                  </a:lnTo>
                  <a:lnTo>
                    <a:pt x="712539" y="15378"/>
                  </a:lnTo>
                  <a:lnTo>
                    <a:pt x="722300" y="15158"/>
                  </a:lnTo>
                  <a:lnTo>
                    <a:pt x="732061" y="15037"/>
                  </a:lnTo>
                  <a:lnTo>
                    <a:pt x="741822" y="14913"/>
                  </a:lnTo>
                  <a:lnTo>
                    <a:pt x="751583" y="14883"/>
                  </a:lnTo>
                  <a:lnTo>
                    <a:pt x="761344" y="14854"/>
                  </a:lnTo>
                  <a:lnTo>
                    <a:pt x="771104" y="14853"/>
                  </a:lnTo>
                  <a:lnTo>
                    <a:pt x="780865" y="14819"/>
                  </a:lnTo>
                  <a:lnTo>
                    <a:pt x="790626" y="14680"/>
                  </a:lnTo>
                  <a:lnTo>
                    <a:pt x="800387" y="14671"/>
                  </a:lnTo>
                  <a:lnTo>
                    <a:pt x="810148" y="14564"/>
                  </a:lnTo>
                  <a:lnTo>
                    <a:pt x="819909" y="14443"/>
                  </a:lnTo>
                  <a:lnTo>
                    <a:pt x="829669" y="14288"/>
                  </a:lnTo>
                  <a:lnTo>
                    <a:pt x="839430" y="14181"/>
                  </a:lnTo>
                  <a:lnTo>
                    <a:pt x="849191" y="14104"/>
                  </a:lnTo>
                  <a:lnTo>
                    <a:pt x="858952" y="14035"/>
                  </a:lnTo>
                  <a:lnTo>
                    <a:pt x="868713" y="14010"/>
                  </a:lnTo>
                  <a:lnTo>
                    <a:pt x="878473" y="13942"/>
                  </a:lnTo>
                  <a:lnTo>
                    <a:pt x="888234" y="13960"/>
                  </a:lnTo>
                  <a:lnTo>
                    <a:pt x="897995" y="13805"/>
                  </a:lnTo>
                  <a:lnTo>
                    <a:pt x="907756" y="13769"/>
                  </a:lnTo>
                  <a:lnTo>
                    <a:pt x="917517" y="13732"/>
                  </a:lnTo>
                  <a:lnTo>
                    <a:pt x="927278" y="13688"/>
                  </a:lnTo>
                  <a:lnTo>
                    <a:pt x="937038" y="13631"/>
                  </a:lnTo>
                  <a:lnTo>
                    <a:pt x="946799" y="13587"/>
                  </a:lnTo>
                  <a:lnTo>
                    <a:pt x="956560" y="13507"/>
                  </a:lnTo>
                  <a:lnTo>
                    <a:pt x="966321" y="13407"/>
                  </a:lnTo>
                  <a:lnTo>
                    <a:pt x="976082" y="13395"/>
                  </a:lnTo>
                  <a:lnTo>
                    <a:pt x="985842" y="13325"/>
                  </a:lnTo>
                  <a:lnTo>
                    <a:pt x="995603" y="13245"/>
                  </a:lnTo>
                  <a:lnTo>
                    <a:pt x="1005364" y="13165"/>
                  </a:lnTo>
                  <a:lnTo>
                    <a:pt x="1015125" y="13121"/>
                  </a:lnTo>
                  <a:lnTo>
                    <a:pt x="1024886" y="13121"/>
                  </a:lnTo>
                  <a:lnTo>
                    <a:pt x="1034647" y="13058"/>
                  </a:lnTo>
                  <a:lnTo>
                    <a:pt x="1044407" y="12988"/>
                  </a:lnTo>
                  <a:lnTo>
                    <a:pt x="1054168" y="12895"/>
                  </a:lnTo>
                  <a:lnTo>
                    <a:pt x="1063929" y="12824"/>
                  </a:lnTo>
                  <a:lnTo>
                    <a:pt x="1073690" y="12633"/>
                  </a:lnTo>
                  <a:lnTo>
                    <a:pt x="1083451" y="12515"/>
                  </a:lnTo>
                  <a:lnTo>
                    <a:pt x="1093212" y="12473"/>
                  </a:lnTo>
                  <a:lnTo>
                    <a:pt x="1102972" y="12362"/>
                  </a:lnTo>
                  <a:lnTo>
                    <a:pt x="1112733" y="12192"/>
                  </a:lnTo>
                  <a:lnTo>
                    <a:pt x="1122494" y="12063"/>
                  </a:lnTo>
                  <a:lnTo>
                    <a:pt x="1132255" y="12030"/>
                  </a:lnTo>
                  <a:lnTo>
                    <a:pt x="1142016" y="11999"/>
                  </a:lnTo>
                  <a:lnTo>
                    <a:pt x="1151776" y="11929"/>
                  </a:lnTo>
                  <a:lnTo>
                    <a:pt x="1161537" y="11837"/>
                  </a:lnTo>
                  <a:lnTo>
                    <a:pt x="1171298" y="11780"/>
                  </a:lnTo>
                  <a:lnTo>
                    <a:pt x="1181059" y="11674"/>
                  </a:lnTo>
                  <a:lnTo>
                    <a:pt x="1190820" y="11634"/>
                  </a:lnTo>
                  <a:lnTo>
                    <a:pt x="1200581" y="11576"/>
                  </a:lnTo>
                  <a:lnTo>
                    <a:pt x="1210341" y="11496"/>
                  </a:lnTo>
                  <a:lnTo>
                    <a:pt x="1220102" y="11432"/>
                  </a:lnTo>
                  <a:lnTo>
                    <a:pt x="1229863" y="11378"/>
                  </a:lnTo>
                  <a:lnTo>
                    <a:pt x="1239624" y="11230"/>
                  </a:lnTo>
                  <a:lnTo>
                    <a:pt x="1249385" y="11123"/>
                  </a:lnTo>
                  <a:lnTo>
                    <a:pt x="1259145" y="11062"/>
                  </a:lnTo>
                  <a:lnTo>
                    <a:pt x="1268906" y="10995"/>
                  </a:lnTo>
                  <a:lnTo>
                    <a:pt x="1278667" y="10895"/>
                  </a:lnTo>
                  <a:lnTo>
                    <a:pt x="1288428" y="10849"/>
                  </a:lnTo>
                  <a:lnTo>
                    <a:pt x="1298189" y="10760"/>
                  </a:lnTo>
                  <a:lnTo>
                    <a:pt x="1307950" y="10679"/>
                  </a:lnTo>
                  <a:lnTo>
                    <a:pt x="1317710" y="10582"/>
                  </a:lnTo>
                  <a:lnTo>
                    <a:pt x="1327471" y="10528"/>
                  </a:lnTo>
                  <a:lnTo>
                    <a:pt x="1337232" y="10459"/>
                  </a:lnTo>
                  <a:lnTo>
                    <a:pt x="1346993" y="10313"/>
                  </a:lnTo>
                  <a:lnTo>
                    <a:pt x="1356754" y="10229"/>
                  </a:lnTo>
                  <a:lnTo>
                    <a:pt x="1366515" y="10200"/>
                  </a:lnTo>
                  <a:lnTo>
                    <a:pt x="1376275" y="10047"/>
                  </a:lnTo>
                  <a:lnTo>
                    <a:pt x="1386036" y="9965"/>
                  </a:lnTo>
                  <a:lnTo>
                    <a:pt x="1395797" y="9874"/>
                  </a:lnTo>
                  <a:lnTo>
                    <a:pt x="1405558" y="9771"/>
                  </a:lnTo>
                  <a:lnTo>
                    <a:pt x="1415319" y="9719"/>
                  </a:lnTo>
                  <a:lnTo>
                    <a:pt x="1425079" y="9674"/>
                  </a:lnTo>
                  <a:lnTo>
                    <a:pt x="1434840" y="9617"/>
                  </a:lnTo>
                  <a:lnTo>
                    <a:pt x="1444601" y="9529"/>
                  </a:lnTo>
                  <a:lnTo>
                    <a:pt x="1454362" y="9450"/>
                  </a:lnTo>
                  <a:lnTo>
                    <a:pt x="1464123" y="9367"/>
                  </a:lnTo>
                  <a:lnTo>
                    <a:pt x="1473884" y="9325"/>
                  </a:lnTo>
                  <a:lnTo>
                    <a:pt x="1483644" y="9263"/>
                  </a:lnTo>
                  <a:lnTo>
                    <a:pt x="1493405" y="9195"/>
                  </a:lnTo>
                  <a:lnTo>
                    <a:pt x="1503166" y="9134"/>
                  </a:lnTo>
                  <a:lnTo>
                    <a:pt x="1512927" y="9077"/>
                  </a:lnTo>
                  <a:lnTo>
                    <a:pt x="1522688" y="9000"/>
                  </a:lnTo>
                  <a:lnTo>
                    <a:pt x="1532448" y="8883"/>
                  </a:lnTo>
                  <a:lnTo>
                    <a:pt x="1542209" y="8785"/>
                  </a:lnTo>
                  <a:lnTo>
                    <a:pt x="1551970" y="8641"/>
                  </a:lnTo>
                  <a:lnTo>
                    <a:pt x="1561731" y="8529"/>
                  </a:lnTo>
                  <a:lnTo>
                    <a:pt x="1571492" y="8421"/>
                  </a:lnTo>
                  <a:lnTo>
                    <a:pt x="1581253" y="8342"/>
                  </a:lnTo>
                  <a:lnTo>
                    <a:pt x="1591013" y="8319"/>
                  </a:lnTo>
                  <a:lnTo>
                    <a:pt x="1600774" y="8198"/>
                  </a:lnTo>
                  <a:lnTo>
                    <a:pt x="1610535" y="8065"/>
                  </a:lnTo>
                  <a:lnTo>
                    <a:pt x="1620296" y="8041"/>
                  </a:lnTo>
                  <a:lnTo>
                    <a:pt x="1630057" y="7986"/>
                  </a:lnTo>
                  <a:lnTo>
                    <a:pt x="1639818" y="7926"/>
                  </a:lnTo>
                  <a:lnTo>
                    <a:pt x="1649578" y="7825"/>
                  </a:lnTo>
                  <a:lnTo>
                    <a:pt x="1659339" y="7746"/>
                  </a:lnTo>
                  <a:lnTo>
                    <a:pt x="1669100" y="7712"/>
                  </a:lnTo>
                  <a:lnTo>
                    <a:pt x="1678861" y="7681"/>
                  </a:lnTo>
                  <a:lnTo>
                    <a:pt x="1688622" y="7594"/>
                  </a:lnTo>
                  <a:lnTo>
                    <a:pt x="1698382" y="7508"/>
                  </a:lnTo>
                  <a:lnTo>
                    <a:pt x="1708143" y="7373"/>
                  </a:lnTo>
                  <a:lnTo>
                    <a:pt x="1717904" y="7278"/>
                  </a:lnTo>
                  <a:lnTo>
                    <a:pt x="1727665" y="7199"/>
                  </a:lnTo>
                  <a:lnTo>
                    <a:pt x="1737426" y="7164"/>
                  </a:lnTo>
                  <a:lnTo>
                    <a:pt x="1747187" y="7109"/>
                  </a:lnTo>
                  <a:lnTo>
                    <a:pt x="1756947" y="6999"/>
                  </a:lnTo>
                  <a:lnTo>
                    <a:pt x="1766708" y="6889"/>
                  </a:lnTo>
                  <a:lnTo>
                    <a:pt x="1776469" y="6779"/>
                  </a:lnTo>
                  <a:lnTo>
                    <a:pt x="1786230" y="6668"/>
                  </a:lnTo>
                  <a:lnTo>
                    <a:pt x="1795991" y="6549"/>
                  </a:lnTo>
                  <a:lnTo>
                    <a:pt x="1805752" y="6396"/>
                  </a:lnTo>
                  <a:lnTo>
                    <a:pt x="1815512" y="6243"/>
                  </a:lnTo>
                  <a:lnTo>
                    <a:pt x="1825273" y="6105"/>
                  </a:lnTo>
                  <a:lnTo>
                    <a:pt x="1835034" y="6001"/>
                  </a:lnTo>
                  <a:lnTo>
                    <a:pt x="1844795" y="5917"/>
                  </a:lnTo>
                  <a:lnTo>
                    <a:pt x="1854556" y="5833"/>
                  </a:lnTo>
                  <a:lnTo>
                    <a:pt x="1864316" y="5749"/>
                  </a:lnTo>
                  <a:lnTo>
                    <a:pt x="1874077" y="5655"/>
                  </a:lnTo>
                  <a:lnTo>
                    <a:pt x="1883838" y="5537"/>
                  </a:lnTo>
                  <a:lnTo>
                    <a:pt x="1893599" y="5419"/>
                  </a:lnTo>
                  <a:lnTo>
                    <a:pt x="1903360" y="5300"/>
                  </a:lnTo>
                  <a:lnTo>
                    <a:pt x="1913121" y="5274"/>
                  </a:lnTo>
                  <a:lnTo>
                    <a:pt x="1922881" y="5285"/>
                  </a:lnTo>
                  <a:lnTo>
                    <a:pt x="1932642" y="5230"/>
                  </a:lnTo>
                  <a:lnTo>
                    <a:pt x="1942403" y="5108"/>
                  </a:lnTo>
                  <a:lnTo>
                    <a:pt x="1952164" y="5038"/>
                  </a:lnTo>
                  <a:lnTo>
                    <a:pt x="1961925" y="4968"/>
                  </a:lnTo>
                  <a:lnTo>
                    <a:pt x="1971685" y="4898"/>
                  </a:lnTo>
                  <a:lnTo>
                    <a:pt x="1981446" y="4828"/>
                  </a:lnTo>
                  <a:lnTo>
                    <a:pt x="1991207" y="4781"/>
                  </a:lnTo>
                  <a:lnTo>
                    <a:pt x="2000968" y="4733"/>
                  </a:lnTo>
                  <a:lnTo>
                    <a:pt x="2010729" y="4685"/>
                  </a:lnTo>
                  <a:lnTo>
                    <a:pt x="2020490" y="4637"/>
                  </a:lnTo>
                  <a:lnTo>
                    <a:pt x="2030250" y="4596"/>
                  </a:lnTo>
                  <a:lnTo>
                    <a:pt x="2040011" y="4588"/>
                  </a:lnTo>
                  <a:lnTo>
                    <a:pt x="2049772" y="4493"/>
                  </a:lnTo>
                  <a:lnTo>
                    <a:pt x="2059533" y="4330"/>
                  </a:lnTo>
                  <a:lnTo>
                    <a:pt x="2069294" y="4191"/>
                  </a:lnTo>
                  <a:lnTo>
                    <a:pt x="2079055" y="4066"/>
                  </a:lnTo>
                  <a:lnTo>
                    <a:pt x="2088815" y="3942"/>
                  </a:lnTo>
                  <a:lnTo>
                    <a:pt x="2098576" y="3840"/>
                  </a:lnTo>
                  <a:lnTo>
                    <a:pt x="2108337" y="3706"/>
                  </a:lnTo>
                  <a:lnTo>
                    <a:pt x="2118098" y="3579"/>
                  </a:lnTo>
                  <a:lnTo>
                    <a:pt x="2127859" y="3545"/>
                  </a:lnTo>
                  <a:lnTo>
                    <a:pt x="2137619" y="3455"/>
                  </a:lnTo>
                  <a:lnTo>
                    <a:pt x="2147380" y="3343"/>
                  </a:lnTo>
                  <a:lnTo>
                    <a:pt x="2157141" y="3231"/>
                  </a:lnTo>
                  <a:lnTo>
                    <a:pt x="2166902" y="3169"/>
                  </a:lnTo>
                  <a:lnTo>
                    <a:pt x="2176663" y="3112"/>
                  </a:lnTo>
                  <a:lnTo>
                    <a:pt x="2186424" y="3056"/>
                  </a:lnTo>
                  <a:lnTo>
                    <a:pt x="2196184" y="3023"/>
                  </a:lnTo>
                  <a:lnTo>
                    <a:pt x="2205945" y="2969"/>
                  </a:lnTo>
                  <a:lnTo>
                    <a:pt x="2215706" y="2905"/>
                  </a:lnTo>
                  <a:lnTo>
                    <a:pt x="2225467" y="2841"/>
                  </a:lnTo>
                  <a:lnTo>
                    <a:pt x="2235228" y="2798"/>
                  </a:lnTo>
                  <a:lnTo>
                    <a:pt x="2244988" y="2798"/>
                  </a:lnTo>
                  <a:lnTo>
                    <a:pt x="2254749" y="2799"/>
                  </a:lnTo>
                  <a:lnTo>
                    <a:pt x="2264510" y="2799"/>
                  </a:lnTo>
                  <a:lnTo>
                    <a:pt x="2274271" y="2700"/>
                  </a:lnTo>
                  <a:lnTo>
                    <a:pt x="2284032" y="2600"/>
                  </a:lnTo>
                  <a:lnTo>
                    <a:pt x="2293793" y="2495"/>
                  </a:lnTo>
                  <a:lnTo>
                    <a:pt x="2303553" y="2345"/>
                  </a:lnTo>
                  <a:lnTo>
                    <a:pt x="2313314" y="2214"/>
                  </a:lnTo>
                  <a:lnTo>
                    <a:pt x="2323075" y="2107"/>
                  </a:lnTo>
                  <a:lnTo>
                    <a:pt x="2332836" y="2001"/>
                  </a:lnTo>
                  <a:lnTo>
                    <a:pt x="2342597" y="1894"/>
                  </a:lnTo>
                  <a:lnTo>
                    <a:pt x="2352358" y="1788"/>
                  </a:lnTo>
                  <a:lnTo>
                    <a:pt x="2362118" y="1681"/>
                  </a:lnTo>
                  <a:lnTo>
                    <a:pt x="2371879" y="1539"/>
                  </a:lnTo>
                  <a:lnTo>
                    <a:pt x="2381640" y="1411"/>
                  </a:lnTo>
                  <a:lnTo>
                    <a:pt x="2391401" y="1292"/>
                  </a:lnTo>
                  <a:lnTo>
                    <a:pt x="2401162" y="1237"/>
                  </a:lnTo>
                  <a:lnTo>
                    <a:pt x="2410922" y="1171"/>
                  </a:lnTo>
                  <a:lnTo>
                    <a:pt x="2420683" y="1097"/>
                  </a:lnTo>
                  <a:lnTo>
                    <a:pt x="2430444" y="1017"/>
                  </a:lnTo>
                  <a:lnTo>
                    <a:pt x="2440205" y="962"/>
                  </a:lnTo>
                  <a:lnTo>
                    <a:pt x="2449966" y="900"/>
                  </a:lnTo>
                  <a:lnTo>
                    <a:pt x="2459727" y="807"/>
                  </a:lnTo>
                  <a:lnTo>
                    <a:pt x="2469487" y="677"/>
                  </a:lnTo>
                  <a:lnTo>
                    <a:pt x="2479248" y="560"/>
                  </a:lnTo>
                  <a:lnTo>
                    <a:pt x="2489009" y="442"/>
                  </a:lnTo>
                  <a:lnTo>
                    <a:pt x="2498770" y="348"/>
                  </a:lnTo>
                  <a:lnTo>
                    <a:pt x="2508531" y="242"/>
                  </a:lnTo>
                  <a:lnTo>
                    <a:pt x="2518291" y="121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3335559" y="745738"/>
              <a:ext cx="2780858" cy="5179814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6186006" y="745738"/>
              <a:ext cx="2780858" cy="51798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6186006" y="4868486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6186006" y="3385655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6186006" y="1902824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6208775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6854500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7500225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8145951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8791676" y="745738"/>
              <a:ext cx="0" cy="5179814"/>
            </a:xfrm>
            <a:custGeom>
              <a:avLst/>
              <a:pathLst>
                <a:path w="0" h="5179814">
                  <a:moveTo>
                    <a:pt x="0" y="51798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6186006" y="4868486"/>
              <a:ext cx="2780858" cy="0"/>
            </a:xfrm>
            <a:custGeom>
              <a:avLst/>
              <a:pathLst>
                <a:path w="2780858" h="0">
                  <a:moveTo>
                    <a:pt x="0" y="0"/>
                  </a:moveTo>
                  <a:lnTo>
                    <a:pt x="2780858" y="0"/>
                  </a:lnTo>
                  <a:lnTo>
                    <a:pt x="2780858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6312408" y="2620982"/>
              <a:ext cx="2528052" cy="2406941"/>
            </a:xfrm>
            <a:custGeom>
              <a:avLst/>
              <a:pathLst>
                <a:path w="2528052" h="2406941">
                  <a:moveTo>
                    <a:pt x="0" y="2275930"/>
                  </a:moveTo>
                  <a:lnTo>
                    <a:pt x="9760" y="2275449"/>
                  </a:lnTo>
                  <a:lnTo>
                    <a:pt x="19521" y="2274953"/>
                  </a:lnTo>
                  <a:lnTo>
                    <a:pt x="29282" y="2274457"/>
                  </a:lnTo>
                  <a:lnTo>
                    <a:pt x="39043" y="2273959"/>
                  </a:lnTo>
                  <a:lnTo>
                    <a:pt x="48804" y="2273462"/>
                  </a:lnTo>
                  <a:lnTo>
                    <a:pt x="58564" y="2272963"/>
                  </a:lnTo>
                  <a:lnTo>
                    <a:pt x="68325" y="2272464"/>
                  </a:lnTo>
                  <a:lnTo>
                    <a:pt x="78086" y="2271965"/>
                  </a:lnTo>
                  <a:lnTo>
                    <a:pt x="87847" y="2271464"/>
                  </a:lnTo>
                  <a:lnTo>
                    <a:pt x="97608" y="2270964"/>
                  </a:lnTo>
                  <a:lnTo>
                    <a:pt x="107369" y="2270462"/>
                  </a:lnTo>
                  <a:lnTo>
                    <a:pt x="117129" y="2269960"/>
                  </a:lnTo>
                  <a:lnTo>
                    <a:pt x="126890" y="2269457"/>
                  </a:lnTo>
                  <a:lnTo>
                    <a:pt x="136651" y="2268954"/>
                  </a:lnTo>
                  <a:lnTo>
                    <a:pt x="146412" y="2268450"/>
                  </a:lnTo>
                  <a:lnTo>
                    <a:pt x="156173" y="2267946"/>
                  </a:lnTo>
                  <a:lnTo>
                    <a:pt x="165933" y="2267441"/>
                  </a:lnTo>
                  <a:lnTo>
                    <a:pt x="175694" y="2266937"/>
                  </a:lnTo>
                  <a:lnTo>
                    <a:pt x="185455" y="2266446"/>
                  </a:lnTo>
                  <a:lnTo>
                    <a:pt x="195216" y="2265953"/>
                  </a:lnTo>
                  <a:lnTo>
                    <a:pt x="204977" y="2265458"/>
                  </a:lnTo>
                  <a:lnTo>
                    <a:pt x="214738" y="2264963"/>
                  </a:lnTo>
                  <a:lnTo>
                    <a:pt x="224498" y="2264465"/>
                  </a:lnTo>
                  <a:lnTo>
                    <a:pt x="234259" y="2263967"/>
                  </a:lnTo>
                  <a:lnTo>
                    <a:pt x="244020" y="2263467"/>
                  </a:lnTo>
                  <a:lnTo>
                    <a:pt x="253781" y="2262965"/>
                  </a:lnTo>
                  <a:lnTo>
                    <a:pt x="263542" y="2262463"/>
                  </a:lnTo>
                  <a:lnTo>
                    <a:pt x="273303" y="2261959"/>
                  </a:lnTo>
                  <a:lnTo>
                    <a:pt x="283063" y="2261453"/>
                  </a:lnTo>
                  <a:lnTo>
                    <a:pt x="292824" y="2260947"/>
                  </a:lnTo>
                  <a:lnTo>
                    <a:pt x="302585" y="2260438"/>
                  </a:lnTo>
                  <a:lnTo>
                    <a:pt x="312346" y="2259929"/>
                  </a:lnTo>
                  <a:lnTo>
                    <a:pt x="322107" y="2259410"/>
                  </a:lnTo>
                  <a:lnTo>
                    <a:pt x="331867" y="2258889"/>
                  </a:lnTo>
                  <a:lnTo>
                    <a:pt x="341628" y="2258368"/>
                  </a:lnTo>
                  <a:lnTo>
                    <a:pt x="351389" y="2257846"/>
                  </a:lnTo>
                  <a:lnTo>
                    <a:pt x="361150" y="2257324"/>
                  </a:lnTo>
                  <a:lnTo>
                    <a:pt x="370911" y="2256800"/>
                  </a:lnTo>
                  <a:lnTo>
                    <a:pt x="380672" y="2256276"/>
                  </a:lnTo>
                  <a:lnTo>
                    <a:pt x="390432" y="2255751"/>
                  </a:lnTo>
                  <a:lnTo>
                    <a:pt x="400193" y="2255226"/>
                  </a:lnTo>
                  <a:lnTo>
                    <a:pt x="409954" y="2254700"/>
                  </a:lnTo>
                  <a:lnTo>
                    <a:pt x="419715" y="2254173"/>
                  </a:lnTo>
                  <a:lnTo>
                    <a:pt x="429476" y="2253645"/>
                  </a:lnTo>
                  <a:lnTo>
                    <a:pt x="439236" y="2253120"/>
                  </a:lnTo>
                  <a:lnTo>
                    <a:pt x="448997" y="2252593"/>
                  </a:lnTo>
                  <a:lnTo>
                    <a:pt x="458758" y="2252065"/>
                  </a:lnTo>
                  <a:lnTo>
                    <a:pt x="468519" y="2251536"/>
                  </a:lnTo>
                  <a:lnTo>
                    <a:pt x="478280" y="2251005"/>
                  </a:lnTo>
                  <a:lnTo>
                    <a:pt x="488041" y="2250472"/>
                  </a:lnTo>
                  <a:lnTo>
                    <a:pt x="497801" y="2249938"/>
                  </a:lnTo>
                  <a:lnTo>
                    <a:pt x="507562" y="2249403"/>
                  </a:lnTo>
                  <a:lnTo>
                    <a:pt x="517323" y="2248867"/>
                  </a:lnTo>
                  <a:lnTo>
                    <a:pt x="527084" y="2248330"/>
                  </a:lnTo>
                  <a:lnTo>
                    <a:pt x="536845" y="2247793"/>
                  </a:lnTo>
                  <a:lnTo>
                    <a:pt x="546606" y="2245765"/>
                  </a:lnTo>
                  <a:lnTo>
                    <a:pt x="556366" y="2241974"/>
                  </a:lnTo>
                  <a:lnTo>
                    <a:pt x="566127" y="2238138"/>
                  </a:lnTo>
                  <a:lnTo>
                    <a:pt x="575888" y="2234281"/>
                  </a:lnTo>
                  <a:lnTo>
                    <a:pt x="585649" y="2230384"/>
                  </a:lnTo>
                  <a:lnTo>
                    <a:pt x="595410" y="2226432"/>
                  </a:lnTo>
                  <a:lnTo>
                    <a:pt x="605170" y="2222438"/>
                  </a:lnTo>
                  <a:lnTo>
                    <a:pt x="614931" y="2218400"/>
                  </a:lnTo>
                  <a:lnTo>
                    <a:pt x="624692" y="2214319"/>
                  </a:lnTo>
                  <a:lnTo>
                    <a:pt x="634453" y="2210193"/>
                  </a:lnTo>
                  <a:lnTo>
                    <a:pt x="644214" y="2206022"/>
                  </a:lnTo>
                  <a:lnTo>
                    <a:pt x="653975" y="2201783"/>
                  </a:lnTo>
                  <a:lnTo>
                    <a:pt x="663735" y="2197471"/>
                  </a:lnTo>
                  <a:lnTo>
                    <a:pt x="673496" y="2193163"/>
                  </a:lnTo>
                  <a:lnTo>
                    <a:pt x="683257" y="2188810"/>
                  </a:lnTo>
                  <a:lnTo>
                    <a:pt x="693018" y="2184415"/>
                  </a:lnTo>
                  <a:lnTo>
                    <a:pt x="702779" y="2180040"/>
                  </a:lnTo>
                  <a:lnTo>
                    <a:pt x="712539" y="2175673"/>
                  </a:lnTo>
                  <a:lnTo>
                    <a:pt x="722300" y="2171118"/>
                  </a:lnTo>
                  <a:lnTo>
                    <a:pt x="732061" y="2166501"/>
                  </a:lnTo>
                  <a:lnTo>
                    <a:pt x="741822" y="2161831"/>
                  </a:lnTo>
                  <a:lnTo>
                    <a:pt x="751583" y="2157108"/>
                  </a:lnTo>
                  <a:lnTo>
                    <a:pt x="761344" y="2152330"/>
                  </a:lnTo>
                  <a:lnTo>
                    <a:pt x="771104" y="2147538"/>
                  </a:lnTo>
                  <a:lnTo>
                    <a:pt x="780865" y="2142704"/>
                  </a:lnTo>
                  <a:lnTo>
                    <a:pt x="790626" y="2137832"/>
                  </a:lnTo>
                  <a:lnTo>
                    <a:pt x="800387" y="2132903"/>
                  </a:lnTo>
                  <a:lnTo>
                    <a:pt x="810148" y="2127989"/>
                  </a:lnTo>
                  <a:lnTo>
                    <a:pt x="819909" y="2123263"/>
                  </a:lnTo>
                  <a:lnTo>
                    <a:pt x="829669" y="2118170"/>
                  </a:lnTo>
                  <a:lnTo>
                    <a:pt x="839430" y="2113024"/>
                  </a:lnTo>
                  <a:lnTo>
                    <a:pt x="849191" y="2107823"/>
                  </a:lnTo>
                  <a:lnTo>
                    <a:pt x="858952" y="2102567"/>
                  </a:lnTo>
                  <a:lnTo>
                    <a:pt x="868713" y="2097256"/>
                  </a:lnTo>
                  <a:lnTo>
                    <a:pt x="878473" y="2091888"/>
                  </a:lnTo>
                  <a:lnTo>
                    <a:pt x="888234" y="2086464"/>
                  </a:lnTo>
                  <a:lnTo>
                    <a:pt x="897995" y="2080983"/>
                  </a:lnTo>
                  <a:lnTo>
                    <a:pt x="907756" y="2075444"/>
                  </a:lnTo>
                  <a:lnTo>
                    <a:pt x="917517" y="2069847"/>
                  </a:lnTo>
                  <a:lnTo>
                    <a:pt x="927278" y="2064192"/>
                  </a:lnTo>
                  <a:lnTo>
                    <a:pt x="937038" y="2058499"/>
                  </a:lnTo>
                  <a:lnTo>
                    <a:pt x="946799" y="2053018"/>
                  </a:lnTo>
                  <a:lnTo>
                    <a:pt x="956560" y="2047495"/>
                  </a:lnTo>
                  <a:lnTo>
                    <a:pt x="966321" y="2041931"/>
                  </a:lnTo>
                  <a:lnTo>
                    <a:pt x="976082" y="2035973"/>
                  </a:lnTo>
                  <a:lnTo>
                    <a:pt x="985842" y="2030023"/>
                  </a:lnTo>
                  <a:lnTo>
                    <a:pt x="995603" y="2024195"/>
                  </a:lnTo>
                  <a:lnTo>
                    <a:pt x="1005364" y="2018030"/>
                  </a:lnTo>
                  <a:lnTo>
                    <a:pt x="1015125" y="2011793"/>
                  </a:lnTo>
                  <a:lnTo>
                    <a:pt x="1024886" y="2005486"/>
                  </a:lnTo>
                  <a:lnTo>
                    <a:pt x="1034647" y="1999455"/>
                  </a:lnTo>
                  <a:lnTo>
                    <a:pt x="1044407" y="1993202"/>
                  </a:lnTo>
                  <a:lnTo>
                    <a:pt x="1054168" y="1986639"/>
                  </a:lnTo>
                  <a:lnTo>
                    <a:pt x="1063929" y="1980296"/>
                  </a:lnTo>
                  <a:lnTo>
                    <a:pt x="1073690" y="1973896"/>
                  </a:lnTo>
                  <a:lnTo>
                    <a:pt x="1083451" y="1967443"/>
                  </a:lnTo>
                  <a:lnTo>
                    <a:pt x="1093212" y="1960931"/>
                  </a:lnTo>
                  <a:lnTo>
                    <a:pt x="1102972" y="1954359"/>
                  </a:lnTo>
                  <a:lnTo>
                    <a:pt x="1112733" y="1947727"/>
                  </a:lnTo>
                  <a:lnTo>
                    <a:pt x="1122494" y="1940596"/>
                  </a:lnTo>
                  <a:lnTo>
                    <a:pt x="1132255" y="1933244"/>
                  </a:lnTo>
                  <a:lnTo>
                    <a:pt x="1142016" y="1926331"/>
                  </a:lnTo>
                  <a:lnTo>
                    <a:pt x="1151776" y="1919370"/>
                  </a:lnTo>
                  <a:lnTo>
                    <a:pt x="1161537" y="1912348"/>
                  </a:lnTo>
                  <a:lnTo>
                    <a:pt x="1171298" y="1905264"/>
                  </a:lnTo>
                  <a:lnTo>
                    <a:pt x="1181059" y="1897821"/>
                  </a:lnTo>
                  <a:lnTo>
                    <a:pt x="1190820" y="1890361"/>
                  </a:lnTo>
                  <a:lnTo>
                    <a:pt x="1200581" y="1883316"/>
                  </a:lnTo>
                  <a:lnTo>
                    <a:pt x="1210341" y="1876052"/>
                  </a:lnTo>
                  <a:lnTo>
                    <a:pt x="1220102" y="1868265"/>
                  </a:lnTo>
                  <a:lnTo>
                    <a:pt x="1229863" y="1860410"/>
                  </a:lnTo>
                  <a:lnTo>
                    <a:pt x="1239624" y="1853210"/>
                  </a:lnTo>
                  <a:lnTo>
                    <a:pt x="1249385" y="1845207"/>
                  </a:lnTo>
                  <a:lnTo>
                    <a:pt x="1259145" y="1837482"/>
                  </a:lnTo>
                  <a:lnTo>
                    <a:pt x="1268906" y="1829213"/>
                  </a:lnTo>
                  <a:lnTo>
                    <a:pt x="1278667" y="1820917"/>
                  </a:lnTo>
                  <a:lnTo>
                    <a:pt x="1288428" y="1812925"/>
                  </a:lnTo>
                  <a:lnTo>
                    <a:pt x="1298189" y="1804861"/>
                  </a:lnTo>
                  <a:lnTo>
                    <a:pt x="1307950" y="1796726"/>
                  </a:lnTo>
                  <a:lnTo>
                    <a:pt x="1317710" y="1788521"/>
                  </a:lnTo>
                  <a:lnTo>
                    <a:pt x="1327471" y="1780243"/>
                  </a:lnTo>
                  <a:lnTo>
                    <a:pt x="1337232" y="1771890"/>
                  </a:lnTo>
                  <a:lnTo>
                    <a:pt x="1346993" y="1763465"/>
                  </a:lnTo>
                  <a:lnTo>
                    <a:pt x="1356754" y="1754359"/>
                  </a:lnTo>
                  <a:lnTo>
                    <a:pt x="1366515" y="1746152"/>
                  </a:lnTo>
                  <a:lnTo>
                    <a:pt x="1376275" y="1737720"/>
                  </a:lnTo>
                  <a:lnTo>
                    <a:pt x="1386036" y="1728986"/>
                  </a:lnTo>
                  <a:lnTo>
                    <a:pt x="1395797" y="1719801"/>
                  </a:lnTo>
                  <a:lnTo>
                    <a:pt x="1405558" y="1710186"/>
                  </a:lnTo>
                  <a:lnTo>
                    <a:pt x="1415319" y="1700468"/>
                  </a:lnTo>
                  <a:lnTo>
                    <a:pt x="1425079" y="1690966"/>
                  </a:lnTo>
                  <a:lnTo>
                    <a:pt x="1434840" y="1681720"/>
                  </a:lnTo>
                  <a:lnTo>
                    <a:pt x="1444601" y="1672391"/>
                  </a:lnTo>
                  <a:lnTo>
                    <a:pt x="1454362" y="1662979"/>
                  </a:lnTo>
                  <a:lnTo>
                    <a:pt x="1464123" y="1653483"/>
                  </a:lnTo>
                  <a:lnTo>
                    <a:pt x="1473884" y="1643911"/>
                  </a:lnTo>
                  <a:lnTo>
                    <a:pt x="1483644" y="1634285"/>
                  </a:lnTo>
                  <a:lnTo>
                    <a:pt x="1493405" y="1624576"/>
                  </a:lnTo>
                  <a:lnTo>
                    <a:pt x="1503166" y="1613601"/>
                  </a:lnTo>
                  <a:lnTo>
                    <a:pt x="1512927" y="1603896"/>
                  </a:lnTo>
                  <a:lnTo>
                    <a:pt x="1522688" y="1593767"/>
                  </a:lnTo>
                  <a:lnTo>
                    <a:pt x="1532448" y="1582207"/>
                  </a:lnTo>
                  <a:lnTo>
                    <a:pt x="1542209" y="1570514"/>
                  </a:lnTo>
                  <a:lnTo>
                    <a:pt x="1551970" y="1558708"/>
                  </a:lnTo>
                  <a:lnTo>
                    <a:pt x="1561731" y="1546778"/>
                  </a:lnTo>
                  <a:lnTo>
                    <a:pt x="1571492" y="1535652"/>
                  </a:lnTo>
                  <a:lnTo>
                    <a:pt x="1581253" y="1524935"/>
                  </a:lnTo>
                  <a:lnTo>
                    <a:pt x="1591013" y="1514142"/>
                  </a:lnTo>
                  <a:lnTo>
                    <a:pt x="1600774" y="1503216"/>
                  </a:lnTo>
                  <a:lnTo>
                    <a:pt x="1610535" y="1492280"/>
                  </a:lnTo>
                  <a:lnTo>
                    <a:pt x="1620296" y="1481105"/>
                  </a:lnTo>
                  <a:lnTo>
                    <a:pt x="1630057" y="1469900"/>
                  </a:lnTo>
                  <a:lnTo>
                    <a:pt x="1639818" y="1458614"/>
                  </a:lnTo>
                  <a:lnTo>
                    <a:pt x="1649578" y="1447234"/>
                  </a:lnTo>
                  <a:lnTo>
                    <a:pt x="1659339" y="1435776"/>
                  </a:lnTo>
                  <a:lnTo>
                    <a:pt x="1669100" y="1424222"/>
                  </a:lnTo>
                  <a:lnTo>
                    <a:pt x="1678861" y="1413096"/>
                  </a:lnTo>
                  <a:lnTo>
                    <a:pt x="1688622" y="1401974"/>
                  </a:lnTo>
                  <a:lnTo>
                    <a:pt x="1698382" y="1390771"/>
                  </a:lnTo>
                  <a:lnTo>
                    <a:pt x="1708143" y="1379489"/>
                  </a:lnTo>
                  <a:lnTo>
                    <a:pt x="1717904" y="1367837"/>
                  </a:lnTo>
                  <a:lnTo>
                    <a:pt x="1727665" y="1355987"/>
                  </a:lnTo>
                  <a:lnTo>
                    <a:pt x="1737426" y="1344045"/>
                  </a:lnTo>
                  <a:lnTo>
                    <a:pt x="1747187" y="1332013"/>
                  </a:lnTo>
                  <a:lnTo>
                    <a:pt x="1756947" y="1319889"/>
                  </a:lnTo>
                  <a:lnTo>
                    <a:pt x="1766708" y="1307674"/>
                  </a:lnTo>
                  <a:lnTo>
                    <a:pt x="1776469" y="1295367"/>
                  </a:lnTo>
                  <a:lnTo>
                    <a:pt x="1786230" y="1282969"/>
                  </a:lnTo>
                  <a:lnTo>
                    <a:pt x="1795991" y="1270478"/>
                  </a:lnTo>
                  <a:lnTo>
                    <a:pt x="1805752" y="1257894"/>
                  </a:lnTo>
                  <a:lnTo>
                    <a:pt x="1815512" y="1245221"/>
                  </a:lnTo>
                  <a:lnTo>
                    <a:pt x="1825273" y="1232472"/>
                  </a:lnTo>
                  <a:lnTo>
                    <a:pt x="1835034" y="1219631"/>
                  </a:lnTo>
                  <a:lnTo>
                    <a:pt x="1844795" y="1206697"/>
                  </a:lnTo>
                  <a:lnTo>
                    <a:pt x="1854556" y="1193670"/>
                  </a:lnTo>
                  <a:lnTo>
                    <a:pt x="1864316" y="1178825"/>
                  </a:lnTo>
                  <a:lnTo>
                    <a:pt x="1874077" y="1163786"/>
                  </a:lnTo>
                  <a:lnTo>
                    <a:pt x="1883838" y="1150869"/>
                  </a:lnTo>
                  <a:lnTo>
                    <a:pt x="1893599" y="1137869"/>
                  </a:lnTo>
                  <a:lnTo>
                    <a:pt x="1903360" y="1124818"/>
                  </a:lnTo>
                  <a:lnTo>
                    <a:pt x="1913121" y="1111701"/>
                  </a:lnTo>
                  <a:lnTo>
                    <a:pt x="1922881" y="1098501"/>
                  </a:lnTo>
                  <a:lnTo>
                    <a:pt x="1932642" y="1085219"/>
                  </a:lnTo>
                  <a:lnTo>
                    <a:pt x="1942403" y="1071854"/>
                  </a:lnTo>
                  <a:lnTo>
                    <a:pt x="1952164" y="1057968"/>
                  </a:lnTo>
                  <a:lnTo>
                    <a:pt x="1961925" y="1043899"/>
                  </a:lnTo>
                  <a:lnTo>
                    <a:pt x="1971685" y="1029045"/>
                  </a:lnTo>
                  <a:lnTo>
                    <a:pt x="1981446" y="1013584"/>
                  </a:lnTo>
                  <a:lnTo>
                    <a:pt x="1991207" y="998003"/>
                  </a:lnTo>
                  <a:lnTo>
                    <a:pt x="2000968" y="982303"/>
                  </a:lnTo>
                  <a:lnTo>
                    <a:pt x="2010729" y="966483"/>
                  </a:lnTo>
                  <a:lnTo>
                    <a:pt x="2020490" y="950543"/>
                  </a:lnTo>
                  <a:lnTo>
                    <a:pt x="2030250" y="934484"/>
                  </a:lnTo>
                  <a:lnTo>
                    <a:pt x="2040011" y="918305"/>
                  </a:lnTo>
                  <a:lnTo>
                    <a:pt x="2049772" y="902006"/>
                  </a:lnTo>
                  <a:lnTo>
                    <a:pt x="2059533" y="886121"/>
                  </a:lnTo>
                  <a:lnTo>
                    <a:pt x="2069294" y="870962"/>
                  </a:lnTo>
                  <a:lnTo>
                    <a:pt x="2079055" y="855710"/>
                  </a:lnTo>
                  <a:lnTo>
                    <a:pt x="2088815" y="840365"/>
                  </a:lnTo>
                  <a:lnTo>
                    <a:pt x="2098576" y="824929"/>
                  </a:lnTo>
                  <a:lnTo>
                    <a:pt x="2108337" y="809401"/>
                  </a:lnTo>
                  <a:lnTo>
                    <a:pt x="2118098" y="793790"/>
                  </a:lnTo>
                  <a:lnTo>
                    <a:pt x="2127859" y="778105"/>
                  </a:lnTo>
                  <a:lnTo>
                    <a:pt x="2137619" y="762328"/>
                  </a:lnTo>
                  <a:lnTo>
                    <a:pt x="2147380" y="746461"/>
                  </a:lnTo>
                  <a:lnTo>
                    <a:pt x="2157141" y="730504"/>
                  </a:lnTo>
                  <a:lnTo>
                    <a:pt x="2166902" y="714457"/>
                  </a:lnTo>
                  <a:lnTo>
                    <a:pt x="2176663" y="698320"/>
                  </a:lnTo>
                  <a:lnTo>
                    <a:pt x="2186424" y="682094"/>
                  </a:lnTo>
                  <a:lnTo>
                    <a:pt x="2196184" y="663811"/>
                  </a:lnTo>
                  <a:lnTo>
                    <a:pt x="2205945" y="645240"/>
                  </a:lnTo>
                  <a:lnTo>
                    <a:pt x="2215706" y="626543"/>
                  </a:lnTo>
                  <a:lnTo>
                    <a:pt x="2225467" y="607719"/>
                  </a:lnTo>
                  <a:lnTo>
                    <a:pt x="2235228" y="588210"/>
                  </a:lnTo>
                  <a:lnTo>
                    <a:pt x="2244988" y="568550"/>
                  </a:lnTo>
                  <a:lnTo>
                    <a:pt x="2254749" y="548756"/>
                  </a:lnTo>
                  <a:lnTo>
                    <a:pt x="2264510" y="530181"/>
                  </a:lnTo>
                  <a:lnTo>
                    <a:pt x="2274271" y="511636"/>
                  </a:lnTo>
                  <a:lnTo>
                    <a:pt x="2284032" y="492007"/>
                  </a:lnTo>
                  <a:lnTo>
                    <a:pt x="2293793" y="472255"/>
                  </a:lnTo>
                  <a:lnTo>
                    <a:pt x="2303553" y="452416"/>
                  </a:lnTo>
                  <a:lnTo>
                    <a:pt x="2313314" y="432479"/>
                  </a:lnTo>
                  <a:lnTo>
                    <a:pt x="2323075" y="412421"/>
                  </a:lnTo>
                  <a:lnTo>
                    <a:pt x="2332836" y="393697"/>
                  </a:lnTo>
                  <a:lnTo>
                    <a:pt x="2342597" y="375079"/>
                  </a:lnTo>
                  <a:lnTo>
                    <a:pt x="2352358" y="356369"/>
                  </a:lnTo>
                  <a:lnTo>
                    <a:pt x="2362118" y="337567"/>
                  </a:lnTo>
                  <a:lnTo>
                    <a:pt x="2371879" y="318675"/>
                  </a:lnTo>
                  <a:lnTo>
                    <a:pt x="2381640" y="299692"/>
                  </a:lnTo>
                  <a:lnTo>
                    <a:pt x="2391401" y="280621"/>
                  </a:lnTo>
                  <a:lnTo>
                    <a:pt x="2401162" y="261461"/>
                  </a:lnTo>
                  <a:lnTo>
                    <a:pt x="2410922" y="242213"/>
                  </a:lnTo>
                  <a:lnTo>
                    <a:pt x="2420683" y="222878"/>
                  </a:lnTo>
                  <a:lnTo>
                    <a:pt x="2430444" y="203457"/>
                  </a:lnTo>
                  <a:lnTo>
                    <a:pt x="2440205" y="183951"/>
                  </a:lnTo>
                  <a:lnTo>
                    <a:pt x="2449966" y="164361"/>
                  </a:lnTo>
                  <a:lnTo>
                    <a:pt x="2459727" y="144687"/>
                  </a:lnTo>
                  <a:lnTo>
                    <a:pt x="2469487" y="124931"/>
                  </a:lnTo>
                  <a:lnTo>
                    <a:pt x="2479248" y="105093"/>
                  </a:lnTo>
                  <a:lnTo>
                    <a:pt x="2489009" y="85175"/>
                  </a:lnTo>
                  <a:lnTo>
                    <a:pt x="2498770" y="64590"/>
                  </a:lnTo>
                  <a:lnTo>
                    <a:pt x="2508531" y="43154"/>
                  </a:lnTo>
                  <a:lnTo>
                    <a:pt x="2518291" y="21623"/>
                  </a:lnTo>
                  <a:lnTo>
                    <a:pt x="2528052" y="0"/>
                  </a:lnTo>
                  <a:lnTo>
                    <a:pt x="2528052" y="2114438"/>
                  </a:lnTo>
                  <a:lnTo>
                    <a:pt x="2518291" y="2115185"/>
                  </a:lnTo>
                  <a:lnTo>
                    <a:pt x="2508531" y="2115931"/>
                  </a:lnTo>
                  <a:lnTo>
                    <a:pt x="2498770" y="2116676"/>
                  </a:lnTo>
                  <a:lnTo>
                    <a:pt x="2489009" y="2117421"/>
                  </a:lnTo>
                  <a:lnTo>
                    <a:pt x="2479248" y="2118164"/>
                  </a:lnTo>
                  <a:lnTo>
                    <a:pt x="2469487" y="2118906"/>
                  </a:lnTo>
                  <a:lnTo>
                    <a:pt x="2459727" y="2119647"/>
                  </a:lnTo>
                  <a:lnTo>
                    <a:pt x="2449966" y="2120388"/>
                  </a:lnTo>
                  <a:lnTo>
                    <a:pt x="2440205" y="2121127"/>
                  </a:lnTo>
                  <a:lnTo>
                    <a:pt x="2430444" y="2121865"/>
                  </a:lnTo>
                  <a:lnTo>
                    <a:pt x="2420683" y="2122602"/>
                  </a:lnTo>
                  <a:lnTo>
                    <a:pt x="2410922" y="2123339"/>
                  </a:lnTo>
                  <a:lnTo>
                    <a:pt x="2401162" y="2124074"/>
                  </a:lnTo>
                  <a:lnTo>
                    <a:pt x="2391401" y="2124809"/>
                  </a:lnTo>
                  <a:lnTo>
                    <a:pt x="2381640" y="2125542"/>
                  </a:lnTo>
                  <a:lnTo>
                    <a:pt x="2371879" y="2126274"/>
                  </a:lnTo>
                  <a:lnTo>
                    <a:pt x="2362118" y="2127006"/>
                  </a:lnTo>
                  <a:lnTo>
                    <a:pt x="2352358" y="2127736"/>
                  </a:lnTo>
                  <a:lnTo>
                    <a:pt x="2342597" y="2128466"/>
                  </a:lnTo>
                  <a:lnTo>
                    <a:pt x="2332836" y="2129194"/>
                  </a:lnTo>
                  <a:lnTo>
                    <a:pt x="2323075" y="2129922"/>
                  </a:lnTo>
                  <a:lnTo>
                    <a:pt x="2313314" y="2130648"/>
                  </a:lnTo>
                  <a:lnTo>
                    <a:pt x="2303553" y="2131374"/>
                  </a:lnTo>
                  <a:lnTo>
                    <a:pt x="2293793" y="2132099"/>
                  </a:lnTo>
                  <a:lnTo>
                    <a:pt x="2284032" y="2132822"/>
                  </a:lnTo>
                  <a:lnTo>
                    <a:pt x="2274271" y="2133545"/>
                  </a:lnTo>
                  <a:lnTo>
                    <a:pt x="2264510" y="2134267"/>
                  </a:lnTo>
                  <a:lnTo>
                    <a:pt x="2254749" y="2134988"/>
                  </a:lnTo>
                  <a:lnTo>
                    <a:pt x="2244988" y="2135707"/>
                  </a:lnTo>
                  <a:lnTo>
                    <a:pt x="2235228" y="2136426"/>
                  </a:lnTo>
                  <a:lnTo>
                    <a:pt x="2225467" y="2137144"/>
                  </a:lnTo>
                  <a:lnTo>
                    <a:pt x="2215706" y="2137861"/>
                  </a:lnTo>
                  <a:lnTo>
                    <a:pt x="2205945" y="2138577"/>
                  </a:lnTo>
                  <a:lnTo>
                    <a:pt x="2196184" y="2139292"/>
                  </a:lnTo>
                  <a:lnTo>
                    <a:pt x="2186424" y="2140006"/>
                  </a:lnTo>
                  <a:lnTo>
                    <a:pt x="2176663" y="2140719"/>
                  </a:lnTo>
                  <a:lnTo>
                    <a:pt x="2166902" y="2141432"/>
                  </a:lnTo>
                  <a:lnTo>
                    <a:pt x="2157141" y="2142143"/>
                  </a:lnTo>
                  <a:lnTo>
                    <a:pt x="2147380" y="2142853"/>
                  </a:lnTo>
                  <a:lnTo>
                    <a:pt x="2137619" y="2143562"/>
                  </a:lnTo>
                  <a:lnTo>
                    <a:pt x="2127859" y="2144271"/>
                  </a:lnTo>
                  <a:lnTo>
                    <a:pt x="2118098" y="2144978"/>
                  </a:lnTo>
                  <a:lnTo>
                    <a:pt x="2108337" y="2145685"/>
                  </a:lnTo>
                  <a:lnTo>
                    <a:pt x="2098576" y="2146390"/>
                  </a:lnTo>
                  <a:lnTo>
                    <a:pt x="2088815" y="2147095"/>
                  </a:lnTo>
                  <a:lnTo>
                    <a:pt x="2079055" y="2147798"/>
                  </a:lnTo>
                  <a:lnTo>
                    <a:pt x="2069294" y="2148510"/>
                  </a:lnTo>
                  <a:lnTo>
                    <a:pt x="2059533" y="2149263"/>
                  </a:lnTo>
                  <a:lnTo>
                    <a:pt x="2049772" y="2150013"/>
                  </a:lnTo>
                  <a:lnTo>
                    <a:pt x="2040011" y="2150762"/>
                  </a:lnTo>
                  <a:lnTo>
                    <a:pt x="2030250" y="2151509"/>
                  </a:lnTo>
                  <a:lnTo>
                    <a:pt x="2020490" y="2152254"/>
                  </a:lnTo>
                  <a:lnTo>
                    <a:pt x="2010729" y="2152998"/>
                  </a:lnTo>
                  <a:lnTo>
                    <a:pt x="2000968" y="2153739"/>
                  </a:lnTo>
                  <a:lnTo>
                    <a:pt x="1991207" y="2154480"/>
                  </a:lnTo>
                  <a:lnTo>
                    <a:pt x="1981446" y="2155218"/>
                  </a:lnTo>
                  <a:lnTo>
                    <a:pt x="1971685" y="2155955"/>
                  </a:lnTo>
                  <a:lnTo>
                    <a:pt x="1961925" y="2156690"/>
                  </a:lnTo>
                  <a:lnTo>
                    <a:pt x="1952164" y="2157424"/>
                  </a:lnTo>
                  <a:lnTo>
                    <a:pt x="1942403" y="2158156"/>
                  </a:lnTo>
                  <a:lnTo>
                    <a:pt x="1932642" y="2158886"/>
                  </a:lnTo>
                  <a:lnTo>
                    <a:pt x="1922881" y="2159614"/>
                  </a:lnTo>
                  <a:lnTo>
                    <a:pt x="1913121" y="2160341"/>
                  </a:lnTo>
                  <a:lnTo>
                    <a:pt x="1903360" y="2161067"/>
                  </a:lnTo>
                  <a:lnTo>
                    <a:pt x="1893599" y="2161790"/>
                  </a:lnTo>
                  <a:lnTo>
                    <a:pt x="1883838" y="2162512"/>
                  </a:lnTo>
                  <a:lnTo>
                    <a:pt x="1874077" y="2163232"/>
                  </a:lnTo>
                  <a:lnTo>
                    <a:pt x="1864316" y="2163951"/>
                  </a:lnTo>
                  <a:lnTo>
                    <a:pt x="1854556" y="2164668"/>
                  </a:lnTo>
                  <a:lnTo>
                    <a:pt x="1844795" y="2165383"/>
                  </a:lnTo>
                  <a:lnTo>
                    <a:pt x="1835034" y="2166097"/>
                  </a:lnTo>
                  <a:lnTo>
                    <a:pt x="1825273" y="2166809"/>
                  </a:lnTo>
                  <a:lnTo>
                    <a:pt x="1815512" y="2167520"/>
                  </a:lnTo>
                  <a:lnTo>
                    <a:pt x="1805752" y="2168229"/>
                  </a:lnTo>
                  <a:lnTo>
                    <a:pt x="1795991" y="2168936"/>
                  </a:lnTo>
                  <a:lnTo>
                    <a:pt x="1786230" y="2169641"/>
                  </a:lnTo>
                  <a:lnTo>
                    <a:pt x="1776469" y="2170345"/>
                  </a:lnTo>
                  <a:lnTo>
                    <a:pt x="1766708" y="2171047"/>
                  </a:lnTo>
                  <a:lnTo>
                    <a:pt x="1756947" y="2171748"/>
                  </a:lnTo>
                  <a:lnTo>
                    <a:pt x="1747187" y="2172446"/>
                  </a:lnTo>
                  <a:lnTo>
                    <a:pt x="1737426" y="2173144"/>
                  </a:lnTo>
                  <a:lnTo>
                    <a:pt x="1727665" y="2173839"/>
                  </a:lnTo>
                  <a:lnTo>
                    <a:pt x="1717904" y="2174533"/>
                  </a:lnTo>
                  <a:lnTo>
                    <a:pt x="1708143" y="2175226"/>
                  </a:lnTo>
                  <a:lnTo>
                    <a:pt x="1698382" y="2175932"/>
                  </a:lnTo>
                  <a:lnTo>
                    <a:pt x="1688622" y="2176639"/>
                  </a:lnTo>
                  <a:lnTo>
                    <a:pt x="1678861" y="2177344"/>
                  </a:lnTo>
                  <a:lnTo>
                    <a:pt x="1669100" y="2178048"/>
                  </a:lnTo>
                  <a:lnTo>
                    <a:pt x="1659339" y="2178749"/>
                  </a:lnTo>
                  <a:lnTo>
                    <a:pt x="1649578" y="2179449"/>
                  </a:lnTo>
                  <a:lnTo>
                    <a:pt x="1639818" y="2180147"/>
                  </a:lnTo>
                  <a:lnTo>
                    <a:pt x="1630057" y="2180842"/>
                  </a:lnTo>
                  <a:lnTo>
                    <a:pt x="1620296" y="2181536"/>
                  </a:lnTo>
                  <a:lnTo>
                    <a:pt x="1610535" y="2182228"/>
                  </a:lnTo>
                  <a:lnTo>
                    <a:pt x="1600774" y="2182918"/>
                  </a:lnTo>
                  <a:lnTo>
                    <a:pt x="1591013" y="2183606"/>
                  </a:lnTo>
                  <a:lnTo>
                    <a:pt x="1581253" y="2184293"/>
                  </a:lnTo>
                  <a:lnTo>
                    <a:pt x="1571492" y="2184977"/>
                  </a:lnTo>
                  <a:lnTo>
                    <a:pt x="1561731" y="2185660"/>
                  </a:lnTo>
                  <a:lnTo>
                    <a:pt x="1551970" y="2186340"/>
                  </a:lnTo>
                  <a:lnTo>
                    <a:pt x="1542209" y="2187019"/>
                  </a:lnTo>
                  <a:lnTo>
                    <a:pt x="1532448" y="2187696"/>
                  </a:lnTo>
                  <a:lnTo>
                    <a:pt x="1522688" y="2188371"/>
                  </a:lnTo>
                  <a:lnTo>
                    <a:pt x="1512927" y="2189044"/>
                  </a:lnTo>
                  <a:lnTo>
                    <a:pt x="1503166" y="2189716"/>
                  </a:lnTo>
                  <a:lnTo>
                    <a:pt x="1493405" y="2190385"/>
                  </a:lnTo>
                  <a:lnTo>
                    <a:pt x="1483644" y="2191053"/>
                  </a:lnTo>
                  <a:lnTo>
                    <a:pt x="1473884" y="2191719"/>
                  </a:lnTo>
                  <a:lnTo>
                    <a:pt x="1464123" y="2192383"/>
                  </a:lnTo>
                  <a:lnTo>
                    <a:pt x="1454362" y="2193045"/>
                  </a:lnTo>
                  <a:lnTo>
                    <a:pt x="1444601" y="2193705"/>
                  </a:lnTo>
                  <a:lnTo>
                    <a:pt x="1434840" y="2194364"/>
                  </a:lnTo>
                  <a:lnTo>
                    <a:pt x="1425079" y="2194993"/>
                  </a:lnTo>
                  <a:lnTo>
                    <a:pt x="1415319" y="2195617"/>
                  </a:lnTo>
                  <a:lnTo>
                    <a:pt x="1405558" y="2196239"/>
                  </a:lnTo>
                  <a:lnTo>
                    <a:pt x="1395797" y="2196860"/>
                  </a:lnTo>
                  <a:lnTo>
                    <a:pt x="1386036" y="2197481"/>
                  </a:lnTo>
                  <a:lnTo>
                    <a:pt x="1376275" y="2198100"/>
                  </a:lnTo>
                  <a:lnTo>
                    <a:pt x="1366515" y="2198718"/>
                  </a:lnTo>
                  <a:lnTo>
                    <a:pt x="1356754" y="2199335"/>
                  </a:lnTo>
                  <a:lnTo>
                    <a:pt x="1346993" y="2199952"/>
                  </a:lnTo>
                  <a:lnTo>
                    <a:pt x="1337232" y="2200567"/>
                  </a:lnTo>
                  <a:lnTo>
                    <a:pt x="1327471" y="2201181"/>
                  </a:lnTo>
                  <a:lnTo>
                    <a:pt x="1317710" y="2201795"/>
                  </a:lnTo>
                  <a:lnTo>
                    <a:pt x="1307950" y="2202407"/>
                  </a:lnTo>
                  <a:lnTo>
                    <a:pt x="1298189" y="2203018"/>
                  </a:lnTo>
                  <a:lnTo>
                    <a:pt x="1288428" y="2203629"/>
                  </a:lnTo>
                  <a:lnTo>
                    <a:pt x="1278667" y="2204238"/>
                  </a:lnTo>
                  <a:lnTo>
                    <a:pt x="1268906" y="2204844"/>
                  </a:lnTo>
                  <a:lnTo>
                    <a:pt x="1259145" y="2205448"/>
                  </a:lnTo>
                  <a:lnTo>
                    <a:pt x="1249385" y="2206052"/>
                  </a:lnTo>
                  <a:lnTo>
                    <a:pt x="1239624" y="2206667"/>
                  </a:lnTo>
                  <a:lnTo>
                    <a:pt x="1229863" y="2207272"/>
                  </a:lnTo>
                  <a:lnTo>
                    <a:pt x="1220102" y="2207876"/>
                  </a:lnTo>
                  <a:lnTo>
                    <a:pt x="1210341" y="2208479"/>
                  </a:lnTo>
                  <a:lnTo>
                    <a:pt x="1200581" y="2209081"/>
                  </a:lnTo>
                  <a:lnTo>
                    <a:pt x="1190820" y="2209682"/>
                  </a:lnTo>
                  <a:lnTo>
                    <a:pt x="1181059" y="2210282"/>
                  </a:lnTo>
                  <a:lnTo>
                    <a:pt x="1171298" y="2210881"/>
                  </a:lnTo>
                  <a:lnTo>
                    <a:pt x="1161537" y="2211479"/>
                  </a:lnTo>
                  <a:lnTo>
                    <a:pt x="1151776" y="2212076"/>
                  </a:lnTo>
                  <a:lnTo>
                    <a:pt x="1142016" y="2212672"/>
                  </a:lnTo>
                  <a:lnTo>
                    <a:pt x="1132255" y="2213267"/>
                  </a:lnTo>
                  <a:lnTo>
                    <a:pt x="1122494" y="2213861"/>
                  </a:lnTo>
                  <a:lnTo>
                    <a:pt x="1112733" y="2214454"/>
                  </a:lnTo>
                  <a:lnTo>
                    <a:pt x="1102972" y="2215046"/>
                  </a:lnTo>
                  <a:lnTo>
                    <a:pt x="1093212" y="2215637"/>
                  </a:lnTo>
                  <a:lnTo>
                    <a:pt x="1083451" y="2216227"/>
                  </a:lnTo>
                  <a:lnTo>
                    <a:pt x="1073690" y="2216816"/>
                  </a:lnTo>
                  <a:lnTo>
                    <a:pt x="1063929" y="2217405"/>
                  </a:lnTo>
                  <a:lnTo>
                    <a:pt x="1054168" y="2217992"/>
                  </a:lnTo>
                  <a:lnTo>
                    <a:pt x="1044407" y="2218578"/>
                  </a:lnTo>
                  <a:lnTo>
                    <a:pt x="1034647" y="2219163"/>
                  </a:lnTo>
                  <a:lnTo>
                    <a:pt x="1024886" y="2219748"/>
                  </a:lnTo>
                  <a:lnTo>
                    <a:pt x="1015125" y="2220331"/>
                  </a:lnTo>
                  <a:lnTo>
                    <a:pt x="1005364" y="2220914"/>
                  </a:lnTo>
                  <a:lnTo>
                    <a:pt x="995603" y="2221495"/>
                  </a:lnTo>
                  <a:lnTo>
                    <a:pt x="985842" y="2222076"/>
                  </a:lnTo>
                  <a:lnTo>
                    <a:pt x="976082" y="2222656"/>
                  </a:lnTo>
                  <a:lnTo>
                    <a:pt x="966321" y="2223234"/>
                  </a:lnTo>
                  <a:lnTo>
                    <a:pt x="956560" y="2223812"/>
                  </a:lnTo>
                  <a:lnTo>
                    <a:pt x="946799" y="2224389"/>
                  </a:lnTo>
                  <a:lnTo>
                    <a:pt x="937038" y="2224965"/>
                  </a:lnTo>
                  <a:lnTo>
                    <a:pt x="927278" y="2225540"/>
                  </a:lnTo>
                  <a:lnTo>
                    <a:pt x="917517" y="2226114"/>
                  </a:lnTo>
                  <a:lnTo>
                    <a:pt x="907756" y="2226687"/>
                  </a:lnTo>
                  <a:lnTo>
                    <a:pt x="897995" y="2227259"/>
                  </a:lnTo>
                  <a:lnTo>
                    <a:pt x="888234" y="2227831"/>
                  </a:lnTo>
                  <a:lnTo>
                    <a:pt x="878473" y="2228401"/>
                  </a:lnTo>
                  <a:lnTo>
                    <a:pt x="868713" y="2228971"/>
                  </a:lnTo>
                  <a:lnTo>
                    <a:pt x="858952" y="2229539"/>
                  </a:lnTo>
                  <a:lnTo>
                    <a:pt x="849191" y="2230107"/>
                  </a:lnTo>
                  <a:lnTo>
                    <a:pt x="839430" y="2230673"/>
                  </a:lnTo>
                  <a:lnTo>
                    <a:pt x="829669" y="2231239"/>
                  </a:lnTo>
                  <a:lnTo>
                    <a:pt x="819909" y="2231810"/>
                  </a:lnTo>
                  <a:lnTo>
                    <a:pt x="810148" y="2232381"/>
                  </a:lnTo>
                  <a:lnTo>
                    <a:pt x="800387" y="2232950"/>
                  </a:lnTo>
                  <a:lnTo>
                    <a:pt x="790626" y="2233518"/>
                  </a:lnTo>
                  <a:lnTo>
                    <a:pt x="780865" y="2234084"/>
                  </a:lnTo>
                  <a:lnTo>
                    <a:pt x="771104" y="2234642"/>
                  </a:lnTo>
                  <a:lnTo>
                    <a:pt x="761344" y="2235200"/>
                  </a:lnTo>
                  <a:lnTo>
                    <a:pt x="751583" y="2235757"/>
                  </a:lnTo>
                  <a:lnTo>
                    <a:pt x="741822" y="2236313"/>
                  </a:lnTo>
                  <a:lnTo>
                    <a:pt x="732061" y="2236868"/>
                  </a:lnTo>
                  <a:lnTo>
                    <a:pt x="722300" y="2237423"/>
                  </a:lnTo>
                  <a:lnTo>
                    <a:pt x="712539" y="2237976"/>
                  </a:lnTo>
                  <a:lnTo>
                    <a:pt x="702779" y="2238529"/>
                  </a:lnTo>
                  <a:lnTo>
                    <a:pt x="693018" y="2239080"/>
                  </a:lnTo>
                  <a:lnTo>
                    <a:pt x="683257" y="2239631"/>
                  </a:lnTo>
                  <a:lnTo>
                    <a:pt x="673496" y="2240181"/>
                  </a:lnTo>
                  <a:lnTo>
                    <a:pt x="663735" y="2240730"/>
                  </a:lnTo>
                  <a:lnTo>
                    <a:pt x="653975" y="2241278"/>
                  </a:lnTo>
                  <a:lnTo>
                    <a:pt x="644214" y="2241826"/>
                  </a:lnTo>
                  <a:lnTo>
                    <a:pt x="634453" y="2242372"/>
                  </a:lnTo>
                  <a:lnTo>
                    <a:pt x="624692" y="2242918"/>
                  </a:lnTo>
                  <a:lnTo>
                    <a:pt x="614931" y="2243463"/>
                  </a:lnTo>
                  <a:lnTo>
                    <a:pt x="605170" y="2244007"/>
                  </a:lnTo>
                  <a:lnTo>
                    <a:pt x="595410" y="2244550"/>
                  </a:lnTo>
                  <a:lnTo>
                    <a:pt x="585649" y="2245093"/>
                  </a:lnTo>
                  <a:lnTo>
                    <a:pt x="575888" y="2245634"/>
                  </a:lnTo>
                  <a:lnTo>
                    <a:pt x="566127" y="2246175"/>
                  </a:lnTo>
                  <a:lnTo>
                    <a:pt x="556366" y="2246715"/>
                  </a:lnTo>
                  <a:lnTo>
                    <a:pt x="546606" y="2247254"/>
                  </a:lnTo>
                  <a:lnTo>
                    <a:pt x="536845" y="2249512"/>
                  </a:lnTo>
                  <a:lnTo>
                    <a:pt x="527084" y="2253215"/>
                  </a:lnTo>
                  <a:lnTo>
                    <a:pt x="517323" y="2256885"/>
                  </a:lnTo>
                  <a:lnTo>
                    <a:pt x="507562" y="2260538"/>
                  </a:lnTo>
                  <a:lnTo>
                    <a:pt x="497801" y="2264140"/>
                  </a:lnTo>
                  <a:lnTo>
                    <a:pt x="488041" y="2267699"/>
                  </a:lnTo>
                  <a:lnTo>
                    <a:pt x="478280" y="2271218"/>
                  </a:lnTo>
                  <a:lnTo>
                    <a:pt x="468519" y="2274675"/>
                  </a:lnTo>
                  <a:lnTo>
                    <a:pt x="458758" y="2278088"/>
                  </a:lnTo>
                  <a:lnTo>
                    <a:pt x="448997" y="2281457"/>
                  </a:lnTo>
                  <a:lnTo>
                    <a:pt x="439236" y="2284781"/>
                  </a:lnTo>
                  <a:lnTo>
                    <a:pt x="429476" y="2288120"/>
                  </a:lnTo>
                  <a:lnTo>
                    <a:pt x="419715" y="2291425"/>
                  </a:lnTo>
                  <a:lnTo>
                    <a:pt x="409954" y="2294729"/>
                  </a:lnTo>
                  <a:lnTo>
                    <a:pt x="400193" y="2298001"/>
                  </a:lnTo>
                  <a:lnTo>
                    <a:pt x="390432" y="2301230"/>
                  </a:lnTo>
                  <a:lnTo>
                    <a:pt x="380672" y="2304427"/>
                  </a:lnTo>
                  <a:lnTo>
                    <a:pt x="370911" y="2307556"/>
                  </a:lnTo>
                  <a:lnTo>
                    <a:pt x="361150" y="2310651"/>
                  </a:lnTo>
                  <a:lnTo>
                    <a:pt x="351389" y="2313714"/>
                  </a:lnTo>
                  <a:lnTo>
                    <a:pt x="341628" y="2316784"/>
                  </a:lnTo>
                  <a:lnTo>
                    <a:pt x="331867" y="2319904"/>
                  </a:lnTo>
                  <a:lnTo>
                    <a:pt x="322107" y="2322999"/>
                  </a:lnTo>
                  <a:lnTo>
                    <a:pt x="312346" y="2325996"/>
                  </a:lnTo>
                  <a:lnTo>
                    <a:pt x="302585" y="2328963"/>
                  </a:lnTo>
                  <a:lnTo>
                    <a:pt x="292824" y="2331899"/>
                  </a:lnTo>
                  <a:lnTo>
                    <a:pt x="283063" y="2334733"/>
                  </a:lnTo>
                  <a:lnTo>
                    <a:pt x="273303" y="2337508"/>
                  </a:lnTo>
                  <a:lnTo>
                    <a:pt x="263542" y="2340248"/>
                  </a:lnTo>
                  <a:lnTo>
                    <a:pt x="253781" y="2342956"/>
                  </a:lnTo>
                  <a:lnTo>
                    <a:pt x="244020" y="2345714"/>
                  </a:lnTo>
                  <a:lnTo>
                    <a:pt x="234259" y="2348483"/>
                  </a:lnTo>
                  <a:lnTo>
                    <a:pt x="224498" y="2351226"/>
                  </a:lnTo>
                  <a:lnTo>
                    <a:pt x="214738" y="2353850"/>
                  </a:lnTo>
                  <a:lnTo>
                    <a:pt x="204977" y="2356493"/>
                  </a:lnTo>
                  <a:lnTo>
                    <a:pt x="195216" y="2359127"/>
                  </a:lnTo>
                  <a:lnTo>
                    <a:pt x="185455" y="2361753"/>
                  </a:lnTo>
                  <a:lnTo>
                    <a:pt x="175694" y="2364452"/>
                  </a:lnTo>
                  <a:lnTo>
                    <a:pt x="165933" y="2367113"/>
                  </a:lnTo>
                  <a:lnTo>
                    <a:pt x="156173" y="2369611"/>
                  </a:lnTo>
                  <a:lnTo>
                    <a:pt x="146412" y="2372080"/>
                  </a:lnTo>
                  <a:lnTo>
                    <a:pt x="136651" y="2374524"/>
                  </a:lnTo>
                  <a:lnTo>
                    <a:pt x="126890" y="2376941"/>
                  </a:lnTo>
                  <a:lnTo>
                    <a:pt x="117129" y="2379332"/>
                  </a:lnTo>
                  <a:lnTo>
                    <a:pt x="107369" y="2381698"/>
                  </a:lnTo>
                  <a:lnTo>
                    <a:pt x="97608" y="2384073"/>
                  </a:lnTo>
                  <a:lnTo>
                    <a:pt x="87847" y="2386431"/>
                  </a:lnTo>
                  <a:lnTo>
                    <a:pt x="78086" y="2388961"/>
                  </a:lnTo>
                  <a:lnTo>
                    <a:pt x="68325" y="2391512"/>
                  </a:lnTo>
                  <a:lnTo>
                    <a:pt x="58564" y="2393872"/>
                  </a:lnTo>
                  <a:lnTo>
                    <a:pt x="48804" y="2396112"/>
                  </a:lnTo>
                  <a:lnTo>
                    <a:pt x="39043" y="2398325"/>
                  </a:lnTo>
                  <a:lnTo>
                    <a:pt x="29282" y="2400514"/>
                  </a:lnTo>
                  <a:lnTo>
                    <a:pt x="19521" y="2402681"/>
                  </a:lnTo>
                  <a:lnTo>
                    <a:pt x="9760" y="2404823"/>
                  </a:lnTo>
                  <a:lnTo>
                    <a:pt x="0" y="2406941"/>
                  </a:lnTo>
                  <a:close/>
                </a:path>
              </a:pathLst>
            </a:cu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6312408" y="2620982"/>
              <a:ext cx="2528052" cy="2275930"/>
            </a:xfrm>
            <a:custGeom>
              <a:avLst/>
              <a:pathLst>
                <a:path w="2528052" h="2275930">
                  <a:moveTo>
                    <a:pt x="0" y="2275930"/>
                  </a:moveTo>
                  <a:lnTo>
                    <a:pt x="9760" y="2275449"/>
                  </a:lnTo>
                  <a:lnTo>
                    <a:pt x="19521" y="2274953"/>
                  </a:lnTo>
                  <a:lnTo>
                    <a:pt x="29282" y="2274457"/>
                  </a:lnTo>
                  <a:lnTo>
                    <a:pt x="39043" y="2273959"/>
                  </a:lnTo>
                  <a:lnTo>
                    <a:pt x="48804" y="2273462"/>
                  </a:lnTo>
                  <a:lnTo>
                    <a:pt x="58564" y="2272963"/>
                  </a:lnTo>
                  <a:lnTo>
                    <a:pt x="68325" y="2272464"/>
                  </a:lnTo>
                  <a:lnTo>
                    <a:pt x="78086" y="2271965"/>
                  </a:lnTo>
                  <a:lnTo>
                    <a:pt x="87847" y="2271464"/>
                  </a:lnTo>
                  <a:lnTo>
                    <a:pt x="97608" y="2270964"/>
                  </a:lnTo>
                  <a:lnTo>
                    <a:pt x="107369" y="2270462"/>
                  </a:lnTo>
                  <a:lnTo>
                    <a:pt x="117129" y="2269960"/>
                  </a:lnTo>
                  <a:lnTo>
                    <a:pt x="126890" y="2269457"/>
                  </a:lnTo>
                  <a:lnTo>
                    <a:pt x="136651" y="2268954"/>
                  </a:lnTo>
                  <a:lnTo>
                    <a:pt x="146412" y="2268450"/>
                  </a:lnTo>
                  <a:lnTo>
                    <a:pt x="156173" y="2267946"/>
                  </a:lnTo>
                  <a:lnTo>
                    <a:pt x="165933" y="2267441"/>
                  </a:lnTo>
                  <a:lnTo>
                    <a:pt x="175694" y="2266937"/>
                  </a:lnTo>
                  <a:lnTo>
                    <a:pt x="185455" y="2266446"/>
                  </a:lnTo>
                  <a:lnTo>
                    <a:pt x="195216" y="2265953"/>
                  </a:lnTo>
                  <a:lnTo>
                    <a:pt x="204977" y="2265458"/>
                  </a:lnTo>
                  <a:lnTo>
                    <a:pt x="214738" y="2264963"/>
                  </a:lnTo>
                  <a:lnTo>
                    <a:pt x="224498" y="2264465"/>
                  </a:lnTo>
                  <a:lnTo>
                    <a:pt x="234259" y="2263967"/>
                  </a:lnTo>
                  <a:lnTo>
                    <a:pt x="244020" y="2263467"/>
                  </a:lnTo>
                  <a:lnTo>
                    <a:pt x="253781" y="2262965"/>
                  </a:lnTo>
                  <a:lnTo>
                    <a:pt x="263542" y="2262463"/>
                  </a:lnTo>
                  <a:lnTo>
                    <a:pt x="273303" y="2261959"/>
                  </a:lnTo>
                  <a:lnTo>
                    <a:pt x="283063" y="2261453"/>
                  </a:lnTo>
                  <a:lnTo>
                    <a:pt x="292824" y="2260947"/>
                  </a:lnTo>
                  <a:lnTo>
                    <a:pt x="302585" y="2260438"/>
                  </a:lnTo>
                  <a:lnTo>
                    <a:pt x="312346" y="2259929"/>
                  </a:lnTo>
                  <a:lnTo>
                    <a:pt x="322107" y="2259410"/>
                  </a:lnTo>
                  <a:lnTo>
                    <a:pt x="331867" y="2258889"/>
                  </a:lnTo>
                  <a:lnTo>
                    <a:pt x="341628" y="2258368"/>
                  </a:lnTo>
                  <a:lnTo>
                    <a:pt x="351389" y="2257846"/>
                  </a:lnTo>
                  <a:lnTo>
                    <a:pt x="361150" y="2257324"/>
                  </a:lnTo>
                  <a:lnTo>
                    <a:pt x="370911" y="2256800"/>
                  </a:lnTo>
                  <a:lnTo>
                    <a:pt x="380672" y="2256276"/>
                  </a:lnTo>
                  <a:lnTo>
                    <a:pt x="390432" y="2255751"/>
                  </a:lnTo>
                  <a:lnTo>
                    <a:pt x="400193" y="2255226"/>
                  </a:lnTo>
                  <a:lnTo>
                    <a:pt x="409954" y="2254700"/>
                  </a:lnTo>
                  <a:lnTo>
                    <a:pt x="419715" y="2254173"/>
                  </a:lnTo>
                  <a:lnTo>
                    <a:pt x="429476" y="2253645"/>
                  </a:lnTo>
                  <a:lnTo>
                    <a:pt x="439236" y="2253120"/>
                  </a:lnTo>
                  <a:lnTo>
                    <a:pt x="448997" y="2252593"/>
                  </a:lnTo>
                  <a:lnTo>
                    <a:pt x="458758" y="2252065"/>
                  </a:lnTo>
                  <a:lnTo>
                    <a:pt x="468519" y="2251536"/>
                  </a:lnTo>
                  <a:lnTo>
                    <a:pt x="478280" y="2251005"/>
                  </a:lnTo>
                  <a:lnTo>
                    <a:pt x="488041" y="2250472"/>
                  </a:lnTo>
                  <a:lnTo>
                    <a:pt x="497801" y="2249938"/>
                  </a:lnTo>
                  <a:lnTo>
                    <a:pt x="507562" y="2249403"/>
                  </a:lnTo>
                  <a:lnTo>
                    <a:pt x="517323" y="2248867"/>
                  </a:lnTo>
                  <a:lnTo>
                    <a:pt x="527084" y="2248330"/>
                  </a:lnTo>
                  <a:lnTo>
                    <a:pt x="536845" y="2247793"/>
                  </a:lnTo>
                  <a:lnTo>
                    <a:pt x="546606" y="2245765"/>
                  </a:lnTo>
                  <a:lnTo>
                    <a:pt x="556366" y="2241974"/>
                  </a:lnTo>
                  <a:lnTo>
                    <a:pt x="566127" y="2238138"/>
                  </a:lnTo>
                  <a:lnTo>
                    <a:pt x="575888" y="2234281"/>
                  </a:lnTo>
                  <a:lnTo>
                    <a:pt x="585649" y="2230384"/>
                  </a:lnTo>
                  <a:lnTo>
                    <a:pt x="595410" y="2226432"/>
                  </a:lnTo>
                  <a:lnTo>
                    <a:pt x="605170" y="2222438"/>
                  </a:lnTo>
                  <a:lnTo>
                    <a:pt x="614931" y="2218400"/>
                  </a:lnTo>
                  <a:lnTo>
                    <a:pt x="624692" y="2214319"/>
                  </a:lnTo>
                  <a:lnTo>
                    <a:pt x="634453" y="2210193"/>
                  </a:lnTo>
                  <a:lnTo>
                    <a:pt x="644214" y="2206022"/>
                  </a:lnTo>
                  <a:lnTo>
                    <a:pt x="653975" y="2201783"/>
                  </a:lnTo>
                  <a:lnTo>
                    <a:pt x="663735" y="2197471"/>
                  </a:lnTo>
                  <a:lnTo>
                    <a:pt x="673496" y="2193163"/>
                  </a:lnTo>
                  <a:lnTo>
                    <a:pt x="683257" y="2188810"/>
                  </a:lnTo>
                  <a:lnTo>
                    <a:pt x="693018" y="2184415"/>
                  </a:lnTo>
                  <a:lnTo>
                    <a:pt x="702779" y="2180040"/>
                  </a:lnTo>
                  <a:lnTo>
                    <a:pt x="712539" y="2175673"/>
                  </a:lnTo>
                  <a:lnTo>
                    <a:pt x="722300" y="2171118"/>
                  </a:lnTo>
                  <a:lnTo>
                    <a:pt x="732061" y="2166501"/>
                  </a:lnTo>
                  <a:lnTo>
                    <a:pt x="741822" y="2161831"/>
                  </a:lnTo>
                  <a:lnTo>
                    <a:pt x="751583" y="2157108"/>
                  </a:lnTo>
                  <a:lnTo>
                    <a:pt x="761344" y="2152330"/>
                  </a:lnTo>
                  <a:lnTo>
                    <a:pt x="771104" y="2147538"/>
                  </a:lnTo>
                  <a:lnTo>
                    <a:pt x="780865" y="2142704"/>
                  </a:lnTo>
                  <a:lnTo>
                    <a:pt x="790626" y="2137832"/>
                  </a:lnTo>
                  <a:lnTo>
                    <a:pt x="800387" y="2132903"/>
                  </a:lnTo>
                  <a:lnTo>
                    <a:pt x="810148" y="2127989"/>
                  </a:lnTo>
                  <a:lnTo>
                    <a:pt x="819909" y="2123263"/>
                  </a:lnTo>
                  <a:lnTo>
                    <a:pt x="829669" y="2118170"/>
                  </a:lnTo>
                  <a:lnTo>
                    <a:pt x="839430" y="2113024"/>
                  </a:lnTo>
                  <a:lnTo>
                    <a:pt x="849191" y="2107823"/>
                  </a:lnTo>
                  <a:lnTo>
                    <a:pt x="858952" y="2102567"/>
                  </a:lnTo>
                  <a:lnTo>
                    <a:pt x="868713" y="2097256"/>
                  </a:lnTo>
                  <a:lnTo>
                    <a:pt x="878473" y="2091888"/>
                  </a:lnTo>
                  <a:lnTo>
                    <a:pt x="888234" y="2086464"/>
                  </a:lnTo>
                  <a:lnTo>
                    <a:pt x="897995" y="2080983"/>
                  </a:lnTo>
                  <a:lnTo>
                    <a:pt x="907756" y="2075444"/>
                  </a:lnTo>
                  <a:lnTo>
                    <a:pt x="917517" y="2069847"/>
                  </a:lnTo>
                  <a:lnTo>
                    <a:pt x="927278" y="2064192"/>
                  </a:lnTo>
                  <a:lnTo>
                    <a:pt x="937038" y="2058499"/>
                  </a:lnTo>
                  <a:lnTo>
                    <a:pt x="946799" y="2053018"/>
                  </a:lnTo>
                  <a:lnTo>
                    <a:pt x="956560" y="2047495"/>
                  </a:lnTo>
                  <a:lnTo>
                    <a:pt x="966321" y="2041931"/>
                  </a:lnTo>
                  <a:lnTo>
                    <a:pt x="976082" y="2035973"/>
                  </a:lnTo>
                  <a:lnTo>
                    <a:pt x="985842" y="2030023"/>
                  </a:lnTo>
                  <a:lnTo>
                    <a:pt x="995603" y="2024195"/>
                  </a:lnTo>
                  <a:lnTo>
                    <a:pt x="1005364" y="2018030"/>
                  </a:lnTo>
                  <a:lnTo>
                    <a:pt x="1015125" y="2011793"/>
                  </a:lnTo>
                  <a:lnTo>
                    <a:pt x="1024886" y="2005486"/>
                  </a:lnTo>
                  <a:lnTo>
                    <a:pt x="1034647" y="1999455"/>
                  </a:lnTo>
                  <a:lnTo>
                    <a:pt x="1044407" y="1993202"/>
                  </a:lnTo>
                  <a:lnTo>
                    <a:pt x="1054168" y="1986639"/>
                  </a:lnTo>
                  <a:lnTo>
                    <a:pt x="1063929" y="1980296"/>
                  </a:lnTo>
                  <a:lnTo>
                    <a:pt x="1073690" y="1973896"/>
                  </a:lnTo>
                  <a:lnTo>
                    <a:pt x="1083451" y="1967443"/>
                  </a:lnTo>
                  <a:lnTo>
                    <a:pt x="1093212" y="1960931"/>
                  </a:lnTo>
                  <a:lnTo>
                    <a:pt x="1102972" y="1954359"/>
                  </a:lnTo>
                  <a:lnTo>
                    <a:pt x="1112733" y="1947727"/>
                  </a:lnTo>
                  <a:lnTo>
                    <a:pt x="1122494" y="1940596"/>
                  </a:lnTo>
                  <a:lnTo>
                    <a:pt x="1132255" y="1933244"/>
                  </a:lnTo>
                  <a:lnTo>
                    <a:pt x="1142016" y="1926331"/>
                  </a:lnTo>
                  <a:lnTo>
                    <a:pt x="1151776" y="1919370"/>
                  </a:lnTo>
                  <a:lnTo>
                    <a:pt x="1161537" y="1912348"/>
                  </a:lnTo>
                  <a:lnTo>
                    <a:pt x="1171298" y="1905264"/>
                  </a:lnTo>
                  <a:lnTo>
                    <a:pt x="1181059" y="1897821"/>
                  </a:lnTo>
                  <a:lnTo>
                    <a:pt x="1190820" y="1890361"/>
                  </a:lnTo>
                  <a:lnTo>
                    <a:pt x="1200581" y="1883316"/>
                  </a:lnTo>
                  <a:lnTo>
                    <a:pt x="1210341" y="1876052"/>
                  </a:lnTo>
                  <a:lnTo>
                    <a:pt x="1220102" y="1868265"/>
                  </a:lnTo>
                  <a:lnTo>
                    <a:pt x="1229863" y="1860410"/>
                  </a:lnTo>
                  <a:lnTo>
                    <a:pt x="1239624" y="1853210"/>
                  </a:lnTo>
                  <a:lnTo>
                    <a:pt x="1249385" y="1845207"/>
                  </a:lnTo>
                  <a:lnTo>
                    <a:pt x="1259145" y="1837482"/>
                  </a:lnTo>
                  <a:lnTo>
                    <a:pt x="1268906" y="1829213"/>
                  </a:lnTo>
                  <a:lnTo>
                    <a:pt x="1278667" y="1820917"/>
                  </a:lnTo>
                  <a:lnTo>
                    <a:pt x="1288428" y="1812925"/>
                  </a:lnTo>
                  <a:lnTo>
                    <a:pt x="1298189" y="1804861"/>
                  </a:lnTo>
                  <a:lnTo>
                    <a:pt x="1307950" y="1796726"/>
                  </a:lnTo>
                  <a:lnTo>
                    <a:pt x="1317710" y="1788521"/>
                  </a:lnTo>
                  <a:lnTo>
                    <a:pt x="1327471" y="1780243"/>
                  </a:lnTo>
                  <a:lnTo>
                    <a:pt x="1337232" y="1771890"/>
                  </a:lnTo>
                  <a:lnTo>
                    <a:pt x="1346993" y="1763465"/>
                  </a:lnTo>
                  <a:lnTo>
                    <a:pt x="1356754" y="1754359"/>
                  </a:lnTo>
                  <a:lnTo>
                    <a:pt x="1366515" y="1746152"/>
                  </a:lnTo>
                  <a:lnTo>
                    <a:pt x="1376275" y="1737720"/>
                  </a:lnTo>
                  <a:lnTo>
                    <a:pt x="1386036" y="1728986"/>
                  </a:lnTo>
                  <a:lnTo>
                    <a:pt x="1395797" y="1719801"/>
                  </a:lnTo>
                  <a:lnTo>
                    <a:pt x="1405558" y="1710186"/>
                  </a:lnTo>
                  <a:lnTo>
                    <a:pt x="1415319" y="1700468"/>
                  </a:lnTo>
                  <a:lnTo>
                    <a:pt x="1425079" y="1690966"/>
                  </a:lnTo>
                  <a:lnTo>
                    <a:pt x="1434840" y="1681720"/>
                  </a:lnTo>
                  <a:lnTo>
                    <a:pt x="1444601" y="1672391"/>
                  </a:lnTo>
                  <a:lnTo>
                    <a:pt x="1454362" y="1662979"/>
                  </a:lnTo>
                  <a:lnTo>
                    <a:pt x="1464123" y="1653483"/>
                  </a:lnTo>
                  <a:lnTo>
                    <a:pt x="1473884" y="1643911"/>
                  </a:lnTo>
                  <a:lnTo>
                    <a:pt x="1483644" y="1634285"/>
                  </a:lnTo>
                  <a:lnTo>
                    <a:pt x="1493405" y="1624576"/>
                  </a:lnTo>
                  <a:lnTo>
                    <a:pt x="1503166" y="1613601"/>
                  </a:lnTo>
                  <a:lnTo>
                    <a:pt x="1512927" y="1603896"/>
                  </a:lnTo>
                  <a:lnTo>
                    <a:pt x="1522688" y="1593767"/>
                  </a:lnTo>
                  <a:lnTo>
                    <a:pt x="1532448" y="1582207"/>
                  </a:lnTo>
                  <a:lnTo>
                    <a:pt x="1542209" y="1570514"/>
                  </a:lnTo>
                  <a:lnTo>
                    <a:pt x="1551970" y="1558708"/>
                  </a:lnTo>
                  <a:lnTo>
                    <a:pt x="1561731" y="1546778"/>
                  </a:lnTo>
                  <a:lnTo>
                    <a:pt x="1571492" y="1535652"/>
                  </a:lnTo>
                  <a:lnTo>
                    <a:pt x="1581253" y="1524935"/>
                  </a:lnTo>
                  <a:lnTo>
                    <a:pt x="1591013" y="1514142"/>
                  </a:lnTo>
                  <a:lnTo>
                    <a:pt x="1600774" y="1503216"/>
                  </a:lnTo>
                  <a:lnTo>
                    <a:pt x="1610535" y="1492280"/>
                  </a:lnTo>
                  <a:lnTo>
                    <a:pt x="1620296" y="1481105"/>
                  </a:lnTo>
                  <a:lnTo>
                    <a:pt x="1630057" y="1469900"/>
                  </a:lnTo>
                  <a:lnTo>
                    <a:pt x="1639818" y="1458614"/>
                  </a:lnTo>
                  <a:lnTo>
                    <a:pt x="1649578" y="1447234"/>
                  </a:lnTo>
                  <a:lnTo>
                    <a:pt x="1659339" y="1435776"/>
                  </a:lnTo>
                  <a:lnTo>
                    <a:pt x="1669100" y="1424222"/>
                  </a:lnTo>
                  <a:lnTo>
                    <a:pt x="1678861" y="1413096"/>
                  </a:lnTo>
                  <a:lnTo>
                    <a:pt x="1688622" y="1401974"/>
                  </a:lnTo>
                  <a:lnTo>
                    <a:pt x="1698382" y="1390771"/>
                  </a:lnTo>
                  <a:lnTo>
                    <a:pt x="1708143" y="1379489"/>
                  </a:lnTo>
                  <a:lnTo>
                    <a:pt x="1717904" y="1367837"/>
                  </a:lnTo>
                  <a:lnTo>
                    <a:pt x="1727665" y="1355987"/>
                  </a:lnTo>
                  <a:lnTo>
                    <a:pt x="1737426" y="1344045"/>
                  </a:lnTo>
                  <a:lnTo>
                    <a:pt x="1747187" y="1332013"/>
                  </a:lnTo>
                  <a:lnTo>
                    <a:pt x="1756947" y="1319889"/>
                  </a:lnTo>
                  <a:lnTo>
                    <a:pt x="1766708" y="1307674"/>
                  </a:lnTo>
                  <a:lnTo>
                    <a:pt x="1776469" y="1295367"/>
                  </a:lnTo>
                  <a:lnTo>
                    <a:pt x="1786230" y="1282969"/>
                  </a:lnTo>
                  <a:lnTo>
                    <a:pt x="1795991" y="1270478"/>
                  </a:lnTo>
                  <a:lnTo>
                    <a:pt x="1805752" y="1257894"/>
                  </a:lnTo>
                  <a:lnTo>
                    <a:pt x="1815512" y="1245221"/>
                  </a:lnTo>
                  <a:lnTo>
                    <a:pt x="1825273" y="1232472"/>
                  </a:lnTo>
                  <a:lnTo>
                    <a:pt x="1835034" y="1219631"/>
                  </a:lnTo>
                  <a:lnTo>
                    <a:pt x="1844795" y="1206697"/>
                  </a:lnTo>
                  <a:lnTo>
                    <a:pt x="1854556" y="1193670"/>
                  </a:lnTo>
                  <a:lnTo>
                    <a:pt x="1864316" y="1178825"/>
                  </a:lnTo>
                  <a:lnTo>
                    <a:pt x="1874077" y="1163786"/>
                  </a:lnTo>
                  <a:lnTo>
                    <a:pt x="1883838" y="1150869"/>
                  </a:lnTo>
                  <a:lnTo>
                    <a:pt x="1893599" y="1137869"/>
                  </a:lnTo>
                  <a:lnTo>
                    <a:pt x="1903360" y="1124818"/>
                  </a:lnTo>
                  <a:lnTo>
                    <a:pt x="1913121" y="1111701"/>
                  </a:lnTo>
                  <a:lnTo>
                    <a:pt x="1922881" y="1098501"/>
                  </a:lnTo>
                  <a:lnTo>
                    <a:pt x="1932642" y="1085219"/>
                  </a:lnTo>
                  <a:lnTo>
                    <a:pt x="1942403" y="1071854"/>
                  </a:lnTo>
                  <a:lnTo>
                    <a:pt x="1952164" y="1057968"/>
                  </a:lnTo>
                  <a:lnTo>
                    <a:pt x="1961925" y="1043899"/>
                  </a:lnTo>
                  <a:lnTo>
                    <a:pt x="1971685" y="1029045"/>
                  </a:lnTo>
                  <a:lnTo>
                    <a:pt x="1981446" y="1013584"/>
                  </a:lnTo>
                  <a:lnTo>
                    <a:pt x="1991207" y="998003"/>
                  </a:lnTo>
                  <a:lnTo>
                    <a:pt x="2000968" y="982303"/>
                  </a:lnTo>
                  <a:lnTo>
                    <a:pt x="2010729" y="966483"/>
                  </a:lnTo>
                  <a:lnTo>
                    <a:pt x="2020490" y="950543"/>
                  </a:lnTo>
                  <a:lnTo>
                    <a:pt x="2030250" y="934484"/>
                  </a:lnTo>
                  <a:lnTo>
                    <a:pt x="2040011" y="918305"/>
                  </a:lnTo>
                  <a:lnTo>
                    <a:pt x="2049772" y="902006"/>
                  </a:lnTo>
                  <a:lnTo>
                    <a:pt x="2059533" y="886121"/>
                  </a:lnTo>
                  <a:lnTo>
                    <a:pt x="2069294" y="870962"/>
                  </a:lnTo>
                  <a:lnTo>
                    <a:pt x="2079055" y="855710"/>
                  </a:lnTo>
                  <a:lnTo>
                    <a:pt x="2088815" y="840365"/>
                  </a:lnTo>
                  <a:lnTo>
                    <a:pt x="2098576" y="824929"/>
                  </a:lnTo>
                  <a:lnTo>
                    <a:pt x="2108337" y="809401"/>
                  </a:lnTo>
                  <a:lnTo>
                    <a:pt x="2118098" y="793790"/>
                  </a:lnTo>
                  <a:lnTo>
                    <a:pt x="2127859" y="778105"/>
                  </a:lnTo>
                  <a:lnTo>
                    <a:pt x="2137619" y="762328"/>
                  </a:lnTo>
                  <a:lnTo>
                    <a:pt x="2147380" y="746461"/>
                  </a:lnTo>
                  <a:lnTo>
                    <a:pt x="2157141" y="730504"/>
                  </a:lnTo>
                  <a:lnTo>
                    <a:pt x="2166902" y="714457"/>
                  </a:lnTo>
                  <a:lnTo>
                    <a:pt x="2176663" y="698320"/>
                  </a:lnTo>
                  <a:lnTo>
                    <a:pt x="2186424" y="682094"/>
                  </a:lnTo>
                  <a:lnTo>
                    <a:pt x="2196184" y="663811"/>
                  </a:lnTo>
                  <a:lnTo>
                    <a:pt x="2205945" y="645240"/>
                  </a:lnTo>
                  <a:lnTo>
                    <a:pt x="2215706" y="626543"/>
                  </a:lnTo>
                  <a:lnTo>
                    <a:pt x="2225467" y="607719"/>
                  </a:lnTo>
                  <a:lnTo>
                    <a:pt x="2235228" y="588210"/>
                  </a:lnTo>
                  <a:lnTo>
                    <a:pt x="2244988" y="568550"/>
                  </a:lnTo>
                  <a:lnTo>
                    <a:pt x="2254749" y="548756"/>
                  </a:lnTo>
                  <a:lnTo>
                    <a:pt x="2264510" y="530181"/>
                  </a:lnTo>
                  <a:lnTo>
                    <a:pt x="2274271" y="511636"/>
                  </a:lnTo>
                  <a:lnTo>
                    <a:pt x="2284032" y="492007"/>
                  </a:lnTo>
                  <a:lnTo>
                    <a:pt x="2293793" y="472255"/>
                  </a:lnTo>
                  <a:lnTo>
                    <a:pt x="2303553" y="452416"/>
                  </a:lnTo>
                  <a:lnTo>
                    <a:pt x="2313314" y="432479"/>
                  </a:lnTo>
                  <a:lnTo>
                    <a:pt x="2323075" y="412421"/>
                  </a:lnTo>
                  <a:lnTo>
                    <a:pt x="2332836" y="393697"/>
                  </a:lnTo>
                  <a:lnTo>
                    <a:pt x="2342597" y="375079"/>
                  </a:lnTo>
                  <a:lnTo>
                    <a:pt x="2352358" y="356369"/>
                  </a:lnTo>
                  <a:lnTo>
                    <a:pt x="2362118" y="337567"/>
                  </a:lnTo>
                  <a:lnTo>
                    <a:pt x="2371879" y="318675"/>
                  </a:lnTo>
                  <a:lnTo>
                    <a:pt x="2381640" y="299692"/>
                  </a:lnTo>
                  <a:lnTo>
                    <a:pt x="2391401" y="280621"/>
                  </a:lnTo>
                  <a:lnTo>
                    <a:pt x="2401162" y="261461"/>
                  </a:lnTo>
                  <a:lnTo>
                    <a:pt x="2410922" y="242213"/>
                  </a:lnTo>
                  <a:lnTo>
                    <a:pt x="2420683" y="222878"/>
                  </a:lnTo>
                  <a:lnTo>
                    <a:pt x="2430444" y="203457"/>
                  </a:lnTo>
                  <a:lnTo>
                    <a:pt x="2440205" y="183951"/>
                  </a:lnTo>
                  <a:lnTo>
                    <a:pt x="2449966" y="164361"/>
                  </a:lnTo>
                  <a:lnTo>
                    <a:pt x="2459727" y="144687"/>
                  </a:lnTo>
                  <a:lnTo>
                    <a:pt x="2469487" y="124931"/>
                  </a:lnTo>
                  <a:lnTo>
                    <a:pt x="2479248" y="105093"/>
                  </a:lnTo>
                  <a:lnTo>
                    <a:pt x="2489009" y="85175"/>
                  </a:lnTo>
                  <a:lnTo>
                    <a:pt x="2498770" y="64590"/>
                  </a:lnTo>
                  <a:lnTo>
                    <a:pt x="2508531" y="43154"/>
                  </a:lnTo>
                  <a:lnTo>
                    <a:pt x="2518291" y="21623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6312408" y="4735421"/>
              <a:ext cx="2528052" cy="292503"/>
            </a:xfrm>
            <a:custGeom>
              <a:avLst/>
              <a:pathLst>
                <a:path w="2528052" h="292503">
                  <a:moveTo>
                    <a:pt x="2528052" y="0"/>
                  </a:moveTo>
                  <a:lnTo>
                    <a:pt x="2518291" y="747"/>
                  </a:lnTo>
                  <a:lnTo>
                    <a:pt x="2508531" y="1493"/>
                  </a:lnTo>
                  <a:lnTo>
                    <a:pt x="2498770" y="2238"/>
                  </a:lnTo>
                  <a:lnTo>
                    <a:pt x="2489009" y="2982"/>
                  </a:lnTo>
                  <a:lnTo>
                    <a:pt x="2479248" y="3726"/>
                  </a:lnTo>
                  <a:lnTo>
                    <a:pt x="2469487" y="4468"/>
                  </a:lnTo>
                  <a:lnTo>
                    <a:pt x="2459727" y="5209"/>
                  </a:lnTo>
                  <a:lnTo>
                    <a:pt x="2449966" y="5949"/>
                  </a:lnTo>
                  <a:lnTo>
                    <a:pt x="2440205" y="6689"/>
                  </a:lnTo>
                  <a:lnTo>
                    <a:pt x="2430444" y="7427"/>
                  </a:lnTo>
                  <a:lnTo>
                    <a:pt x="2420683" y="8164"/>
                  </a:lnTo>
                  <a:lnTo>
                    <a:pt x="2410922" y="8901"/>
                  </a:lnTo>
                  <a:lnTo>
                    <a:pt x="2401162" y="9636"/>
                  </a:lnTo>
                  <a:lnTo>
                    <a:pt x="2391401" y="10370"/>
                  </a:lnTo>
                  <a:lnTo>
                    <a:pt x="2381640" y="11104"/>
                  </a:lnTo>
                  <a:lnTo>
                    <a:pt x="2371879" y="11836"/>
                  </a:lnTo>
                  <a:lnTo>
                    <a:pt x="2362118" y="12568"/>
                  </a:lnTo>
                  <a:lnTo>
                    <a:pt x="2352358" y="13298"/>
                  </a:lnTo>
                  <a:lnTo>
                    <a:pt x="2342597" y="14028"/>
                  </a:lnTo>
                  <a:lnTo>
                    <a:pt x="2332836" y="14756"/>
                  </a:lnTo>
                  <a:lnTo>
                    <a:pt x="2323075" y="15484"/>
                  </a:lnTo>
                  <a:lnTo>
                    <a:pt x="2313314" y="16210"/>
                  </a:lnTo>
                  <a:lnTo>
                    <a:pt x="2303553" y="16936"/>
                  </a:lnTo>
                  <a:lnTo>
                    <a:pt x="2293793" y="17660"/>
                  </a:lnTo>
                  <a:lnTo>
                    <a:pt x="2284032" y="18384"/>
                  </a:lnTo>
                  <a:lnTo>
                    <a:pt x="2274271" y="19107"/>
                  </a:lnTo>
                  <a:lnTo>
                    <a:pt x="2264510" y="19829"/>
                  </a:lnTo>
                  <a:lnTo>
                    <a:pt x="2254749" y="20549"/>
                  </a:lnTo>
                  <a:lnTo>
                    <a:pt x="2244988" y="21269"/>
                  </a:lnTo>
                  <a:lnTo>
                    <a:pt x="2235228" y="21988"/>
                  </a:lnTo>
                  <a:lnTo>
                    <a:pt x="2225467" y="22706"/>
                  </a:lnTo>
                  <a:lnTo>
                    <a:pt x="2215706" y="23423"/>
                  </a:lnTo>
                  <a:lnTo>
                    <a:pt x="2205945" y="24139"/>
                  </a:lnTo>
                  <a:lnTo>
                    <a:pt x="2196184" y="24854"/>
                  </a:lnTo>
                  <a:lnTo>
                    <a:pt x="2186424" y="25568"/>
                  </a:lnTo>
                  <a:lnTo>
                    <a:pt x="2176663" y="26281"/>
                  </a:lnTo>
                  <a:lnTo>
                    <a:pt x="2166902" y="26993"/>
                  </a:lnTo>
                  <a:lnTo>
                    <a:pt x="2157141" y="27705"/>
                  </a:lnTo>
                  <a:lnTo>
                    <a:pt x="2147380" y="28415"/>
                  </a:lnTo>
                  <a:lnTo>
                    <a:pt x="2137619" y="29124"/>
                  </a:lnTo>
                  <a:lnTo>
                    <a:pt x="2127859" y="29833"/>
                  </a:lnTo>
                  <a:lnTo>
                    <a:pt x="2118098" y="30540"/>
                  </a:lnTo>
                  <a:lnTo>
                    <a:pt x="2108337" y="31246"/>
                  </a:lnTo>
                  <a:lnTo>
                    <a:pt x="2098576" y="31952"/>
                  </a:lnTo>
                  <a:lnTo>
                    <a:pt x="2088815" y="32657"/>
                  </a:lnTo>
                  <a:lnTo>
                    <a:pt x="2079055" y="33360"/>
                  </a:lnTo>
                  <a:lnTo>
                    <a:pt x="2069294" y="34072"/>
                  </a:lnTo>
                  <a:lnTo>
                    <a:pt x="2059533" y="34824"/>
                  </a:lnTo>
                  <a:lnTo>
                    <a:pt x="2049772" y="35575"/>
                  </a:lnTo>
                  <a:lnTo>
                    <a:pt x="2040011" y="36323"/>
                  </a:lnTo>
                  <a:lnTo>
                    <a:pt x="2030250" y="37070"/>
                  </a:lnTo>
                  <a:lnTo>
                    <a:pt x="2020490" y="37816"/>
                  </a:lnTo>
                  <a:lnTo>
                    <a:pt x="2010729" y="38559"/>
                  </a:lnTo>
                  <a:lnTo>
                    <a:pt x="2000968" y="39301"/>
                  </a:lnTo>
                  <a:lnTo>
                    <a:pt x="1991207" y="40041"/>
                  </a:lnTo>
                  <a:lnTo>
                    <a:pt x="1981446" y="40780"/>
                  </a:lnTo>
                  <a:lnTo>
                    <a:pt x="1971685" y="41517"/>
                  </a:lnTo>
                  <a:lnTo>
                    <a:pt x="1961925" y="42252"/>
                  </a:lnTo>
                  <a:lnTo>
                    <a:pt x="1952164" y="42986"/>
                  </a:lnTo>
                  <a:lnTo>
                    <a:pt x="1942403" y="43717"/>
                  </a:lnTo>
                  <a:lnTo>
                    <a:pt x="1932642" y="44448"/>
                  </a:lnTo>
                  <a:lnTo>
                    <a:pt x="1922881" y="45176"/>
                  </a:lnTo>
                  <a:lnTo>
                    <a:pt x="1913121" y="45903"/>
                  </a:lnTo>
                  <a:lnTo>
                    <a:pt x="1903360" y="46628"/>
                  </a:lnTo>
                  <a:lnTo>
                    <a:pt x="1893599" y="47352"/>
                  </a:lnTo>
                  <a:lnTo>
                    <a:pt x="1883838" y="48074"/>
                  </a:lnTo>
                  <a:lnTo>
                    <a:pt x="1874077" y="48794"/>
                  </a:lnTo>
                  <a:lnTo>
                    <a:pt x="1864316" y="49513"/>
                  </a:lnTo>
                  <a:lnTo>
                    <a:pt x="1854556" y="50230"/>
                  </a:lnTo>
                  <a:lnTo>
                    <a:pt x="1844795" y="50945"/>
                  </a:lnTo>
                  <a:lnTo>
                    <a:pt x="1835034" y="51659"/>
                  </a:lnTo>
                  <a:lnTo>
                    <a:pt x="1825273" y="52371"/>
                  </a:lnTo>
                  <a:lnTo>
                    <a:pt x="1815512" y="53082"/>
                  </a:lnTo>
                  <a:lnTo>
                    <a:pt x="1805752" y="53790"/>
                  </a:lnTo>
                  <a:lnTo>
                    <a:pt x="1795991" y="54498"/>
                  </a:lnTo>
                  <a:lnTo>
                    <a:pt x="1786230" y="55203"/>
                  </a:lnTo>
                  <a:lnTo>
                    <a:pt x="1776469" y="55907"/>
                  </a:lnTo>
                  <a:lnTo>
                    <a:pt x="1766708" y="56609"/>
                  </a:lnTo>
                  <a:lnTo>
                    <a:pt x="1756947" y="57309"/>
                  </a:lnTo>
                  <a:lnTo>
                    <a:pt x="1747187" y="58008"/>
                  </a:lnTo>
                  <a:lnTo>
                    <a:pt x="1737426" y="58705"/>
                  </a:lnTo>
                  <a:lnTo>
                    <a:pt x="1727665" y="59401"/>
                  </a:lnTo>
                  <a:lnTo>
                    <a:pt x="1717904" y="60095"/>
                  </a:lnTo>
                  <a:lnTo>
                    <a:pt x="1708143" y="60788"/>
                  </a:lnTo>
                  <a:lnTo>
                    <a:pt x="1698382" y="61494"/>
                  </a:lnTo>
                  <a:lnTo>
                    <a:pt x="1688622" y="62201"/>
                  </a:lnTo>
                  <a:lnTo>
                    <a:pt x="1678861" y="62906"/>
                  </a:lnTo>
                  <a:lnTo>
                    <a:pt x="1669100" y="63610"/>
                  </a:lnTo>
                  <a:lnTo>
                    <a:pt x="1659339" y="64311"/>
                  </a:lnTo>
                  <a:lnTo>
                    <a:pt x="1649578" y="65011"/>
                  </a:lnTo>
                  <a:lnTo>
                    <a:pt x="1639818" y="65708"/>
                  </a:lnTo>
                  <a:lnTo>
                    <a:pt x="1630057" y="66404"/>
                  </a:lnTo>
                  <a:lnTo>
                    <a:pt x="1620296" y="67098"/>
                  </a:lnTo>
                  <a:lnTo>
                    <a:pt x="1610535" y="67790"/>
                  </a:lnTo>
                  <a:lnTo>
                    <a:pt x="1600774" y="68480"/>
                  </a:lnTo>
                  <a:lnTo>
                    <a:pt x="1591013" y="69168"/>
                  </a:lnTo>
                  <a:lnTo>
                    <a:pt x="1581253" y="69854"/>
                  </a:lnTo>
                  <a:lnTo>
                    <a:pt x="1571492" y="70539"/>
                  </a:lnTo>
                  <a:lnTo>
                    <a:pt x="1561731" y="71221"/>
                  </a:lnTo>
                  <a:lnTo>
                    <a:pt x="1551970" y="71902"/>
                  </a:lnTo>
                  <a:lnTo>
                    <a:pt x="1542209" y="72581"/>
                  </a:lnTo>
                  <a:lnTo>
                    <a:pt x="1532448" y="73258"/>
                  </a:lnTo>
                  <a:lnTo>
                    <a:pt x="1522688" y="73933"/>
                  </a:lnTo>
                  <a:lnTo>
                    <a:pt x="1512927" y="74606"/>
                  </a:lnTo>
                  <a:lnTo>
                    <a:pt x="1503166" y="75277"/>
                  </a:lnTo>
                  <a:lnTo>
                    <a:pt x="1493405" y="75947"/>
                  </a:lnTo>
                  <a:lnTo>
                    <a:pt x="1483644" y="76614"/>
                  </a:lnTo>
                  <a:lnTo>
                    <a:pt x="1473884" y="77280"/>
                  </a:lnTo>
                  <a:lnTo>
                    <a:pt x="1464123" y="77944"/>
                  </a:lnTo>
                  <a:lnTo>
                    <a:pt x="1454362" y="78607"/>
                  </a:lnTo>
                  <a:lnTo>
                    <a:pt x="1444601" y="79267"/>
                  </a:lnTo>
                  <a:lnTo>
                    <a:pt x="1434840" y="79925"/>
                  </a:lnTo>
                  <a:lnTo>
                    <a:pt x="1425079" y="80554"/>
                  </a:lnTo>
                  <a:lnTo>
                    <a:pt x="1415319" y="81179"/>
                  </a:lnTo>
                  <a:lnTo>
                    <a:pt x="1405558" y="81801"/>
                  </a:lnTo>
                  <a:lnTo>
                    <a:pt x="1395797" y="82422"/>
                  </a:lnTo>
                  <a:lnTo>
                    <a:pt x="1386036" y="83043"/>
                  </a:lnTo>
                  <a:lnTo>
                    <a:pt x="1376275" y="83662"/>
                  </a:lnTo>
                  <a:lnTo>
                    <a:pt x="1366515" y="84280"/>
                  </a:lnTo>
                  <a:lnTo>
                    <a:pt x="1356754" y="84897"/>
                  </a:lnTo>
                  <a:lnTo>
                    <a:pt x="1346993" y="85514"/>
                  </a:lnTo>
                  <a:lnTo>
                    <a:pt x="1337232" y="86129"/>
                  </a:lnTo>
                  <a:lnTo>
                    <a:pt x="1327471" y="86743"/>
                  </a:lnTo>
                  <a:lnTo>
                    <a:pt x="1317710" y="87356"/>
                  </a:lnTo>
                  <a:lnTo>
                    <a:pt x="1307950" y="87969"/>
                  </a:lnTo>
                  <a:lnTo>
                    <a:pt x="1298189" y="88580"/>
                  </a:lnTo>
                  <a:lnTo>
                    <a:pt x="1288428" y="89191"/>
                  </a:lnTo>
                  <a:lnTo>
                    <a:pt x="1278667" y="89800"/>
                  </a:lnTo>
                  <a:lnTo>
                    <a:pt x="1268906" y="90406"/>
                  </a:lnTo>
                  <a:lnTo>
                    <a:pt x="1259145" y="91010"/>
                  </a:lnTo>
                  <a:lnTo>
                    <a:pt x="1249385" y="91614"/>
                  </a:lnTo>
                  <a:lnTo>
                    <a:pt x="1239624" y="92228"/>
                  </a:lnTo>
                  <a:lnTo>
                    <a:pt x="1229863" y="92833"/>
                  </a:lnTo>
                  <a:lnTo>
                    <a:pt x="1220102" y="93437"/>
                  </a:lnTo>
                  <a:lnTo>
                    <a:pt x="1210341" y="94040"/>
                  </a:lnTo>
                  <a:lnTo>
                    <a:pt x="1200581" y="94642"/>
                  </a:lnTo>
                  <a:lnTo>
                    <a:pt x="1190820" y="95243"/>
                  </a:lnTo>
                  <a:lnTo>
                    <a:pt x="1181059" y="95843"/>
                  </a:lnTo>
                  <a:lnTo>
                    <a:pt x="1171298" y="96443"/>
                  </a:lnTo>
                  <a:lnTo>
                    <a:pt x="1161537" y="97041"/>
                  </a:lnTo>
                  <a:lnTo>
                    <a:pt x="1151776" y="97638"/>
                  </a:lnTo>
                  <a:lnTo>
                    <a:pt x="1142016" y="98234"/>
                  </a:lnTo>
                  <a:lnTo>
                    <a:pt x="1132255" y="98829"/>
                  </a:lnTo>
                  <a:lnTo>
                    <a:pt x="1122494" y="99423"/>
                  </a:lnTo>
                  <a:lnTo>
                    <a:pt x="1112733" y="100016"/>
                  </a:lnTo>
                  <a:lnTo>
                    <a:pt x="1102972" y="100608"/>
                  </a:lnTo>
                  <a:lnTo>
                    <a:pt x="1093212" y="101199"/>
                  </a:lnTo>
                  <a:lnTo>
                    <a:pt x="1083451" y="101789"/>
                  </a:lnTo>
                  <a:lnTo>
                    <a:pt x="1073690" y="102378"/>
                  </a:lnTo>
                  <a:lnTo>
                    <a:pt x="1063929" y="102966"/>
                  </a:lnTo>
                  <a:lnTo>
                    <a:pt x="1054168" y="103554"/>
                  </a:lnTo>
                  <a:lnTo>
                    <a:pt x="1044407" y="104140"/>
                  </a:lnTo>
                  <a:lnTo>
                    <a:pt x="1034647" y="104725"/>
                  </a:lnTo>
                  <a:lnTo>
                    <a:pt x="1024886" y="105310"/>
                  </a:lnTo>
                  <a:lnTo>
                    <a:pt x="1015125" y="105893"/>
                  </a:lnTo>
                  <a:lnTo>
                    <a:pt x="1005364" y="106476"/>
                  </a:lnTo>
                  <a:lnTo>
                    <a:pt x="995603" y="107057"/>
                  </a:lnTo>
                  <a:lnTo>
                    <a:pt x="985842" y="107638"/>
                  </a:lnTo>
                  <a:lnTo>
                    <a:pt x="976082" y="108217"/>
                  </a:lnTo>
                  <a:lnTo>
                    <a:pt x="966321" y="108796"/>
                  </a:lnTo>
                  <a:lnTo>
                    <a:pt x="956560" y="109374"/>
                  </a:lnTo>
                  <a:lnTo>
                    <a:pt x="946799" y="109951"/>
                  </a:lnTo>
                  <a:lnTo>
                    <a:pt x="937038" y="110527"/>
                  </a:lnTo>
                  <a:lnTo>
                    <a:pt x="927278" y="111102"/>
                  </a:lnTo>
                  <a:lnTo>
                    <a:pt x="917517" y="111676"/>
                  </a:lnTo>
                  <a:lnTo>
                    <a:pt x="907756" y="112249"/>
                  </a:lnTo>
                  <a:lnTo>
                    <a:pt x="897995" y="112821"/>
                  </a:lnTo>
                  <a:lnTo>
                    <a:pt x="888234" y="113393"/>
                  </a:lnTo>
                  <a:lnTo>
                    <a:pt x="878473" y="113963"/>
                  </a:lnTo>
                  <a:lnTo>
                    <a:pt x="868713" y="114532"/>
                  </a:lnTo>
                  <a:lnTo>
                    <a:pt x="858952" y="115101"/>
                  </a:lnTo>
                  <a:lnTo>
                    <a:pt x="849191" y="115669"/>
                  </a:lnTo>
                  <a:lnTo>
                    <a:pt x="839430" y="116235"/>
                  </a:lnTo>
                  <a:lnTo>
                    <a:pt x="829669" y="116801"/>
                  </a:lnTo>
                  <a:lnTo>
                    <a:pt x="819909" y="117372"/>
                  </a:lnTo>
                  <a:lnTo>
                    <a:pt x="810148" y="117943"/>
                  </a:lnTo>
                  <a:lnTo>
                    <a:pt x="800387" y="118512"/>
                  </a:lnTo>
                  <a:lnTo>
                    <a:pt x="790626" y="119080"/>
                  </a:lnTo>
                  <a:lnTo>
                    <a:pt x="780865" y="119646"/>
                  </a:lnTo>
                  <a:lnTo>
                    <a:pt x="771104" y="120204"/>
                  </a:lnTo>
                  <a:lnTo>
                    <a:pt x="761344" y="120762"/>
                  </a:lnTo>
                  <a:lnTo>
                    <a:pt x="751583" y="121319"/>
                  </a:lnTo>
                  <a:lnTo>
                    <a:pt x="741822" y="121875"/>
                  </a:lnTo>
                  <a:lnTo>
                    <a:pt x="732061" y="122430"/>
                  </a:lnTo>
                  <a:lnTo>
                    <a:pt x="722300" y="122984"/>
                  </a:lnTo>
                  <a:lnTo>
                    <a:pt x="712539" y="123538"/>
                  </a:lnTo>
                  <a:lnTo>
                    <a:pt x="702779" y="124090"/>
                  </a:lnTo>
                  <a:lnTo>
                    <a:pt x="693018" y="124642"/>
                  </a:lnTo>
                  <a:lnTo>
                    <a:pt x="683257" y="125193"/>
                  </a:lnTo>
                  <a:lnTo>
                    <a:pt x="673496" y="125743"/>
                  </a:lnTo>
                  <a:lnTo>
                    <a:pt x="663735" y="126292"/>
                  </a:lnTo>
                  <a:lnTo>
                    <a:pt x="653975" y="126840"/>
                  </a:lnTo>
                  <a:lnTo>
                    <a:pt x="644214" y="127387"/>
                  </a:lnTo>
                  <a:lnTo>
                    <a:pt x="634453" y="127934"/>
                  </a:lnTo>
                  <a:lnTo>
                    <a:pt x="624692" y="128480"/>
                  </a:lnTo>
                  <a:lnTo>
                    <a:pt x="614931" y="129025"/>
                  </a:lnTo>
                  <a:lnTo>
                    <a:pt x="605170" y="129569"/>
                  </a:lnTo>
                  <a:lnTo>
                    <a:pt x="595410" y="130112"/>
                  </a:lnTo>
                  <a:lnTo>
                    <a:pt x="585649" y="130655"/>
                  </a:lnTo>
                  <a:lnTo>
                    <a:pt x="575888" y="131196"/>
                  </a:lnTo>
                  <a:lnTo>
                    <a:pt x="566127" y="131737"/>
                  </a:lnTo>
                  <a:lnTo>
                    <a:pt x="556366" y="132277"/>
                  </a:lnTo>
                  <a:lnTo>
                    <a:pt x="546606" y="132816"/>
                  </a:lnTo>
                  <a:lnTo>
                    <a:pt x="536845" y="135074"/>
                  </a:lnTo>
                  <a:lnTo>
                    <a:pt x="527084" y="138777"/>
                  </a:lnTo>
                  <a:lnTo>
                    <a:pt x="517323" y="142446"/>
                  </a:lnTo>
                  <a:lnTo>
                    <a:pt x="507562" y="146100"/>
                  </a:lnTo>
                  <a:lnTo>
                    <a:pt x="497801" y="149702"/>
                  </a:lnTo>
                  <a:lnTo>
                    <a:pt x="488041" y="153261"/>
                  </a:lnTo>
                  <a:lnTo>
                    <a:pt x="478280" y="156780"/>
                  </a:lnTo>
                  <a:lnTo>
                    <a:pt x="468519" y="160237"/>
                  </a:lnTo>
                  <a:lnTo>
                    <a:pt x="458758" y="163650"/>
                  </a:lnTo>
                  <a:lnTo>
                    <a:pt x="448997" y="167019"/>
                  </a:lnTo>
                  <a:lnTo>
                    <a:pt x="439236" y="170343"/>
                  </a:lnTo>
                  <a:lnTo>
                    <a:pt x="429476" y="173682"/>
                  </a:lnTo>
                  <a:lnTo>
                    <a:pt x="419715" y="176987"/>
                  </a:lnTo>
                  <a:lnTo>
                    <a:pt x="409954" y="180291"/>
                  </a:lnTo>
                  <a:lnTo>
                    <a:pt x="400193" y="183563"/>
                  </a:lnTo>
                  <a:lnTo>
                    <a:pt x="390432" y="186792"/>
                  </a:lnTo>
                  <a:lnTo>
                    <a:pt x="380672" y="189989"/>
                  </a:lnTo>
                  <a:lnTo>
                    <a:pt x="370911" y="193118"/>
                  </a:lnTo>
                  <a:lnTo>
                    <a:pt x="361150" y="196213"/>
                  </a:lnTo>
                  <a:lnTo>
                    <a:pt x="351389" y="199275"/>
                  </a:lnTo>
                  <a:lnTo>
                    <a:pt x="341628" y="202345"/>
                  </a:lnTo>
                  <a:lnTo>
                    <a:pt x="331867" y="205466"/>
                  </a:lnTo>
                  <a:lnTo>
                    <a:pt x="322107" y="208561"/>
                  </a:lnTo>
                  <a:lnTo>
                    <a:pt x="312346" y="211557"/>
                  </a:lnTo>
                  <a:lnTo>
                    <a:pt x="302585" y="214525"/>
                  </a:lnTo>
                  <a:lnTo>
                    <a:pt x="292824" y="217461"/>
                  </a:lnTo>
                  <a:lnTo>
                    <a:pt x="283063" y="220294"/>
                  </a:lnTo>
                  <a:lnTo>
                    <a:pt x="273303" y="223070"/>
                  </a:lnTo>
                  <a:lnTo>
                    <a:pt x="263542" y="225810"/>
                  </a:lnTo>
                  <a:lnTo>
                    <a:pt x="253781" y="228517"/>
                  </a:lnTo>
                  <a:lnTo>
                    <a:pt x="244020" y="231275"/>
                  </a:lnTo>
                  <a:lnTo>
                    <a:pt x="234259" y="234044"/>
                  </a:lnTo>
                  <a:lnTo>
                    <a:pt x="224498" y="236788"/>
                  </a:lnTo>
                  <a:lnTo>
                    <a:pt x="214738" y="239412"/>
                  </a:lnTo>
                  <a:lnTo>
                    <a:pt x="204977" y="242055"/>
                  </a:lnTo>
                  <a:lnTo>
                    <a:pt x="195216" y="244689"/>
                  </a:lnTo>
                  <a:lnTo>
                    <a:pt x="185455" y="247315"/>
                  </a:lnTo>
                  <a:lnTo>
                    <a:pt x="175694" y="250014"/>
                  </a:lnTo>
                  <a:lnTo>
                    <a:pt x="165933" y="252675"/>
                  </a:lnTo>
                  <a:lnTo>
                    <a:pt x="156173" y="255172"/>
                  </a:lnTo>
                  <a:lnTo>
                    <a:pt x="146412" y="257642"/>
                  </a:lnTo>
                  <a:lnTo>
                    <a:pt x="136651" y="260086"/>
                  </a:lnTo>
                  <a:lnTo>
                    <a:pt x="126890" y="262503"/>
                  </a:lnTo>
                  <a:lnTo>
                    <a:pt x="117129" y="264894"/>
                  </a:lnTo>
                  <a:lnTo>
                    <a:pt x="107369" y="267260"/>
                  </a:lnTo>
                  <a:lnTo>
                    <a:pt x="97608" y="269635"/>
                  </a:lnTo>
                  <a:lnTo>
                    <a:pt x="87847" y="271993"/>
                  </a:lnTo>
                  <a:lnTo>
                    <a:pt x="78086" y="274523"/>
                  </a:lnTo>
                  <a:lnTo>
                    <a:pt x="68325" y="277074"/>
                  </a:lnTo>
                  <a:lnTo>
                    <a:pt x="58564" y="279434"/>
                  </a:lnTo>
                  <a:lnTo>
                    <a:pt x="48804" y="281674"/>
                  </a:lnTo>
                  <a:lnTo>
                    <a:pt x="39043" y="283887"/>
                  </a:lnTo>
                  <a:lnTo>
                    <a:pt x="29282" y="286076"/>
                  </a:lnTo>
                  <a:lnTo>
                    <a:pt x="19521" y="288242"/>
                  </a:lnTo>
                  <a:lnTo>
                    <a:pt x="9760" y="290385"/>
                  </a:lnTo>
                  <a:lnTo>
                    <a:pt x="0" y="292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6312408" y="2545135"/>
              <a:ext cx="2528052" cy="2600052"/>
            </a:xfrm>
            <a:custGeom>
              <a:avLst/>
              <a:pathLst>
                <a:path w="2528052" h="2600052">
                  <a:moveTo>
                    <a:pt x="0" y="2414931"/>
                  </a:moveTo>
                  <a:lnTo>
                    <a:pt x="9760" y="2414385"/>
                  </a:lnTo>
                  <a:lnTo>
                    <a:pt x="19521" y="2413830"/>
                  </a:lnTo>
                  <a:lnTo>
                    <a:pt x="29282" y="2413272"/>
                  </a:lnTo>
                  <a:lnTo>
                    <a:pt x="39043" y="2412719"/>
                  </a:lnTo>
                  <a:lnTo>
                    <a:pt x="48804" y="2412363"/>
                  </a:lnTo>
                  <a:lnTo>
                    <a:pt x="58564" y="2412040"/>
                  </a:lnTo>
                  <a:lnTo>
                    <a:pt x="68325" y="2411716"/>
                  </a:lnTo>
                  <a:lnTo>
                    <a:pt x="78086" y="2411391"/>
                  </a:lnTo>
                  <a:lnTo>
                    <a:pt x="87847" y="2410372"/>
                  </a:lnTo>
                  <a:lnTo>
                    <a:pt x="97608" y="2409318"/>
                  </a:lnTo>
                  <a:lnTo>
                    <a:pt x="107369" y="2408508"/>
                  </a:lnTo>
                  <a:lnTo>
                    <a:pt x="117129" y="2407997"/>
                  </a:lnTo>
                  <a:lnTo>
                    <a:pt x="126890" y="2407569"/>
                  </a:lnTo>
                  <a:lnTo>
                    <a:pt x="136651" y="2406987"/>
                  </a:lnTo>
                  <a:lnTo>
                    <a:pt x="146412" y="2406399"/>
                  </a:lnTo>
                  <a:lnTo>
                    <a:pt x="156173" y="2405810"/>
                  </a:lnTo>
                  <a:lnTo>
                    <a:pt x="165933" y="2405275"/>
                  </a:lnTo>
                  <a:lnTo>
                    <a:pt x="175694" y="2404749"/>
                  </a:lnTo>
                  <a:lnTo>
                    <a:pt x="185455" y="2403672"/>
                  </a:lnTo>
                  <a:lnTo>
                    <a:pt x="195216" y="2402617"/>
                  </a:lnTo>
                  <a:lnTo>
                    <a:pt x="204977" y="2401739"/>
                  </a:lnTo>
                  <a:lnTo>
                    <a:pt x="214738" y="2400900"/>
                  </a:lnTo>
                  <a:lnTo>
                    <a:pt x="224498" y="2400051"/>
                  </a:lnTo>
                  <a:lnTo>
                    <a:pt x="234259" y="2398974"/>
                  </a:lnTo>
                  <a:lnTo>
                    <a:pt x="244020" y="2397980"/>
                  </a:lnTo>
                  <a:lnTo>
                    <a:pt x="253781" y="2397431"/>
                  </a:lnTo>
                  <a:lnTo>
                    <a:pt x="263542" y="2396697"/>
                  </a:lnTo>
                  <a:lnTo>
                    <a:pt x="273303" y="2395812"/>
                  </a:lnTo>
                  <a:lnTo>
                    <a:pt x="283063" y="2394919"/>
                  </a:lnTo>
                  <a:lnTo>
                    <a:pt x="292824" y="2394235"/>
                  </a:lnTo>
                  <a:lnTo>
                    <a:pt x="302585" y="2393891"/>
                  </a:lnTo>
                  <a:lnTo>
                    <a:pt x="312346" y="2393097"/>
                  </a:lnTo>
                  <a:lnTo>
                    <a:pt x="322107" y="2392454"/>
                  </a:lnTo>
                  <a:lnTo>
                    <a:pt x="331867" y="2391022"/>
                  </a:lnTo>
                  <a:lnTo>
                    <a:pt x="341628" y="2390373"/>
                  </a:lnTo>
                  <a:lnTo>
                    <a:pt x="351389" y="2389127"/>
                  </a:lnTo>
                  <a:lnTo>
                    <a:pt x="361150" y="2387595"/>
                  </a:lnTo>
                  <a:lnTo>
                    <a:pt x="370911" y="2386418"/>
                  </a:lnTo>
                  <a:lnTo>
                    <a:pt x="380672" y="2385382"/>
                  </a:lnTo>
                  <a:lnTo>
                    <a:pt x="390432" y="2384020"/>
                  </a:lnTo>
                  <a:lnTo>
                    <a:pt x="400193" y="2383388"/>
                  </a:lnTo>
                  <a:lnTo>
                    <a:pt x="409954" y="2382034"/>
                  </a:lnTo>
                  <a:lnTo>
                    <a:pt x="419715" y="2381324"/>
                  </a:lnTo>
                  <a:lnTo>
                    <a:pt x="429476" y="2380273"/>
                  </a:lnTo>
                  <a:lnTo>
                    <a:pt x="439236" y="2379211"/>
                  </a:lnTo>
                  <a:lnTo>
                    <a:pt x="448997" y="2378253"/>
                  </a:lnTo>
                  <a:lnTo>
                    <a:pt x="458758" y="2376930"/>
                  </a:lnTo>
                  <a:lnTo>
                    <a:pt x="468519" y="2376055"/>
                  </a:lnTo>
                  <a:lnTo>
                    <a:pt x="478280" y="2374840"/>
                  </a:lnTo>
                  <a:lnTo>
                    <a:pt x="488041" y="2373381"/>
                  </a:lnTo>
                  <a:lnTo>
                    <a:pt x="497801" y="2371778"/>
                  </a:lnTo>
                  <a:lnTo>
                    <a:pt x="507562" y="2370458"/>
                  </a:lnTo>
                  <a:lnTo>
                    <a:pt x="517323" y="2369080"/>
                  </a:lnTo>
                  <a:lnTo>
                    <a:pt x="527084" y="2367598"/>
                  </a:lnTo>
                  <a:lnTo>
                    <a:pt x="536845" y="2365659"/>
                  </a:lnTo>
                  <a:lnTo>
                    <a:pt x="546606" y="2364311"/>
                  </a:lnTo>
                  <a:lnTo>
                    <a:pt x="556366" y="2363190"/>
                  </a:lnTo>
                  <a:lnTo>
                    <a:pt x="566127" y="2361825"/>
                  </a:lnTo>
                  <a:lnTo>
                    <a:pt x="575888" y="2359807"/>
                  </a:lnTo>
                  <a:lnTo>
                    <a:pt x="585649" y="2357860"/>
                  </a:lnTo>
                  <a:lnTo>
                    <a:pt x="595410" y="2355771"/>
                  </a:lnTo>
                  <a:lnTo>
                    <a:pt x="605170" y="2353952"/>
                  </a:lnTo>
                  <a:lnTo>
                    <a:pt x="614931" y="2351988"/>
                  </a:lnTo>
                  <a:lnTo>
                    <a:pt x="624692" y="2350693"/>
                  </a:lnTo>
                  <a:lnTo>
                    <a:pt x="634453" y="2348567"/>
                  </a:lnTo>
                  <a:lnTo>
                    <a:pt x="644214" y="2346438"/>
                  </a:lnTo>
                  <a:lnTo>
                    <a:pt x="653975" y="2344728"/>
                  </a:lnTo>
                  <a:lnTo>
                    <a:pt x="663735" y="2343187"/>
                  </a:lnTo>
                  <a:lnTo>
                    <a:pt x="673496" y="2340604"/>
                  </a:lnTo>
                  <a:lnTo>
                    <a:pt x="683257" y="2338960"/>
                  </a:lnTo>
                  <a:lnTo>
                    <a:pt x="693018" y="2336494"/>
                  </a:lnTo>
                  <a:lnTo>
                    <a:pt x="702779" y="2333560"/>
                  </a:lnTo>
                  <a:lnTo>
                    <a:pt x="712539" y="2331494"/>
                  </a:lnTo>
                  <a:lnTo>
                    <a:pt x="722300" y="2329407"/>
                  </a:lnTo>
                  <a:lnTo>
                    <a:pt x="732061" y="2327298"/>
                  </a:lnTo>
                  <a:lnTo>
                    <a:pt x="741822" y="2325147"/>
                  </a:lnTo>
                  <a:lnTo>
                    <a:pt x="751583" y="2322954"/>
                  </a:lnTo>
                  <a:lnTo>
                    <a:pt x="761344" y="2320398"/>
                  </a:lnTo>
                  <a:lnTo>
                    <a:pt x="771104" y="2317682"/>
                  </a:lnTo>
                  <a:lnTo>
                    <a:pt x="780865" y="2315077"/>
                  </a:lnTo>
                  <a:lnTo>
                    <a:pt x="790626" y="2311985"/>
                  </a:lnTo>
                  <a:lnTo>
                    <a:pt x="800387" y="2309631"/>
                  </a:lnTo>
                  <a:lnTo>
                    <a:pt x="810148" y="2306775"/>
                  </a:lnTo>
                  <a:lnTo>
                    <a:pt x="819909" y="2304079"/>
                  </a:lnTo>
                  <a:lnTo>
                    <a:pt x="829669" y="2300357"/>
                  </a:lnTo>
                  <a:lnTo>
                    <a:pt x="839430" y="2297368"/>
                  </a:lnTo>
                  <a:lnTo>
                    <a:pt x="849191" y="2294153"/>
                  </a:lnTo>
                  <a:lnTo>
                    <a:pt x="858952" y="2290183"/>
                  </a:lnTo>
                  <a:lnTo>
                    <a:pt x="868713" y="2286894"/>
                  </a:lnTo>
                  <a:lnTo>
                    <a:pt x="878473" y="2283077"/>
                  </a:lnTo>
                  <a:lnTo>
                    <a:pt x="888234" y="2279296"/>
                  </a:lnTo>
                  <a:lnTo>
                    <a:pt x="897995" y="2274945"/>
                  </a:lnTo>
                  <a:lnTo>
                    <a:pt x="907756" y="2269882"/>
                  </a:lnTo>
                  <a:lnTo>
                    <a:pt x="917517" y="2266161"/>
                  </a:lnTo>
                  <a:lnTo>
                    <a:pt x="927278" y="2261459"/>
                  </a:lnTo>
                  <a:lnTo>
                    <a:pt x="937038" y="2257097"/>
                  </a:lnTo>
                  <a:lnTo>
                    <a:pt x="946799" y="2252570"/>
                  </a:lnTo>
                  <a:lnTo>
                    <a:pt x="956560" y="2249239"/>
                  </a:lnTo>
                  <a:lnTo>
                    <a:pt x="966321" y="2245263"/>
                  </a:lnTo>
                  <a:lnTo>
                    <a:pt x="976082" y="2240129"/>
                  </a:lnTo>
                  <a:lnTo>
                    <a:pt x="985842" y="2235350"/>
                  </a:lnTo>
                  <a:lnTo>
                    <a:pt x="995603" y="2230692"/>
                  </a:lnTo>
                  <a:lnTo>
                    <a:pt x="1005364" y="2225675"/>
                  </a:lnTo>
                  <a:lnTo>
                    <a:pt x="1015125" y="2219244"/>
                  </a:lnTo>
                  <a:lnTo>
                    <a:pt x="1024886" y="2213536"/>
                  </a:lnTo>
                  <a:lnTo>
                    <a:pt x="1034647" y="2208901"/>
                  </a:lnTo>
                  <a:lnTo>
                    <a:pt x="1044407" y="2203801"/>
                  </a:lnTo>
                  <a:lnTo>
                    <a:pt x="1054168" y="2199187"/>
                  </a:lnTo>
                  <a:lnTo>
                    <a:pt x="1063929" y="2194018"/>
                  </a:lnTo>
                  <a:lnTo>
                    <a:pt x="1073690" y="2188975"/>
                  </a:lnTo>
                  <a:lnTo>
                    <a:pt x="1083451" y="2183680"/>
                  </a:lnTo>
                  <a:lnTo>
                    <a:pt x="1093212" y="2177563"/>
                  </a:lnTo>
                  <a:lnTo>
                    <a:pt x="1102972" y="2171631"/>
                  </a:lnTo>
                  <a:lnTo>
                    <a:pt x="1112733" y="2165680"/>
                  </a:lnTo>
                  <a:lnTo>
                    <a:pt x="1122494" y="2160003"/>
                  </a:lnTo>
                  <a:lnTo>
                    <a:pt x="1132255" y="2154475"/>
                  </a:lnTo>
                  <a:lnTo>
                    <a:pt x="1142016" y="2148232"/>
                  </a:lnTo>
                  <a:lnTo>
                    <a:pt x="1151776" y="2141473"/>
                  </a:lnTo>
                  <a:lnTo>
                    <a:pt x="1161537" y="2134717"/>
                  </a:lnTo>
                  <a:lnTo>
                    <a:pt x="1171298" y="2127917"/>
                  </a:lnTo>
                  <a:lnTo>
                    <a:pt x="1181059" y="2121004"/>
                  </a:lnTo>
                  <a:lnTo>
                    <a:pt x="1190820" y="2115488"/>
                  </a:lnTo>
                  <a:lnTo>
                    <a:pt x="1200581" y="2108541"/>
                  </a:lnTo>
                  <a:lnTo>
                    <a:pt x="1210341" y="2101522"/>
                  </a:lnTo>
                  <a:lnTo>
                    <a:pt x="1220102" y="2095231"/>
                  </a:lnTo>
                  <a:lnTo>
                    <a:pt x="1229863" y="2088905"/>
                  </a:lnTo>
                  <a:lnTo>
                    <a:pt x="1239624" y="2082517"/>
                  </a:lnTo>
                  <a:lnTo>
                    <a:pt x="1249385" y="2076054"/>
                  </a:lnTo>
                  <a:lnTo>
                    <a:pt x="1259145" y="2069515"/>
                  </a:lnTo>
                  <a:lnTo>
                    <a:pt x="1268906" y="2062238"/>
                  </a:lnTo>
                  <a:lnTo>
                    <a:pt x="1278667" y="2054672"/>
                  </a:lnTo>
                  <a:lnTo>
                    <a:pt x="1288428" y="2047022"/>
                  </a:lnTo>
                  <a:lnTo>
                    <a:pt x="1298189" y="2039287"/>
                  </a:lnTo>
                  <a:lnTo>
                    <a:pt x="1307950" y="2031462"/>
                  </a:lnTo>
                  <a:lnTo>
                    <a:pt x="1317710" y="2023533"/>
                  </a:lnTo>
                  <a:lnTo>
                    <a:pt x="1327471" y="2015268"/>
                  </a:lnTo>
                  <a:lnTo>
                    <a:pt x="1337232" y="2006410"/>
                  </a:lnTo>
                  <a:lnTo>
                    <a:pt x="1346993" y="1997850"/>
                  </a:lnTo>
                  <a:lnTo>
                    <a:pt x="1356754" y="1989172"/>
                  </a:lnTo>
                  <a:lnTo>
                    <a:pt x="1366515" y="1980381"/>
                  </a:lnTo>
                  <a:lnTo>
                    <a:pt x="1376275" y="1971511"/>
                  </a:lnTo>
                  <a:lnTo>
                    <a:pt x="1386036" y="1962783"/>
                  </a:lnTo>
                  <a:lnTo>
                    <a:pt x="1395797" y="1954825"/>
                  </a:lnTo>
                  <a:lnTo>
                    <a:pt x="1405558" y="1946732"/>
                  </a:lnTo>
                  <a:lnTo>
                    <a:pt x="1415319" y="1938535"/>
                  </a:lnTo>
                  <a:lnTo>
                    <a:pt x="1425079" y="1929680"/>
                  </a:lnTo>
                  <a:lnTo>
                    <a:pt x="1434840" y="1919899"/>
                  </a:lnTo>
                  <a:lnTo>
                    <a:pt x="1444601" y="1909052"/>
                  </a:lnTo>
                  <a:lnTo>
                    <a:pt x="1454362" y="1898034"/>
                  </a:lnTo>
                  <a:lnTo>
                    <a:pt x="1464123" y="1886842"/>
                  </a:lnTo>
                  <a:lnTo>
                    <a:pt x="1473884" y="1876792"/>
                  </a:lnTo>
                  <a:lnTo>
                    <a:pt x="1483644" y="1867960"/>
                  </a:lnTo>
                  <a:lnTo>
                    <a:pt x="1493405" y="1859051"/>
                  </a:lnTo>
                  <a:lnTo>
                    <a:pt x="1503166" y="1849044"/>
                  </a:lnTo>
                  <a:lnTo>
                    <a:pt x="1512927" y="1837378"/>
                  </a:lnTo>
                  <a:lnTo>
                    <a:pt x="1522688" y="1827881"/>
                  </a:lnTo>
                  <a:lnTo>
                    <a:pt x="1532448" y="1818791"/>
                  </a:lnTo>
                  <a:lnTo>
                    <a:pt x="1542209" y="1809369"/>
                  </a:lnTo>
                  <a:lnTo>
                    <a:pt x="1551970" y="1798604"/>
                  </a:lnTo>
                  <a:lnTo>
                    <a:pt x="1561731" y="1787720"/>
                  </a:lnTo>
                  <a:lnTo>
                    <a:pt x="1571492" y="1776717"/>
                  </a:lnTo>
                  <a:lnTo>
                    <a:pt x="1581253" y="1766036"/>
                  </a:lnTo>
                  <a:lnTo>
                    <a:pt x="1591013" y="1755434"/>
                  </a:lnTo>
                  <a:lnTo>
                    <a:pt x="1600774" y="1744732"/>
                  </a:lnTo>
                  <a:lnTo>
                    <a:pt x="1610535" y="1733036"/>
                  </a:lnTo>
                  <a:lnTo>
                    <a:pt x="1620296" y="1721045"/>
                  </a:lnTo>
                  <a:lnTo>
                    <a:pt x="1630057" y="1709697"/>
                  </a:lnTo>
                  <a:lnTo>
                    <a:pt x="1639818" y="1696605"/>
                  </a:lnTo>
                  <a:lnTo>
                    <a:pt x="1649578" y="1685705"/>
                  </a:lnTo>
                  <a:lnTo>
                    <a:pt x="1659339" y="1675034"/>
                  </a:lnTo>
                  <a:lnTo>
                    <a:pt x="1669100" y="1664251"/>
                  </a:lnTo>
                  <a:lnTo>
                    <a:pt x="1678861" y="1651740"/>
                  </a:lnTo>
                  <a:lnTo>
                    <a:pt x="1688622" y="1638230"/>
                  </a:lnTo>
                  <a:lnTo>
                    <a:pt x="1698382" y="1624565"/>
                  </a:lnTo>
                  <a:lnTo>
                    <a:pt x="1708143" y="1610742"/>
                  </a:lnTo>
                  <a:lnTo>
                    <a:pt x="1717904" y="1596762"/>
                  </a:lnTo>
                  <a:lnTo>
                    <a:pt x="1727665" y="1583404"/>
                  </a:lnTo>
                  <a:lnTo>
                    <a:pt x="1737426" y="1570192"/>
                  </a:lnTo>
                  <a:lnTo>
                    <a:pt x="1747187" y="1556846"/>
                  </a:lnTo>
                  <a:lnTo>
                    <a:pt x="1756947" y="1543364"/>
                  </a:lnTo>
                  <a:lnTo>
                    <a:pt x="1766708" y="1529746"/>
                  </a:lnTo>
                  <a:lnTo>
                    <a:pt x="1776469" y="1515391"/>
                  </a:lnTo>
                  <a:lnTo>
                    <a:pt x="1786230" y="1500520"/>
                  </a:lnTo>
                  <a:lnTo>
                    <a:pt x="1795991" y="1485489"/>
                  </a:lnTo>
                  <a:lnTo>
                    <a:pt x="1805752" y="1470295"/>
                  </a:lnTo>
                  <a:lnTo>
                    <a:pt x="1815512" y="1454939"/>
                  </a:lnTo>
                  <a:lnTo>
                    <a:pt x="1825273" y="1439474"/>
                  </a:lnTo>
                  <a:lnTo>
                    <a:pt x="1835034" y="1425650"/>
                  </a:lnTo>
                  <a:lnTo>
                    <a:pt x="1844795" y="1413681"/>
                  </a:lnTo>
                  <a:lnTo>
                    <a:pt x="1854556" y="1401171"/>
                  </a:lnTo>
                  <a:lnTo>
                    <a:pt x="1864316" y="1386167"/>
                  </a:lnTo>
                  <a:lnTo>
                    <a:pt x="1874077" y="1369950"/>
                  </a:lnTo>
                  <a:lnTo>
                    <a:pt x="1883838" y="1352961"/>
                  </a:lnTo>
                  <a:lnTo>
                    <a:pt x="1893599" y="1335796"/>
                  </a:lnTo>
                  <a:lnTo>
                    <a:pt x="1903360" y="1318456"/>
                  </a:lnTo>
                  <a:lnTo>
                    <a:pt x="1913121" y="1300940"/>
                  </a:lnTo>
                  <a:lnTo>
                    <a:pt x="1922881" y="1283259"/>
                  </a:lnTo>
                  <a:lnTo>
                    <a:pt x="1932642" y="1265402"/>
                  </a:lnTo>
                  <a:lnTo>
                    <a:pt x="1942403" y="1247369"/>
                  </a:lnTo>
                  <a:lnTo>
                    <a:pt x="1952164" y="1229159"/>
                  </a:lnTo>
                  <a:lnTo>
                    <a:pt x="1961925" y="1210770"/>
                  </a:lnTo>
                  <a:lnTo>
                    <a:pt x="1971685" y="1192204"/>
                  </a:lnTo>
                  <a:lnTo>
                    <a:pt x="1981446" y="1173460"/>
                  </a:lnTo>
                  <a:lnTo>
                    <a:pt x="1991207" y="1154541"/>
                  </a:lnTo>
                  <a:lnTo>
                    <a:pt x="2000968" y="1139005"/>
                  </a:lnTo>
                  <a:lnTo>
                    <a:pt x="2010729" y="1123718"/>
                  </a:lnTo>
                  <a:lnTo>
                    <a:pt x="2020490" y="1108335"/>
                  </a:lnTo>
                  <a:lnTo>
                    <a:pt x="2030250" y="1092837"/>
                  </a:lnTo>
                  <a:lnTo>
                    <a:pt x="2040011" y="1077225"/>
                  </a:lnTo>
                  <a:lnTo>
                    <a:pt x="2049772" y="1061499"/>
                  </a:lnTo>
                  <a:lnTo>
                    <a:pt x="2059533" y="1045658"/>
                  </a:lnTo>
                  <a:lnTo>
                    <a:pt x="2069294" y="1029702"/>
                  </a:lnTo>
                  <a:lnTo>
                    <a:pt x="2079055" y="1013633"/>
                  </a:lnTo>
                  <a:lnTo>
                    <a:pt x="2088815" y="997449"/>
                  </a:lnTo>
                  <a:lnTo>
                    <a:pt x="2098576" y="981150"/>
                  </a:lnTo>
                  <a:lnTo>
                    <a:pt x="2108337" y="964738"/>
                  </a:lnTo>
                  <a:lnTo>
                    <a:pt x="2118098" y="946020"/>
                  </a:lnTo>
                  <a:lnTo>
                    <a:pt x="2127859" y="927152"/>
                  </a:lnTo>
                  <a:lnTo>
                    <a:pt x="2137619" y="908138"/>
                  </a:lnTo>
                  <a:lnTo>
                    <a:pt x="2147380" y="888981"/>
                  </a:lnTo>
                  <a:lnTo>
                    <a:pt x="2157141" y="869680"/>
                  </a:lnTo>
                  <a:lnTo>
                    <a:pt x="2166902" y="850235"/>
                  </a:lnTo>
                  <a:lnTo>
                    <a:pt x="2176663" y="830647"/>
                  </a:lnTo>
                  <a:lnTo>
                    <a:pt x="2186424" y="810806"/>
                  </a:lnTo>
                  <a:lnTo>
                    <a:pt x="2196184" y="788630"/>
                  </a:lnTo>
                  <a:lnTo>
                    <a:pt x="2205945" y="766253"/>
                  </a:lnTo>
                  <a:lnTo>
                    <a:pt x="2215706" y="743675"/>
                  </a:lnTo>
                  <a:lnTo>
                    <a:pt x="2225467" y="720897"/>
                  </a:lnTo>
                  <a:lnTo>
                    <a:pt x="2235228" y="697919"/>
                  </a:lnTo>
                  <a:lnTo>
                    <a:pt x="2244988" y="675844"/>
                  </a:lnTo>
                  <a:lnTo>
                    <a:pt x="2254749" y="655656"/>
                  </a:lnTo>
                  <a:lnTo>
                    <a:pt x="2264510" y="635338"/>
                  </a:lnTo>
                  <a:lnTo>
                    <a:pt x="2274271" y="614890"/>
                  </a:lnTo>
                  <a:lnTo>
                    <a:pt x="2284032" y="594314"/>
                  </a:lnTo>
                  <a:lnTo>
                    <a:pt x="2293793" y="573610"/>
                  </a:lnTo>
                  <a:lnTo>
                    <a:pt x="2303553" y="552779"/>
                  </a:lnTo>
                  <a:lnTo>
                    <a:pt x="2313314" y="531854"/>
                  </a:lnTo>
                  <a:lnTo>
                    <a:pt x="2323075" y="507764"/>
                  </a:lnTo>
                  <a:lnTo>
                    <a:pt x="2332836" y="481844"/>
                  </a:lnTo>
                  <a:lnTo>
                    <a:pt x="2342597" y="455719"/>
                  </a:lnTo>
                  <a:lnTo>
                    <a:pt x="2352358" y="429390"/>
                  </a:lnTo>
                  <a:lnTo>
                    <a:pt x="2362118" y="402861"/>
                  </a:lnTo>
                  <a:lnTo>
                    <a:pt x="2371879" y="377277"/>
                  </a:lnTo>
                  <a:lnTo>
                    <a:pt x="2381640" y="355002"/>
                  </a:lnTo>
                  <a:lnTo>
                    <a:pt x="2391401" y="332604"/>
                  </a:lnTo>
                  <a:lnTo>
                    <a:pt x="2401162" y="310086"/>
                  </a:lnTo>
                  <a:lnTo>
                    <a:pt x="2410922" y="287510"/>
                  </a:lnTo>
                  <a:lnTo>
                    <a:pt x="2420683" y="264873"/>
                  </a:lnTo>
                  <a:lnTo>
                    <a:pt x="2430444" y="242120"/>
                  </a:lnTo>
                  <a:lnTo>
                    <a:pt x="2440205" y="219253"/>
                  </a:lnTo>
                  <a:lnTo>
                    <a:pt x="2449966" y="196273"/>
                  </a:lnTo>
                  <a:lnTo>
                    <a:pt x="2459727" y="173182"/>
                  </a:lnTo>
                  <a:lnTo>
                    <a:pt x="2469487" y="149981"/>
                  </a:lnTo>
                  <a:lnTo>
                    <a:pt x="2479248" y="126672"/>
                  </a:lnTo>
                  <a:lnTo>
                    <a:pt x="2489009" y="103256"/>
                  </a:lnTo>
                  <a:lnTo>
                    <a:pt x="2498770" y="79434"/>
                  </a:lnTo>
                  <a:lnTo>
                    <a:pt x="2508531" y="53155"/>
                  </a:lnTo>
                  <a:lnTo>
                    <a:pt x="2518291" y="26751"/>
                  </a:lnTo>
                  <a:lnTo>
                    <a:pt x="2528052" y="0"/>
                  </a:lnTo>
                  <a:lnTo>
                    <a:pt x="2528052" y="2402376"/>
                  </a:lnTo>
                  <a:lnTo>
                    <a:pt x="2518291" y="2402577"/>
                  </a:lnTo>
                  <a:lnTo>
                    <a:pt x="2508531" y="2402778"/>
                  </a:lnTo>
                  <a:lnTo>
                    <a:pt x="2498770" y="2402979"/>
                  </a:lnTo>
                  <a:lnTo>
                    <a:pt x="2489009" y="2403179"/>
                  </a:lnTo>
                  <a:lnTo>
                    <a:pt x="2479248" y="2403379"/>
                  </a:lnTo>
                  <a:lnTo>
                    <a:pt x="2469487" y="2403579"/>
                  </a:lnTo>
                  <a:lnTo>
                    <a:pt x="2459727" y="2403778"/>
                  </a:lnTo>
                  <a:lnTo>
                    <a:pt x="2449966" y="2403977"/>
                  </a:lnTo>
                  <a:lnTo>
                    <a:pt x="2440205" y="2404176"/>
                  </a:lnTo>
                  <a:lnTo>
                    <a:pt x="2430444" y="2404374"/>
                  </a:lnTo>
                  <a:lnTo>
                    <a:pt x="2420683" y="2404572"/>
                  </a:lnTo>
                  <a:lnTo>
                    <a:pt x="2410922" y="2404970"/>
                  </a:lnTo>
                  <a:lnTo>
                    <a:pt x="2401162" y="2405609"/>
                  </a:lnTo>
                  <a:lnTo>
                    <a:pt x="2391401" y="2406247"/>
                  </a:lnTo>
                  <a:lnTo>
                    <a:pt x="2381640" y="2406870"/>
                  </a:lnTo>
                  <a:lnTo>
                    <a:pt x="2371879" y="2406951"/>
                  </a:lnTo>
                  <a:lnTo>
                    <a:pt x="2362118" y="2407032"/>
                  </a:lnTo>
                  <a:lnTo>
                    <a:pt x="2352358" y="2407113"/>
                  </a:lnTo>
                  <a:lnTo>
                    <a:pt x="2342597" y="2407194"/>
                  </a:lnTo>
                  <a:lnTo>
                    <a:pt x="2332836" y="2407275"/>
                  </a:lnTo>
                  <a:lnTo>
                    <a:pt x="2323075" y="2407356"/>
                  </a:lnTo>
                  <a:lnTo>
                    <a:pt x="2313314" y="2407430"/>
                  </a:lnTo>
                  <a:lnTo>
                    <a:pt x="2303553" y="2407497"/>
                  </a:lnTo>
                  <a:lnTo>
                    <a:pt x="2293793" y="2407565"/>
                  </a:lnTo>
                  <a:lnTo>
                    <a:pt x="2284032" y="2407633"/>
                  </a:lnTo>
                  <a:lnTo>
                    <a:pt x="2274271" y="2407701"/>
                  </a:lnTo>
                  <a:lnTo>
                    <a:pt x="2264510" y="2407909"/>
                  </a:lnTo>
                  <a:lnTo>
                    <a:pt x="2254749" y="2409195"/>
                  </a:lnTo>
                  <a:lnTo>
                    <a:pt x="2244988" y="2410476"/>
                  </a:lnTo>
                  <a:lnTo>
                    <a:pt x="2235228" y="2411751"/>
                  </a:lnTo>
                  <a:lnTo>
                    <a:pt x="2225467" y="2412230"/>
                  </a:lnTo>
                  <a:lnTo>
                    <a:pt x="2215706" y="2412380"/>
                  </a:lnTo>
                  <a:lnTo>
                    <a:pt x="2205945" y="2412506"/>
                  </a:lnTo>
                  <a:lnTo>
                    <a:pt x="2196184" y="2412625"/>
                  </a:lnTo>
                  <a:lnTo>
                    <a:pt x="2186424" y="2412744"/>
                  </a:lnTo>
                  <a:lnTo>
                    <a:pt x="2176663" y="2412863"/>
                  </a:lnTo>
                  <a:lnTo>
                    <a:pt x="2166902" y="2413076"/>
                  </a:lnTo>
                  <a:lnTo>
                    <a:pt x="2157141" y="2413748"/>
                  </a:lnTo>
                  <a:lnTo>
                    <a:pt x="2147380" y="2414418"/>
                  </a:lnTo>
                  <a:lnTo>
                    <a:pt x="2137619" y="2415087"/>
                  </a:lnTo>
                  <a:lnTo>
                    <a:pt x="2127859" y="2415332"/>
                  </a:lnTo>
                  <a:lnTo>
                    <a:pt x="2118098" y="2415779"/>
                  </a:lnTo>
                  <a:lnTo>
                    <a:pt x="2108337" y="2416616"/>
                  </a:lnTo>
                  <a:lnTo>
                    <a:pt x="2098576" y="2417027"/>
                  </a:lnTo>
                  <a:lnTo>
                    <a:pt x="2088815" y="2416996"/>
                  </a:lnTo>
                  <a:lnTo>
                    <a:pt x="2079055" y="2417470"/>
                  </a:lnTo>
                  <a:lnTo>
                    <a:pt x="2069294" y="2418054"/>
                  </a:lnTo>
                  <a:lnTo>
                    <a:pt x="2059533" y="2418146"/>
                  </a:lnTo>
                  <a:lnTo>
                    <a:pt x="2049772" y="2418224"/>
                  </a:lnTo>
                  <a:lnTo>
                    <a:pt x="2040011" y="2418301"/>
                  </a:lnTo>
                  <a:lnTo>
                    <a:pt x="2030250" y="2418658"/>
                  </a:lnTo>
                  <a:lnTo>
                    <a:pt x="2020490" y="2419188"/>
                  </a:lnTo>
                  <a:lnTo>
                    <a:pt x="2010729" y="2419716"/>
                  </a:lnTo>
                  <a:lnTo>
                    <a:pt x="2000968" y="2419897"/>
                  </a:lnTo>
                  <a:lnTo>
                    <a:pt x="1991207" y="2420075"/>
                  </a:lnTo>
                  <a:lnTo>
                    <a:pt x="1981446" y="2420380"/>
                  </a:lnTo>
                  <a:lnTo>
                    <a:pt x="1971685" y="2420554"/>
                  </a:lnTo>
                  <a:lnTo>
                    <a:pt x="1961925" y="2420728"/>
                  </a:lnTo>
                  <a:lnTo>
                    <a:pt x="1952164" y="2420901"/>
                  </a:lnTo>
                  <a:lnTo>
                    <a:pt x="1942403" y="2421074"/>
                  </a:lnTo>
                  <a:lnTo>
                    <a:pt x="1932642" y="2421247"/>
                  </a:lnTo>
                  <a:lnTo>
                    <a:pt x="1922881" y="2421420"/>
                  </a:lnTo>
                  <a:lnTo>
                    <a:pt x="1913121" y="2421593"/>
                  </a:lnTo>
                  <a:lnTo>
                    <a:pt x="1903360" y="2421766"/>
                  </a:lnTo>
                  <a:lnTo>
                    <a:pt x="1893599" y="2421938"/>
                  </a:lnTo>
                  <a:lnTo>
                    <a:pt x="1883838" y="2422110"/>
                  </a:lnTo>
                  <a:lnTo>
                    <a:pt x="1874077" y="2422283"/>
                  </a:lnTo>
                  <a:lnTo>
                    <a:pt x="1864316" y="2422455"/>
                  </a:lnTo>
                  <a:lnTo>
                    <a:pt x="1854556" y="2422626"/>
                  </a:lnTo>
                  <a:lnTo>
                    <a:pt x="1844795" y="2422798"/>
                  </a:lnTo>
                  <a:lnTo>
                    <a:pt x="1835034" y="2422962"/>
                  </a:lnTo>
                  <a:lnTo>
                    <a:pt x="1825273" y="2423124"/>
                  </a:lnTo>
                  <a:lnTo>
                    <a:pt x="1815512" y="2423285"/>
                  </a:lnTo>
                  <a:lnTo>
                    <a:pt x="1805752" y="2423445"/>
                  </a:lnTo>
                  <a:lnTo>
                    <a:pt x="1795991" y="2423606"/>
                  </a:lnTo>
                  <a:lnTo>
                    <a:pt x="1786230" y="2423767"/>
                  </a:lnTo>
                  <a:lnTo>
                    <a:pt x="1776469" y="2423927"/>
                  </a:lnTo>
                  <a:lnTo>
                    <a:pt x="1766708" y="2424087"/>
                  </a:lnTo>
                  <a:lnTo>
                    <a:pt x="1756947" y="2424541"/>
                  </a:lnTo>
                  <a:lnTo>
                    <a:pt x="1747187" y="2425308"/>
                  </a:lnTo>
                  <a:lnTo>
                    <a:pt x="1737426" y="2426072"/>
                  </a:lnTo>
                  <a:lnTo>
                    <a:pt x="1727665" y="2426834"/>
                  </a:lnTo>
                  <a:lnTo>
                    <a:pt x="1717904" y="2427593"/>
                  </a:lnTo>
                  <a:lnTo>
                    <a:pt x="1708143" y="2428351"/>
                  </a:lnTo>
                  <a:lnTo>
                    <a:pt x="1698382" y="2429107"/>
                  </a:lnTo>
                  <a:lnTo>
                    <a:pt x="1688622" y="2429953"/>
                  </a:lnTo>
                  <a:lnTo>
                    <a:pt x="1678861" y="2430656"/>
                  </a:lnTo>
                  <a:lnTo>
                    <a:pt x="1669100" y="2431398"/>
                  </a:lnTo>
                  <a:lnTo>
                    <a:pt x="1659339" y="2432171"/>
                  </a:lnTo>
                  <a:lnTo>
                    <a:pt x="1649578" y="2432942"/>
                  </a:lnTo>
                  <a:lnTo>
                    <a:pt x="1639818" y="2433842"/>
                  </a:lnTo>
                  <a:lnTo>
                    <a:pt x="1630057" y="2434833"/>
                  </a:lnTo>
                  <a:lnTo>
                    <a:pt x="1620296" y="2435196"/>
                  </a:lnTo>
                  <a:lnTo>
                    <a:pt x="1610535" y="2435946"/>
                  </a:lnTo>
                  <a:lnTo>
                    <a:pt x="1600774" y="2436686"/>
                  </a:lnTo>
                  <a:lnTo>
                    <a:pt x="1591013" y="2436968"/>
                  </a:lnTo>
                  <a:lnTo>
                    <a:pt x="1581253" y="2437971"/>
                  </a:lnTo>
                  <a:lnTo>
                    <a:pt x="1571492" y="2438683"/>
                  </a:lnTo>
                  <a:lnTo>
                    <a:pt x="1561731" y="2438638"/>
                  </a:lnTo>
                  <a:lnTo>
                    <a:pt x="1551970" y="2439376"/>
                  </a:lnTo>
                  <a:lnTo>
                    <a:pt x="1542209" y="2439306"/>
                  </a:lnTo>
                  <a:lnTo>
                    <a:pt x="1532448" y="2439234"/>
                  </a:lnTo>
                  <a:lnTo>
                    <a:pt x="1522688" y="2439784"/>
                  </a:lnTo>
                  <a:lnTo>
                    <a:pt x="1512927" y="2440127"/>
                  </a:lnTo>
                  <a:lnTo>
                    <a:pt x="1503166" y="2441251"/>
                  </a:lnTo>
                  <a:lnTo>
                    <a:pt x="1493405" y="2441641"/>
                  </a:lnTo>
                  <a:lnTo>
                    <a:pt x="1483644" y="2441786"/>
                  </a:lnTo>
                  <a:lnTo>
                    <a:pt x="1473884" y="2442264"/>
                  </a:lnTo>
                  <a:lnTo>
                    <a:pt x="1464123" y="2442896"/>
                  </a:lnTo>
                  <a:lnTo>
                    <a:pt x="1454362" y="2443278"/>
                  </a:lnTo>
                  <a:lnTo>
                    <a:pt x="1444601" y="2444180"/>
                  </a:lnTo>
                  <a:lnTo>
                    <a:pt x="1434840" y="2444831"/>
                  </a:lnTo>
                  <a:lnTo>
                    <a:pt x="1425079" y="2446804"/>
                  </a:lnTo>
                  <a:lnTo>
                    <a:pt x="1415319" y="2447975"/>
                  </a:lnTo>
                  <a:lnTo>
                    <a:pt x="1405558" y="2448289"/>
                  </a:lnTo>
                  <a:lnTo>
                    <a:pt x="1395797" y="2449453"/>
                  </a:lnTo>
                  <a:lnTo>
                    <a:pt x="1386036" y="2450846"/>
                  </a:lnTo>
                  <a:lnTo>
                    <a:pt x="1376275" y="2451110"/>
                  </a:lnTo>
                  <a:lnTo>
                    <a:pt x="1366515" y="2451297"/>
                  </a:lnTo>
                  <a:lnTo>
                    <a:pt x="1356754" y="2451510"/>
                  </a:lnTo>
                  <a:lnTo>
                    <a:pt x="1346993" y="2451734"/>
                  </a:lnTo>
                  <a:lnTo>
                    <a:pt x="1337232" y="2451960"/>
                  </a:lnTo>
                  <a:lnTo>
                    <a:pt x="1327471" y="2452178"/>
                  </a:lnTo>
                  <a:lnTo>
                    <a:pt x="1317710" y="2452395"/>
                  </a:lnTo>
                  <a:lnTo>
                    <a:pt x="1307950" y="2453052"/>
                  </a:lnTo>
                  <a:lnTo>
                    <a:pt x="1298189" y="2453633"/>
                  </a:lnTo>
                  <a:lnTo>
                    <a:pt x="1288428" y="2454228"/>
                  </a:lnTo>
                  <a:lnTo>
                    <a:pt x="1278667" y="2454822"/>
                  </a:lnTo>
                  <a:lnTo>
                    <a:pt x="1268906" y="2455365"/>
                  </a:lnTo>
                  <a:lnTo>
                    <a:pt x="1259145" y="2455204"/>
                  </a:lnTo>
                  <a:lnTo>
                    <a:pt x="1249385" y="2456399"/>
                  </a:lnTo>
                  <a:lnTo>
                    <a:pt x="1239624" y="2457275"/>
                  </a:lnTo>
                  <a:lnTo>
                    <a:pt x="1229863" y="2457886"/>
                  </a:lnTo>
                  <a:lnTo>
                    <a:pt x="1220102" y="2458487"/>
                  </a:lnTo>
                  <a:lnTo>
                    <a:pt x="1210341" y="2459087"/>
                  </a:lnTo>
                  <a:lnTo>
                    <a:pt x="1200581" y="2460542"/>
                  </a:lnTo>
                  <a:lnTo>
                    <a:pt x="1190820" y="2461074"/>
                  </a:lnTo>
                  <a:lnTo>
                    <a:pt x="1181059" y="2461471"/>
                  </a:lnTo>
                  <a:lnTo>
                    <a:pt x="1171298" y="2461966"/>
                  </a:lnTo>
                  <a:lnTo>
                    <a:pt x="1161537" y="2462302"/>
                  </a:lnTo>
                  <a:lnTo>
                    <a:pt x="1151776" y="2462655"/>
                  </a:lnTo>
                  <a:lnTo>
                    <a:pt x="1142016" y="2462984"/>
                  </a:lnTo>
                  <a:lnTo>
                    <a:pt x="1132255" y="2463284"/>
                  </a:lnTo>
                  <a:lnTo>
                    <a:pt x="1122494" y="2464199"/>
                  </a:lnTo>
                  <a:lnTo>
                    <a:pt x="1112733" y="2464647"/>
                  </a:lnTo>
                  <a:lnTo>
                    <a:pt x="1102972" y="2465093"/>
                  </a:lnTo>
                  <a:lnTo>
                    <a:pt x="1093212" y="2465887"/>
                  </a:lnTo>
                  <a:lnTo>
                    <a:pt x="1083451" y="2466663"/>
                  </a:lnTo>
                  <a:lnTo>
                    <a:pt x="1073690" y="2467369"/>
                  </a:lnTo>
                  <a:lnTo>
                    <a:pt x="1063929" y="2467960"/>
                  </a:lnTo>
                  <a:lnTo>
                    <a:pt x="1054168" y="2468554"/>
                  </a:lnTo>
                  <a:lnTo>
                    <a:pt x="1044407" y="2469512"/>
                  </a:lnTo>
                  <a:lnTo>
                    <a:pt x="1034647" y="2469714"/>
                  </a:lnTo>
                  <a:lnTo>
                    <a:pt x="1024886" y="2470683"/>
                  </a:lnTo>
                  <a:lnTo>
                    <a:pt x="1015125" y="2472286"/>
                  </a:lnTo>
                  <a:lnTo>
                    <a:pt x="1005364" y="2473266"/>
                  </a:lnTo>
                  <a:lnTo>
                    <a:pt x="995603" y="2475478"/>
                  </a:lnTo>
                  <a:lnTo>
                    <a:pt x="985842" y="2477075"/>
                  </a:lnTo>
                  <a:lnTo>
                    <a:pt x="976082" y="2478642"/>
                  </a:lnTo>
                  <a:lnTo>
                    <a:pt x="966321" y="2479411"/>
                  </a:lnTo>
                  <a:lnTo>
                    <a:pt x="956560" y="2479165"/>
                  </a:lnTo>
                  <a:lnTo>
                    <a:pt x="946799" y="2478910"/>
                  </a:lnTo>
                  <a:lnTo>
                    <a:pt x="937038" y="2479500"/>
                  </a:lnTo>
                  <a:lnTo>
                    <a:pt x="927278" y="2480475"/>
                  </a:lnTo>
                  <a:lnTo>
                    <a:pt x="917517" y="2482916"/>
                  </a:lnTo>
                  <a:lnTo>
                    <a:pt x="907756" y="2483753"/>
                  </a:lnTo>
                  <a:lnTo>
                    <a:pt x="897995" y="2484038"/>
                  </a:lnTo>
                  <a:lnTo>
                    <a:pt x="888234" y="2484961"/>
                  </a:lnTo>
                  <a:lnTo>
                    <a:pt x="878473" y="2487055"/>
                  </a:lnTo>
                  <a:lnTo>
                    <a:pt x="868713" y="2487818"/>
                  </a:lnTo>
                  <a:lnTo>
                    <a:pt x="858952" y="2488231"/>
                  </a:lnTo>
                  <a:lnTo>
                    <a:pt x="849191" y="2488464"/>
                  </a:lnTo>
                  <a:lnTo>
                    <a:pt x="839430" y="2489366"/>
                  </a:lnTo>
                  <a:lnTo>
                    <a:pt x="829669" y="2490332"/>
                  </a:lnTo>
                  <a:lnTo>
                    <a:pt x="819909" y="2491129"/>
                  </a:lnTo>
                  <a:lnTo>
                    <a:pt x="810148" y="2492424"/>
                  </a:lnTo>
                  <a:lnTo>
                    <a:pt x="800387" y="2493758"/>
                  </a:lnTo>
                  <a:lnTo>
                    <a:pt x="790626" y="2495069"/>
                  </a:lnTo>
                  <a:lnTo>
                    <a:pt x="780865" y="2496392"/>
                  </a:lnTo>
                  <a:lnTo>
                    <a:pt x="771104" y="2497512"/>
                  </a:lnTo>
                  <a:lnTo>
                    <a:pt x="761344" y="2498505"/>
                  </a:lnTo>
                  <a:lnTo>
                    <a:pt x="751583" y="2499729"/>
                  </a:lnTo>
                  <a:lnTo>
                    <a:pt x="741822" y="2500543"/>
                  </a:lnTo>
                  <a:lnTo>
                    <a:pt x="732061" y="2501315"/>
                  </a:lnTo>
                  <a:lnTo>
                    <a:pt x="722300" y="2502009"/>
                  </a:lnTo>
                  <a:lnTo>
                    <a:pt x="712539" y="2503332"/>
                  </a:lnTo>
                  <a:lnTo>
                    <a:pt x="702779" y="2504532"/>
                  </a:lnTo>
                  <a:lnTo>
                    <a:pt x="693018" y="2505736"/>
                  </a:lnTo>
                  <a:lnTo>
                    <a:pt x="683257" y="2506180"/>
                  </a:lnTo>
                  <a:lnTo>
                    <a:pt x="673496" y="2507910"/>
                  </a:lnTo>
                  <a:lnTo>
                    <a:pt x="663735" y="2509152"/>
                  </a:lnTo>
                  <a:lnTo>
                    <a:pt x="653975" y="2510593"/>
                  </a:lnTo>
                  <a:lnTo>
                    <a:pt x="644214" y="2512039"/>
                  </a:lnTo>
                  <a:lnTo>
                    <a:pt x="634453" y="2513477"/>
                  </a:lnTo>
                  <a:lnTo>
                    <a:pt x="624692" y="2514892"/>
                  </a:lnTo>
                  <a:lnTo>
                    <a:pt x="614931" y="2516751"/>
                  </a:lnTo>
                  <a:lnTo>
                    <a:pt x="605170" y="2518756"/>
                  </a:lnTo>
                  <a:lnTo>
                    <a:pt x="595410" y="2519955"/>
                  </a:lnTo>
                  <a:lnTo>
                    <a:pt x="585649" y="2522542"/>
                  </a:lnTo>
                  <a:lnTo>
                    <a:pt x="575888" y="2523473"/>
                  </a:lnTo>
                  <a:lnTo>
                    <a:pt x="566127" y="2524015"/>
                  </a:lnTo>
                  <a:lnTo>
                    <a:pt x="556366" y="2524597"/>
                  </a:lnTo>
                  <a:lnTo>
                    <a:pt x="546606" y="2526040"/>
                  </a:lnTo>
                  <a:lnTo>
                    <a:pt x="536845" y="2527863"/>
                  </a:lnTo>
                  <a:lnTo>
                    <a:pt x="527084" y="2529111"/>
                  </a:lnTo>
                  <a:lnTo>
                    <a:pt x="517323" y="2530683"/>
                  </a:lnTo>
                  <a:lnTo>
                    <a:pt x="507562" y="2532135"/>
                  </a:lnTo>
                  <a:lnTo>
                    <a:pt x="497801" y="2534803"/>
                  </a:lnTo>
                  <a:lnTo>
                    <a:pt x="488041" y="2536473"/>
                  </a:lnTo>
                  <a:lnTo>
                    <a:pt x="478280" y="2537436"/>
                  </a:lnTo>
                  <a:lnTo>
                    <a:pt x="468519" y="2538168"/>
                  </a:lnTo>
                  <a:lnTo>
                    <a:pt x="458758" y="2538995"/>
                  </a:lnTo>
                  <a:lnTo>
                    <a:pt x="448997" y="2539994"/>
                  </a:lnTo>
                  <a:lnTo>
                    <a:pt x="439236" y="2541614"/>
                  </a:lnTo>
                  <a:lnTo>
                    <a:pt x="429476" y="2542722"/>
                  </a:lnTo>
                  <a:lnTo>
                    <a:pt x="419715" y="2544014"/>
                  </a:lnTo>
                  <a:lnTo>
                    <a:pt x="409954" y="2545010"/>
                  </a:lnTo>
                  <a:lnTo>
                    <a:pt x="400193" y="2546597"/>
                  </a:lnTo>
                  <a:lnTo>
                    <a:pt x="390432" y="2547564"/>
                  </a:lnTo>
                  <a:lnTo>
                    <a:pt x="380672" y="2549630"/>
                  </a:lnTo>
                  <a:lnTo>
                    <a:pt x="370911" y="2551435"/>
                  </a:lnTo>
                  <a:lnTo>
                    <a:pt x="361150" y="2552338"/>
                  </a:lnTo>
                  <a:lnTo>
                    <a:pt x="351389" y="2553636"/>
                  </a:lnTo>
                  <a:lnTo>
                    <a:pt x="341628" y="2555184"/>
                  </a:lnTo>
                  <a:lnTo>
                    <a:pt x="331867" y="2556500"/>
                  </a:lnTo>
                  <a:lnTo>
                    <a:pt x="322107" y="2558542"/>
                  </a:lnTo>
                  <a:lnTo>
                    <a:pt x="312346" y="2559722"/>
                  </a:lnTo>
                  <a:lnTo>
                    <a:pt x="302585" y="2561327"/>
                  </a:lnTo>
                  <a:lnTo>
                    <a:pt x="292824" y="2563072"/>
                  </a:lnTo>
                  <a:lnTo>
                    <a:pt x="283063" y="2564496"/>
                  </a:lnTo>
                  <a:lnTo>
                    <a:pt x="273303" y="2565628"/>
                  </a:lnTo>
                  <a:lnTo>
                    <a:pt x="263542" y="2567095"/>
                  </a:lnTo>
                  <a:lnTo>
                    <a:pt x="253781" y="2568542"/>
                  </a:lnTo>
                  <a:lnTo>
                    <a:pt x="244020" y="2569966"/>
                  </a:lnTo>
                  <a:lnTo>
                    <a:pt x="234259" y="2571285"/>
                  </a:lnTo>
                  <a:lnTo>
                    <a:pt x="224498" y="2572791"/>
                  </a:lnTo>
                  <a:lnTo>
                    <a:pt x="214738" y="2574190"/>
                  </a:lnTo>
                  <a:lnTo>
                    <a:pt x="204977" y="2575559"/>
                  </a:lnTo>
                  <a:lnTo>
                    <a:pt x="195216" y="2576913"/>
                  </a:lnTo>
                  <a:lnTo>
                    <a:pt x="185455" y="2578251"/>
                  </a:lnTo>
                  <a:lnTo>
                    <a:pt x="175694" y="2579574"/>
                  </a:lnTo>
                  <a:lnTo>
                    <a:pt x="165933" y="2580883"/>
                  </a:lnTo>
                  <a:lnTo>
                    <a:pt x="156173" y="2582167"/>
                  </a:lnTo>
                  <a:lnTo>
                    <a:pt x="146412" y="2582268"/>
                  </a:lnTo>
                  <a:lnTo>
                    <a:pt x="136651" y="2582400"/>
                  </a:lnTo>
                  <a:lnTo>
                    <a:pt x="126890" y="2583757"/>
                  </a:lnTo>
                  <a:lnTo>
                    <a:pt x="117129" y="2585137"/>
                  </a:lnTo>
                  <a:lnTo>
                    <a:pt x="107369" y="2586585"/>
                  </a:lnTo>
                  <a:lnTo>
                    <a:pt x="97608" y="2587889"/>
                  </a:lnTo>
                  <a:lnTo>
                    <a:pt x="87847" y="2588714"/>
                  </a:lnTo>
                  <a:lnTo>
                    <a:pt x="78086" y="2589954"/>
                  </a:lnTo>
                  <a:lnTo>
                    <a:pt x="68325" y="2591796"/>
                  </a:lnTo>
                  <a:lnTo>
                    <a:pt x="58564" y="2593659"/>
                  </a:lnTo>
                  <a:lnTo>
                    <a:pt x="48804" y="2595028"/>
                  </a:lnTo>
                  <a:lnTo>
                    <a:pt x="39043" y="2596382"/>
                  </a:lnTo>
                  <a:lnTo>
                    <a:pt x="29282" y="2597658"/>
                  </a:lnTo>
                  <a:lnTo>
                    <a:pt x="19521" y="2598276"/>
                  </a:lnTo>
                  <a:lnTo>
                    <a:pt x="9760" y="2598891"/>
                  </a:lnTo>
                  <a:lnTo>
                    <a:pt x="0" y="2600052"/>
                  </a:lnTo>
                  <a:close/>
                </a:path>
              </a:pathLst>
            </a:cu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1"/>
            <p:cNvSpPr/>
            <p:nvPr/>
          </p:nvSpPr>
          <p:spPr>
            <a:xfrm>
              <a:off x="6312408" y="2545135"/>
              <a:ext cx="2528052" cy="2414931"/>
            </a:xfrm>
            <a:custGeom>
              <a:avLst/>
              <a:pathLst>
                <a:path w="2528052" h="2414931">
                  <a:moveTo>
                    <a:pt x="0" y="2414931"/>
                  </a:moveTo>
                  <a:lnTo>
                    <a:pt x="9760" y="2414385"/>
                  </a:lnTo>
                  <a:lnTo>
                    <a:pt x="19521" y="2413830"/>
                  </a:lnTo>
                  <a:lnTo>
                    <a:pt x="29282" y="2413272"/>
                  </a:lnTo>
                  <a:lnTo>
                    <a:pt x="39043" y="2412719"/>
                  </a:lnTo>
                  <a:lnTo>
                    <a:pt x="48804" y="2412363"/>
                  </a:lnTo>
                  <a:lnTo>
                    <a:pt x="58564" y="2412040"/>
                  </a:lnTo>
                  <a:lnTo>
                    <a:pt x="68325" y="2411716"/>
                  </a:lnTo>
                  <a:lnTo>
                    <a:pt x="78086" y="2411391"/>
                  </a:lnTo>
                  <a:lnTo>
                    <a:pt x="87847" y="2410372"/>
                  </a:lnTo>
                  <a:lnTo>
                    <a:pt x="97608" y="2409318"/>
                  </a:lnTo>
                  <a:lnTo>
                    <a:pt x="107369" y="2408508"/>
                  </a:lnTo>
                  <a:lnTo>
                    <a:pt x="117129" y="2407997"/>
                  </a:lnTo>
                  <a:lnTo>
                    <a:pt x="126890" y="2407569"/>
                  </a:lnTo>
                  <a:lnTo>
                    <a:pt x="136651" y="2406987"/>
                  </a:lnTo>
                  <a:lnTo>
                    <a:pt x="146412" y="2406399"/>
                  </a:lnTo>
                  <a:lnTo>
                    <a:pt x="156173" y="2405810"/>
                  </a:lnTo>
                  <a:lnTo>
                    <a:pt x="165933" y="2405275"/>
                  </a:lnTo>
                  <a:lnTo>
                    <a:pt x="175694" y="2404749"/>
                  </a:lnTo>
                  <a:lnTo>
                    <a:pt x="185455" y="2403672"/>
                  </a:lnTo>
                  <a:lnTo>
                    <a:pt x="195216" y="2402617"/>
                  </a:lnTo>
                  <a:lnTo>
                    <a:pt x="204977" y="2401739"/>
                  </a:lnTo>
                  <a:lnTo>
                    <a:pt x="214738" y="2400900"/>
                  </a:lnTo>
                  <a:lnTo>
                    <a:pt x="224498" y="2400051"/>
                  </a:lnTo>
                  <a:lnTo>
                    <a:pt x="234259" y="2398974"/>
                  </a:lnTo>
                  <a:lnTo>
                    <a:pt x="244020" y="2397980"/>
                  </a:lnTo>
                  <a:lnTo>
                    <a:pt x="253781" y="2397431"/>
                  </a:lnTo>
                  <a:lnTo>
                    <a:pt x="263542" y="2396697"/>
                  </a:lnTo>
                  <a:lnTo>
                    <a:pt x="273303" y="2395812"/>
                  </a:lnTo>
                  <a:lnTo>
                    <a:pt x="283063" y="2394919"/>
                  </a:lnTo>
                  <a:lnTo>
                    <a:pt x="292824" y="2394235"/>
                  </a:lnTo>
                  <a:lnTo>
                    <a:pt x="302585" y="2393891"/>
                  </a:lnTo>
                  <a:lnTo>
                    <a:pt x="312346" y="2393097"/>
                  </a:lnTo>
                  <a:lnTo>
                    <a:pt x="322107" y="2392454"/>
                  </a:lnTo>
                  <a:lnTo>
                    <a:pt x="331867" y="2391022"/>
                  </a:lnTo>
                  <a:lnTo>
                    <a:pt x="341628" y="2390373"/>
                  </a:lnTo>
                  <a:lnTo>
                    <a:pt x="351389" y="2389127"/>
                  </a:lnTo>
                  <a:lnTo>
                    <a:pt x="361150" y="2387595"/>
                  </a:lnTo>
                  <a:lnTo>
                    <a:pt x="370911" y="2386418"/>
                  </a:lnTo>
                  <a:lnTo>
                    <a:pt x="380672" y="2385382"/>
                  </a:lnTo>
                  <a:lnTo>
                    <a:pt x="390432" y="2384020"/>
                  </a:lnTo>
                  <a:lnTo>
                    <a:pt x="400193" y="2383388"/>
                  </a:lnTo>
                  <a:lnTo>
                    <a:pt x="409954" y="2382034"/>
                  </a:lnTo>
                  <a:lnTo>
                    <a:pt x="419715" y="2381324"/>
                  </a:lnTo>
                  <a:lnTo>
                    <a:pt x="429476" y="2380273"/>
                  </a:lnTo>
                  <a:lnTo>
                    <a:pt x="439236" y="2379211"/>
                  </a:lnTo>
                  <a:lnTo>
                    <a:pt x="448997" y="2378253"/>
                  </a:lnTo>
                  <a:lnTo>
                    <a:pt x="458758" y="2376930"/>
                  </a:lnTo>
                  <a:lnTo>
                    <a:pt x="468519" y="2376055"/>
                  </a:lnTo>
                  <a:lnTo>
                    <a:pt x="478280" y="2374840"/>
                  </a:lnTo>
                  <a:lnTo>
                    <a:pt x="488041" y="2373381"/>
                  </a:lnTo>
                  <a:lnTo>
                    <a:pt x="497801" y="2371778"/>
                  </a:lnTo>
                  <a:lnTo>
                    <a:pt x="507562" y="2370458"/>
                  </a:lnTo>
                  <a:lnTo>
                    <a:pt x="517323" y="2369080"/>
                  </a:lnTo>
                  <a:lnTo>
                    <a:pt x="527084" y="2367598"/>
                  </a:lnTo>
                  <a:lnTo>
                    <a:pt x="536845" y="2365659"/>
                  </a:lnTo>
                  <a:lnTo>
                    <a:pt x="546606" y="2364311"/>
                  </a:lnTo>
                  <a:lnTo>
                    <a:pt x="556366" y="2363190"/>
                  </a:lnTo>
                  <a:lnTo>
                    <a:pt x="566127" y="2361825"/>
                  </a:lnTo>
                  <a:lnTo>
                    <a:pt x="575888" y="2359807"/>
                  </a:lnTo>
                  <a:lnTo>
                    <a:pt x="585649" y="2357860"/>
                  </a:lnTo>
                  <a:lnTo>
                    <a:pt x="595410" y="2355771"/>
                  </a:lnTo>
                  <a:lnTo>
                    <a:pt x="605170" y="2353952"/>
                  </a:lnTo>
                  <a:lnTo>
                    <a:pt x="614931" y="2351988"/>
                  </a:lnTo>
                  <a:lnTo>
                    <a:pt x="624692" y="2350693"/>
                  </a:lnTo>
                  <a:lnTo>
                    <a:pt x="634453" y="2348567"/>
                  </a:lnTo>
                  <a:lnTo>
                    <a:pt x="644214" y="2346438"/>
                  </a:lnTo>
                  <a:lnTo>
                    <a:pt x="653975" y="2344728"/>
                  </a:lnTo>
                  <a:lnTo>
                    <a:pt x="663735" y="2343187"/>
                  </a:lnTo>
                  <a:lnTo>
                    <a:pt x="673496" y="2340604"/>
                  </a:lnTo>
                  <a:lnTo>
                    <a:pt x="683257" y="2338960"/>
                  </a:lnTo>
                  <a:lnTo>
                    <a:pt x="693018" y="2336494"/>
                  </a:lnTo>
                  <a:lnTo>
                    <a:pt x="702779" y="2333560"/>
                  </a:lnTo>
                  <a:lnTo>
                    <a:pt x="712539" y="2331494"/>
                  </a:lnTo>
                  <a:lnTo>
                    <a:pt x="722300" y="2329407"/>
                  </a:lnTo>
                  <a:lnTo>
                    <a:pt x="732061" y="2327298"/>
                  </a:lnTo>
                  <a:lnTo>
                    <a:pt x="741822" y="2325147"/>
                  </a:lnTo>
                  <a:lnTo>
                    <a:pt x="751583" y="2322954"/>
                  </a:lnTo>
                  <a:lnTo>
                    <a:pt x="761344" y="2320398"/>
                  </a:lnTo>
                  <a:lnTo>
                    <a:pt x="771104" y="2317682"/>
                  </a:lnTo>
                  <a:lnTo>
                    <a:pt x="780865" y="2315077"/>
                  </a:lnTo>
                  <a:lnTo>
                    <a:pt x="790626" y="2311985"/>
                  </a:lnTo>
                  <a:lnTo>
                    <a:pt x="800387" y="2309631"/>
                  </a:lnTo>
                  <a:lnTo>
                    <a:pt x="810148" y="2306775"/>
                  </a:lnTo>
                  <a:lnTo>
                    <a:pt x="819909" y="2304079"/>
                  </a:lnTo>
                  <a:lnTo>
                    <a:pt x="829669" y="2300357"/>
                  </a:lnTo>
                  <a:lnTo>
                    <a:pt x="839430" y="2297368"/>
                  </a:lnTo>
                  <a:lnTo>
                    <a:pt x="849191" y="2294153"/>
                  </a:lnTo>
                  <a:lnTo>
                    <a:pt x="858952" y="2290183"/>
                  </a:lnTo>
                  <a:lnTo>
                    <a:pt x="868713" y="2286894"/>
                  </a:lnTo>
                  <a:lnTo>
                    <a:pt x="878473" y="2283077"/>
                  </a:lnTo>
                  <a:lnTo>
                    <a:pt x="888234" y="2279296"/>
                  </a:lnTo>
                  <a:lnTo>
                    <a:pt x="897995" y="2274945"/>
                  </a:lnTo>
                  <a:lnTo>
                    <a:pt x="907756" y="2269882"/>
                  </a:lnTo>
                  <a:lnTo>
                    <a:pt x="917517" y="2266161"/>
                  </a:lnTo>
                  <a:lnTo>
                    <a:pt x="927278" y="2261459"/>
                  </a:lnTo>
                  <a:lnTo>
                    <a:pt x="937038" y="2257097"/>
                  </a:lnTo>
                  <a:lnTo>
                    <a:pt x="946799" y="2252570"/>
                  </a:lnTo>
                  <a:lnTo>
                    <a:pt x="956560" y="2249239"/>
                  </a:lnTo>
                  <a:lnTo>
                    <a:pt x="966321" y="2245263"/>
                  </a:lnTo>
                  <a:lnTo>
                    <a:pt x="976082" y="2240129"/>
                  </a:lnTo>
                  <a:lnTo>
                    <a:pt x="985842" y="2235350"/>
                  </a:lnTo>
                  <a:lnTo>
                    <a:pt x="995603" y="2230692"/>
                  </a:lnTo>
                  <a:lnTo>
                    <a:pt x="1005364" y="2225675"/>
                  </a:lnTo>
                  <a:lnTo>
                    <a:pt x="1015125" y="2219244"/>
                  </a:lnTo>
                  <a:lnTo>
                    <a:pt x="1024886" y="2213536"/>
                  </a:lnTo>
                  <a:lnTo>
                    <a:pt x="1034647" y="2208901"/>
                  </a:lnTo>
                  <a:lnTo>
                    <a:pt x="1044407" y="2203801"/>
                  </a:lnTo>
                  <a:lnTo>
                    <a:pt x="1054168" y="2199187"/>
                  </a:lnTo>
                  <a:lnTo>
                    <a:pt x="1063929" y="2194018"/>
                  </a:lnTo>
                  <a:lnTo>
                    <a:pt x="1073690" y="2188975"/>
                  </a:lnTo>
                  <a:lnTo>
                    <a:pt x="1083451" y="2183680"/>
                  </a:lnTo>
                  <a:lnTo>
                    <a:pt x="1093212" y="2177563"/>
                  </a:lnTo>
                  <a:lnTo>
                    <a:pt x="1102972" y="2171631"/>
                  </a:lnTo>
                  <a:lnTo>
                    <a:pt x="1112733" y="2165680"/>
                  </a:lnTo>
                  <a:lnTo>
                    <a:pt x="1122494" y="2160003"/>
                  </a:lnTo>
                  <a:lnTo>
                    <a:pt x="1132255" y="2154475"/>
                  </a:lnTo>
                  <a:lnTo>
                    <a:pt x="1142016" y="2148232"/>
                  </a:lnTo>
                  <a:lnTo>
                    <a:pt x="1151776" y="2141473"/>
                  </a:lnTo>
                  <a:lnTo>
                    <a:pt x="1161537" y="2134717"/>
                  </a:lnTo>
                  <a:lnTo>
                    <a:pt x="1171298" y="2127917"/>
                  </a:lnTo>
                  <a:lnTo>
                    <a:pt x="1181059" y="2121004"/>
                  </a:lnTo>
                  <a:lnTo>
                    <a:pt x="1190820" y="2115488"/>
                  </a:lnTo>
                  <a:lnTo>
                    <a:pt x="1200581" y="2108541"/>
                  </a:lnTo>
                  <a:lnTo>
                    <a:pt x="1210341" y="2101522"/>
                  </a:lnTo>
                  <a:lnTo>
                    <a:pt x="1220102" y="2095231"/>
                  </a:lnTo>
                  <a:lnTo>
                    <a:pt x="1229863" y="2088905"/>
                  </a:lnTo>
                  <a:lnTo>
                    <a:pt x="1239624" y="2082517"/>
                  </a:lnTo>
                  <a:lnTo>
                    <a:pt x="1249385" y="2076054"/>
                  </a:lnTo>
                  <a:lnTo>
                    <a:pt x="1259145" y="2069515"/>
                  </a:lnTo>
                  <a:lnTo>
                    <a:pt x="1268906" y="2062238"/>
                  </a:lnTo>
                  <a:lnTo>
                    <a:pt x="1278667" y="2054672"/>
                  </a:lnTo>
                  <a:lnTo>
                    <a:pt x="1288428" y="2047022"/>
                  </a:lnTo>
                  <a:lnTo>
                    <a:pt x="1298189" y="2039287"/>
                  </a:lnTo>
                  <a:lnTo>
                    <a:pt x="1307950" y="2031462"/>
                  </a:lnTo>
                  <a:lnTo>
                    <a:pt x="1317710" y="2023533"/>
                  </a:lnTo>
                  <a:lnTo>
                    <a:pt x="1327471" y="2015268"/>
                  </a:lnTo>
                  <a:lnTo>
                    <a:pt x="1337232" y="2006410"/>
                  </a:lnTo>
                  <a:lnTo>
                    <a:pt x="1346993" y="1997850"/>
                  </a:lnTo>
                  <a:lnTo>
                    <a:pt x="1356754" y="1989172"/>
                  </a:lnTo>
                  <a:lnTo>
                    <a:pt x="1366515" y="1980381"/>
                  </a:lnTo>
                  <a:lnTo>
                    <a:pt x="1376275" y="1971511"/>
                  </a:lnTo>
                  <a:lnTo>
                    <a:pt x="1386036" y="1962783"/>
                  </a:lnTo>
                  <a:lnTo>
                    <a:pt x="1395797" y="1954825"/>
                  </a:lnTo>
                  <a:lnTo>
                    <a:pt x="1405558" y="1946732"/>
                  </a:lnTo>
                  <a:lnTo>
                    <a:pt x="1415319" y="1938535"/>
                  </a:lnTo>
                  <a:lnTo>
                    <a:pt x="1425079" y="1929680"/>
                  </a:lnTo>
                  <a:lnTo>
                    <a:pt x="1434840" y="1919899"/>
                  </a:lnTo>
                  <a:lnTo>
                    <a:pt x="1444601" y="1909052"/>
                  </a:lnTo>
                  <a:lnTo>
                    <a:pt x="1454362" y="1898034"/>
                  </a:lnTo>
                  <a:lnTo>
                    <a:pt x="1464123" y="1886842"/>
                  </a:lnTo>
                  <a:lnTo>
                    <a:pt x="1473884" y="1876792"/>
                  </a:lnTo>
                  <a:lnTo>
                    <a:pt x="1483644" y="1867960"/>
                  </a:lnTo>
                  <a:lnTo>
                    <a:pt x="1493405" y="1859051"/>
                  </a:lnTo>
                  <a:lnTo>
                    <a:pt x="1503166" y="1849044"/>
                  </a:lnTo>
                  <a:lnTo>
                    <a:pt x="1512927" y="1837378"/>
                  </a:lnTo>
                  <a:lnTo>
                    <a:pt x="1522688" y="1827881"/>
                  </a:lnTo>
                  <a:lnTo>
                    <a:pt x="1532448" y="1818791"/>
                  </a:lnTo>
                  <a:lnTo>
                    <a:pt x="1542209" y="1809369"/>
                  </a:lnTo>
                  <a:lnTo>
                    <a:pt x="1551970" y="1798604"/>
                  </a:lnTo>
                  <a:lnTo>
                    <a:pt x="1561731" y="1787720"/>
                  </a:lnTo>
                  <a:lnTo>
                    <a:pt x="1571492" y="1776717"/>
                  </a:lnTo>
                  <a:lnTo>
                    <a:pt x="1581253" y="1766036"/>
                  </a:lnTo>
                  <a:lnTo>
                    <a:pt x="1591013" y="1755434"/>
                  </a:lnTo>
                  <a:lnTo>
                    <a:pt x="1600774" y="1744732"/>
                  </a:lnTo>
                  <a:lnTo>
                    <a:pt x="1610535" y="1733036"/>
                  </a:lnTo>
                  <a:lnTo>
                    <a:pt x="1620296" y="1721045"/>
                  </a:lnTo>
                  <a:lnTo>
                    <a:pt x="1630057" y="1709697"/>
                  </a:lnTo>
                  <a:lnTo>
                    <a:pt x="1639818" y="1696605"/>
                  </a:lnTo>
                  <a:lnTo>
                    <a:pt x="1649578" y="1685705"/>
                  </a:lnTo>
                  <a:lnTo>
                    <a:pt x="1659339" y="1675034"/>
                  </a:lnTo>
                  <a:lnTo>
                    <a:pt x="1669100" y="1664251"/>
                  </a:lnTo>
                  <a:lnTo>
                    <a:pt x="1678861" y="1651740"/>
                  </a:lnTo>
                  <a:lnTo>
                    <a:pt x="1688622" y="1638230"/>
                  </a:lnTo>
                  <a:lnTo>
                    <a:pt x="1698382" y="1624565"/>
                  </a:lnTo>
                  <a:lnTo>
                    <a:pt x="1708143" y="1610742"/>
                  </a:lnTo>
                  <a:lnTo>
                    <a:pt x="1717904" y="1596762"/>
                  </a:lnTo>
                  <a:lnTo>
                    <a:pt x="1727665" y="1583404"/>
                  </a:lnTo>
                  <a:lnTo>
                    <a:pt x="1737426" y="1570192"/>
                  </a:lnTo>
                  <a:lnTo>
                    <a:pt x="1747187" y="1556846"/>
                  </a:lnTo>
                  <a:lnTo>
                    <a:pt x="1756947" y="1543364"/>
                  </a:lnTo>
                  <a:lnTo>
                    <a:pt x="1766708" y="1529746"/>
                  </a:lnTo>
                  <a:lnTo>
                    <a:pt x="1776469" y="1515391"/>
                  </a:lnTo>
                  <a:lnTo>
                    <a:pt x="1786230" y="1500520"/>
                  </a:lnTo>
                  <a:lnTo>
                    <a:pt x="1795991" y="1485489"/>
                  </a:lnTo>
                  <a:lnTo>
                    <a:pt x="1805752" y="1470295"/>
                  </a:lnTo>
                  <a:lnTo>
                    <a:pt x="1815512" y="1454939"/>
                  </a:lnTo>
                  <a:lnTo>
                    <a:pt x="1825273" y="1439474"/>
                  </a:lnTo>
                  <a:lnTo>
                    <a:pt x="1835034" y="1425650"/>
                  </a:lnTo>
                  <a:lnTo>
                    <a:pt x="1844795" y="1413681"/>
                  </a:lnTo>
                  <a:lnTo>
                    <a:pt x="1854556" y="1401171"/>
                  </a:lnTo>
                  <a:lnTo>
                    <a:pt x="1864316" y="1386167"/>
                  </a:lnTo>
                  <a:lnTo>
                    <a:pt x="1874077" y="1369950"/>
                  </a:lnTo>
                  <a:lnTo>
                    <a:pt x="1883838" y="1352961"/>
                  </a:lnTo>
                  <a:lnTo>
                    <a:pt x="1893599" y="1335796"/>
                  </a:lnTo>
                  <a:lnTo>
                    <a:pt x="1903360" y="1318456"/>
                  </a:lnTo>
                  <a:lnTo>
                    <a:pt x="1913121" y="1300940"/>
                  </a:lnTo>
                  <a:lnTo>
                    <a:pt x="1922881" y="1283259"/>
                  </a:lnTo>
                  <a:lnTo>
                    <a:pt x="1932642" y="1265402"/>
                  </a:lnTo>
                  <a:lnTo>
                    <a:pt x="1942403" y="1247369"/>
                  </a:lnTo>
                  <a:lnTo>
                    <a:pt x="1952164" y="1229159"/>
                  </a:lnTo>
                  <a:lnTo>
                    <a:pt x="1961925" y="1210770"/>
                  </a:lnTo>
                  <a:lnTo>
                    <a:pt x="1971685" y="1192204"/>
                  </a:lnTo>
                  <a:lnTo>
                    <a:pt x="1981446" y="1173460"/>
                  </a:lnTo>
                  <a:lnTo>
                    <a:pt x="1991207" y="1154541"/>
                  </a:lnTo>
                  <a:lnTo>
                    <a:pt x="2000968" y="1139005"/>
                  </a:lnTo>
                  <a:lnTo>
                    <a:pt x="2010729" y="1123718"/>
                  </a:lnTo>
                  <a:lnTo>
                    <a:pt x="2020490" y="1108335"/>
                  </a:lnTo>
                  <a:lnTo>
                    <a:pt x="2030250" y="1092837"/>
                  </a:lnTo>
                  <a:lnTo>
                    <a:pt x="2040011" y="1077225"/>
                  </a:lnTo>
                  <a:lnTo>
                    <a:pt x="2049772" y="1061499"/>
                  </a:lnTo>
                  <a:lnTo>
                    <a:pt x="2059533" y="1045658"/>
                  </a:lnTo>
                  <a:lnTo>
                    <a:pt x="2069294" y="1029702"/>
                  </a:lnTo>
                  <a:lnTo>
                    <a:pt x="2079055" y="1013633"/>
                  </a:lnTo>
                  <a:lnTo>
                    <a:pt x="2088815" y="997449"/>
                  </a:lnTo>
                  <a:lnTo>
                    <a:pt x="2098576" y="981150"/>
                  </a:lnTo>
                  <a:lnTo>
                    <a:pt x="2108337" y="964738"/>
                  </a:lnTo>
                  <a:lnTo>
                    <a:pt x="2118098" y="946020"/>
                  </a:lnTo>
                  <a:lnTo>
                    <a:pt x="2127859" y="927152"/>
                  </a:lnTo>
                  <a:lnTo>
                    <a:pt x="2137619" y="908138"/>
                  </a:lnTo>
                  <a:lnTo>
                    <a:pt x="2147380" y="888981"/>
                  </a:lnTo>
                  <a:lnTo>
                    <a:pt x="2157141" y="869680"/>
                  </a:lnTo>
                  <a:lnTo>
                    <a:pt x="2166902" y="850235"/>
                  </a:lnTo>
                  <a:lnTo>
                    <a:pt x="2176663" y="830647"/>
                  </a:lnTo>
                  <a:lnTo>
                    <a:pt x="2186424" y="810806"/>
                  </a:lnTo>
                  <a:lnTo>
                    <a:pt x="2196184" y="788630"/>
                  </a:lnTo>
                  <a:lnTo>
                    <a:pt x="2205945" y="766253"/>
                  </a:lnTo>
                  <a:lnTo>
                    <a:pt x="2215706" y="743675"/>
                  </a:lnTo>
                  <a:lnTo>
                    <a:pt x="2225467" y="720897"/>
                  </a:lnTo>
                  <a:lnTo>
                    <a:pt x="2235228" y="697919"/>
                  </a:lnTo>
                  <a:lnTo>
                    <a:pt x="2244988" y="675844"/>
                  </a:lnTo>
                  <a:lnTo>
                    <a:pt x="2254749" y="655656"/>
                  </a:lnTo>
                  <a:lnTo>
                    <a:pt x="2264510" y="635338"/>
                  </a:lnTo>
                  <a:lnTo>
                    <a:pt x="2274271" y="614890"/>
                  </a:lnTo>
                  <a:lnTo>
                    <a:pt x="2284032" y="594314"/>
                  </a:lnTo>
                  <a:lnTo>
                    <a:pt x="2293793" y="573610"/>
                  </a:lnTo>
                  <a:lnTo>
                    <a:pt x="2303553" y="552779"/>
                  </a:lnTo>
                  <a:lnTo>
                    <a:pt x="2313314" y="531854"/>
                  </a:lnTo>
                  <a:lnTo>
                    <a:pt x="2323075" y="507764"/>
                  </a:lnTo>
                  <a:lnTo>
                    <a:pt x="2332836" y="481844"/>
                  </a:lnTo>
                  <a:lnTo>
                    <a:pt x="2342597" y="455719"/>
                  </a:lnTo>
                  <a:lnTo>
                    <a:pt x="2352358" y="429390"/>
                  </a:lnTo>
                  <a:lnTo>
                    <a:pt x="2362118" y="402861"/>
                  </a:lnTo>
                  <a:lnTo>
                    <a:pt x="2371879" y="377277"/>
                  </a:lnTo>
                  <a:lnTo>
                    <a:pt x="2381640" y="355002"/>
                  </a:lnTo>
                  <a:lnTo>
                    <a:pt x="2391401" y="332604"/>
                  </a:lnTo>
                  <a:lnTo>
                    <a:pt x="2401162" y="310086"/>
                  </a:lnTo>
                  <a:lnTo>
                    <a:pt x="2410922" y="287510"/>
                  </a:lnTo>
                  <a:lnTo>
                    <a:pt x="2420683" y="264873"/>
                  </a:lnTo>
                  <a:lnTo>
                    <a:pt x="2430444" y="242120"/>
                  </a:lnTo>
                  <a:lnTo>
                    <a:pt x="2440205" y="219253"/>
                  </a:lnTo>
                  <a:lnTo>
                    <a:pt x="2449966" y="196273"/>
                  </a:lnTo>
                  <a:lnTo>
                    <a:pt x="2459727" y="173182"/>
                  </a:lnTo>
                  <a:lnTo>
                    <a:pt x="2469487" y="149981"/>
                  </a:lnTo>
                  <a:lnTo>
                    <a:pt x="2479248" y="126672"/>
                  </a:lnTo>
                  <a:lnTo>
                    <a:pt x="2489009" y="103256"/>
                  </a:lnTo>
                  <a:lnTo>
                    <a:pt x="2498770" y="79434"/>
                  </a:lnTo>
                  <a:lnTo>
                    <a:pt x="2508531" y="53155"/>
                  </a:lnTo>
                  <a:lnTo>
                    <a:pt x="2518291" y="26751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" name="pl82"/>
            <p:cNvSpPr/>
            <p:nvPr/>
          </p:nvSpPr>
          <p:spPr>
            <a:xfrm>
              <a:off x="6312408" y="4947511"/>
              <a:ext cx="2528052" cy="197676"/>
            </a:xfrm>
            <a:custGeom>
              <a:avLst/>
              <a:pathLst>
                <a:path w="2528052" h="197676">
                  <a:moveTo>
                    <a:pt x="2528052" y="0"/>
                  </a:moveTo>
                  <a:lnTo>
                    <a:pt x="2518291" y="201"/>
                  </a:lnTo>
                  <a:lnTo>
                    <a:pt x="2508531" y="402"/>
                  </a:lnTo>
                  <a:lnTo>
                    <a:pt x="2498770" y="603"/>
                  </a:lnTo>
                  <a:lnTo>
                    <a:pt x="2489009" y="803"/>
                  </a:lnTo>
                  <a:lnTo>
                    <a:pt x="2479248" y="1003"/>
                  </a:lnTo>
                  <a:lnTo>
                    <a:pt x="2469487" y="1203"/>
                  </a:lnTo>
                  <a:lnTo>
                    <a:pt x="2459727" y="1402"/>
                  </a:lnTo>
                  <a:lnTo>
                    <a:pt x="2449966" y="1601"/>
                  </a:lnTo>
                  <a:lnTo>
                    <a:pt x="2440205" y="1800"/>
                  </a:lnTo>
                  <a:lnTo>
                    <a:pt x="2430444" y="1998"/>
                  </a:lnTo>
                  <a:lnTo>
                    <a:pt x="2420683" y="2196"/>
                  </a:lnTo>
                  <a:lnTo>
                    <a:pt x="2410922" y="2594"/>
                  </a:lnTo>
                  <a:lnTo>
                    <a:pt x="2401162" y="3233"/>
                  </a:lnTo>
                  <a:lnTo>
                    <a:pt x="2391401" y="3871"/>
                  </a:lnTo>
                  <a:lnTo>
                    <a:pt x="2381640" y="4494"/>
                  </a:lnTo>
                  <a:lnTo>
                    <a:pt x="2371879" y="4575"/>
                  </a:lnTo>
                  <a:lnTo>
                    <a:pt x="2362118" y="4656"/>
                  </a:lnTo>
                  <a:lnTo>
                    <a:pt x="2352358" y="4737"/>
                  </a:lnTo>
                  <a:lnTo>
                    <a:pt x="2342597" y="4818"/>
                  </a:lnTo>
                  <a:lnTo>
                    <a:pt x="2332836" y="4899"/>
                  </a:lnTo>
                  <a:lnTo>
                    <a:pt x="2323075" y="4980"/>
                  </a:lnTo>
                  <a:lnTo>
                    <a:pt x="2313314" y="5054"/>
                  </a:lnTo>
                  <a:lnTo>
                    <a:pt x="2303553" y="5121"/>
                  </a:lnTo>
                  <a:lnTo>
                    <a:pt x="2293793" y="5189"/>
                  </a:lnTo>
                  <a:lnTo>
                    <a:pt x="2284032" y="5257"/>
                  </a:lnTo>
                  <a:lnTo>
                    <a:pt x="2274271" y="5325"/>
                  </a:lnTo>
                  <a:lnTo>
                    <a:pt x="2264510" y="5533"/>
                  </a:lnTo>
                  <a:lnTo>
                    <a:pt x="2254749" y="6819"/>
                  </a:lnTo>
                  <a:lnTo>
                    <a:pt x="2244988" y="8100"/>
                  </a:lnTo>
                  <a:lnTo>
                    <a:pt x="2235228" y="9375"/>
                  </a:lnTo>
                  <a:lnTo>
                    <a:pt x="2225467" y="9854"/>
                  </a:lnTo>
                  <a:lnTo>
                    <a:pt x="2215706" y="10004"/>
                  </a:lnTo>
                  <a:lnTo>
                    <a:pt x="2205945" y="10130"/>
                  </a:lnTo>
                  <a:lnTo>
                    <a:pt x="2196184" y="10249"/>
                  </a:lnTo>
                  <a:lnTo>
                    <a:pt x="2186424" y="10368"/>
                  </a:lnTo>
                  <a:lnTo>
                    <a:pt x="2176663" y="10487"/>
                  </a:lnTo>
                  <a:lnTo>
                    <a:pt x="2166902" y="10700"/>
                  </a:lnTo>
                  <a:lnTo>
                    <a:pt x="2157141" y="11372"/>
                  </a:lnTo>
                  <a:lnTo>
                    <a:pt x="2147380" y="12042"/>
                  </a:lnTo>
                  <a:lnTo>
                    <a:pt x="2137619" y="12711"/>
                  </a:lnTo>
                  <a:lnTo>
                    <a:pt x="2127859" y="12956"/>
                  </a:lnTo>
                  <a:lnTo>
                    <a:pt x="2118098" y="13403"/>
                  </a:lnTo>
                  <a:lnTo>
                    <a:pt x="2108337" y="14240"/>
                  </a:lnTo>
                  <a:lnTo>
                    <a:pt x="2098576" y="14651"/>
                  </a:lnTo>
                  <a:lnTo>
                    <a:pt x="2088815" y="14620"/>
                  </a:lnTo>
                  <a:lnTo>
                    <a:pt x="2079055" y="15094"/>
                  </a:lnTo>
                  <a:lnTo>
                    <a:pt x="2069294" y="15677"/>
                  </a:lnTo>
                  <a:lnTo>
                    <a:pt x="2059533" y="15770"/>
                  </a:lnTo>
                  <a:lnTo>
                    <a:pt x="2049772" y="15848"/>
                  </a:lnTo>
                  <a:lnTo>
                    <a:pt x="2040011" y="15925"/>
                  </a:lnTo>
                  <a:lnTo>
                    <a:pt x="2030250" y="16282"/>
                  </a:lnTo>
                  <a:lnTo>
                    <a:pt x="2020490" y="16812"/>
                  </a:lnTo>
                  <a:lnTo>
                    <a:pt x="2010729" y="17340"/>
                  </a:lnTo>
                  <a:lnTo>
                    <a:pt x="2000968" y="17521"/>
                  </a:lnTo>
                  <a:lnTo>
                    <a:pt x="1991207" y="17699"/>
                  </a:lnTo>
                  <a:lnTo>
                    <a:pt x="1981446" y="18004"/>
                  </a:lnTo>
                  <a:lnTo>
                    <a:pt x="1971685" y="18178"/>
                  </a:lnTo>
                  <a:lnTo>
                    <a:pt x="1961925" y="18352"/>
                  </a:lnTo>
                  <a:lnTo>
                    <a:pt x="1952164" y="18525"/>
                  </a:lnTo>
                  <a:lnTo>
                    <a:pt x="1942403" y="18698"/>
                  </a:lnTo>
                  <a:lnTo>
                    <a:pt x="1932642" y="18871"/>
                  </a:lnTo>
                  <a:lnTo>
                    <a:pt x="1922881" y="19044"/>
                  </a:lnTo>
                  <a:lnTo>
                    <a:pt x="1913121" y="19217"/>
                  </a:lnTo>
                  <a:lnTo>
                    <a:pt x="1903360" y="19390"/>
                  </a:lnTo>
                  <a:lnTo>
                    <a:pt x="1893599" y="19562"/>
                  </a:lnTo>
                  <a:lnTo>
                    <a:pt x="1883838" y="19734"/>
                  </a:lnTo>
                  <a:lnTo>
                    <a:pt x="1874077" y="19907"/>
                  </a:lnTo>
                  <a:lnTo>
                    <a:pt x="1864316" y="20079"/>
                  </a:lnTo>
                  <a:lnTo>
                    <a:pt x="1854556" y="20250"/>
                  </a:lnTo>
                  <a:lnTo>
                    <a:pt x="1844795" y="20422"/>
                  </a:lnTo>
                  <a:lnTo>
                    <a:pt x="1835034" y="20586"/>
                  </a:lnTo>
                  <a:lnTo>
                    <a:pt x="1825273" y="20748"/>
                  </a:lnTo>
                  <a:lnTo>
                    <a:pt x="1815512" y="20909"/>
                  </a:lnTo>
                  <a:lnTo>
                    <a:pt x="1805752" y="21069"/>
                  </a:lnTo>
                  <a:lnTo>
                    <a:pt x="1795991" y="21230"/>
                  </a:lnTo>
                  <a:lnTo>
                    <a:pt x="1786230" y="21391"/>
                  </a:lnTo>
                  <a:lnTo>
                    <a:pt x="1776469" y="21551"/>
                  </a:lnTo>
                  <a:lnTo>
                    <a:pt x="1766708" y="21711"/>
                  </a:lnTo>
                  <a:lnTo>
                    <a:pt x="1756947" y="22165"/>
                  </a:lnTo>
                  <a:lnTo>
                    <a:pt x="1747187" y="22932"/>
                  </a:lnTo>
                  <a:lnTo>
                    <a:pt x="1737426" y="23696"/>
                  </a:lnTo>
                  <a:lnTo>
                    <a:pt x="1727665" y="24457"/>
                  </a:lnTo>
                  <a:lnTo>
                    <a:pt x="1717904" y="25217"/>
                  </a:lnTo>
                  <a:lnTo>
                    <a:pt x="1708143" y="25975"/>
                  </a:lnTo>
                  <a:lnTo>
                    <a:pt x="1698382" y="26731"/>
                  </a:lnTo>
                  <a:lnTo>
                    <a:pt x="1688622" y="27577"/>
                  </a:lnTo>
                  <a:lnTo>
                    <a:pt x="1678861" y="28280"/>
                  </a:lnTo>
                  <a:lnTo>
                    <a:pt x="1669100" y="29022"/>
                  </a:lnTo>
                  <a:lnTo>
                    <a:pt x="1659339" y="29795"/>
                  </a:lnTo>
                  <a:lnTo>
                    <a:pt x="1649578" y="30566"/>
                  </a:lnTo>
                  <a:lnTo>
                    <a:pt x="1639818" y="31466"/>
                  </a:lnTo>
                  <a:lnTo>
                    <a:pt x="1630057" y="32456"/>
                  </a:lnTo>
                  <a:lnTo>
                    <a:pt x="1620296" y="32820"/>
                  </a:lnTo>
                  <a:lnTo>
                    <a:pt x="1610535" y="33570"/>
                  </a:lnTo>
                  <a:lnTo>
                    <a:pt x="1600774" y="34310"/>
                  </a:lnTo>
                  <a:lnTo>
                    <a:pt x="1591013" y="34592"/>
                  </a:lnTo>
                  <a:lnTo>
                    <a:pt x="1581253" y="35595"/>
                  </a:lnTo>
                  <a:lnTo>
                    <a:pt x="1571492" y="36307"/>
                  </a:lnTo>
                  <a:lnTo>
                    <a:pt x="1561731" y="36262"/>
                  </a:lnTo>
                  <a:lnTo>
                    <a:pt x="1551970" y="37000"/>
                  </a:lnTo>
                  <a:lnTo>
                    <a:pt x="1542209" y="36930"/>
                  </a:lnTo>
                  <a:lnTo>
                    <a:pt x="1532448" y="36858"/>
                  </a:lnTo>
                  <a:lnTo>
                    <a:pt x="1522688" y="37408"/>
                  </a:lnTo>
                  <a:lnTo>
                    <a:pt x="1512927" y="37751"/>
                  </a:lnTo>
                  <a:lnTo>
                    <a:pt x="1503166" y="38875"/>
                  </a:lnTo>
                  <a:lnTo>
                    <a:pt x="1493405" y="39265"/>
                  </a:lnTo>
                  <a:lnTo>
                    <a:pt x="1483644" y="39410"/>
                  </a:lnTo>
                  <a:lnTo>
                    <a:pt x="1473884" y="39888"/>
                  </a:lnTo>
                  <a:lnTo>
                    <a:pt x="1464123" y="40520"/>
                  </a:lnTo>
                  <a:lnTo>
                    <a:pt x="1454362" y="40902"/>
                  </a:lnTo>
                  <a:lnTo>
                    <a:pt x="1444601" y="41804"/>
                  </a:lnTo>
                  <a:lnTo>
                    <a:pt x="1434840" y="42455"/>
                  </a:lnTo>
                  <a:lnTo>
                    <a:pt x="1425079" y="44428"/>
                  </a:lnTo>
                  <a:lnTo>
                    <a:pt x="1415319" y="45599"/>
                  </a:lnTo>
                  <a:lnTo>
                    <a:pt x="1405558" y="45913"/>
                  </a:lnTo>
                  <a:lnTo>
                    <a:pt x="1395797" y="47077"/>
                  </a:lnTo>
                  <a:lnTo>
                    <a:pt x="1386036" y="48470"/>
                  </a:lnTo>
                  <a:lnTo>
                    <a:pt x="1376275" y="48734"/>
                  </a:lnTo>
                  <a:lnTo>
                    <a:pt x="1366515" y="48921"/>
                  </a:lnTo>
                  <a:lnTo>
                    <a:pt x="1356754" y="49133"/>
                  </a:lnTo>
                  <a:lnTo>
                    <a:pt x="1346993" y="49358"/>
                  </a:lnTo>
                  <a:lnTo>
                    <a:pt x="1337232" y="49584"/>
                  </a:lnTo>
                  <a:lnTo>
                    <a:pt x="1327471" y="49802"/>
                  </a:lnTo>
                  <a:lnTo>
                    <a:pt x="1317710" y="50019"/>
                  </a:lnTo>
                  <a:lnTo>
                    <a:pt x="1307950" y="50676"/>
                  </a:lnTo>
                  <a:lnTo>
                    <a:pt x="1298189" y="51257"/>
                  </a:lnTo>
                  <a:lnTo>
                    <a:pt x="1288428" y="51852"/>
                  </a:lnTo>
                  <a:lnTo>
                    <a:pt x="1278667" y="52446"/>
                  </a:lnTo>
                  <a:lnTo>
                    <a:pt x="1268906" y="52989"/>
                  </a:lnTo>
                  <a:lnTo>
                    <a:pt x="1259145" y="52828"/>
                  </a:lnTo>
                  <a:lnTo>
                    <a:pt x="1249385" y="54023"/>
                  </a:lnTo>
                  <a:lnTo>
                    <a:pt x="1239624" y="54899"/>
                  </a:lnTo>
                  <a:lnTo>
                    <a:pt x="1229863" y="55510"/>
                  </a:lnTo>
                  <a:lnTo>
                    <a:pt x="1220102" y="56111"/>
                  </a:lnTo>
                  <a:lnTo>
                    <a:pt x="1210341" y="56711"/>
                  </a:lnTo>
                  <a:lnTo>
                    <a:pt x="1200581" y="58166"/>
                  </a:lnTo>
                  <a:lnTo>
                    <a:pt x="1190820" y="58698"/>
                  </a:lnTo>
                  <a:lnTo>
                    <a:pt x="1181059" y="59095"/>
                  </a:lnTo>
                  <a:lnTo>
                    <a:pt x="1171298" y="59590"/>
                  </a:lnTo>
                  <a:lnTo>
                    <a:pt x="1161537" y="59926"/>
                  </a:lnTo>
                  <a:lnTo>
                    <a:pt x="1151776" y="60279"/>
                  </a:lnTo>
                  <a:lnTo>
                    <a:pt x="1142016" y="60608"/>
                  </a:lnTo>
                  <a:lnTo>
                    <a:pt x="1132255" y="60908"/>
                  </a:lnTo>
                  <a:lnTo>
                    <a:pt x="1122494" y="61823"/>
                  </a:lnTo>
                  <a:lnTo>
                    <a:pt x="1112733" y="62271"/>
                  </a:lnTo>
                  <a:lnTo>
                    <a:pt x="1102972" y="62717"/>
                  </a:lnTo>
                  <a:lnTo>
                    <a:pt x="1093212" y="63511"/>
                  </a:lnTo>
                  <a:lnTo>
                    <a:pt x="1083451" y="64287"/>
                  </a:lnTo>
                  <a:lnTo>
                    <a:pt x="1073690" y="64993"/>
                  </a:lnTo>
                  <a:lnTo>
                    <a:pt x="1063929" y="65584"/>
                  </a:lnTo>
                  <a:lnTo>
                    <a:pt x="1054168" y="66178"/>
                  </a:lnTo>
                  <a:lnTo>
                    <a:pt x="1044407" y="67135"/>
                  </a:lnTo>
                  <a:lnTo>
                    <a:pt x="1034647" y="67338"/>
                  </a:lnTo>
                  <a:lnTo>
                    <a:pt x="1024886" y="68306"/>
                  </a:lnTo>
                  <a:lnTo>
                    <a:pt x="1015125" y="69910"/>
                  </a:lnTo>
                  <a:lnTo>
                    <a:pt x="1005364" y="70890"/>
                  </a:lnTo>
                  <a:lnTo>
                    <a:pt x="995603" y="73102"/>
                  </a:lnTo>
                  <a:lnTo>
                    <a:pt x="985842" y="74699"/>
                  </a:lnTo>
                  <a:lnTo>
                    <a:pt x="976082" y="76266"/>
                  </a:lnTo>
                  <a:lnTo>
                    <a:pt x="966321" y="77035"/>
                  </a:lnTo>
                  <a:lnTo>
                    <a:pt x="956560" y="76789"/>
                  </a:lnTo>
                  <a:lnTo>
                    <a:pt x="946799" y="76534"/>
                  </a:lnTo>
                  <a:lnTo>
                    <a:pt x="937038" y="77124"/>
                  </a:lnTo>
                  <a:lnTo>
                    <a:pt x="927278" y="78099"/>
                  </a:lnTo>
                  <a:lnTo>
                    <a:pt x="917517" y="80540"/>
                  </a:lnTo>
                  <a:lnTo>
                    <a:pt x="907756" y="81377"/>
                  </a:lnTo>
                  <a:lnTo>
                    <a:pt x="897995" y="81662"/>
                  </a:lnTo>
                  <a:lnTo>
                    <a:pt x="888234" y="82585"/>
                  </a:lnTo>
                  <a:lnTo>
                    <a:pt x="878473" y="84679"/>
                  </a:lnTo>
                  <a:lnTo>
                    <a:pt x="868713" y="85442"/>
                  </a:lnTo>
                  <a:lnTo>
                    <a:pt x="858952" y="85854"/>
                  </a:lnTo>
                  <a:lnTo>
                    <a:pt x="849191" y="86088"/>
                  </a:lnTo>
                  <a:lnTo>
                    <a:pt x="839430" y="86990"/>
                  </a:lnTo>
                  <a:lnTo>
                    <a:pt x="829669" y="87956"/>
                  </a:lnTo>
                  <a:lnTo>
                    <a:pt x="819909" y="88753"/>
                  </a:lnTo>
                  <a:lnTo>
                    <a:pt x="810148" y="90048"/>
                  </a:lnTo>
                  <a:lnTo>
                    <a:pt x="800387" y="91382"/>
                  </a:lnTo>
                  <a:lnTo>
                    <a:pt x="790626" y="92693"/>
                  </a:lnTo>
                  <a:lnTo>
                    <a:pt x="780865" y="94016"/>
                  </a:lnTo>
                  <a:lnTo>
                    <a:pt x="771104" y="95136"/>
                  </a:lnTo>
                  <a:lnTo>
                    <a:pt x="761344" y="96129"/>
                  </a:lnTo>
                  <a:lnTo>
                    <a:pt x="751583" y="97353"/>
                  </a:lnTo>
                  <a:lnTo>
                    <a:pt x="741822" y="98167"/>
                  </a:lnTo>
                  <a:lnTo>
                    <a:pt x="732061" y="98939"/>
                  </a:lnTo>
                  <a:lnTo>
                    <a:pt x="722300" y="99633"/>
                  </a:lnTo>
                  <a:lnTo>
                    <a:pt x="712539" y="100956"/>
                  </a:lnTo>
                  <a:lnTo>
                    <a:pt x="702779" y="102156"/>
                  </a:lnTo>
                  <a:lnTo>
                    <a:pt x="693018" y="103360"/>
                  </a:lnTo>
                  <a:lnTo>
                    <a:pt x="683257" y="103804"/>
                  </a:lnTo>
                  <a:lnTo>
                    <a:pt x="673496" y="105534"/>
                  </a:lnTo>
                  <a:lnTo>
                    <a:pt x="663735" y="106776"/>
                  </a:lnTo>
                  <a:lnTo>
                    <a:pt x="653975" y="108216"/>
                  </a:lnTo>
                  <a:lnTo>
                    <a:pt x="644214" y="109663"/>
                  </a:lnTo>
                  <a:lnTo>
                    <a:pt x="634453" y="111101"/>
                  </a:lnTo>
                  <a:lnTo>
                    <a:pt x="624692" y="112516"/>
                  </a:lnTo>
                  <a:lnTo>
                    <a:pt x="614931" y="114375"/>
                  </a:lnTo>
                  <a:lnTo>
                    <a:pt x="605170" y="116380"/>
                  </a:lnTo>
                  <a:lnTo>
                    <a:pt x="595410" y="117579"/>
                  </a:lnTo>
                  <a:lnTo>
                    <a:pt x="585649" y="120165"/>
                  </a:lnTo>
                  <a:lnTo>
                    <a:pt x="575888" y="121097"/>
                  </a:lnTo>
                  <a:lnTo>
                    <a:pt x="566127" y="121639"/>
                  </a:lnTo>
                  <a:lnTo>
                    <a:pt x="556366" y="122221"/>
                  </a:lnTo>
                  <a:lnTo>
                    <a:pt x="546606" y="123664"/>
                  </a:lnTo>
                  <a:lnTo>
                    <a:pt x="536845" y="125487"/>
                  </a:lnTo>
                  <a:lnTo>
                    <a:pt x="527084" y="126735"/>
                  </a:lnTo>
                  <a:lnTo>
                    <a:pt x="517323" y="128307"/>
                  </a:lnTo>
                  <a:lnTo>
                    <a:pt x="507562" y="129759"/>
                  </a:lnTo>
                  <a:lnTo>
                    <a:pt x="497801" y="132427"/>
                  </a:lnTo>
                  <a:lnTo>
                    <a:pt x="488041" y="134097"/>
                  </a:lnTo>
                  <a:lnTo>
                    <a:pt x="478280" y="135059"/>
                  </a:lnTo>
                  <a:lnTo>
                    <a:pt x="468519" y="135792"/>
                  </a:lnTo>
                  <a:lnTo>
                    <a:pt x="458758" y="136619"/>
                  </a:lnTo>
                  <a:lnTo>
                    <a:pt x="448997" y="137618"/>
                  </a:lnTo>
                  <a:lnTo>
                    <a:pt x="439236" y="139238"/>
                  </a:lnTo>
                  <a:lnTo>
                    <a:pt x="429476" y="140346"/>
                  </a:lnTo>
                  <a:lnTo>
                    <a:pt x="419715" y="141638"/>
                  </a:lnTo>
                  <a:lnTo>
                    <a:pt x="409954" y="142634"/>
                  </a:lnTo>
                  <a:lnTo>
                    <a:pt x="400193" y="144221"/>
                  </a:lnTo>
                  <a:lnTo>
                    <a:pt x="390432" y="145188"/>
                  </a:lnTo>
                  <a:lnTo>
                    <a:pt x="380672" y="147253"/>
                  </a:lnTo>
                  <a:lnTo>
                    <a:pt x="370911" y="149059"/>
                  </a:lnTo>
                  <a:lnTo>
                    <a:pt x="361150" y="149962"/>
                  </a:lnTo>
                  <a:lnTo>
                    <a:pt x="351389" y="151260"/>
                  </a:lnTo>
                  <a:lnTo>
                    <a:pt x="341628" y="152808"/>
                  </a:lnTo>
                  <a:lnTo>
                    <a:pt x="331867" y="154124"/>
                  </a:lnTo>
                  <a:lnTo>
                    <a:pt x="322107" y="156166"/>
                  </a:lnTo>
                  <a:lnTo>
                    <a:pt x="312346" y="157346"/>
                  </a:lnTo>
                  <a:lnTo>
                    <a:pt x="302585" y="158951"/>
                  </a:lnTo>
                  <a:lnTo>
                    <a:pt x="292824" y="160696"/>
                  </a:lnTo>
                  <a:lnTo>
                    <a:pt x="283063" y="162120"/>
                  </a:lnTo>
                  <a:lnTo>
                    <a:pt x="273303" y="163252"/>
                  </a:lnTo>
                  <a:lnTo>
                    <a:pt x="263542" y="164719"/>
                  </a:lnTo>
                  <a:lnTo>
                    <a:pt x="253781" y="166166"/>
                  </a:lnTo>
                  <a:lnTo>
                    <a:pt x="244020" y="167590"/>
                  </a:lnTo>
                  <a:lnTo>
                    <a:pt x="234259" y="168909"/>
                  </a:lnTo>
                  <a:lnTo>
                    <a:pt x="224498" y="170415"/>
                  </a:lnTo>
                  <a:lnTo>
                    <a:pt x="214738" y="171814"/>
                  </a:lnTo>
                  <a:lnTo>
                    <a:pt x="204977" y="173183"/>
                  </a:lnTo>
                  <a:lnTo>
                    <a:pt x="195216" y="174536"/>
                  </a:lnTo>
                  <a:lnTo>
                    <a:pt x="185455" y="175875"/>
                  </a:lnTo>
                  <a:lnTo>
                    <a:pt x="175694" y="177198"/>
                  </a:lnTo>
                  <a:lnTo>
                    <a:pt x="165933" y="178507"/>
                  </a:lnTo>
                  <a:lnTo>
                    <a:pt x="156173" y="179791"/>
                  </a:lnTo>
                  <a:lnTo>
                    <a:pt x="146412" y="179892"/>
                  </a:lnTo>
                  <a:lnTo>
                    <a:pt x="136651" y="180024"/>
                  </a:lnTo>
                  <a:lnTo>
                    <a:pt x="126890" y="181381"/>
                  </a:lnTo>
                  <a:lnTo>
                    <a:pt x="117129" y="182761"/>
                  </a:lnTo>
                  <a:lnTo>
                    <a:pt x="107369" y="184209"/>
                  </a:lnTo>
                  <a:lnTo>
                    <a:pt x="97608" y="185513"/>
                  </a:lnTo>
                  <a:lnTo>
                    <a:pt x="87847" y="186338"/>
                  </a:lnTo>
                  <a:lnTo>
                    <a:pt x="78086" y="187577"/>
                  </a:lnTo>
                  <a:lnTo>
                    <a:pt x="68325" y="189420"/>
                  </a:lnTo>
                  <a:lnTo>
                    <a:pt x="58564" y="191283"/>
                  </a:lnTo>
                  <a:lnTo>
                    <a:pt x="48804" y="192652"/>
                  </a:lnTo>
                  <a:lnTo>
                    <a:pt x="39043" y="194006"/>
                  </a:lnTo>
                  <a:lnTo>
                    <a:pt x="29282" y="195282"/>
                  </a:lnTo>
                  <a:lnTo>
                    <a:pt x="19521" y="195900"/>
                  </a:lnTo>
                  <a:lnTo>
                    <a:pt x="9760" y="196515"/>
                  </a:lnTo>
                  <a:lnTo>
                    <a:pt x="0" y="197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6312408" y="4850582"/>
              <a:ext cx="2528052" cy="399408"/>
            </a:xfrm>
            <a:custGeom>
              <a:avLst/>
              <a:pathLst>
                <a:path w="2528052" h="399408">
                  <a:moveTo>
                    <a:pt x="0" y="0"/>
                  </a:moveTo>
                  <a:lnTo>
                    <a:pt x="9760" y="3067"/>
                  </a:lnTo>
                  <a:lnTo>
                    <a:pt x="19521" y="6470"/>
                  </a:lnTo>
                  <a:lnTo>
                    <a:pt x="29282" y="9795"/>
                  </a:lnTo>
                  <a:lnTo>
                    <a:pt x="39043" y="13103"/>
                  </a:lnTo>
                  <a:lnTo>
                    <a:pt x="48804" y="16016"/>
                  </a:lnTo>
                  <a:lnTo>
                    <a:pt x="58564" y="18933"/>
                  </a:lnTo>
                  <a:lnTo>
                    <a:pt x="68325" y="21423"/>
                  </a:lnTo>
                  <a:lnTo>
                    <a:pt x="78086" y="24146"/>
                  </a:lnTo>
                  <a:lnTo>
                    <a:pt x="87847" y="26842"/>
                  </a:lnTo>
                  <a:lnTo>
                    <a:pt x="97608" y="29616"/>
                  </a:lnTo>
                  <a:lnTo>
                    <a:pt x="107369" y="32108"/>
                  </a:lnTo>
                  <a:lnTo>
                    <a:pt x="117129" y="34560"/>
                  </a:lnTo>
                  <a:lnTo>
                    <a:pt x="126890" y="37030"/>
                  </a:lnTo>
                  <a:lnTo>
                    <a:pt x="136651" y="39899"/>
                  </a:lnTo>
                  <a:lnTo>
                    <a:pt x="146412" y="42297"/>
                  </a:lnTo>
                  <a:lnTo>
                    <a:pt x="156173" y="44652"/>
                  </a:lnTo>
                  <a:lnTo>
                    <a:pt x="165933" y="46986"/>
                  </a:lnTo>
                  <a:lnTo>
                    <a:pt x="175694" y="48968"/>
                  </a:lnTo>
                  <a:lnTo>
                    <a:pt x="185455" y="51303"/>
                  </a:lnTo>
                  <a:lnTo>
                    <a:pt x="195216" y="53399"/>
                  </a:lnTo>
                  <a:lnTo>
                    <a:pt x="204977" y="55540"/>
                  </a:lnTo>
                  <a:lnTo>
                    <a:pt x="214738" y="57097"/>
                  </a:lnTo>
                  <a:lnTo>
                    <a:pt x="224498" y="58638"/>
                  </a:lnTo>
                  <a:lnTo>
                    <a:pt x="234259" y="60175"/>
                  </a:lnTo>
                  <a:lnTo>
                    <a:pt x="244020" y="61671"/>
                  </a:lnTo>
                  <a:lnTo>
                    <a:pt x="253781" y="63341"/>
                  </a:lnTo>
                  <a:lnTo>
                    <a:pt x="263542" y="65688"/>
                  </a:lnTo>
                  <a:lnTo>
                    <a:pt x="273303" y="67388"/>
                  </a:lnTo>
                  <a:lnTo>
                    <a:pt x="283063" y="69216"/>
                  </a:lnTo>
                  <a:lnTo>
                    <a:pt x="292824" y="70781"/>
                  </a:lnTo>
                  <a:lnTo>
                    <a:pt x="302585" y="72203"/>
                  </a:lnTo>
                  <a:lnTo>
                    <a:pt x="312346" y="73516"/>
                  </a:lnTo>
                  <a:lnTo>
                    <a:pt x="322107" y="74612"/>
                  </a:lnTo>
                  <a:lnTo>
                    <a:pt x="331867" y="75903"/>
                  </a:lnTo>
                  <a:lnTo>
                    <a:pt x="341628" y="77287"/>
                  </a:lnTo>
                  <a:lnTo>
                    <a:pt x="351389" y="78451"/>
                  </a:lnTo>
                  <a:lnTo>
                    <a:pt x="361150" y="79807"/>
                  </a:lnTo>
                  <a:lnTo>
                    <a:pt x="370911" y="81156"/>
                  </a:lnTo>
                  <a:lnTo>
                    <a:pt x="380672" y="82357"/>
                  </a:lnTo>
                  <a:lnTo>
                    <a:pt x="390432" y="83395"/>
                  </a:lnTo>
                  <a:lnTo>
                    <a:pt x="400193" y="84345"/>
                  </a:lnTo>
                  <a:lnTo>
                    <a:pt x="409954" y="85108"/>
                  </a:lnTo>
                  <a:lnTo>
                    <a:pt x="419715" y="86178"/>
                  </a:lnTo>
                  <a:lnTo>
                    <a:pt x="429476" y="87362"/>
                  </a:lnTo>
                  <a:lnTo>
                    <a:pt x="439236" y="88491"/>
                  </a:lnTo>
                  <a:lnTo>
                    <a:pt x="448997" y="89614"/>
                  </a:lnTo>
                  <a:lnTo>
                    <a:pt x="458758" y="91081"/>
                  </a:lnTo>
                  <a:lnTo>
                    <a:pt x="468519" y="92414"/>
                  </a:lnTo>
                  <a:lnTo>
                    <a:pt x="478280" y="93146"/>
                  </a:lnTo>
                  <a:lnTo>
                    <a:pt x="488041" y="94046"/>
                  </a:lnTo>
                  <a:lnTo>
                    <a:pt x="497801" y="95277"/>
                  </a:lnTo>
                  <a:lnTo>
                    <a:pt x="507562" y="96505"/>
                  </a:lnTo>
                  <a:lnTo>
                    <a:pt x="517323" y="97080"/>
                  </a:lnTo>
                  <a:lnTo>
                    <a:pt x="527084" y="97888"/>
                  </a:lnTo>
                  <a:lnTo>
                    <a:pt x="536845" y="99126"/>
                  </a:lnTo>
                  <a:lnTo>
                    <a:pt x="546606" y="100077"/>
                  </a:lnTo>
                  <a:lnTo>
                    <a:pt x="556366" y="100406"/>
                  </a:lnTo>
                  <a:lnTo>
                    <a:pt x="566127" y="101130"/>
                  </a:lnTo>
                  <a:lnTo>
                    <a:pt x="575888" y="101629"/>
                  </a:lnTo>
                  <a:lnTo>
                    <a:pt x="585649" y="102091"/>
                  </a:lnTo>
                  <a:lnTo>
                    <a:pt x="595410" y="102627"/>
                  </a:lnTo>
                  <a:lnTo>
                    <a:pt x="605170" y="103364"/>
                  </a:lnTo>
                  <a:lnTo>
                    <a:pt x="614931" y="104101"/>
                  </a:lnTo>
                  <a:lnTo>
                    <a:pt x="624692" y="104932"/>
                  </a:lnTo>
                  <a:lnTo>
                    <a:pt x="634453" y="105948"/>
                  </a:lnTo>
                  <a:lnTo>
                    <a:pt x="644214" y="106597"/>
                  </a:lnTo>
                  <a:lnTo>
                    <a:pt x="653975" y="107343"/>
                  </a:lnTo>
                  <a:lnTo>
                    <a:pt x="663735" y="107728"/>
                  </a:lnTo>
                  <a:lnTo>
                    <a:pt x="673496" y="108432"/>
                  </a:lnTo>
                  <a:lnTo>
                    <a:pt x="683257" y="109122"/>
                  </a:lnTo>
                  <a:lnTo>
                    <a:pt x="693018" y="109961"/>
                  </a:lnTo>
                  <a:lnTo>
                    <a:pt x="702779" y="110385"/>
                  </a:lnTo>
                  <a:lnTo>
                    <a:pt x="712539" y="110779"/>
                  </a:lnTo>
                  <a:lnTo>
                    <a:pt x="722300" y="111235"/>
                  </a:lnTo>
                  <a:lnTo>
                    <a:pt x="732061" y="111916"/>
                  </a:lnTo>
                  <a:lnTo>
                    <a:pt x="741822" y="112375"/>
                  </a:lnTo>
                  <a:lnTo>
                    <a:pt x="751583" y="112739"/>
                  </a:lnTo>
                  <a:lnTo>
                    <a:pt x="761344" y="113284"/>
                  </a:lnTo>
                  <a:lnTo>
                    <a:pt x="771104" y="113733"/>
                  </a:lnTo>
                  <a:lnTo>
                    <a:pt x="780865" y="114180"/>
                  </a:lnTo>
                  <a:lnTo>
                    <a:pt x="790626" y="114622"/>
                  </a:lnTo>
                  <a:lnTo>
                    <a:pt x="800387" y="115196"/>
                  </a:lnTo>
                  <a:lnTo>
                    <a:pt x="810148" y="115699"/>
                  </a:lnTo>
                  <a:lnTo>
                    <a:pt x="819909" y="116107"/>
                  </a:lnTo>
                  <a:lnTo>
                    <a:pt x="829669" y="116646"/>
                  </a:lnTo>
                  <a:lnTo>
                    <a:pt x="839430" y="117183"/>
                  </a:lnTo>
                  <a:lnTo>
                    <a:pt x="849191" y="117716"/>
                  </a:lnTo>
                  <a:lnTo>
                    <a:pt x="858952" y="118242"/>
                  </a:lnTo>
                  <a:lnTo>
                    <a:pt x="868713" y="118765"/>
                  </a:lnTo>
                  <a:lnTo>
                    <a:pt x="878473" y="119064"/>
                  </a:lnTo>
                  <a:lnTo>
                    <a:pt x="888234" y="119598"/>
                  </a:lnTo>
                  <a:lnTo>
                    <a:pt x="897995" y="120028"/>
                  </a:lnTo>
                  <a:lnTo>
                    <a:pt x="907756" y="120401"/>
                  </a:lnTo>
                  <a:lnTo>
                    <a:pt x="917517" y="120913"/>
                  </a:lnTo>
                  <a:lnTo>
                    <a:pt x="927278" y="121281"/>
                  </a:lnTo>
                  <a:lnTo>
                    <a:pt x="937038" y="121709"/>
                  </a:lnTo>
                  <a:lnTo>
                    <a:pt x="946799" y="122056"/>
                  </a:lnTo>
                  <a:lnTo>
                    <a:pt x="956560" y="122044"/>
                  </a:lnTo>
                  <a:lnTo>
                    <a:pt x="966321" y="122970"/>
                  </a:lnTo>
                  <a:lnTo>
                    <a:pt x="976082" y="123125"/>
                  </a:lnTo>
                  <a:lnTo>
                    <a:pt x="985842" y="123242"/>
                  </a:lnTo>
                  <a:lnTo>
                    <a:pt x="995603" y="123359"/>
                  </a:lnTo>
                  <a:lnTo>
                    <a:pt x="1005364" y="123475"/>
                  </a:lnTo>
                  <a:lnTo>
                    <a:pt x="1015125" y="123714"/>
                  </a:lnTo>
                  <a:lnTo>
                    <a:pt x="1024886" y="124181"/>
                  </a:lnTo>
                  <a:lnTo>
                    <a:pt x="1034647" y="124648"/>
                  </a:lnTo>
                  <a:lnTo>
                    <a:pt x="1044407" y="125114"/>
                  </a:lnTo>
                  <a:lnTo>
                    <a:pt x="1054168" y="125583"/>
                  </a:lnTo>
                  <a:lnTo>
                    <a:pt x="1063929" y="126091"/>
                  </a:lnTo>
                  <a:lnTo>
                    <a:pt x="1073690" y="126828"/>
                  </a:lnTo>
                  <a:lnTo>
                    <a:pt x="1083451" y="127559"/>
                  </a:lnTo>
                  <a:lnTo>
                    <a:pt x="1093212" y="128032"/>
                  </a:lnTo>
                  <a:lnTo>
                    <a:pt x="1102972" y="128298"/>
                  </a:lnTo>
                  <a:lnTo>
                    <a:pt x="1112733" y="128563"/>
                  </a:lnTo>
                  <a:lnTo>
                    <a:pt x="1122494" y="128827"/>
                  </a:lnTo>
                  <a:lnTo>
                    <a:pt x="1132255" y="129202"/>
                  </a:lnTo>
                  <a:lnTo>
                    <a:pt x="1142016" y="129336"/>
                  </a:lnTo>
                  <a:lnTo>
                    <a:pt x="1151776" y="129598"/>
                  </a:lnTo>
                  <a:lnTo>
                    <a:pt x="1161537" y="129959"/>
                  </a:lnTo>
                  <a:lnTo>
                    <a:pt x="1171298" y="130370"/>
                  </a:lnTo>
                  <a:lnTo>
                    <a:pt x="1181059" y="130641"/>
                  </a:lnTo>
                  <a:lnTo>
                    <a:pt x="1190820" y="131018"/>
                  </a:lnTo>
                  <a:lnTo>
                    <a:pt x="1200581" y="131433"/>
                  </a:lnTo>
                  <a:lnTo>
                    <a:pt x="1210341" y="131846"/>
                  </a:lnTo>
                  <a:lnTo>
                    <a:pt x="1220102" y="132259"/>
                  </a:lnTo>
                  <a:lnTo>
                    <a:pt x="1229863" y="132486"/>
                  </a:lnTo>
                  <a:lnTo>
                    <a:pt x="1239624" y="132745"/>
                  </a:lnTo>
                  <a:lnTo>
                    <a:pt x="1249385" y="133153"/>
                  </a:lnTo>
                  <a:lnTo>
                    <a:pt x="1259145" y="133558"/>
                  </a:lnTo>
                  <a:lnTo>
                    <a:pt x="1268906" y="133970"/>
                  </a:lnTo>
                  <a:lnTo>
                    <a:pt x="1278667" y="134379"/>
                  </a:lnTo>
                  <a:lnTo>
                    <a:pt x="1288428" y="134785"/>
                  </a:lnTo>
                  <a:lnTo>
                    <a:pt x="1298189" y="135182"/>
                  </a:lnTo>
                  <a:lnTo>
                    <a:pt x="1307950" y="135572"/>
                  </a:lnTo>
                  <a:lnTo>
                    <a:pt x="1317710" y="135917"/>
                  </a:lnTo>
                  <a:lnTo>
                    <a:pt x="1327471" y="136190"/>
                  </a:lnTo>
                  <a:lnTo>
                    <a:pt x="1337232" y="136462"/>
                  </a:lnTo>
                  <a:lnTo>
                    <a:pt x="1346993" y="136733"/>
                  </a:lnTo>
                  <a:lnTo>
                    <a:pt x="1356754" y="137003"/>
                  </a:lnTo>
                  <a:lnTo>
                    <a:pt x="1366515" y="137276"/>
                  </a:lnTo>
                  <a:lnTo>
                    <a:pt x="1376275" y="137549"/>
                  </a:lnTo>
                  <a:lnTo>
                    <a:pt x="1386036" y="137821"/>
                  </a:lnTo>
                  <a:lnTo>
                    <a:pt x="1395797" y="138092"/>
                  </a:lnTo>
                  <a:lnTo>
                    <a:pt x="1405558" y="138362"/>
                  </a:lnTo>
                  <a:lnTo>
                    <a:pt x="1415319" y="138630"/>
                  </a:lnTo>
                  <a:lnTo>
                    <a:pt x="1425079" y="138898"/>
                  </a:lnTo>
                  <a:lnTo>
                    <a:pt x="1434840" y="139164"/>
                  </a:lnTo>
                  <a:lnTo>
                    <a:pt x="1444601" y="139298"/>
                  </a:lnTo>
                  <a:lnTo>
                    <a:pt x="1454362" y="139378"/>
                  </a:lnTo>
                  <a:lnTo>
                    <a:pt x="1464123" y="139612"/>
                  </a:lnTo>
                  <a:lnTo>
                    <a:pt x="1473884" y="139952"/>
                  </a:lnTo>
                  <a:lnTo>
                    <a:pt x="1483644" y="140290"/>
                  </a:lnTo>
                  <a:lnTo>
                    <a:pt x="1493405" y="140612"/>
                  </a:lnTo>
                  <a:lnTo>
                    <a:pt x="1503166" y="140836"/>
                  </a:lnTo>
                  <a:lnTo>
                    <a:pt x="1512927" y="141058"/>
                  </a:lnTo>
                  <a:lnTo>
                    <a:pt x="1522688" y="141286"/>
                  </a:lnTo>
                  <a:lnTo>
                    <a:pt x="1532448" y="141513"/>
                  </a:lnTo>
                  <a:lnTo>
                    <a:pt x="1542209" y="141740"/>
                  </a:lnTo>
                  <a:lnTo>
                    <a:pt x="1551970" y="141966"/>
                  </a:lnTo>
                  <a:lnTo>
                    <a:pt x="1561731" y="142192"/>
                  </a:lnTo>
                  <a:lnTo>
                    <a:pt x="1571492" y="142417"/>
                  </a:lnTo>
                  <a:lnTo>
                    <a:pt x="1581253" y="142642"/>
                  </a:lnTo>
                  <a:lnTo>
                    <a:pt x="1591013" y="142867"/>
                  </a:lnTo>
                  <a:lnTo>
                    <a:pt x="1600774" y="143090"/>
                  </a:lnTo>
                  <a:lnTo>
                    <a:pt x="1610535" y="143314"/>
                  </a:lnTo>
                  <a:lnTo>
                    <a:pt x="1620296" y="143537"/>
                  </a:lnTo>
                  <a:lnTo>
                    <a:pt x="1630057" y="143759"/>
                  </a:lnTo>
                  <a:lnTo>
                    <a:pt x="1639818" y="143981"/>
                  </a:lnTo>
                  <a:lnTo>
                    <a:pt x="1649578" y="144202"/>
                  </a:lnTo>
                  <a:lnTo>
                    <a:pt x="1659339" y="144423"/>
                  </a:lnTo>
                  <a:lnTo>
                    <a:pt x="1669100" y="144608"/>
                  </a:lnTo>
                  <a:lnTo>
                    <a:pt x="1678861" y="144478"/>
                  </a:lnTo>
                  <a:lnTo>
                    <a:pt x="1688622" y="144727"/>
                  </a:lnTo>
                  <a:lnTo>
                    <a:pt x="1698382" y="144984"/>
                  </a:lnTo>
                  <a:lnTo>
                    <a:pt x="1708143" y="145238"/>
                  </a:lnTo>
                  <a:lnTo>
                    <a:pt x="1717904" y="145486"/>
                  </a:lnTo>
                  <a:lnTo>
                    <a:pt x="1727665" y="145729"/>
                  </a:lnTo>
                  <a:lnTo>
                    <a:pt x="1737426" y="145970"/>
                  </a:lnTo>
                  <a:lnTo>
                    <a:pt x="1747187" y="146212"/>
                  </a:lnTo>
                  <a:lnTo>
                    <a:pt x="1756947" y="146455"/>
                  </a:lnTo>
                  <a:lnTo>
                    <a:pt x="1766708" y="146696"/>
                  </a:lnTo>
                  <a:lnTo>
                    <a:pt x="1776469" y="146936"/>
                  </a:lnTo>
                  <a:lnTo>
                    <a:pt x="1786230" y="147174"/>
                  </a:lnTo>
                  <a:lnTo>
                    <a:pt x="1795991" y="147410"/>
                  </a:lnTo>
                  <a:lnTo>
                    <a:pt x="1805752" y="147645"/>
                  </a:lnTo>
                  <a:lnTo>
                    <a:pt x="1815512" y="147874"/>
                  </a:lnTo>
                  <a:lnTo>
                    <a:pt x="1825273" y="148087"/>
                  </a:lnTo>
                  <a:lnTo>
                    <a:pt x="1835034" y="148299"/>
                  </a:lnTo>
                  <a:lnTo>
                    <a:pt x="1844795" y="148511"/>
                  </a:lnTo>
                  <a:lnTo>
                    <a:pt x="1854556" y="148723"/>
                  </a:lnTo>
                  <a:lnTo>
                    <a:pt x="1864316" y="148934"/>
                  </a:lnTo>
                  <a:lnTo>
                    <a:pt x="1874077" y="149145"/>
                  </a:lnTo>
                  <a:lnTo>
                    <a:pt x="1883838" y="149355"/>
                  </a:lnTo>
                  <a:lnTo>
                    <a:pt x="1893599" y="149565"/>
                  </a:lnTo>
                  <a:lnTo>
                    <a:pt x="1903360" y="149775"/>
                  </a:lnTo>
                  <a:lnTo>
                    <a:pt x="1913121" y="149978"/>
                  </a:lnTo>
                  <a:lnTo>
                    <a:pt x="1922881" y="150149"/>
                  </a:lnTo>
                  <a:lnTo>
                    <a:pt x="1932642" y="150318"/>
                  </a:lnTo>
                  <a:lnTo>
                    <a:pt x="1942403" y="150487"/>
                  </a:lnTo>
                  <a:lnTo>
                    <a:pt x="1952164" y="150654"/>
                  </a:lnTo>
                  <a:lnTo>
                    <a:pt x="1961925" y="150820"/>
                  </a:lnTo>
                  <a:lnTo>
                    <a:pt x="1971685" y="150985"/>
                  </a:lnTo>
                  <a:lnTo>
                    <a:pt x="1981446" y="151149"/>
                  </a:lnTo>
                  <a:lnTo>
                    <a:pt x="1991207" y="151312"/>
                  </a:lnTo>
                  <a:lnTo>
                    <a:pt x="2000968" y="151473"/>
                  </a:lnTo>
                  <a:lnTo>
                    <a:pt x="2010729" y="151634"/>
                  </a:lnTo>
                  <a:lnTo>
                    <a:pt x="2020490" y="151793"/>
                  </a:lnTo>
                  <a:lnTo>
                    <a:pt x="2030250" y="151951"/>
                  </a:lnTo>
                  <a:lnTo>
                    <a:pt x="2040011" y="152131"/>
                  </a:lnTo>
                  <a:lnTo>
                    <a:pt x="2049772" y="152330"/>
                  </a:lnTo>
                  <a:lnTo>
                    <a:pt x="2059533" y="152527"/>
                  </a:lnTo>
                  <a:lnTo>
                    <a:pt x="2069294" y="152724"/>
                  </a:lnTo>
                  <a:lnTo>
                    <a:pt x="2079055" y="152918"/>
                  </a:lnTo>
                  <a:lnTo>
                    <a:pt x="2088815" y="152998"/>
                  </a:lnTo>
                  <a:lnTo>
                    <a:pt x="2098576" y="153078"/>
                  </a:lnTo>
                  <a:lnTo>
                    <a:pt x="2108337" y="153167"/>
                  </a:lnTo>
                  <a:lnTo>
                    <a:pt x="2118098" y="153314"/>
                  </a:lnTo>
                  <a:lnTo>
                    <a:pt x="2127859" y="153518"/>
                  </a:lnTo>
                  <a:lnTo>
                    <a:pt x="2137619" y="153723"/>
                  </a:lnTo>
                  <a:lnTo>
                    <a:pt x="2147380" y="153928"/>
                  </a:lnTo>
                  <a:lnTo>
                    <a:pt x="2157141" y="154132"/>
                  </a:lnTo>
                  <a:lnTo>
                    <a:pt x="2166902" y="154124"/>
                  </a:lnTo>
                  <a:lnTo>
                    <a:pt x="2176663" y="154173"/>
                  </a:lnTo>
                  <a:lnTo>
                    <a:pt x="2186424" y="154308"/>
                  </a:lnTo>
                  <a:lnTo>
                    <a:pt x="2196184" y="154445"/>
                  </a:lnTo>
                  <a:lnTo>
                    <a:pt x="2205945" y="154585"/>
                  </a:lnTo>
                  <a:lnTo>
                    <a:pt x="2215706" y="154726"/>
                  </a:lnTo>
                  <a:lnTo>
                    <a:pt x="2225467" y="154916"/>
                  </a:lnTo>
                  <a:lnTo>
                    <a:pt x="2235228" y="155207"/>
                  </a:lnTo>
                  <a:lnTo>
                    <a:pt x="2244988" y="155496"/>
                  </a:lnTo>
                  <a:lnTo>
                    <a:pt x="2254749" y="155786"/>
                  </a:lnTo>
                  <a:lnTo>
                    <a:pt x="2264510" y="156075"/>
                  </a:lnTo>
                  <a:lnTo>
                    <a:pt x="2274271" y="156363"/>
                  </a:lnTo>
                  <a:lnTo>
                    <a:pt x="2284032" y="156651"/>
                  </a:lnTo>
                  <a:lnTo>
                    <a:pt x="2293793" y="156883"/>
                  </a:lnTo>
                  <a:lnTo>
                    <a:pt x="2303553" y="156994"/>
                  </a:lnTo>
                  <a:lnTo>
                    <a:pt x="2313314" y="157095"/>
                  </a:lnTo>
                  <a:lnTo>
                    <a:pt x="2323075" y="157196"/>
                  </a:lnTo>
                  <a:lnTo>
                    <a:pt x="2332836" y="157297"/>
                  </a:lnTo>
                  <a:lnTo>
                    <a:pt x="2342597" y="157398"/>
                  </a:lnTo>
                  <a:lnTo>
                    <a:pt x="2352358" y="157499"/>
                  </a:lnTo>
                  <a:lnTo>
                    <a:pt x="2362118" y="157600"/>
                  </a:lnTo>
                  <a:lnTo>
                    <a:pt x="2371879" y="157700"/>
                  </a:lnTo>
                  <a:lnTo>
                    <a:pt x="2381640" y="157801"/>
                  </a:lnTo>
                  <a:lnTo>
                    <a:pt x="2391401" y="157901"/>
                  </a:lnTo>
                  <a:lnTo>
                    <a:pt x="2401162" y="158073"/>
                  </a:lnTo>
                  <a:lnTo>
                    <a:pt x="2410922" y="158250"/>
                  </a:lnTo>
                  <a:lnTo>
                    <a:pt x="2420683" y="158427"/>
                  </a:lnTo>
                  <a:lnTo>
                    <a:pt x="2430444" y="158603"/>
                  </a:lnTo>
                  <a:lnTo>
                    <a:pt x="2440205" y="158778"/>
                  </a:lnTo>
                  <a:lnTo>
                    <a:pt x="2449966" y="158952"/>
                  </a:lnTo>
                  <a:lnTo>
                    <a:pt x="2459727" y="159126"/>
                  </a:lnTo>
                  <a:lnTo>
                    <a:pt x="2469487" y="159299"/>
                  </a:lnTo>
                  <a:lnTo>
                    <a:pt x="2479248" y="159471"/>
                  </a:lnTo>
                  <a:lnTo>
                    <a:pt x="2489009" y="159642"/>
                  </a:lnTo>
                  <a:lnTo>
                    <a:pt x="2498770" y="159762"/>
                  </a:lnTo>
                  <a:lnTo>
                    <a:pt x="2508531" y="159837"/>
                  </a:lnTo>
                  <a:lnTo>
                    <a:pt x="2518291" y="159913"/>
                  </a:lnTo>
                  <a:lnTo>
                    <a:pt x="2528052" y="159988"/>
                  </a:lnTo>
                  <a:lnTo>
                    <a:pt x="2528052" y="399408"/>
                  </a:lnTo>
                  <a:lnTo>
                    <a:pt x="2518291" y="399089"/>
                  </a:lnTo>
                  <a:lnTo>
                    <a:pt x="2508531" y="398830"/>
                  </a:lnTo>
                  <a:lnTo>
                    <a:pt x="2498770" y="398568"/>
                  </a:lnTo>
                  <a:lnTo>
                    <a:pt x="2489009" y="398304"/>
                  </a:lnTo>
                  <a:lnTo>
                    <a:pt x="2479248" y="398038"/>
                  </a:lnTo>
                  <a:lnTo>
                    <a:pt x="2469487" y="397770"/>
                  </a:lnTo>
                  <a:lnTo>
                    <a:pt x="2459727" y="397514"/>
                  </a:lnTo>
                  <a:lnTo>
                    <a:pt x="2449966" y="397299"/>
                  </a:lnTo>
                  <a:lnTo>
                    <a:pt x="2440205" y="397082"/>
                  </a:lnTo>
                  <a:lnTo>
                    <a:pt x="2430444" y="396863"/>
                  </a:lnTo>
                  <a:lnTo>
                    <a:pt x="2420683" y="396642"/>
                  </a:lnTo>
                  <a:lnTo>
                    <a:pt x="2410922" y="396419"/>
                  </a:lnTo>
                  <a:lnTo>
                    <a:pt x="2401162" y="396175"/>
                  </a:lnTo>
                  <a:lnTo>
                    <a:pt x="2391401" y="395893"/>
                  </a:lnTo>
                  <a:lnTo>
                    <a:pt x="2381640" y="395608"/>
                  </a:lnTo>
                  <a:lnTo>
                    <a:pt x="2371879" y="395321"/>
                  </a:lnTo>
                  <a:lnTo>
                    <a:pt x="2362118" y="395031"/>
                  </a:lnTo>
                  <a:lnTo>
                    <a:pt x="2352358" y="394737"/>
                  </a:lnTo>
                  <a:lnTo>
                    <a:pt x="2342597" y="394439"/>
                  </a:lnTo>
                  <a:lnTo>
                    <a:pt x="2332836" y="394139"/>
                  </a:lnTo>
                  <a:lnTo>
                    <a:pt x="2323075" y="393836"/>
                  </a:lnTo>
                  <a:lnTo>
                    <a:pt x="2313314" y="393530"/>
                  </a:lnTo>
                  <a:lnTo>
                    <a:pt x="2303553" y="393222"/>
                  </a:lnTo>
                  <a:lnTo>
                    <a:pt x="2293793" y="392910"/>
                  </a:lnTo>
                  <a:lnTo>
                    <a:pt x="2284032" y="392594"/>
                  </a:lnTo>
                  <a:lnTo>
                    <a:pt x="2274271" y="392253"/>
                  </a:lnTo>
                  <a:lnTo>
                    <a:pt x="2264510" y="391859"/>
                  </a:lnTo>
                  <a:lnTo>
                    <a:pt x="2254749" y="391460"/>
                  </a:lnTo>
                  <a:lnTo>
                    <a:pt x="2244988" y="391059"/>
                  </a:lnTo>
                  <a:lnTo>
                    <a:pt x="2235228" y="390663"/>
                  </a:lnTo>
                  <a:lnTo>
                    <a:pt x="2225467" y="390334"/>
                  </a:lnTo>
                  <a:lnTo>
                    <a:pt x="2215706" y="390003"/>
                  </a:lnTo>
                  <a:lnTo>
                    <a:pt x="2205945" y="389660"/>
                  </a:lnTo>
                  <a:lnTo>
                    <a:pt x="2196184" y="389203"/>
                  </a:lnTo>
                  <a:lnTo>
                    <a:pt x="2186424" y="388742"/>
                  </a:lnTo>
                  <a:lnTo>
                    <a:pt x="2176663" y="388276"/>
                  </a:lnTo>
                  <a:lnTo>
                    <a:pt x="2166902" y="387917"/>
                  </a:lnTo>
                  <a:lnTo>
                    <a:pt x="2157141" y="387598"/>
                  </a:lnTo>
                  <a:lnTo>
                    <a:pt x="2147380" y="387275"/>
                  </a:lnTo>
                  <a:lnTo>
                    <a:pt x="2137619" y="386949"/>
                  </a:lnTo>
                  <a:lnTo>
                    <a:pt x="2127859" y="386653"/>
                  </a:lnTo>
                  <a:lnTo>
                    <a:pt x="2118098" y="386359"/>
                  </a:lnTo>
                  <a:lnTo>
                    <a:pt x="2108337" y="386062"/>
                  </a:lnTo>
                  <a:lnTo>
                    <a:pt x="2098576" y="385762"/>
                  </a:lnTo>
                  <a:lnTo>
                    <a:pt x="2088815" y="385461"/>
                  </a:lnTo>
                  <a:lnTo>
                    <a:pt x="2079055" y="385123"/>
                  </a:lnTo>
                  <a:lnTo>
                    <a:pt x="2069294" y="384756"/>
                  </a:lnTo>
                  <a:lnTo>
                    <a:pt x="2059533" y="384384"/>
                  </a:lnTo>
                  <a:lnTo>
                    <a:pt x="2049772" y="384009"/>
                  </a:lnTo>
                  <a:lnTo>
                    <a:pt x="2040011" y="383631"/>
                  </a:lnTo>
                  <a:lnTo>
                    <a:pt x="2030250" y="383250"/>
                  </a:lnTo>
                  <a:lnTo>
                    <a:pt x="2020490" y="382865"/>
                  </a:lnTo>
                  <a:lnTo>
                    <a:pt x="2010729" y="382478"/>
                  </a:lnTo>
                  <a:lnTo>
                    <a:pt x="2000968" y="382088"/>
                  </a:lnTo>
                  <a:lnTo>
                    <a:pt x="1991207" y="381694"/>
                  </a:lnTo>
                  <a:lnTo>
                    <a:pt x="1981446" y="381273"/>
                  </a:lnTo>
                  <a:lnTo>
                    <a:pt x="1971685" y="380869"/>
                  </a:lnTo>
                  <a:lnTo>
                    <a:pt x="1961925" y="380445"/>
                  </a:lnTo>
                  <a:lnTo>
                    <a:pt x="1952164" y="380017"/>
                  </a:lnTo>
                  <a:lnTo>
                    <a:pt x="1942403" y="379585"/>
                  </a:lnTo>
                  <a:lnTo>
                    <a:pt x="1932642" y="379152"/>
                  </a:lnTo>
                  <a:lnTo>
                    <a:pt x="1922881" y="378710"/>
                  </a:lnTo>
                  <a:lnTo>
                    <a:pt x="1913121" y="378266"/>
                  </a:lnTo>
                  <a:lnTo>
                    <a:pt x="1903360" y="377818"/>
                  </a:lnTo>
                  <a:lnTo>
                    <a:pt x="1893599" y="377366"/>
                  </a:lnTo>
                  <a:lnTo>
                    <a:pt x="1883838" y="376910"/>
                  </a:lnTo>
                  <a:lnTo>
                    <a:pt x="1874077" y="376450"/>
                  </a:lnTo>
                  <a:lnTo>
                    <a:pt x="1864316" y="375984"/>
                  </a:lnTo>
                  <a:lnTo>
                    <a:pt x="1854556" y="375512"/>
                  </a:lnTo>
                  <a:lnTo>
                    <a:pt x="1844795" y="375118"/>
                  </a:lnTo>
                  <a:lnTo>
                    <a:pt x="1835034" y="374562"/>
                  </a:lnTo>
                  <a:lnTo>
                    <a:pt x="1825273" y="374082"/>
                  </a:lnTo>
                  <a:lnTo>
                    <a:pt x="1815512" y="373591"/>
                  </a:lnTo>
                  <a:lnTo>
                    <a:pt x="1805752" y="373095"/>
                  </a:lnTo>
                  <a:lnTo>
                    <a:pt x="1795991" y="372423"/>
                  </a:lnTo>
                  <a:lnTo>
                    <a:pt x="1786230" y="371743"/>
                  </a:lnTo>
                  <a:lnTo>
                    <a:pt x="1776469" y="371156"/>
                  </a:lnTo>
                  <a:lnTo>
                    <a:pt x="1766708" y="370634"/>
                  </a:lnTo>
                  <a:lnTo>
                    <a:pt x="1756947" y="370108"/>
                  </a:lnTo>
                  <a:lnTo>
                    <a:pt x="1747187" y="369578"/>
                  </a:lnTo>
                  <a:lnTo>
                    <a:pt x="1737426" y="369044"/>
                  </a:lnTo>
                  <a:lnTo>
                    <a:pt x="1727665" y="368507"/>
                  </a:lnTo>
                  <a:lnTo>
                    <a:pt x="1717904" y="367965"/>
                  </a:lnTo>
                  <a:lnTo>
                    <a:pt x="1708143" y="367419"/>
                  </a:lnTo>
                  <a:lnTo>
                    <a:pt x="1698382" y="366870"/>
                  </a:lnTo>
                  <a:lnTo>
                    <a:pt x="1688622" y="366316"/>
                  </a:lnTo>
                  <a:lnTo>
                    <a:pt x="1678861" y="365758"/>
                  </a:lnTo>
                  <a:lnTo>
                    <a:pt x="1669100" y="365195"/>
                  </a:lnTo>
                  <a:lnTo>
                    <a:pt x="1659339" y="364629"/>
                  </a:lnTo>
                  <a:lnTo>
                    <a:pt x="1649578" y="364152"/>
                  </a:lnTo>
                  <a:lnTo>
                    <a:pt x="1639818" y="363675"/>
                  </a:lnTo>
                  <a:lnTo>
                    <a:pt x="1630057" y="363194"/>
                  </a:lnTo>
                  <a:lnTo>
                    <a:pt x="1620296" y="362711"/>
                  </a:lnTo>
                  <a:lnTo>
                    <a:pt x="1610535" y="362224"/>
                  </a:lnTo>
                  <a:lnTo>
                    <a:pt x="1600774" y="361671"/>
                  </a:lnTo>
                  <a:lnTo>
                    <a:pt x="1591013" y="361073"/>
                  </a:lnTo>
                  <a:lnTo>
                    <a:pt x="1581253" y="360470"/>
                  </a:lnTo>
                  <a:lnTo>
                    <a:pt x="1571492" y="359862"/>
                  </a:lnTo>
                  <a:lnTo>
                    <a:pt x="1561731" y="359247"/>
                  </a:lnTo>
                  <a:lnTo>
                    <a:pt x="1551970" y="358628"/>
                  </a:lnTo>
                  <a:lnTo>
                    <a:pt x="1542209" y="358002"/>
                  </a:lnTo>
                  <a:lnTo>
                    <a:pt x="1532448" y="357371"/>
                  </a:lnTo>
                  <a:lnTo>
                    <a:pt x="1522688" y="356732"/>
                  </a:lnTo>
                  <a:lnTo>
                    <a:pt x="1512927" y="356080"/>
                  </a:lnTo>
                  <a:lnTo>
                    <a:pt x="1503166" y="355422"/>
                  </a:lnTo>
                  <a:lnTo>
                    <a:pt x="1493405" y="354758"/>
                  </a:lnTo>
                  <a:lnTo>
                    <a:pt x="1483644" y="353997"/>
                  </a:lnTo>
                  <a:lnTo>
                    <a:pt x="1473884" y="353072"/>
                  </a:lnTo>
                  <a:lnTo>
                    <a:pt x="1464123" y="352369"/>
                  </a:lnTo>
                  <a:lnTo>
                    <a:pt x="1454362" y="351706"/>
                  </a:lnTo>
                  <a:lnTo>
                    <a:pt x="1444601" y="351039"/>
                  </a:lnTo>
                  <a:lnTo>
                    <a:pt x="1434840" y="350367"/>
                  </a:lnTo>
                  <a:lnTo>
                    <a:pt x="1425079" y="349690"/>
                  </a:lnTo>
                  <a:lnTo>
                    <a:pt x="1415319" y="349008"/>
                  </a:lnTo>
                  <a:lnTo>
                    <a:pt x="1405558" y="348321"/>
                  </a:lnTo>
                  <a:lnTo>
                    <a:pt x="1395797" y="347629"/>
                  </a:lnTo>
                  <a:lnTo>
                    <a:pt x="1386036" y="346931"/>
                  </a:lnTo>
                  <a:lnTo>
                    <a:pt x="1376275" y="346229"/>
                  </a:lnTo>
                  <a:lnTo>
                    <a:pt x="1366515" y="345521"/>
                  </a:lnTo>
                  <a:lnTo>
                    <a:pt x="1356754" y="344526"/>
                  </a:lnTo>
                  <a:lnTo>
                    <a:pt x="1346993" y="343483"/>
                  </a:lnTo>
                  <a:lnTo>
                    <a:pt x="1337232" y="342568"/>
                  </a:lnTo>
                  <a:lnTo>
                    <a:pt x="1327471" y="341523"/>
                  </a:lnTo>
                  <a:lnTo>
                    <a:pt x="1317710" y="340470"/>
                  </a:lnTo>
                  <a:lnTo>
                    <a:pt x="1307950" y="339408"/>
                  </a:lnTo>
                  <a:lnTo>
                    <a:pt x="1298189" y="338338"/>
                  </a:lnTo>
                  <a:lnTo>
                    <a:pt x="1288428" y="337696"/>
                  </a:lnTo>
                  <a:lnTo>
                    <a:pt x="1278667" y="337104"/>
                  </a:lnTo>
                  <a:lnTo>
                    <a:pt x="1268906" y="336510"/>
                  </a:lnTo>
                  <a:lnTo>
                    <a:pt x="1259145" y="335913"/>
                  </a:lnTo>
                  <a:lnTo>
                    <a:pt x="1249385" y="335313"/>
                  </a:lnTo>
                  <a:lnTo>
                    <a:pt x="1239624" y="334710"/>
                  </a:lnTo>
                  <a:lnTo>
                    <a:pt x="1229863" y="334104"/>
                  </a:lnTo>
                  <a:lnTo>
                    <a:pt x="1220102" y="333460"/>
                  </a:lnTo>
                  <a:lnTo>
                    <a:pt x="1210341" y="332715"/>
                  </a:lnTo>
                  <a:lnTo>
                    <a:pt x="1200581" y="331984"/>
                  </a:lnTo>
                  <a:lnTo>
                    <a:pt x="1190820" y="331121"/>
                  </a:lnTo>
                  <a:lnTo>
                    <a:pt x="1181059" y="330300"/>
                  </a:lnTo>
                  <a:lnTo>
                    <a:pt x="1171298" y="329683"/>
                  </a:lnTo>
                  <a:lnTo>
                    <a:pt x="1161537" y="329057"/>
                  </a:lnTo>
                  <a:lnTo>
                    <a:pt x="1151776" y="328424"/>
                  </a:lnTo>
                  <a:lnTo>
                    <a:pt x="1142016" y="327737"/>
                  </a:lnTo>
                  <a:lnTo>
                    <a:pt x="1132255" y="326899"/>
                  </a:lnTo>
                  <a:lnTo>
                    <a:pt x="1122494" y="326055"/>
                  </a:lnTo>
                  <a:lnTo>
                    <a:pt x="1112733" y="325204"/>
                  </a:lnTo>
                  <a:lnTo>
                    <a:pt x="1102972" y="324332"/>
                  </a:lnTo>
                  <a:lnTo>
                    <a:pt x="1093212" y="323154"/>
                  </a:lnTo>
                  <a:lnTo>
                    <a:pt x="1083451" y="322250"/>
                  </a:lnTo>
                  <a:lnTo>
                    <a:pt x="1073690" y="321558"/>
                  </a:lnTo>
                  <a:lnTo>
                    <a:pt x="1063929" y="320815"/>
                  </a:lnTo>
                  <a:lnTo>
                    <a:pt x="1054168" y="319926"/>
                  </a:lnTo>
                  <a:lnTo>
                    <a:pt x="1044407" y="319030"/>
                  </a:lnTo>
                  <a:lnTo>
                    <a:pt x="1034647" y="318233"/>
                  </a:lnTo>
                  <a:lnTo>
                    <a:pt x="1024886" y="317450"/>
                  </a:lnTo>
                  <a:lnTo>
                    <a:pt x="1015125" y="316658"/>
                  </a:lnTo>
                  <a:lnTo>
                    <a:pt x="1005364" y="315854"/>
                  </a:lnTo>
                  <a:lnTo>
                    <a:pt x="995603" y="315194"/>
                  </a:lnTo>
                  <a:lnTo>
                    <a:pt x="985842" y="314163"/>
                  </a:lnTo>
                  <a:lnTo>
                    <a:pt x="976082" y="313125"/>
                  </a:lnTo>
                  <a:lnTo>
                    <a:pt x="966321" y="312077"/>
                  </a:lnTo>
                  <a:lnTo>
                    <a:pt x="956560" y="311019"/>
                  </a:lnTo>
                  <a:lnTo>
                    <a:pt x="946799" y="309951"/>
                  </a:lnTo>
                  <a:lnTo>
                    <a:pt x="937038" y="308872"/>
                  </a:lnTo>
                  <a:lnTo>
                    <a:pt x="927278" y="307783"/>
                  </a:lnTo>
                  <a:lnTo>
                    <a:pt x="917517" y="306780"/>
                  </a:lnTo>
                  <a:lnTo>
                    <a:pt x="907756" y="306105"/>
                  </a:lnTo>
                  <a:lnTo>
                    <a:pt x="897995" y="305428"/>
                  </a:lnTo>
                  <a:lnTo>
                    <a:pt x="888234" y="304748"/>
                  </a:lnTo>
                  <a:lnTo>
                    <a:pt x="878473" y="304065"/>
                  </a:lnTo>
                  <a:lnTo>
                    <a:pt x="868713" y="303380"/>
                  </a:lnTo>
                  <a:lnTo>
                    <a:pt x="858952" y="302692"/>
                  </a:lnTo>
                  <a:lnTo>
                    <a:pt x="849191" y="302001"/>
                  </a:lnTo>
                  <a:lnTo>
                    <a:pt x="839430" y="301096"/>
                  </a:lnTo>
                  <a:lnTo>
                    <a:pt x="829669" y="299813"/>
                  </a:lnTo>
                  <a:lnTo>
                    <a:pt x="819909" y="298878"/>
                  </a:lnTo>
                  <a:lnTo>
                    <a:pt x="810148" y="298122"/>
                  </a:lnTo>
                  <a:lnTo>
                    <a:pt x="800387" y="297279"/>
                  </a:lnTo>
                  <a:lnTo>
                    <a:pt x="790626" y="296309"/>
                  </a:lnTo>
                  <a:lnTo>
                    <a:pt x="780865" y="295330"/>
                  </a:lnTo>
                  <a:lnTo>
                    <a:pt x="771104" y="294343"/>
                  </a:lnTo>
                  <a:lnTo>
                    <a:pt x="761344" y="293874"/>
                  </a:lnTo>
                  <a:lnTo>
                    <a:pt x="751583" y="293492"/>
                  </a:lnTo>
                  <a:lnTo>
                    <a:pt x="741822" y="292729"/>
                  </a:lnTo>
                  <a:lnTo>
                    <a:pt x="732061" y="291673"/>
                  </a:lnTo>
                  <a:lnTo>
                    <a:pt x="722300" y="291140"/>
                  </a:lnTo>
                  <a:lnTo>
                    <a:pt x="712539" y="290319"/>
                  </a:lnTo>
                  <a:lnTo>
                    <a:pt x="702779" y="288937"/>
                  </a:lnTo>
                  <a:lnTo>
                    <a:pt x="693018" y="287542"/>
                  </a:lnTo>
                  <a:lnTo>
                    <a:pt x="683257" y="286119"/>
                  </a:lnTo>
                  <a:lnTo>
                    <a:pt x="673496" y="284682"/>
                  </a:lnTo>
                  <a:lnTo>
                    <a:pt x="663735" y="283232"/>
                  </a:lnTo>
                  <a:lnTo>
                    <a:pt x="653975" y="281818"/>
                  </a:lnTo>
                  <a:lnTo>
                    <a:pt x="644214" y="280912"/>
                  </a:lnTo>
                  <a:lnTo>
                    <a:pt x="634453" y="280210"/>
                  </a:lnTo>
                  <a:lnTo>
                    <a:pt x="624692" y="279698"/>
                  </a:lnTo>
                  <a:lnTo>
                    <a:pt x="614931" y="278710"/>
                  </a:lnTo>
                  <a:lnTo>
                    <a:pt x="605170" y="277986"/>
                  </a:lnTo>
                  <a:lnTo>
                    <a:pt x="595410" y="277611"/>
                  </a:lnTo>
                  <a:lnTo>
                    <a:pt x="585649" y="276620"/>
                  </a:lnTo>
                  <a:lnTo>
                    <a:pt x="575888" y="275997"/>
                  </a:lnTo>
                  <a:lnTo>
                    <a:pt x="566127" y="275203"/>
                  </a:lnTo>
                  <a:lnTo>
                    <a:pt x="556366" y="274264"/>
                  </a:lnTo>
                  <a:lnTo>
                    <a:pt x="546606" y="273511"/>
                  </a:lnTo>
                  <a:lnTo>
                    <a:pt x="536845" y="272740"/>
                  </a:lnTo>
                  <a:lnTo>
                    <a:pt x="527084" y="271980"/>
                  </a:lnTo>
                  <a:lnTo>
                    <a:pt x="517323" y="271222"/>
                  </a:lnTo>
                  <a:lnTo>
                    <a:pt x="507562" y="270437"/>
                  </a:lnTo>
                  <a:lnTo>
                    <a:pt x="497801" y="269664"/>
                  </a:lnTo>
                  <a:lnTo>
                    <a:pt x="488041" y="268873"/>
                  </a:lnTo>
                  <a:lnTo>
                    <a:pt x="478280" y="267389"/>
                  </a:lnTo>
                  <a:lnTo>
                    <a:pt x="468519" y="266579"/>
                  </a:lnTo>
                  <a:lnTo>
                    <a:pt x="458758" y="265528"/>
                  </a:lnTo>
                  <a:lnTo>
                    <a:pt x="448997" y="264349"/>
                  </a:lnTo>
                  <a:lnTo>
                    <a:pt x="439236" y="262396"/>
                  </a:lnTo>
                  <a:lnTo>
                    <a:pt x="429476" y="260893"/>
                  </a:lnTo>
                  <a:lnTo>
                    <a:pt x="419715" y="259694"/>
                  </a:lnTo>
                  <a:lnTo>
                    <a:pt x="409954" y="258486"/>
                  </a:lnTo>
                  <a:lnTo>
                    <a:pt x="400193" y="257267"/>
                  </a:lnTo>
                  <a:lnTo>
                    <a:pt x="390432" y="256038"/>
                  </a:lnTo>
                  <a:lnTo>
                    <a:pt x="380672" y="254799"/>
                  </a:lnTo>
                  <a:lnTo>
                    <a:pt x="370911" y="254209"/>
                  </a:lnTo>
                  <a:lnTo>
                    <a:pt x="361150" y="253316"/>
                  </a:lnTo>
                  <a:lnTo>
                    <a:pt x="351389" y="251830"/>
                  </a:lnTo>
                  <a:lnTo>
                    <a:pt x="341628" y="250588"/>
                  </a:lnTo>
                  <a:lnTo>
                    <a:pt x="331867" y="249652"/>
                  </a:lnTo>
                  <a:lnTo>
                    <a:pt x="322107" y="249046"/>
                  </a:lnTo>
                  <a:lnTo>
                    <a:pt x="312346" y="248066"/>
                  </a:lnTo>
                  <a:lnTo>
                    <a:pt x="302585" y="246802"/>
                  </a:lnTo>
                  <a:lnTo>
                    <a:pt x="292824" y="244662"/>
                  </a:lnTo>
                  <a:lnTo>
                    <a:pt x="283063" y="244182"/>
                  </a:lnTo>
                  <a:lnTo>
                    <a:pt x="273303" y="242903"/>
                  </a:lnTo>
                  <a:lnTo>
                    <a:pt x="263542" y="242131"/>
                  </a:lnTo>
                  <a:lnTo>
                    <a:pt x="253781" y="241725"/>
                  </a:lnTo>
                  <a:lnTo>
                    <a:pt x="244020" y="241319"/>
                  </a:lnTo>
                  <a:lnTo>
                    <a:pt x="234259" y="240912"/>
                  </a:lnTo>
                  <a:lnTo>
                    <a:pt x="224498" y="240503"/>
                  </a:lnTo>
                  <a:lnTo>
                    <a:pt x="214738" y="239782"/>
                  </a:lnTo>
                  <a:lnTo>
                    <a:pt x="204977" y="238216"/>
                  </a:lnTo>
                  <a:lnTo>
                    <a:pt x="195216" y="236629"/>
                  </a:lnTo>
                  <a:lnTo>
                    <a:pt x="185455" y="235027"/>
                  </a:lnTo>
                  <a:lnTo>
                    <a:pt x="175694" y="233456"/>
                  </a:lnTo>
                  <a:lnTo>
                    <a:pt x="165933" y="232896"/>
                  </a:lnTo>
                  <a:lnTo>
                    <a:pt x="156173" y="232330"/>
                  </a:lnTo>
                  <a:lnTo>
                    <a:pt x="146412" y="231762"/>
                  </a:lnTo>
                  <a:lnTo>
                    <a:pt x="136651" y="231192"/>
                  </a:lnTo>
                  <a:lnTo>
                    <a:pt x="126890" y="230479"/>
                  </a:lnTo>
                  <a:lnTo>
                    <a:pt x="117129" y="229807"/>
                  </a:lnTo>
                  <a:lnTo>
                    <a:pt x="107369" y="228769"/>
                  </a:lnTo>
                  <a:lnTo>
                    <a:pt x="97608" y="228152"/>
                  </a:lnTo>
                  <a:lnTo>
                    <a:pt x="87847" y="227830"/>
                  </a:lnTo>
                  <a:lnTo>
                    <a:pt x="78086" y="227307"/>
                  </a:lnTo>
                  <a:lnTo>
                    <a:pt x="68325" y="226390"/>
                  </a:lnTo>
                  <a:lnTo>
                    <a:pt x="58564" y="225690"/>
                  </a:lnTo>
                  <a:lnTo>
                    <a:pt x="48804" y="224273"/>
                  </a:lnTo>
                  <a:lnTo>
                    <a:pt x="39043" y="222838"/>
                  </a:lnTo>
                  <a:lnTo>
                    <a:pt x="29282" y="221060"/>
                  </a:lnTo>
                  <a:lnTo>
                    <a:pt x="19521" y="219578"/>
                  </a:lnTo>
                  <a:lnTo>
                    <a:pt x="9760" y="218460"/>
                  </a:lnTo>
                  <a:lnTo>
                    <a:pt x="0" y="217177"/>
                  </a:lnTo>
                  <a:close/>
                </a:path>
              </a:pathLst>
            </a:cu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6312408" y="4850582"/>
              <a:ext cx="2528052" cy="159988"/>
            </a:xfrm>
            <a:custGeom>
              <a:avLst/>
              <a:pathLst>
                <a:path w="2528052" h="159988">
                  <a:moveTo>
                    <a:pt x="0" y="0"/>
                  </a:moveTo>
                  <a:lnTo>
                    <a:pt x="9760" y="3067"/>
                  </a:lnTo>
                  <a:lnTo>
                    <a:pt x="19521" y="6470"/>
                  </a:lnTo>
                  <a:lnTo>
                    <a:pt x="29282" y="9795"/>
                  </a:lnTo>
                  <a:lnTo>
                    <a:pt x="39043" y="13103"/>
                  </a:lnTo>
                  <a:lnTo>
                    <a:pt x="48804" y="16016"/>
                  </a:lnTo>
                  <a:lnTo>
                    <a:pt x="58564" y="18933"/>
                  </a:lnTo>
                  <a:lnTo>
                    <a:pt x="68325" y="21423"/>
                  </a:lnTo>
                  <a:lnTo>
                    <a:pt x="78086" y="24146"/>
                  </a:lnTo>
                  <a:lnTo>
                    <a:pt x="87847" y="26842"/>
                  </a:lnTo>
                  <a:lnTo>
                    <a:pt x="97608" y="29616"/>
                  </a:lnTo>
                  <a:lnTo>
                    <a:pt x="107369" y="32108"/>
                  </a:lnTo>
                  <a:lnTo>
                    <a:pt x="117129" y="34560"/>
                  </a:lnTo>
                  <a:lnTo>
                    <a:pt x="126890" y="37030"/>
                  </a:lnTo>
                  <a:lnTo>
                    <a:pt x="136651" y="39899"/>
                  </a:lnTo>
                  <a:lnTo>
                    <a:pt x="146412" y="42297"/>
                  </a:lnTo>
                  <a:lnTo>
                    <a:pt x="156173" y="44652"/>
                  </a:lnTo>
                  <a:lnTo>
                    <a:pt x="165933" y="46986"/>
                  </a:lnTo>
                  <a:lnTo>
                    <a:pt x="175694" y="48968"/>
                  </a:lnTo>
                  <a:lnTo>
                    <a:pt x="185455" y="51303"/>
                  </a:lnTo>
                  <a:lnTo>
                    <a:pt x="195216" y="53399"/>
                  </a:lnTo>
                  <a:lnTo>
                    <a:pt x="204977" y="55540"/>
                  </a:lnTo>
                  <a:lnTo>
                    <a:pt x="214738" y="57097"/>
                  </a:lnTo>
                  <a:lnTo>
                    <a:pt x="224498" y="58638"/>
                  </a:lnTo>
                  <a:lnTo>
                    <a:pt x="234259" y="60175"/>
                  </a:lnTo>
                  <a:lnTo>
                    <a:pt x="244020" y="61671"/>
                  </a:lnTo>
                  <a:lnTo>
                    <a:pt x="253781" y="63341"/>
                  </a:lnTo>
                  <a:lnTo>
                    <a:pt x="263542" y="65688"/>
                  </a:lnTo>
                  <a:lnTo>
                    <a:pt x="273303" y="67388"/>
                  </a:lnTo>
                  <a:lnTo>
                    <a:pt x="283063" y="69216"/>
                  </a:lnTo>
                  <a:lnTo>
                    <a:pt x="292824" y="70781"/>
                  </a:lnTo>
                  <a:lnTo>
                    <a:pt x="302585" y="72203"/>
                  </a:lnTo>
                  <a:lnTo>
                    <a:pt x="312346" y="73516"/>
                  </a:lnTo>
                  <a:lnTo>
                    <a:pt x="322107" y="74612"/>
                  </a:lnTo>
                  <a:lnTo>
                    <a:pt x="331867" y="75903"/>
                  </a:lnTo>
                  <a:lnTo>
                    <a:pt x="341628" y="77287"/>
                  </a:lnTo>
                  <a:lnTo>
                    <a:pt x="351389" y="78451"/>
                  </a:lnTo>
                  <a:lnTo>
                    <a:pt x="361150" y="79807"/>
                  </a:lnTo>
                  <a:lnTo>
                    <a:pt x="370911" y="81156"/>
                  </a:lnTo>
                  <a:lnTo>
                    <a:pt x="380672" y="82357"/>
                  </a:lnTo>
                  <a:lnTo>
                    <a:pt x="390432" y="83395"/>
                  </a:lnTo>
                  <a:lnTo>
                    <a:pt x="400193" y="84345"/>
                  </a:lnTo>
                  <a:lnTo>
                    <a:pt x="409954" y="85108"/>
                  </a:lnTo>
                  <a:lnTo>
                    <a:pt x="419715" y="86178"/>
                  </a:lnTo>
                  <a:lnTo>
                    <a:pt x="429476" y="87362"/>
                  </a:lnTo>
                  <a:lnTo>
                    <a:pt x="439236" y="88491"/>
                  </a:lnTo>
                  <a:lnTo>
                    <a:pt x="448997" y="89614"/>
                  </a:lnTo>
                  <a:lnTo>
                    <a:pt x="458758" y="91081"/>
                  </a:lnTo>
                  <a:lnTo>
                    <a:pt x="468519" y="92414"/>
                  </a:lnTo>
                  <a:lnTo>
                    <a:pt x="478280" y="93146"/>
                  </a:lnTo>
                  <a:lnTo>
                    <a:pt x="488041" y="94046"/>
                  </a:lnTo>
                  <a:lnTo>
                    <a:pt x="497801" y="95277"/>
                  </a:lnTo>
                  <a:lnTo>
                    <a:pt x="507562" y="96505"/>
                  </a:lnTo>
                  <a:lnTo>
                    <a:pt x="517323" y="97080"/>
                  </a:lnTo>
                  <a:lnTo>
                    <a:pt x="527084" y="97888"/>
                  </a:lnTo>
                  <a:lnTo>
                    <a:pt x="536845" y="99126"/>
                  </a:lnTo>
                  <a:lnTo>
                    <a:pt x="546606" y="100077"/>
                  </a:lnTo>
                  <a:lnTo>
                    <a:pt x="556366" y="100406"/>
                  </a:lnTo>
                  <a:lnTo>
                    <a:pt x="566127" y="101130"/>
                  </a:lnTo>
                  <a:lnTo>
                    <a:pt x="575888" y="101629"/>
                  </a:lnTo>
                  <a:lnTo>
                    <a:pt x="585649" y="102091"/>
                  </a:lnTo>
                  <a:lnTo>
                    <a:pt x="595410" y="102627"/>
                  </a:lnTo>
                  <a:lnTo>
                    <a:pt x="605170" y="103364"/>
                  </a:lnTo>
                  <a:lnTo>
                    <a:pt x="614931" y="104101"/>
                  </a:lnTo>
                  <a:lnTo>
                    <a:pt x="624692" y="104932"/>
                  </a:lnTo>
                  <a:lnTo>
                    <a:pt x="634453" y="105948"/>
                  </a:lnTo>
                  <a:lnTo>
                    <a:pt x="644214" y="106597"/>
                  </a:lnTo>
                  <a:lnTo>
                    <a:pt x="653975" y="107343"/>
                  </a:lnTo>
                  <a:lnTo>
                    <a:pt x="663735" y="107728"/>
                  </a:lnTo>
                  <a:lnTo>
                    <a:pt x="673496" y="108432"/>
                  </a:lnTo>
                  <a:lnTo>
                    <a:pt x="683257" y="109122"/>
                  </a:lnTo>
                  <a:lnTo>
                    <a:pt x="693018" y="109961"/>
                  </a:lnTo>
                  <a:lnTo>
                    <a:pt x="702779" y="110385"/>
                  </a:lnTo>
                  <a:lnTo>
                    <a:pt x="712539" y="110779"/>
                  </a:lnTo>
                  <a:lnTo>
                    <a:pt x="722300" y="111235"/>
                  </a:lnTo>
                  <a:lnTo>
                    <a:pt x="732061" y="111916"/>
                  </a:lnTo>
                  <a:lnTo>
                    <a:pt x="741822" y="112375"/>
                  </a:lnTo>
                  <a:lnTo>
                    <a:pt x="751583" y="112739"/>
                  </a:lnTo>
                  <a:lnTo>
                    <a:pt x="761344" y="113284"/>
                  </a:lnTo>
                  <a:lnTo>
                    <a:pt x="771104" y="113733"/>
                  </a:lnTo>
                  <a:lnTo>
                    <a:pt x="780865" y="114180"/>
                  </a:lnTo>
                  <a:lnTo>
                    <a:pt x="790626" y="114622"/>
                  </a:lnTo>
                  <a:lnTo>
                    <a:pt x="800387" y="115196"/>
                  </a:lnTo>
                  <a:lnTo>
                    <a:pt x="810148" y="115699"/>
                  </a:lnTo>
                  <a:lnTo>
                    <a:pt x="819909" y="116107"/>
                  </a:lnTo>
                  <a:lnTo>
                    <a:pt x="829669" y="116646"/>
                  </a:lnTo>
                  <a:lnTo>
                    <a:pt x="839430" y="117183"/>
                  </a:lnTo>
                  <a:lnTo>
                    <a:pt x="849191" y="117716"/>
                  </a:lnTo>
                  <a:lnTo>
                    <a:pt x="858952" y="118242"/>
                  </a:lnTo>
                  <a:lnTo>
                    <a:pt x="868713" y="118765"/>
                  </a:lnTo>
                  <a:lnTo>
                    <a:pt x="878473" y="119064"/>
                  </a:lnTo>
                  <a:lnTo>
                    <a:pt x="888234" y="119598"/>
                  </a:lnTo>
                  <a:lnTo>
                    <a:pt x="897995" y="120028"/>
                  </a:lnTo>
                  <a:lnTo>
                    <a:pt x="907756" y="120401"/>
                  </a:lnTo>
                  <a:lnTo>
                    <a:pt x="917517" y="120913"/>
                  </a:lnTo>
                  <a:lnTo>
                    <a:pt x="927278" y="121281"/>
                  </a:lnTo>
                  <a:lnTo>
                    <a:pt x="937038" y="121709"/>
                  </a:lnTo>
                  <a:lnTo>
                    <a:pt x="946799" y="122056"/>
                  </a:lnTo>
                  <a:lnTo>
                    <a:pt x="956560" y="122044"/>
                  </a:lnTo>
                  <a:lnTo>
                    <a:pt x="966321" y="122970"/>
                  </a:lnTo>
                  <a:lnTo>
                    <a:pt x="976082" y="123125"/>
                  </a:lnTo>
                  <a:lnTo>
                    <a:pt x="985842" y="123242"/>
                  </a:lnTo>
                  <a:lnTo>
                    <a:pt x="995603" y="123359"/>
                  </a:lnTo>
                  <a:lnTo>
                    <a:pt x="1005364" y="123475"/>
                  </a:lnTo>
                  <a:lnTo>
                    <a:pt x="1015125" y="123714"/>
                  </a:lnTo>
                  <a:lnTo>
                    <a:pt x="1024886" y="124181"/>
                  </a:lnTo>
                  <a:lnTo>
                    <a:pt x="1034647" y="124648"/>
                  </a:lnTo>
                  <a:lnTo>
                    <a:pt x="1044407" y="125114"/>
                  </a:lnTo>
                  <a:lnTo>
                    <a:pt x="1054168" y="125583"/>
                  </a:lnTo>
                  <a:lnTo>
                    <a:pt x="1063929" y="126091"/>
                  </a:lnTo>
                  <a:lnTo>
                    <a:pt x="1073690" y="126828"/>
                  </a:lnTo>
                  <a:lnTo>
                    <a:pt x="1083451" y="127559"/>
                  </a:lnTo>
                  <a:lnTo>
                    <a:pt x="1093212" y="128032"/>
                  </a:lnTo>
                  <a:lnTo>
                    <a:pt x="1102972" y="128298"/>
                  </a:lnTo>
                  <a:lnTo>
                    <a:pt x="1112733" y="128563"/>
                  </a:lnTo>
                  <a:lnTo>
                    <a:pt x="1122494" y="128827"/>
                  </a:lnTo>
                  <a:lnTo>
                    <a:pt x="1132255" y="129202"/>
                  </a:lnTo>
                  <a:lnTo>
                    <a:pt x="1142016" y="129336"/>
                  </a:lnTo>
                  <a:lnTo>
                    <a:pt x="1151776" y="129598"/>
                  </a:lnTo>
                  <a:lnTo>
                    <a:pt x="1161537" y="129959"/>
                  </a:lnTo>
                  <a:lnTo>
                    <a:pt x="1171298" y="130370"/>
                  </a:lnTo>
                  <a:lnTo>
                    <a:pt x="1181059" y="130641"/>
                  </a:lnTo>
                  <a:lnTo>
                    <a:pt x="1190820" y="131018"/>
                  </a:lnTo>
                  <a:lnTo>
                    <a:pt x="1200581" y="131433"/>
                  </a:lnTo>
                  <a:lnTo>
                    <a:pt x="1210341" y="131846"/>
                  </a:lnTo>
                  <a:lnTo>
                    <a:pt x="1220102" y="132259"/>
                  </a:lnTo>
                  <a:lnTo>
                    <a:pt x="1229863" y="132486"/>
                  </a:lnTo>
                  <a:lnTo>
                    <a:pt x="1239624" y="132745"/>
                  </a:lnTo>
                  <a:lnTo>
                    <a:pt x="1249385" y="133153"/>
                  </a:lnTo>
                  <a:lnTo>
                    <a:pt x="1259145" y="133558"/>
                  </a:lnTo>
                  <a:lnTo>
                    <a:pt x="1268906" y="133970"/>
                  </a:lnTo>
                  <a:lnTo>
                    <a:pt x="1278667" y="134379"/>
                  </a:lnTo>
                  <a:lnTo>
                    <a:pt x="1288428" y="134785"/>
                  </a:lnTo>
                  <a:lnTo>
                    <a:pt x="1298189" y="135182"/>
                  </a:lnTo>
                  <a:lnTo>
                    <a:pt x="1307950" y="135572"/>
                  </a:lnTo>
                  <a:lnTo>
                    <a:pt x="1317710" y="135917"/>
                  </a:lnTo>
                  <a:lnTo>
                    <a:pt x="1327471" y="136190"/>
                  </a:lnTo>
                  <a:lnTo>
                    <a:pt x="1337232" y="136462"/>
                  </a:lnTo>
                  <a:lnTo>
                    <a:pt x="1346993" y="136733"/>
                  </a:lnTo>
                  <a:lnTo>
                    <a:pt x="1356754" y="137003"/>
                  </a:lnTo>
                  <a:lnTo>
                    <a:pt x="1366515" y="137276"/>
                  </a:lnTo>
                  <a:lnTo>
                    <a:pt x="1376275" y="137549"/>
                  </a:lnTo>
                  <a:lnTo>
                    <a:pt x="1386036" y="137821"/>
                  </a:lnTo>
                  <a:lnTo>
                    <a:pt x="1395797" y="138092"/>
                  </a:lnTo>
                  <a:lnTo>
                    <a:pt x="1405558" y="138362"/>
                  </a:lnTo>
                  <a:lnTo>
                    <a:pt x="1415319" y="138630"/>
                  </a:lnTo>
                  <a:lnTo>
                    <a:pt x="1425079" y="138898"/>
                  </a:lnTo>
                  <a:lnTo>
                    <a:pt x="1434840" y="139164"/>
                  </a:lnTo>
                  <a:lnTo>
                    <a:pt x="1444601" y="139298"/>
                  </a:lnTo>
                  <a:lnTo>
                    <a:pt x="1454362" y="139378"/>
                  </a:lnTo>
                  <a:lnTo>
                    <a:pt x="1464123" y="139612"/>
                  </a:lnTo>
                  <a:lnTo>
                    <a:pt x="1473884" y="139952"/>
                  </a:lnTo>
                  <a:lnTo>
                    <a:pt x="1483644" y="140290"/>
                  </a:lnTo>
                  <a:lnTo>
                    <a:pt x="1493405" y="140612"/>
                  </a:lnTo>
                  <a:lnTo>
                    <a:pt x="1503166" y="140836"/>
                  </a:lnTo>
                  <a:lnTo>
                    <a:pt x="1512927" y="141058"/>
                  </a:lnTo>
                  <a:lnTo>
                    <a:pt x="1522688" y="141286"/>
                  </a:lnTo>
                  <a:lnTo>
                    <a:pt x="1532448" y="141513"/>
                  </a:lnTo>
                  <a:lnTo>
                    <a:pt x="1542209" y="141740"/>
                  </a:lnTo>
                  <a:lnTo>
                    <a:pt x="1551970" y="141966"/>
                  </a:lnTo>
                  <a:lnTo>
                    <a:pt x="1561731" y="142192"/>
                  </a:lnTo>
                  <a:lnTo>
                    <a:pt x="1571492" y="142417"/>
                  </a:lnTo>
                  <a:lnTo>
                    <a:pt x="1581253" y="142642"/>
                  </a:lnTo>
                  <a:lnTo>
                    <a:pt x="1591013" y="142867"/>
                  </a:lnTo>
                  <a:lnTo>
                    <a:pt x="1600774" y="143090"/>
                  </a:lnTo>
                  <a:lnTo>
                    <a:pt x="1610535" y="143314"/>
                  </a:lnTo>
                  <a:lnTo>
                    <a:pt x="1620296" y="143537"/>
                  </a:lnTo>
                  <a:lnTo>
                    <a:pt x="1630057" y="143759"/>
                  </a:lnTo>
                  <a:lnTo>
                    <a:pt x="1639818" y="143981"/>
                  </a:lnTo>
                  <a:lnTo>
                    <a:pt x="1649578" y="144202"/>
                  </a:lnTo>
                  <a:lnTo>
                    <a:pt x="1659339" y="144423"/>
                  </a:lnTo>
                  <a:lnTo>
                    <a:pt x="1669100" y="144608"/>
                  </a:lnTo>
                  <a:lnTo>
                    <a:pt x="1678861" y="144478"/>
                  </a:lnTo>
                  <a:lnTo>
                    <a:pt x="1688622" y="144727"/>
                  </a:lnTo>
                  <a:lnTo>
                    <a:pt x="1698382" y="144984"/>
                  </a:lnTo>
                  <a:lnTo>
                    <a:pt x="1708143" y="145238"/>
                  </a:lnTo>
                  <a:lnTo>
                    <a:pt x="1717904" y="145486"/>
                  </a:lnTo>
                  <a:lnTo>
                    <a:pt x="1727665" y="145729"/>
                  </a:lnTo>
                  <a:lnTo>
                    <a:pt x="1737426" y="145970"/>
                  </a:lnTo>
                  <a:lnTo>
                    <a:pt x="1747187" y="146212"/>
                  </a:lnTo>
                  <a:lnTo>
                    <a:pt x="1756947" y="146455"/>
                  </a:lnTo>
                  <a:lnTo>
                    <a:pt x="1766708" y="146696"/>
                  </a:lnTo>
                  <a:lnTo>
                    <a:pt x="1776469" y="146936"/>
                  </a:lnTo>
                  <a:lnTo>
                    <a:pt x="1786230" y="147174"/>
                  </a:lnTo>
                  <a:lnTo>
                    <a:pt x="1795991" y="147410"/>
                  </a:lnTo>
                  <a:lnTo>
                    <a:pt x="1805752" y="147645"/>
                  </a:lnTo>
                  <a:lnTo>
                    <a:pt x="1815512" y="147874"/>
                  </a:lnTo>
                  <a:lnTo>
                    <a:pt x="1825273" y="148087"/>
                  </a:lnTo>
                  <a:lnTo>
                    <a:pt x="1835034" y="148299"/>
                  </a:lnTo>
                  <a:lnTo>
                    <a:pt x="1844795" y="148511"/>
                  </a:lnTo>
                  <a:lnTo>
                    <a:pt x="1854556" y="148723"/>
                  </a:lnTo>
                  <a:lnTo>
                    <a:pt x="1864316" y="148934"/>
                  </a:lnTo>
                  <a:lnTo>
                    <a:pt x="1874077" y="149145"/>
                  </a:lnTo>
                  <a:lnTo>
                    <a:pt x="1883838" y="149355"/>
                  </a:lnTo>
                  <a:lnTo>
                    <a:pt x="1893599" y="149565"/>
                  </a:lnTo>
                  <a:lnTo>
                    <a:pt x="1903360" y="149775"/>
                  </a:lnTo>
                  <a:lnTo>
                    <a:pt x="1913121" y="149978"/>
                  </a:lnTo>
                  <a:lnTo>
                    <a:pt x="1922881" y="150149"/>
                  </a:lnTo>
                  <a:lnTo>
                    <a:pt x="1932642" y="150318"/>
                  </a:lnTo>
                  <a:lnTo>
                    <a:pt x="1942403" y="150487"/>
                  </a:lnTo>
                  <a:lnTo>
                    <a:pt x="1952164" y="150654"/>
                  </a:lnTo>
                  <a:lnTo>
                    <a:pt x="1961925" y="150820"/>
                  </a:lnTo>
                  <a:lnTo>
                    <a:pt x="1971685" y="150985"/>
                  </a:lnTo>
                  <a:lnTo>
                    <a:pt x="1981446" y="151149"/>
                  </a:lnTo>
                  <a:lnTo>
                    <a:pt x="1991207" y="151312"/>
                  </a:lnTo>
                  <a:lnTo>
                    <a:pt x="2000968" y="151473"/>
                  </a:lnTo>
                  <a:lnTo>
                    <a:pt x="2010729" y="151634"/>
                  </a:lnTo>
                  <a:lnTo>
                    <a:pt x="2020490" y="151793"/>
                  </a:lnTo>
                  <a:lnTo>
                    <a:pt x="2030250" y="151951"/>
                  </a:lnTo>
                  <a:lnTo>
                    <a:pt x="2040011" y="152131"/>
                  </a:lnTo>
                  <a:lnTo>
                    <a:pt x="2049772" y="152330"/>
                  </a:lnTo>
                  <a:lnTo>
                    <a:pt x="2059533" y="152527"/>
                  </a:lnTo>
                  <a:lnTo>
                    <a:pt x="2069294" y="152724"/>
                  </a:lnTo>
                  <a:lnTo>
                    <a:pt x="2079055" y="152918"/>
                  </a:lnTo>
                  <a:lnTo>
                    <a:pt x="2088815" y="152998"/>
                  </a:lnTo>
                  <a:lnTo>
                    <a:pt x="2098576" y="153078"/>
                  </a:lnTo>
                  <a:lnTo>
                    <a:pt x="2108337" y="153167"/>
                  </a:lnTo>
                  <a:lnTo>
                    <a:pt x="2118098" y="153314"/>
                  </a:lnTo>
                  <a:lnTo>
                    <a:pt x="2127859" y="153518"/>
                  </a:lnTo>
                  <a:lnTo>
                    <a:pt x="2137619" y="153723"/>
                  </a:lnTo>
                  <a:lnTo>
                    <a:pt x="2147380" y="153928"/>
                  </a:lnTo>
                  <a:lnTo>
                    <a:pt x="2157141" y="154132"/>
                  </a:lnTo>
                  <a:lnTo>
                    <a:pt x="2166902" y="154124"/>
                  </a:lnTo>
                  <a:lnTo>
                    <a:pt x="2176663" y="154173"/>
                  </a:lnTo>
                  <a:lnTo>
                    <a:pt x="2186424" y="154308"/>
                  </a:lnTo>
                  <a:lnTo>
                    <a:pt x="2196184" y="154445"/>
                  </a:lnTo>
                  <a:lnTo>
                    <a:pt x="2205945" y="154585"/>
                  </a:lnTo>
                  <a:lnTo>
                    <a:pt x="2215706" y="154726"/>
                  </a:lnTo>
                  <a:lnTo>
                    <a:pt x="2225467" y="154916"/>
                  </a:lnTo>
                  <a:lnTo>
                    <a:pt x="2235228" y="155207"/>
                  </a:lnTo>
                  <a:lnTo>
                    <a:pt x="2244988" y="155496"/>
                  </a:lnTo>
                  <a:lnTo>
                    <a:pt x="2254749" y="155786"/>
                  </a:lnTo>
                  <a:lnTo>
                    <a:pt x="2264510" y="156075"/>
                  </a:lnTo>
                  <a:lnTo>
                    <a:pt x="2274271" y="156363"/>
                  </a:lnTo>
                  <a:lnTo>
                    <a:pt x="2284032" y="156651"/>
                  </a:lnTo>
                  <a:lnTo>
                    <a:pt x="2293793" y="156883"/>
                  </a:lnTo>
                  <a:lnTo>
                    <a:pt x="2303553" y="156994"/>
                  </a:lnTo>
                  <a:lnTo>
                    <a:pt x="2313314" y="157095"/>
                  </a:lnTo>
                  <a:lnTo>
                    <a:pt x="2323075" y="157196"/>
                  </a:lnTo>
                  <a:lnTo>
                    <a:pt x="2332836" y="157297"/>
                  </a:lnTo>
                  <a:lnTo>
                    <a:pt x="2342597" y="157398"/>
                  </a:lnTo>
                  <a:lnTo>
                    <a:pt x="2352358" y="157499"/>
                  </a:lnTo>
                  <a:lnTo>
                    <a:pt x="2362118" y="157600"/>
                  </a:lnTo>
                  <a:lnTo>
                    <a:pt x="2371879" y="157700"/>
                  </a:lnTo>
                  <a:lnTo>
                    <a:pt x="2381640" y="157801"/>
                  </a:lnTo>
                  <a:lnTo>
                    <a:pt x="2391401" y="157901"/>
                  </a:lnTo>
                  <a:lnTo>
                    <a:pt x="2401162" y="158073"/>
                  </a:lnTo>
                  <a:lnTo>
                    <a:pt x="2410922" y="158250"/>
                  </a:lnTo>
                  <a:lnTo>
                    <a:pt x="2420683" y="158427"/>
                  </a:lnTo>
                  <a:lnTo>
                    <a:pt x="2430444" y="158603"/>
                  </a:lnTo>
                  <a:lnTo>
                    <a:pt x="2440205" y="158778"/>
                  </a:lnTo>
                  <a:lnTo>
                    <a:pt x="2449966" y="158952"/>
                  </a:lnTo>
                  <a:lnTo>
                    <a:pt x="2459727" y="159126"/>
                  </a:lnTo>
                  <a:lnTo>
                    <a:pt x="2469487" y="159299"/>
                  </a:lnTo>
                  <a:lnTo>
                    <a:pt x="2479248" y="159471"/>
                  </a:lnTo>
                  <a:lnTo>
                    <a:pt x="2489009" y="159642"/>
                  </a:lnTo>
                  <a:lnTo>
                    <a:pt x="2498770" y="159762"/>
                  </a:lnTo>
                  <a:lnTo>
                    <a:pt x="2508531" y="159837"/>
                  </a:lnTo>
                  <a:lnTo>
                    <a:pt x="2518291" y="159913"/>
                  </a:lnTo>
                  <a:lnTo>
                    <a:pt x="2528052" y="159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6312408" y="5067759"/>
              <a:ext cx="2528052" cy="182231"/>
            </a:xfrm>
            <a:custGeom>
              <a:avLst/>
              <a:pathLst>
                <a:path w="2528052" h="182231">
                  <a:moveTo>
                    <a:pt x="2528052" y="182231"/>
                  </a:moveTo>
                  <a:lnTo>
                    <a:pt x="2518291" y="181912"/>
                  </a:lnTo>
                  <a:lnTo>
                    <a:pt x="2508531" y="181653"/>
                  </a:lnTo>
                  <a:lnTo>
                    <a:pt x="2498770" y="181391"/>
                  </a:lnTo>
                  <a:lnTo>
                    <a:pt x="2489009" y="181127"/>
                  </a:lnTo>
                  <a:lnTo>
                    <a:pt x="2479248" y="180861"/>
                  </a:lnTo>
                  <a:lnTo>
                    <a:pt x="2469487" y="180593"/>
                  </a:lnTo>
                  <a:lnTo>
                    <a:pt x="2459727" y="180337"/>
                  </a:lnTo>
                  <a:lnTo>
                    <a:pt x="2449966" y="180122"/>
                  </a:lnTo>
                  <a:lnTo>
                    <a:pt x="2440205" y="179905"/>
                  </a:lnTo>
                  <a:lnTo>
                    <a:pt x="2430444" y="179686"/>
                  </a:lnTo>
                  <a:lnTo>
                    <a:pt x="2420683" y="179465"/>
                  </a:lnTo>
                  <a:lnTo>
                    <a:pt x="2410922" y="179242"/>
                  </a:lnTo>
                  <a:lnTo>
                    <a:pt x="2401162" y="178998"/>
                  </a:lnTo>
                  <a:lnTo>
                    <a:pt x="2391401" y="178716"/>
                  </a:lnTo>
                  <a:lnTo>
                    <a:pt x="2381640" y="178431"/>
                  </a:lnTo>
                  <a:lnTo>
                    <a:pt x="2371879" y="178144"/>
                  </a:lnTo>
                  <a:lnTo>
                    <a:pt x="2362118" y="177854"/>
                  </a:lnTo>
                  <a:lnTo>
                    <a:pt x="2352358" y="177560"/>
                  </a:lnTo>
                  <a:lnTo>
                    <a:pt x="2342597" y="177262"/>
                  </a:lnTo>
                  <a:lnTo>
                    <a:pt x="2332836" y="176962"/>
                  </a:lnTo>
                  <a:lnTo>
                    <a:pt x="2323075" y="176659"/>
                  </a:lnTo>
                  <a:lnTo>
                    <a:pt x="2313314" y="176353"/>
                  </a:lnTo>
                  <a:lnTo>
                    <a:pt x="2303553" y="176044"/>
                  </a:lnTo>
                  <a:lnTo>
                    <a:pt x="2293793" y="175733"/>
                  </a:lnTo>
                  <a:lnTo>
                    <a:pt x="2284032" y="175417"/>
                  </a:lnTo>
                  <a:lnTo>
                    <a:pt x="2274271" y="175076"/>
                  </a:lnTo>
                  <a:lnTo>
                    <a:pt x="2264510" y="174681"/>
                  </a:lnTo>
                  <a:lnTo>
                    <a:pt x="2254749" y="174283"/>
                  </a:lnTo>
                  <a:lnTo>
                    <a:pt x="2244988" y="173882"/>
                  </a:lnTo>
                  <a:lnTo>
                    <a:pt x="2235228" y="173486"/>
                  </a:lnTo>
                  <a:lnTo>
                    <a:pt x="2225467" y="173157"/>
                  </a:lnTo>
                  <a:lnTo>
                    <a:pt x="2215706" y="172826"/>
                  </a:lnTo>
                  <a:lnTo>
                    <a:pt x="2205945" y="172483"/>
                  </a:lnTo>
                  <a:lnTo>
                    <a:pt x="2196184" y="172026"/>
                  </a:lnTo>
                  <a:lnTo>
                    <a:pt x="2186424" y="171565"/>
                  </a:lnTo>
                  <a:lnTo>
                    <a:pt x="2176663" y="171099"/>
                  </a:lnTo>
                  <a:lnTo>
                    <a:pt x="2166902" y="170740"/>
                  </a:lnTo>
                  <a:lnTo>
                    <a:pt x="2157141" y="170421"/>
                  </a:lnTo>
                  <a:lnTo>
                    <a:pt x="2147380" y="170098"/>
                  </a:lnTo>
                  <a:lnTo>
                    <a:pt x="2137619" y="169772"/>
                  </a:lnTo>
                  <a:lnTo>
                    <a:pt x="2127859" y="169476"/>
                  </a:lnTo>
                  <a:lnTo>
                    <a:pt x="2118098" y="169182"/>
                  </a:lnTo>
                  <a:lnTo>
                    <a:pt x="2108337" y="168885"/>
                  </a:lnTo>
                  <a:lnTo>
                    <a:pt x="2098576" y="168585"/>
                  </a:lnTo>
                  <a:lnTo>
                    <a:pt x="2088815" y="168284"/>
                  </a:lnTo>
                  <a:lnTo>
                    <a:pt x="2079055" y="167946"/>
                  </a:lnTo>
                  <a:lnTo>
                    <a:pt x="2069294" y="167578"/>
                  </a:lnTo>
                  <a:lnTo>
                    <a:pt x="2059533" y="167207"/>
                  </a:lnTo>
                  <a:lnTo>
                    <a:pt x="2049772" y="166832"/>
                  </a:lnTo>
                  <a:lnTo>
                    <a:pt x="2040011" y="166454"/>
                  </a:lnTo>
                  <a:lnTo>
                    <a:pt x="2030250" y="166073"/>
                  </a:lnTo>
                  <a:lnTo>
                    <a:pt x="2020490" y="165688"/>
                  </a:lnTo>
                  <a:lnTo>
                    <a:pt x="2010729" y="165301"/>
                  </a:lnTo>
                  <a:lnTo>
                    <a:pt x="2000968" y="164911"/>
                  </a:lnTo>
                  <a:lnTo>
                    <a:pt x="1991207" y="164517"/>
                  </a:lnTo>
                  <a:lnTo>
                    <a:pt x="1981446" y="164096"/>
                  </a:lnTo>
                  <a:lnTo>
                    <a:pt x="1971685" y="163692"/>
                  </a:lnTo>
                  <a:lnTo>
                    <a:pt x="1961925" y="163268"/>
                  </a:lnTo>
                  <a:lnTo>
                    <a:pt x="1952164" y="162840"/>
                  </a:lnTo>
                  <a:lnTo>
                    <a:pt x="1942403" y="162408"/>
                  </a:lnTo>
                  <a:lnTo>
                    <a:pt x="1932642" y="161975"/>
                  </a:lnTo>
                  <a:lnTo>
                    <a:pt x="1922881" y="161533"/>
                  </a:lnTo>
                  <a:lnTo>
                    <a:pt x="1913121" y="161089"/>
                  </a:lnTo>
                  <a:lnTo>
                    <a:pt x="1903360" y="160641"/>
                  </a:lnTo>
                  <a:lnTo>
                    <a:pt x="1893599" y="160189"/>
                  </a:lnTo>
                  <a:lnTo>
                    <a:pt x="1883838" y="159733"/>
                  </a:lnTo>
                  <a:lnTo>
                    <a:pt x="1874077" y="159273"/>
                  </a:lnTo>
                  <a:lnTo>
                    <a:pt x="1864316" y="158807"/>
                  </a:lnTo>
                  <a:lnTo>
                    <a:pt x="1854556" y="158335"/>
                  </a:lnTo>
                  <a:lnTo>
                    <a:pt x="1844795" y="157941"/>
                  </a:lnTo>
                  <a:lnTo>
                    <a:pt x="1835034" y="157385"/>
                  </a:lnTo>
                  <a:lnTo>
                    <a:pt x="1825273" y="156905"/>
                  </a:lnTo>
                  <a:lnTo>
                    <a:pt x="1815512" y="156414"/>
                  </a:lnTo>
                  <a:lnTo>
                    <a:pt x="1805752" y="155918"/>
                  </a:lnTo>
                  <a:lnTo>
                    <a:pt x="1795991" y="155246"/>
                  </a:lnTo>
                  <a:lnTo>
                    <a:pt x="1786230" y="154566"/>
                  </a:lnTo>
                  <a:lnTo>
                    <a:pt x="1776469" y="153979"/>
                  </a:lnTo>
                  <a:lnTo>
                    <a:pt x="1766708" y="153457"/>
                  </a:lnTo>
                  <a:lnTo>
                    <a:pt x="1756947" y="152931"/>
                  </a:lnTo>
                  <a:lnTo>
                    <a:pt x="1747187" y="152401"/>
                  </a:lnTo>
                  <a:lnTo>
                    <a:pt x="1737426" y="151867"/>
                  </a:lnTo>
                  <a:lnTo>
                    <a:pt x="1727665" y="151330"/>
                  </a:lnTo>
                  <a:lnTo>
                    <a:pt x="1717904" y="150788"/>
                  </a:lnTo>
                  <a:lnTo>
                    <a:pt x="1708143" y="150242"/>
                  </a:lnTo>
                  <a:lnTo>
                    <a:pt x="1698382" y="149693"/>
                  </a:lnTo>
                  <a:lnTo>
                    <a:pt x="1688622" y="149139"/>
                  </a:lnTo>
                  <a:lnTo>
                    <a:pt x="1678861" y="148581"/>
                  </a:lnTo>
                  <a:lnTo>
                    <a:pt x="1669100" y="148018"/>
                  </a:lnTo>
                  <a:lnTo>
                    <a:pt x="1659339" y="147452"/>
                  </a:lnTo>
                  <a:lnTo>
                    <a:pt x="1649578" y="146975"/>
                  </a:lnTo>
                  <a:lnTo>
                    <a:pt x="1639818" y="146498"/>
                  </a:lnTo>
                  <a:lnTo>
                    <a:pt x="1630057" y="146017"/>
                  </a:lnTo>
                  <a:lnTo>
                    <a:pt x="1620296" y="145534"/>
                  </a:lnTo>
                  <a:lnTo>
                    <a:pt x="1610535" y="145047"/>
                  </a:lnTo>
                  <a:lnTo>
                    <a:pt x="1600774" y="144494"/>
                  </a:lnTo>
                  <a:lnTo>
                    <a:pt x="1591013" y="143896"/>
                  </a:lnTo>
                  <a:lnTo>
                    <a:pt x="1581253" y="143293"/>
                  </a:lnTo>
                  <a:lnTo>
                    <a:pt x="1571492" y="142684"/>
                  </a:lnTo>
                  <a:lnTo>
                    <a:pt x="1561731" y="142070"/>
                  </a:lnTo>
                  <a:lnTo>
                    <a:pt x="1551970" y="141451"/>
                  </a:lnTo>
                  <a:lnTo>
                    <a:pt x="1542209" y="140825"/>
                  </a:lnTo>
                  <a:lnTo>
                    <a:pt x="1532448" y="140194"/>
                  </a:lnTo>
                  <a:lnTo>
                    <a:pt x="1522688" y="139555"/>
                  </a:lnTo>
                  <a:lnTo>
                    <a:pt x="1512927" y="138903"/>
                  </a:lnTo>
                  <a:lnTo>
                    <a:pt x="1503166" y="138245"/>
                  </a:lnTo>
                  <a:lnTo>
                    <a:pt x="1493405" y="137581"/>
                  </a:lnTo>
                  <a:lnTo>
                    <a:pt x="1483644" y="136820"/>
                  </a:lnTo>
                  <a:lnTo>
                    <a:pt x="1473884" y="135895"/>
                  </a:lnTo>
                  <a:lnTo>
                    <a:pt x="1464123" y="135192"/>
                  </a:lnTo>
                  <a:lnTo>
                    <a:pt x="1454362" y="134529"/>
                  </a:lnTo>
                  <a:lnTo>
                    <a:pt x="1444601" y="133862"/>
                  </a:lnTo>
                  <a:lnTo>
                    <a:pt x="1434840" y="133190"/>
                  </a:lnTo>
                  <a:lnTo>
                    <a:pt x="1425079" y="132513"/>
                  </a:lnTo>
                  <a:lnTo>
                    <a:pt x="1415319" y="131831"/>
                  </a:lnTo>
                  <a:lnTo>
                    <a:pt x="1405558" y="131144"/>
                  </a:lnTo>
                  <a:lnTo>
                    <a:pt x="1395797" y="130452"/>
                  </a:lnTo>
                  <a:lnTo>
                    <a:pt x="1386036" y="129754"/>
                  </a:lnTo>
                  <a:lnTo>
                    <a:pt x="1376275" y="129052"/>
                  </a:lnTo>
                  <a:lnTo>
                    <a:pt x="1366515" y="128344"/>
                  </a:lnTo>
                  <a:lnTo>
                    <a:pt x="1356754" y="127349"/>
                  </a:lnTo>
                  <a:lnTo>
                    <a:pt x="1346993" y="126306"/>
                  </a:lnTo>
                  <a:lnTo>
                    <a:pt x="1337232" y="125391"/>
                  </a:lnTo>
                  <a:lnTo>
                    <a:pt x="1327471" y="124346"/>
                  </a:lnTo>
                  <a:lnTo>
                    <a:pt x="1317710" y="123293"/>
                  </a:lnTo>
                  <a:lnTo>
                    <a:pt x="1307950" y="122231"/>
                  </a:lnTo>
                  <a:lnTo>
                    <a:pt x="1298189" y="121161"/>
                  </a:lnTo>
                  <a:lnTo>
                    <a:pt x="1288428" y="120519"/>
                  </a:lnTo>
                  <a:lnTo>
                    <a:pt x="1278667" y="119927"/>
                  </a:lnTo>
                  <a:lnTo>
                    <a:pt x="1268906" y="119333"/>
                  </a:lnTo>
                  <a:lnTo>
                    <a:pt x="1259145" y="118736"/>
                  </a:lnTo>
                  <a:lnTo>
                    <a:pt x="1249385" y="118136"/>
                  </a:lnTo>
                  <a:lnTo>
                    <a:pt x="1239624" y="117533"/>
                  </a:lnTo>
                  <a:lnTo>
                    <a:pt x="1229863" y="116927"/>
                  </a:lnTo>
                  <a:lnTo>
                    <a:pt x="1220102" y="116283"/>
                  </a:lnTo>
                  <a:lnTo>
                    <a:pt x="1210341" y="115538"/>
                  </a:lnTo>
                  <a:lnTo>
                    <a:pt x="1200581" y="114807"/>
                  </a:lnTo>
                  <a:lnTo>
                    <a:pt x="1190820" y="113944"/>
                  </a:lnTo>
                  <a:lnTo>
                    <a:pt x="1181059" y="113123"/>
                  </a:lnTo>
                  <a:lnTo>
                    <a:pt x="1171298" y="112506"/>
                  </a:lnTo>
                  <a:lnTo>
                    <a:pt x="1161537" y="111880"/>
                  </a:lnTo>
                  <a:lnTo>
                    <a:pt x="1151776" y="111247"/>
                  </a:lnTo>
                  <a:lnTo>
                    <a:pt x="1142016" y="110560"/>
                  </a:lnTo>
                  <a:lnTo>
                    <a:pt x="1132255" y="109722"/>
                  </a:lnTo>
                  <a:lnTo>
                    <a:pt x="1122494" y="108878"/>
                  </a:lnTo>
                  <a:lnTo>
                    <a:pt x="1112733" y="108027"/>
                  </a:lnTo>
                  <a:lnTo>
                    <a:pt x="1102972" y="107155"/>
                  </a:lnTo>
                  <a:lnTo>
                    <a:pt x="1093212" y="105977"/>
                  </a:lnTo>
                  <a:lnTo>
                    <a:pt x="1083451" y="105073"/>
                  </a:lnTo>
                  <a:lnTo>
                    <a:pt x="1073690" y="104381"/>
                  </a:lnTo>
                  <a:lnTo>
                    <a:pt x="1063929" y="103638"/>
                  </a:lnTo>
                  <a:lnTo>
                    <a:pt x="1054168" y="102749"/>
                  </a:lnTo>
                  <a:lnTo>
                    <a:pt x="1044407" y="101853"/>
                  </a:lnTo>
                  <a:lnTo>
                    <a:pt x="1034647" y="101056"/>
                  </a:lnTo>
                  <a:lnTo>
                    <a:pt x="1024886" y="100273"/>
                  </a:lnTo>
                  <a:lnTo>
                    <a:pt x="1015125" y="99481"/>
                  </a:lnTo>
                  <a:lnTo>
                    <a:pt x="1005364" y="98677"/>
                  </a:lnTo>
                  <a:lnTo>
                    <a:pt x="995603" y="98017"/>
                  </a:lnTo>
                  <a:lnTo>
                    <a:pt x="985842" y="96986"/>
                  </a:lnTo>
                  <a:lnTo>
                    <a:pt x="976082" y="95948"/>
                  </a:lnTo>
                  <a:lnTo>
                    <a:pt x="966321" y="94900"/>
                  </a:lnTo>
                  <a:lnTo>
                    <a:pt x="956560" y="93842"/>
                  </a:lnTo>
                  <a:lnTo>
                    <a:pt x="946799" y="92774"/>
                  </a:lnTo>
                  <a:lnTo>
                    <a:pt x="937038" y="91695"/>
                  </a:lnTo>
                  <a:lnTo>
                    <a:pt x="927278" y="90606"/>
                  </a:lnTo>
                  <a:lnTo>
                    <a:pt x="917517" y="89603"/>
                  </a:lnTo>
                  <a:lnTo>
                    <a:pt x="907756" y="88928"/>
                  </a:lnTo>
                  <a:lnTo>
                    <a:pt x="897995" y="88251"/>
                  </a:lnTo>
                  <a:lnTo>
                    <a:pt x="888234" y="87571"/>
                  </a:lnTo>
                  <a:lnTo>
                    <a:pt x="878473" y="86888"/>
                  </a:lnTo>
                  <a:lnTo>
                    <a:pt x="868713" y="86203"/>
                  </a:lnTo>
                  <a:lnTo>
                    <a:pt x="858952" y="85515"/>
                  </a:lnTo>
                  <a:lnTo>
                    <a:pt x="849191" y="84824"/>
                  </a:lnTo>
                  <a:lnTo>
                    <a:pt x="839430" y="83919"/>
                  </a:lnTo>
                  <a:lnTo>
                    <a:pt x="829669" y="82636"/>
                  </a:lnTo>
                  <a:lnTo>
                    <a:pt x="819909" y="81701"/>
                  </a:lnTo>
                  <a:lnTo>
                    <a:pt x="810148" y="80945"/>
                  </a:lnTo>
                  <a:lnTo>
                    <a:pt x="800387" y="80102"/>
                  </a:lnTo>
                  <a:lnTo>
                    <a:pt x="790626" y="79132"/>
                  </a:lnTo>
                  <a:lnTo>
                    <a:pt x="780865" y="78153"/>
                  </a:lnTo>
                  <a:lnTo>
                    <a:pt x="771104" y="77166"/>
                  </a:lnTo>
                  <a:lnTo>
                    <a:pt x="761344" y="76697"/>
                  </a:lnTo>
                  <a:lnTo>
                    <a:pt x="751583" y="76315"/>
                  </a:lnTo>
                  <a:lnTo>
                    <a:pt x="741822" y="75552"/>
                  </a:lnTo>
                  <a:lnTo>
                    <a:pt x="732061" y="74496"/>
                  </a:lnTo>
                  <a:lnTo>
                    <a:pt x="722300" y="73963"/>
                  </a:lnTo>
                  <a:lnTo>
                    <a:pt x="712539" y="73142"/>
                  </a:lnTo>
                  <a:lnTo>
                    <a:pt x="702779" y="71760"/>
                  </a:lnTo>
                  <a:lnTo>
                    <a:pt x="693018" y="70365"/>
                  </a:lnTo>
                  <a:lnTo>
                    <a:pt x="683257" y="68942"/>
                  </a:lnTo>
                  <a:lnTo>
                    <a:pt x="673496" y="67505"/>
                  </a:lnTo>
                  <a:lnTo>
                    <a:pt x="663735" y="66055"/>
                  </a:lnTo>
                  <a:lnTo>
                    <a:pt x="653975" y="64641"/>
                  </a:lnTo>
                  <a:lnTo>
                    <a:pt x="644214" y="63735"/>
                  </a:lnTo>
                  <a:lnTo>
                    <a:pt x="634453" y="63033"/>
                  </a:lnTo>
                  <a:lnTo>
                    <a:pt x="624692" y="62521"/>
                  </a:lnTo>
                  <a:lnTo>
                    <a:pt x="614931" y="61533"/>
                  </a:lnTo>
                  <a:lnTo>
                    <a:pt x="605170" y="60809"/>
                  </a:lnTo>
                  <a:lnTo>
                    <a:pt x="595410" y="60434"/>
                  </a:lnTo>
                  <a:lnTo>
                    <a:pt x="585649" y="59443"/>
                  </a:lnTo>
                  <a:lnTo>
                    <a:pt x="575888" y="58820"/>
                  </a:lnTo>
                  <a:lnTo>
                    <a:pt x="566127" y="58026"/>
                  </a:lnTo>
                  <a:lnTo>
                    <a:pt x="556366" y="57087"/>
                  </a:lnTo>
                  <a:lnTo>
                    <a:pt x="546606" y="56334"/>
                  </a:lnTo>
                  <a:lnTo>
                    <a:pt x="536845" y="55563"/>
                  </a:lnTo>
                  <a:lnTo>
                    <a:pt x="527084" y="54803"/>
                  </a:lnTo>
                  <a:lnTo>
                    <a:pt x="517323" y="54045"/>
                  </a:lnTo>
                  <a:lnTo>
                    <a:pt x="507562" y="53260"/>
                  </a:lnTo>
                  <a:lnTo>
                    <a:pt x="497801" y="52487"/>
                  </a:lnTo>
                  <a:lnTo>
                    <a:pt x="488041" y="51696"/>
                  </a:lnTo>
                  <a:lnTo>
                    <a:pt x="478280" y="50212"/>
                  </a:lnTo>
                  <a:lnTo>
                    <a:pt x="468519" y="49402"/>
                  </a:lnTo>
                  <a:lnTo>
                    <a:pt x="458758" y="48351"/>
                  </a:lnTo>
                  <a:lnTo>
                    <a:pt x="448997" y="47172"/>
                  </a:lnTo>
                  <a:lnTo>
                    <a:pt x="439236" y="45219"/>
                  </a:lnTo>
                  <a:lnTo>
                    <a:pt x="429476" y="43716"/>
                  </a:lnTo>
                  <a:lnTo>
                    <a:pt x="419715" y="42517"/>
                  </a:lnTo>
                  <a:lnTo>
                    <a:pt x="409954" y="41308"/>
                  </a:lnTo>
                  <a:lnTo>
                    <a:pt x="400193" y="40090"/>
                  </a:lnTo>
                  <a:lnTo>
                    <a:pt x="390432" y="38861"/>
                  </a:lnTo>
                  <a:lnTo>
                    <a:pt x="380672" y="37622"/>
                  </a:lnTo>
                  <a:lnTo>
                    <a:pt x="370911" y="37032"/>
                  </a:lnTo>
                  <a:lnTo>
                    <a:pt x="361150" y="36138"/>
                  </a:lnTo>
                  <a:lnTo>
                    <a:pt x="351389" y="34653"/>
                  </a:lnTo>
                  <a:lnTo>
                    <a:pt x="341628" y="33411"/>
                  </a:lnTo>
                  <a:lnTo>
                    <a:pt x="331867" y="32475"/>
                  </a:lnTo>
                  <a:lnTo>
                    <a:pt x="322107" y="31869"/>
                  </a:lnTo>
                  <a:lnTo>
                    <a:pt x="312346" y="30889"/>
                  </a:lnTo>
                  <a:lnTo>
                    <a:pt x="302585" y="29625"/>
                  </a:lnTo>
                  <a:lnTo>
                    <a:pt x="292824" y="27485"/>
                  </a:lnTo>
                  <a:lnTo>
                    <a:pt x="283063" y="27005"/>
                  </a:lnTo>
                  <a:lnTo>
                    <a:pt x="273303" y="25726"/>
                  </a:lnTo>
                  <a:lnTo>
                    <a:pt x="263542" y="24954"/>
                  </a:lnTo>
                  <a:lnTo>
                    <a:pt x="253781" y="24548"/>
                  </a:lnTo>
                  <a:lnTo>
                    <a:pt x="244020" y="24142"/>
                  </a:lnTo>
                  <a:lnTo>
                    <a:pt x="234259" y="23735"/>
                  </a:lnTo>
                  <a:lnTo>
                    <a:pt x="224498" y="23326"/>
                  </a:lnTo>
                  <a:lnTo>
                    <a:pt x="214738" y="22605"/>
                  </a:lnTo>
                  <a:lnTo>
                    <a:pt x="204977" y="21039"/>
                  </a:lnTo>
                  <a:lnTo>
                    <a:pt x="195216" y="19452"/>
                  </a:lnTo>
                  <a:lnTo>
                    <a:pt x="185455" y="17850"/>
                  </a:lnTo>
                  <a:lnTo>
                    <a:pt x="175694" y="16279"/>
                  </a:lnTo>
                  <a:lnTo>
                    <a:pt x="165933" y="15719"/>
                  </a:lnTo>
                  <a:lnTo>
                    <a:pt x="156173" y="15153"/>
                  </a:lnTo>
                  <a:lnTo>
                    <a:pt x="146412" y="14585"/>
                  </a:lnTo>
                  <a:lnTo>
                    <a:pt x="136651" y="14015"/>
                  </a:lnTo>
                  <a:lnTo>
                    <a:pt x="126890" y="13302"/>
                  </a:lnTo>
                  <a:lnTo>
                    <a:pt x="117129" y="12630"/>
                  </a:lnTo>
                  <a:lnTo>
                    <a:pt x="107369" y="11592"/>
                  </a:lnTo>
                  <a:lnTo>
                    <a:pt x="97608" y="10975"/>
                  </a:lnTo>
                  <a:lnTo>
                    <a:pt x="87847" y="10653"/>
                  </a:lnTo>
                  <a:lnTo>
                    <a:pt x="78086" y="10130"/>
                  </a:lnTo>
                  <a:lnTo>
                    <a:pt x="68325" y="9213"/>
                  </a:lnTo>
                  <a:lnTo>
                    <a:pt x="58564" y="8512"/>
                  </a:lnTo>
                  <a:lnTo>
                    <a:pt x="48804" y="7096"/>
                  </a:lnTo>
                  <a:lnTo>
                    <a:pt x="39043" y="5661"/>
                  </a:lnTo>
                  <a:lnTo>
                    <a:pt x="29282" y="3883"/>
                  </a:lnTo>
                  <a:lnTo>
                    <a:pt x="19521" y="2401"/>
                  </a:lnTo>
                  <a:lnTo>
                    <a:pt x="9760" y="12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6312408" y="4736684"/>
              <a:ext cx="2528052" cy="412911"/>
            </a:xfrm>
            <a:custGeom>
              <a:avLst/>
              <a:pathLst>
                <a:path w="2528052" h="412911">
                  <a:moveTo>
                    <a:pt x="0" y="0"/>
                  </a:moveTo>
                  <a:lnTo>
                    <a:pt x="9760" y="2384"/>
                  </a:lnTo>
                  <a:lnTo>
                    <a:pt x="19521" y="4795"/>
                  </a:lnTo>
                  <a:lnTo>
                    <a:pt x="29282" y="7147"/>
                  </a:lnTo>
                  <a:lnTo>
                    <a:pt x="39043" y="9504"/>
                  </a:lnTo>
                  <a:lnTo>
                    <a:pt x="48804" y="11827"/>
                  </a:lnTo>
                  <a:lnTo>
                    <a:pt x="58564" y="14158"/>
                  </a:lnTo>
                  <a:lnTo>
                    <a:pt x="68325" y="16504"/>
                  </a:lnTo>
                  <a:lnTo>
                    <a:pt x="78086" y="20034"/>
                  </a:lnTo>
                  <a:lnTo>
                    <a:pt x="87847" y="22265"/>
                  </a:lnTo>
                  <a:lnTo>
                    <a:pt x="97608" y="24882"/>
                  </a:lnTo>
                  <a:lnTo>
                    <a:pt x="107369" y="26766"/>
                  </a:lnTo>
                  <a:lnTo>
                    <a:pt x="117129" y="28969"/>
                  </a:lnTo>
                  <a:lnTo>
                    <a:pt x="126890" y="30529"/>
                  </a:lnTo>
                  <a:lnTo>
                    <a:pt x="136651" y="32770"/>
                  </a:lnTo>
                  <a:lnTo>
                    <a:pt x="146412" y="34638"/>
                  </a:lnTo>
                  <a:lnTo>
                    <a:pt x="156173" y="37188"/>
                  </a:lnTo>
                  <a:lnTo>
                    <a:pt x="165933" y="39393"/>
                  </a:lnTo>
                  <a:lnTo>
                    <a:pt x="175694" y="41823"/>
                  </a:lnTo>
                  <a:lnTo>
                    <a:pt x="185455" y="43226"/>
                  </a:lnTo>
                  <a:lnTo>
                    <a:pt x="195216" y="45771"/>
                  </a:lnTo>
                  <a:lnTo>
                    <a:pt x="204977" y="47785"/>
                  </a:lnTo>
                  <a:lnTo>
                    <a:pt x="214738" y="49705"/>
                  </a:lnTo>
                  <a:lnTo>
                    <a:pt x="224498" y="51727"/>
                  </a:lnTo>
                  <a:lnTo>
                    <a:pt x="234259" y="53706"/>
                  </a:lnTo>
                  <a:lnTo>
                    <a:pt x="244020" y="55894"/>
                  </a:lnTo>
                  <a:lnTo>
                    <a:pt x="253781" y="57606"/>
                  </a:lnTo>
                  <a:lnTo>
                    <a:pt x="263542" y="59772"/>
                  </a:lnTo>
                  <a:lnTo>
                    <a:pt x="273303" y="61974"/>
                  </a:lnTo>
                  <a:lnTo>
                    <a:pt x="283063" y="62943"/>
                  </a:lnTo>
                  <a:lnTo>
                    <a:pt x="292824" y="65345"/>
                  </a:lnTo>
                  <a:lnTo>
                    <a:pt x="302585" y="67440"/>
                  </a:lnTo>
                  <a:lnTo>
                    <a:pt x="312346" y="68603"/>
                  </a:lnTo>
                  <a:lnTo>
                    <a:pt x="322107" y="69299"/>
                  </a:lnTo>
                  <a:lnTo>
                    <a:pt x="331867" y="71051"/>
                  </a:lnTo>
                  <a:lnTo>
                    <a:pt x="341628" y="73043"/>
                  </a:lnTo>
                  <a:lnTo>
                    <a:pt x="351389" y="74749"/>
                  </a:lnTo>
                  <a:lnTo>
                    <a:pt x="361150" y="75864"/>
                  </a:lnTo>
                  <a:lnTo>
                    <a:pt x="370911" y="76820"/>
                  </a:lnTo>
                  <a:lnTo>
                    <a:pt x="380672" y="77113"/>
                  </a:lnTo>
                  <a:lnTo>
                    <a:pt x="390432" y="78036"/>
                  </a:lnTo>
                  <a:lnTo>
                    <a:pt x="400193" y="78779"/>
                  </a:lnTo>
                  <a:lnTo>
                    <a:pt x="409954" y="80701"/>
                  </a:lnTo>
                  <a:lnTo>
                    <a:pt x="419715" y="82129"/>
                  </a:lnTo>
                  <a:lnTo>
                    <a:pt x="429476" y="84353"/>
                  </a:lnTo>
                  <a:lnTo>
                    <a:pt x="439236" y="84906"/>
                  </a:lnTo>
                  <a:lnTo>
                    <a:pt x="448997" y="85819"/>
                  </a:lnTo>
                  <a:lnTo>
                    <a:pt x="458758" y="87622"/>
                  </a:lnTo>
                  <a:lnTo>
                    <a:pt x="468519" y="89374"/>
                  </a:lnTo>
                  <a:lnTo>
                    <a:pt x="478280" y="89995"/>
                  </a:lnTo>
                  <a:lnTo>
                    <a:pt x="488041" y="91618"/>
                  </a:lnTo>
                  <a:lnTo>
                    <a:pt x="497801" y="93285"/>
                  </a:lnTo>
                  <a:lnTo>
                    <a:pt x="507562" y="94970"/>
                  </a:lnTo>
                  <a:lnTo>
                    <a:pt x="517323" y="95030"/>
                  </a:lnTo>
                  <a:lnTo>
                    <a:pt x="527084" y="95305"/>
                  </a:lnTo>
                  <a:lnTo>
                    <a:pt x="536845" y="95412"/>
                  </a:lnTo>
                  <a:lnTo>
                    <a:pt x="546606" y="95696"/>
                  </a:lnTo>
                  <a:lnTo>
                    <a:pt x="556366" y="96294"/>
                  </a:lnTo>
                  <a:lnTo>
                    <a:pt x="566127" y="96895"/>
                  </a:lnTo>
                  <a:lnTo>
                    <a:pt x="575888" y="97514"/>
                  </a:lnTo>
                  <a:lnTo>
                    <a:pt x="585649" y="98933"/>
                  </a:lnTo>
                  <a:lnTo>
                    <a:pt x="595410" y="99910"/>
                  </a:lnTo>
                  <a:lnTo>
                    <a:pt x="605170" y="101141"/>
                  </a:lnTo>
                  <a:lnTo>
                    <a:pt x="614931" y="102433"/>
                  </a:lnTo>
                  <a:lnTo>
                    <a:pt x="624692" y="103756"/>
                  </a:lnTo>
                  <a:lnTo>
                    <a:pt x="634453" y="105486"/>
                  </a:lnTo>
                  <a:lnTo>
                    <a:pt x="644214" y="106888"/>
                  </a:lnTo>
                  <a:lnTo>
                    <a:pt x="653975" y="107562"/>
                  </a:lnTo>
                  <a:lnTo>
                    <a:pt x="663735" y="108802"/>
                  </a:lnTo>
                  <a:lnTo>
                    <a:pt x="673496" y="109661"/>
                  </a:lnTo>
                  <a:lnTo>
                    <a:pt x="683257" y="110974"/>
                  </a:lnTo>
                  <a:lnTo>
                    <a:pt x="693018" y="111342"/>
                  </a:lnTo>
                  <a:lnTo>
                    <a:pt x="702779" y="113630"/>
                  </a:lnTo>
                  <a:lnTo>
                    <a:pt x="712539" y="114396"/>
                  </a:lnTo>
                  <a:lnTo>
                    <a:pt x="722300" y="115537"/>
                  </a:lnTo>
                  <a:lnTo>
                    <a:pt x="732061" y="114789"/>
                  </a:lnTo>
                  <a:lnTo>
                    <a:pt x="741822" y="115960"/>
                  </a:lnTo>
                  <a:lnTo>
                    <a:pt x="751583" y="116749"/>
                  </a:lnTo>
                  <a:lnTo>
                    <a:pt x="761344" y="116389"/>
                  </a:lnTo>
                  <a:lnTo>
                    <a:pt x="771104" y="117427"/>
                  </a:lnTo>
                  <a:lnTo>
                    <a:pt x="780865" y="117442"/>
                  </a:lnTo>
                  <a:lnTo>
                    <a:pt x="790626" y="117158"/>
                  </a:lnTo>
                  <a:lnTo>
                    <a:pt x="800387" y="116880"/>
                  </a:lnTo>
                  <a:lnTo>
                    <a:pt x="810148" y="116644"/>
                  </a:lnTo>
                  <a:lnTo>
                    <a:pt x="819909" y="116359"/>
                  </a:lnTo>
                  <a:lnTo>
                    <a:pt x="829669" y="116709"/>
                  </a:lnTo>
                  <a:lnTo>
                    <a:pt x="839430" y="116690"/>
                  </a:lnTo>
                  <a:lnTo>
                    <a:pt x="849191" y="116438"/>
                  </a:lnTo>
                  <a:lnTo>
                    <a:pt x="858952" y="118023"/>
                  </a:lnTo>
                  <a:lnTo>
                    <a:pt x="868713" y="118007"/>
                  </a:lnTo>
                  <a:lnTo>
                    <a:pt x="878473" y="118806"/>
                  </a:lnTo>
                  <a:lnTo>
                    <a:pt x="888234" y="118261"/>
                  </a:lnTo>
                  <a:lnTo>
                    <a:pt x="897995" y="117848"/>
                  </a:lnTo>
                  <a:lnTo>
                    <a:pt x="907756" y="118194"/>
                  </a:lnTo>
                  <a:lnTo>
                    <a:pt x="917517" y="118848"/>
                  </a:lnTo>
                  <a:lnTo>
                    <a:pt x="927278" y="119174"/>
                  </a:lnTo>
                  <a:lnTo>
                    <a:pt x="937038" y="119563"/>
                  </a:lnTo>
                  <a:lnTo>
                    <a:pt x="946799" y="120727"/>
                  </a:lnTo>
                  <a:lnTo>
                    <a:pt x="956560" y="120872"/>
                  </a:lnTo>
                  <a:lnTo>
                    <a:pt x="966321" y="120688"/>
                  </a:lnTo>
                  <a:lnTo>
                    <a:pt x="976082" y="121112"/>
                  </a:lnTo>
                  <a:lnTo>
                    <a:pt x="985842" y="120319"/>
                  </a:lnTo>
                  <a:lnTo>
                    <a:pt x="995603" y="119526"/>
                  </a:lnTo>
                  <a:lnTo>
                    <a:pt x="1005364" y="119998"/>
                  </a:lnTo>
                  <a:lnTo>
                    <a:pt x="1015125" y="120691"/>
                  </a:lnTo>
                  <a:lnTo>
                    <a:pt x="1024886" y="121386"/>
                  </a:lnTo>
                  <a:lnTo>
                    <a:pt x="1034647" y="122089"/>
                  </a:lnTo>
                  <a:lnTo>
                    <a:pt x="1044407" y="122118"/>
                  </a:lnTo>
                  <a:lnTo>
                    <a:pt x="1054168" y="121618"/>
                  </a:lnTo>
                  <a:lnTo>
                    <a:pt x="1063929" y="121303"/>
                  </a:lnTo>
                  <a:lnTo>
                    <a:pt x="1073690" y="120557"/>
                  </a:lnTo>
                  <a:lnTo>
                    <a:pt x="1083451" y="120454"/>
                  </a:lnTo>
                  <a:lnTo>
                    <a:pt x="1093212" y="120491"/>
                  </a:lnTo>
                  <a:lnTo>
                    <a:pt x="1102972" y="120179"/>
                  </a:lnTo>
                  <a:lnTo>
                    <a:pt x="1112733" y="120154"/>
                  </a:lnTo>
                  <a:lnTo>
                    <a:pt x="1122494" y="120536"/>
                  </a:lnTo>
                  <a:lnTo>
                    <a:pt x="1132255" y="120554"/>
                  </a:lnTo>
                  <a:lnTo>
                    <a:pt x="1142016" y="120358"/>
                  </a:lnTo>
                  <a:lnTo>
                    <a:pt x="1151776" y="120049"/>
                  </a:lnTo>
                  <a:lnTo>
                    <a:pt x="1161537" y="120238"/>
                  </a:lnTo>
                  <a:lnTo>
                    <a:pt x="1171298" y="120541"/>
                  </a:lnTo>
                  <a:lnTo>
                    <a:pt x="1181059" y="120477"/>
                  </a:lnTo>
                  <a:lnTo>
                    <a:pt x="1190820" y="121241"/>
                  </a:lnTo>
                  <a:lnTo>
                    <a:pt x="1200581" y="120973"/>
                  </a:lnTo>
                  <a:lnTo>
                    <a:pt x="1210341" y="120273"/>
                  </a:lnTo>
                  <a:lnTo>
                    <a:pt x="1220102" y="119575"/>
                  </a:lnTo>
                  <a:lnTo>
                    <a:pt x="1229863" y="120102"/>
                  </a:lnTo>
                  <a:lnTo>
                    <a:pt x="1239624" y="119688"/>
                  </a:lnTo>
                  <a:lnTo>
                    <a:pt x="1249385" y="119556"/>
                  </a:lnTo>
                  <a:lnTo>
                    <a:pt x="1259145" y="119177"/>
                  </a:lnTo>
                  <a:lnTo>
                    <a:pt x="1268906" y="118695"/>
                  </a:lnTo>
                  <a:lnTo>
                    <a:pt x="1278667" y="118211"/>
                  </a:lnTo>
                  <a:lnTo>
                    <a:pt x="1288428" y="117552"/>
                  </a:lnTo>
                  <a:lnTo>
                    <a:pt x="1298189" y="117113"/>
                  </a:lnTo>
                  <a:lnTo>
                    <a:pt x="1307950" y="116673"/>
                  </a:lnTo>
                  <a:lnTo>
                    <a:pt x="1317710" y="116233"/>
                  </a:lnTo>
                  <a:lnTo>
                    <a:pt x="1327471" y="115759"/>
                  </a:lnTo>
                  <a:lnTo>
                    <a:pt x="1337232" y="115279"/>
                  </a:lnTo>
                  <a:lnTo>
                    <a:pt x="1346993" y="115424"/>
                  </a:lnTo>
                  <a:lnTo>
                    <a:pt x="1356754" y="115767"/>
                  </a:lnTo>
                  <a:lnTo>
                    <a:pt x="1366515" y="115387"/>
                  </a:lnTo>
                  <a:lnTo>
                    <a:pt x="1376275" y="115478"/>
                  </a:lnTo>
                  <a:lnTo>
                    <a:pt x="1386036" y="115574"/>
                  </a:lnTo>
                  <a:lnTo>
                    <a:pt x="1395797" y="115680"/>
                  </a:lnTo>
                  <a:lnTo>
                    <a:pt x="1405558" y="115787"/>
                  </a:lnTo>
                  <a:lnTo>
                    <a:pt x="1415319" y="115884"/>
                  </a:lnTo>
                  <a:lnTo>
                    <a:pt x="1425079" y="115148"/>
                  </a:lnTo>
                  <a:lnTo>
                    <a:pt x="1434840" y="114424"/>
                  </a:lnTo>
                  <a:lnTo>
                    <a:pt x="1444601" y="114751"/>
                  </a:lnTo>
                  <a:lnTo>
                    <a:pt x="1454362" y="114082"/>
                  </a:lnTo>
                  <a:lnTo>
                    <a:pt x="1464123" y="114060"/>
                  </a:lnTo>
                  <a:lnTo>
                    <a:pt x="1473884" y="114060"/>
                  </a:lnTo>
                  <a:lnTo>
                    <a:pt x="1483644" y="114067"/>
                  </a:lnTo>
                  <a:lnTo>
                    <a:pt x="1493405" y="113377"/>
                  </a:lnTo>
                  <a:lnTo>
                    <a:pt x="1503166" y="112579"/>
                  </a:lnTo>
                  <a:lnTo>
                    <a:pt x="1512927" y="112092"/>
                  </a:lnTo>
                  <a:lnTo>
                    <a:pt x="1522688" y="111981"/>
                  </a:lnTo>
                  <a:lnTo>
                    <a:pt x="1532448" y="111871"/>
                  </a:lnTo>
                  <a:lnTo>
                    <a:pt x="1542209" y="111642"/>
                  </a:lnTo>
                  <a:lnTo>
                    <a:pt x="1551970" y="110694"/>
                  </a:lnTo>
                  <a:lnTo>
                    <a:pt x="1561731" y="110262"/>
                  </a:lnTo>
                  <a:lnTo>
                    <a:pt x="1571492" y="108741"/>
                  </a:lnTo>
                  <a:lnTo>
                    <a:pt x="1581253" y="107738"/>
                  </a:lnTo>
                  <a:lnTo>
                    <a:pt x="1591013" y="106754"/>
                  </a:lnTo>
                  <a:lnTo>
                    <a:pt x="1600774" y="106435"/>
                  </a:lnTo>
                  <a:lnTo>
                    <a:pt x="1610535" y="106343"/>
                  </a:lnTo>
                  <a:lnTo>
                    <a:pt x="1620296" y="106010"/>
                  </a:lnTo>
                  <a:lnTo>
                    <a:pt x="1630057" y="106096"/>
                  </a:lnTo>
                  <a:lnTo>
                    <a:pt x="1639818" y="106068"/>
                  </a:lnTo>
                  <a:lnTo>
                    <a:pt x="1649578" y="105369"/>
                  </a:lnTo>
                  <a:lnTo>
                    <a:pt x="1659339" y="104741"/>
                  </a:lnTo>
                  <a:lnTo>
                    <a:pt x="1669100" y="103952"/>
                  </a:lnTo>
                  <a:lnTo>
                    <a:pt x="1678861" y="103425"/>
                  </a:lnTo>
                  <a:lnTo>
                    <a:pt x="1688622" y="103074"/>
                  </a:lnTo>
                  <a:lnTo>
                    <a:pt x="1698382" y="102744"/>
                  </a:lnTo>
                  <a:lnTo>
                    <a:pt x="1708143" y="102430"/>
                  </a:lnTo>
                  <a:lnTo>
                    <a:pt x="1717904" y="101757"/>
                  </a:lnTo>
                  <a:lnTo>
                    <a:pt x="1727665" y="100976"/>
                  </a:lnTo>
                  <a:lnTo>
                    <a:pt x="1737426" y="100627"/>
                  </a:lnTo>
                  <a:lnTo>
                    <a:pt x="1747187" y="100285"/>
                  </a:lnTo>
                  <a:lnTo>
                    <a:pt x="1756947" y="99950"/>
                  </a:lnTo>
                  <a:lnTo>
                    <a:pt x="1766708" y="99614"/>
                  </a:lnTo>
                  <a:lnTo>
                    <a:pt x="1776469" y="99278"/>
                  </a:lnTo>
                  <a:lnTo>
                    <a:pt x="1786230" y="98941"/>
                  </a:lnTo>
                  <a:lnTo>
                    <a:pt x="1795991" y="98608"/>
                  </a:lnTo>
                  <a:lnTo>
                    <a:pt x="1805752" y="98276"/>
                  </a:lnTo>
                  <a:lnTo>
                    <a:pt x="1815512" y="97929"/>
                  </a:lnTo>
                  <a:lnTo>
                    <a:pt x="1825273" y="97238"/>
                  </a:lnTo>
                  <a:lnTo>
                    <a:pt x="1835034" y="96019"/>
                  </a:lnTo>
                  <a:lnTo>
                    <a:pt x="1844795" y="94772"/>
                  </a:lnTo>
                  <a:lnTo>
                    <a:pt x="1854556" y="93519"/>
                  </a:lnTo>
                  <a:lnTo>
                    <a:pt x="1864316" y="92266"/>
                  </a:lnTo>
                  <a:lnTo>
                    <a:pt x="1874077" y="91097"/>
                  </a:lnTo>
                  <a:lnTo>
                    <a:pt x="1883838" y="90655"/>
                  </a:lnTo>
                  <a:lnTo>
                    <a:pt x="1893599" y="90223"/>
                  </a:lnTo>
                  <a:lnTo>
                    <a:pt x="1903360" y="89791"/>
                  </a:lnTo>
                  <a:lnTo>
                    <a:pt x="1913121" y="89357"/>
                  </a:lnTo>
                  <a:lnTo>
                    <a:pt x="1922881" y="88924"/>
                  </a:lnTo>
                  <a:lnTo>
                    <a:pt x="1932642" y="88489"/>
                  </a:lnTo>
                  <a:lnTo>
                    <a:pt x="1942403" y="88054"/>
                  </a:lnTo>
                  <a:lnTo>
                    <a:pt x="1952164" y="87618"/>
                  </a:lnTo>
                  <a:lnTo>
                    <a:pt x="1961925" y="87182"/>
                  </a:lnTo>
                  <a:lnTo>
                    <a:pt x="1971685" y="86745"/>
                  </a:lnTo>
                  <a:lnTo>
                    <a:pt x="1981446" y="86308"/>
                  </a:lnTo>
                  <a:lnTo>
                    <a:pt x="1991207" y="85764"/>
                  </a:lnTo>
                  <a:lnTo>
                    <a:pt x="2000968" y="85074"/>
                  </a:lnTo>
                  <a:lnTo>
                    <a:pt x="2010729" y="84384"/>
                  </a:lnTo>
                  <a:lnTo>
                    <a:pt x="2020490" y="83988"/>
                  </a:lnTo>
                  <a:lnTo>
                    <a:pt x="2030250" y="83691"/>
                  </a:lnTo>
                  <a:lnTo>
                    <a:pt x="2040011" y="83398"/>
                  </a:lnTo>
                  <a:lnTo>
                    <a:pt x="2049772" y="82988"/>
                  </a:lnTo>
                  <a:lnTo>
                    <a:pt x="2059533" y="82186"/>
                  </a:lnTo>
                  <a:lnTo>
                    <a:pt x="2069294" y="81383"/>
                  </a:lnTo>
                  <a:lnTo>
                    <a:pt x="2079055" y="80576"/>
                  </a:lnTo>
                  <a:lnTo>
                    <a:pt x="2088815" y="80069"/>
                  </a:lnTo>
                  <a:lnTo>
                    <a:pt x="2098576" y="79361"/>
                  </a:lnTo>
                  <a:lnTo>
                    <a:pt x="2108337" y="78286"/>
                  </a:lnTo>
                  <a:lnTo>
                    <a:pt x="2118098" y="77290"/>
                  </a:lnTo>
                  <a:lnTo>
                    <a:pt x="2127859" y="76456"/>
                  </a:lnTo>
                  <a:lnTo>
                    <a:pt x="2137619" y="75628"/>
                  </a:lnTo>
                  <a:lnTo>
                    <a:pt x="2147380" y="75051"/>
                  </a:lnTo>
                  <a:lnTo>
                    <a:pt x="2157141" y="74712"/>
                  </a:lnTo>
                  <a:lnTo>
                    <a:pt x="2166902" y="74373"/>
                  </a:lnTo>
                  <a:lnTo>
                    <a:pt x="2176663" y="74044"/>
                  </a:lnTo>
                  <a:lnTo>
                    <a:pt x="2186424" y="73726"/>
                  </a:lnTo>
                  <a:lnTo>
                    <a:pt x="2196184" y="73407"/>
                  </a:lnTo>
                  <a:lnTo>
                    <a:pt x="2205945" y="73087"/>
                  </a:lnTo>
                  <a:lnTo>
                    <a:pt x="2215706" y="72812"/>
                  </a:lnTo>
                  <a:lnTo>
                    <a:pt x="2225467" y="72433"/>
                  </a:lnTo>
                  <a:lnTo>
                    <a:pt x="2235228" y="71675"/>
                  </a:lnTo>
                  <a:lnTo>
                    <a:pt x="2244988" y="70724"/>
                  </a:lnTo>
                  <a:lnTo>
                    <a:pt x="2254749" y="69771"/>
                  </a:lnTo>
                  <a:lnTo>
                    <a:pt x="2264510" y="68815"/>
                  </a:lnTo>
                  <a:lnTo>
                    <a:pt x="2274271" y="67856"/>
                  </a:lnTo>
                  <a:lnTo>
                    <a:pt x="2284032" y="66894"/>
                  </a:lnTo>
                  <a:lnTo>
                    <a:pt x="2293793" y="65930"/>
                  </a:lnTo>
                  <a:lnTo>
                    <a:pt x="2303553" y="64976"/>
                  </a:lnTo>
                  <a:lnTo>
                    <a:pt x="2313314" y="64020"/>
                  </a:lnTo>
                  <a:lnTo>
                    <a:pt x="2323075" y="63061"/>
                  </a:lnTo>
                  <a:lnTo>
                    <a:pt x="2332836" y="62099"/>
                  </a:lnTo>
                  <a:lnTo>
                    <a:pt x="2342597" y="61134"/>
                  </a:lnTo>
                  <a:lnTo>
                    <a:pt x="2352358" y="60167"/>
                  </a:lnTo>
                  <a:lnTo>
                    <a:pt x="2362118" y="59203"/>
                  </a:lnTo>
                  <a:lnTo>
                    <a:pt x="2371879" y="58236"/>
                  </a:lnTo>
                  <a:lnTo>
                    <a:pt x="2381640" y="57267"/>
                  </a:lnTo>
                  <a:lnTo>
                    <a:pt x="2391401" y="56662"/>
                  </a:lnTo>
                  <a:lnTo>
                    <a:pt x="2401162" y="56118"/>
                  </a:lnTo>
                  <a:lnTo>
                    <a:pt x="2410922" y="55577"/>
                  </a:lnTo>
                  <a:lnTo>
                    <a:pt x="2420683" y="55045"/>
                  </a:lnTo>
                  <a:lnTo>
                    <a:pt x="2430444" y="54513"/>
                  </a:lnTo>
                  <a:lnTo>
                    <a:pt x="2440205" y="53981"/>
                  </a:lnTo>
                  <a:lnTo>
                    <a:pt x="2449966" y="53449"/>
                  </a:lnTo>
                  <a:lnTo>
                    <a:pt x="2459727" y="52915"/>
                  </a:lnTo>
                  <a:lnTo>
                    <a:pt x="2469487" y="52381"/>
                  </a:lnTo>
                  <a:lnTo>
                    <a:pt x="2479248" y="51846"/>
                  </a:lnTo>
                  <a:lnTo>
                    <a:pt x="2489009" y="51484"/>
                  </a:lnTo>
                  <a:lnTo>
                    <a:pt x="2498770" y="51126"/>
                  </a:lnTo>
                  <a:lnTo>
                    <a:pt x="2508531" y="50768"/>
                  </a:lnTo>
                  <a:lnTo>
                    <a:pt x="2518291" y="50412"/>
                  </a:lnTo>
                  <a:lnTo>
                    <a:pt x="2528052" y="50056"/>
                  </a:lnTo>
                  <a:lnTo>
                    <a:pt x="2528052" y="412911"/>
                  </a:lnTo>
                  <a:lnTo>
                    <a:pt x="2518291" y="412529"/>
                  </a:lnTo>
                  <a:lnTo>
                    <a:pt x="2508531" y="412146"/>
                  </a:lnTo>
                  <a:lnTo>
                    <a:pt x="2498770" y="411762"/>
                  </a:lnTo>
                  <a:lnTo>
                    <a:pt x="2489009" y="411377"/>
                  </a:lnTo>
                  <a:lnTo>
                    <a:pt x="2479248" y="410991"/>
                  </a:lnTo>
                  <a:lnTo>
                    <a:pt x="2469487" y="410604"/>
                  </a:lnTo>
                  <a:lnTo>
                    <a:pt x="2459727" y="410216"/>
                  </a:lnTo>
                  <a:lnTo>
                    <a:pt x="2449966" y="409827"/>
                  </a:lnTo>
                  <a:lnTo>
                    <a:pt x="2440205" y="409436"/>
                  </a:lnTo>
                  <a:lnTo>
                    <a:pt x="2430444" y="409045"/>
                  </a:lnTo>
                  <a:lnTo>
                    <a:pt x="2420683" y="408634"/>
                  </a:lnTo>
                  <a:lnTo>
                    <a:pt x="2410922" y="408125"/>
                  </a:lnTo>
                  <a:lnTo>
                    <a:pt x="2401162" y="407611"/>
                  </a:lnTo>
                  <a:lnTo>
                    <a:pt x="2391401" y="407051"/>
                  </a:lnTo>
                  <a:lnTo>
                    <a:pt x="2381640" y="406289"/>
                  </a:lnTo>
                  <a:lnTo>
                    <a:pt x="2371879" y="405524"/>
                  </a:lnTo>
                  <a:lnTo>
                    <a:pt x="2362118" y="404756"/>
                  </a:lnTo>
                  <a:lnTo>
                    <a:pt x="2352358" y="404261"/>
                  </a:lnTo>
                  <a:lnTo>
                    <a:pt x="2342597" y="403900"/>
                  </a:lnTo>
                  <a:lnTo>
                    <a:pt x="2332836" y="403537"/>
                  </a:lnTo>
                  <a:lnTo>
                    <a:pt x="2323075" y="403171"/>
                  </a:lnTo>
                  <a:lnTo>
                    <a:pt x="2313314" y="402803"/>
                  </a:lnTo>
                  <a:lnTo>
                    <a:pt x="2303553" y="402293"/>
                  </a:lnTo>
                  <a:lnTo>
                    <a:pt x="2293793" y="401746"/>
                  </a:lnTo>
                  <a:lnTo>
                    <a:pt x="2284032" y="401194"/>
                  </a:lnTo>
                  <a:lnTo>
                    <a:pt x="2274271" y="400639"/>
                  </a:lnTo>
                  <a:lnTo>
                    <a:pt x="2264510" y="400081"/>
                  </a:lnTo>
                  <a:lnTo>
                    <a:pt x="2254749" y="399503"/>
                  </a:lnTo>
                  <a:lnTo>
                    <a:pt x="2244988" y="398890"/>
                  </a:lnTo>
                  <a:lnTo>
                    <a:pt x="2235228" y="398274"/>
                  </a:lnTo>
                  <a:lnTo>
                    <a:pt x="2225467" y="397656"/>
                  </a:lnTo>
                  <a:lnTo>
                    <a:pt x="2215706" y="397035"/>
                  </a:lnTo>
                  <a:lnTo>
                    <a:pt x="2205945" y="396411"/>
                  </a:lnTo>
                  <a:lnTo>
                    <a:pt x="2196184" y="395784"/>
                  </a:lnTo>
                  <a:lnTo>
                    <a:pt x="2186424" y="395148"/>
                  </a:lnTo>
                  <a:lnTo>
                    <a:pt x="2176663" y="394330"/>
                  </a:lnTo>
                  <a:lnTo>
                    <a:pt x="2166902" y="393688"/>
                  </a:lnTo>
                  <a:lnTo>
                    <a:pt x="2157141" y="392960"/>
                  </a:lnTo>
                  <a:lnTo>
                    <a:pt x="2147380" y="392209"/>
                  </a:lnTo>
                  <a:lnTo>
                    <a:pt x="2137619" y="391503"/>
                  </a:lnTo>
                  <a:lnTo>
                    <a:pt x="2127859" y="390699"/>
                  </a:lnTo>
                  <a:lnTo>
                    <a:pt x="2118098" y="389888"/>
                  </a:lnTo>
                  <a:lnTo>
                    <a:pt x="2108337" y="389071"/>
                  </a:lnTo>
                  <a:lnTo>
                    <a:pt x="2098576" y="388322"/>
                  </a:lnTo>
                  <a:lnTo>
                    <a:pt x="2088815" y="387787"/>
                  </a:lnTo>
                  <a:lnTo>
                    <a:pt x="2079055" y="387248"/>
                  </a:lnTo>
                  <a:lnTo>
                    <a:pt x="2069294" y="386707"/>
                  </a:lnTo>
                  <a:lnTo>
                    <a:pt x="2059533" y="386163"/>
                  </a:lnTo>
                  <a:lnTo>
                    <a:pt x="2049772" y="385616"/>
                  </a:lnTo>
                  <a:lnTo>
                    <a:pt x="2040011" y="385067"/>
                  </a:lnTo>
                  <a:lnTo>
                    <a:pt x="2030250" y="384515"/>
                  </a:lnTo>
                  <a:lnTo>
                    <a:pt x="2020490" y="383961"/>
                  </a:lnTo>
                  <a:lnTo>
                    <a:pt x="2010729" y="383287"/>
                  </a:lnTo>
                  <a:lnTo>
                    <a:pt x="2000968" y="382603"/>
                  </a:lnTo>
                  <a:lnTo>
                    <a:pt x="1991207" y="381915"/>
                  </a:lnTo>
                  <a:lnTo>
                    <a:pt x="1981446" y="381225"/>
                  </a:lnTo>
                  <a:lnTo>
                    <a:pt x="1971685" y="380531"/>
                  </a:lnTo>
                  <a:lnTo>
                    <a:pt x="1961925" y="379834"/>
                  </a:lnTo>
                  <a:lnTo>
                    <a:pt x="1952164" y="379134"/>
                  </a:lnTo>
                  <a:lnTo>
                    <a:pt x="1942403" y="378431"/>
                  </a:lnTo>
                  <a:lnTo>
                    <a:pt x="1932642" y="377725"/>
                  </a:lnTo>
                  <a:lnTo>
                    <a:pt x="1922881" y="377015"/>
                  </a:lnTo>
                  <a:lnTo>
                    <a:pt x="1913121" y="376303"/>
                  </a:lnTo>
                  <a:lnTo>
                    <a:pt x="1903360" y="375587"/>
                  </a:lnTo>
                  <a:lnTo>
                    <a:pt x="1893599" y="374866"/>
                  </a:lnTo>
                  <a:lnTo>
                    <a:pt x="1883838" y="374142"/>
                  </a:lnTo>
                  <a:lnTo>
                    <a:pt x="1874077" y="373413"/>
                  </a:lnTo>
                  <a:lnTo>
                    <a:pt x="1864316" y="372682"/>
                  </a:lnTo>
                  <a:lnTo>
                    <a:pt x="1854556" y="371947"/>
                  </a:lnTo>
                  <a:lnTo>
                    <a:pt x="1844795" y="371209"/>
                  </a:lnTo>
                  <a:lnTo>
                    <a:pt x="1835034" y="370468"/>
                  </a:lnTo>
                  <a:lnTo>
                    <a:pt x="1825273" y="369721"/>
                  </a:lnTo>
                  <a:lnTo>
                    <a:pt x="1815512" y="368972"/>
                  </a:lnTo>
                  <a:lnTo>
                    <a:pt x="1805752" y="368219"/>
                  </a:lnTo>
                  <a:lnTo>
                    <a:pt x="1795991" y="367462"/>
                  </a:lnTo>
                  <a:lnTo>
                    <a:pt x="1786230" y="366702"/>
                  </a:lnTo>
                  <a:lnTo>
                    <a:pt x="1776469" y="365939"/>
                  </a:lnTo>
                  <a:lnTo>
                    <a:pt x="1766708" y="365172"/>
                  </a:lnTo>
                  <a:lnTo>
                    <a:pt x="1756947" y="364401"/>
                  </a:lnTo>
                  <a:lnTo>
                    <a:pt x="1747187" y="363627"/>
                  </a:lnTo>
                  <a:lnTo>
                    <a:pt x="1737426" y="362845"/>
                  </a:lnTo>
                  <a:lnTo>
                    <a:pt x="1727665" y="362059"/>
                  </a:lnTo>
                  <a:lnTo>
                    <a:pt x="1717904" y="361270"/>
                  </a:lnTo>
                  <a:lnTo>
                    <a:pt x="1708143" y="360477"/>
                  </a:lnTo>
                  <a:lnTo>
                    <a:pt x="1698382" y="359681"/>
                  </a:lnTo>
                  <a:lnTo>
                    <a:pt x="1688622" y="358881"/>
                  </a:lnTo>
                  <a:lnTo>
                    <a:pt x="1678861" y="358060"/>
                  </a:lnTo>
                  <a:lnTo>
                    <a:pt x="1669100" y="357071"/>
                  </a:lnTo>
                  <a:lnTo>
                    <a:pt x="1659339" y="356361"/>
                  </a:lnTo>
                  <a:lnTo>
                    <a:pt x="1649578" y="355666"/>
                  </a:lnTo>
                  <a:lnTo>
                    <a:pt x="1639818" y="354859"/>
                  </a:lnTo>
                  <a:lnTo>
                    <a:pt x="1630057" y="354048"/>
                  </a:lnTo>
                  <a:lnTo>
                    <a:pt x="1620296" y="353319"/>
                  </a:lnTo>
                  <a:lnTo>
                    <a:pt x="1610535" y="352792"/>
                  </a:lnTo>
                  <a:lnTo>
                    <a:pt x="1600774" y="352260"/>
                  </a:lnTo>
                  <a:lnTo>
                    <a:pt x="1591013" y="351455"/>
                  </a:lnTo>
                  <a:lnTo>
                    <a:pt x="1581253" y="350817"/>
                  </a:lnTo>
                  <a:lnTo>
                    <a:pt x="1571492" y="350363"/>
                  </a:lnTo>
                  <a:lnTo>
                    <a:pt x="1561731" y="349908"/>
                  </a:lnTo>
                  <a:lnTo>
                    <a:pt x="1551970" y="349369"/>
                  </a:lnTo>
                  <a:lnTo>
                    <a:pt x="1542209" y="348846"/>
                  </a:lnTo>
                  <a:lnTo>
                    <a:pt x="1532448" y="348318"/>
                  </a:lnTo>
                  <a:lnTo>
                    <a:pt x="1522688" y="347765"/>
                  </a:lnTo>
                  <a:lnTo>
                    <a:pt x="1512927" y="346680"/>
                  </a:lnTo>
                  <a:lnTo>
                    <a:pt x="1503166" y="345915"/>
                  </a:lnTo>
                  <a:lnTo>
                    <a:pt x="1493405" y="345233"/>
                  </a:lnTo>
                  <a:lnTo>
                    <a:pt x="1483644" y="344662"/>
                  </a:lnTo>
                  <a:lnTo>
                    <a:pt x="1473884" y="344242"/>
                  </a:lnTo>
                  <a:lnTo>
                    <a:pt x="1464123" y="343824"/>
                  </a:lnTo>
                  <a:lnTo>
                    <a:pt x="1454362" y="343213"/>
                  </a:lnTo>
                  <a:lnTo>
                    <a:pt x="1444601" y="342731"/>
                  </a:lnTo>
                  <a:lnTo>
                    <a:pt x="1434840" y="341517"/>
                  </a:lnTo>
                  <a:lnTo>
                    <a:pt x="1425079" y="340325"/>
                  </a:lnTo>
                  <a:lnTo>
                    <a:pt x="1415319" y="339597"/>
                  </a:lnTo>
                  <a:lnTo>
                    <a:pt x="1405558" y="338865"/>
                  </a:lnTo>
                  <a:lnTo>
                    <a:pt x="1395797" y="338128"/>
                  </a:lnTo>
                  <a:lnTo>
                    <a:pt x="1386036" y="337164"/>
                  </a:lnTo>
                  <a:lnTo>
                    <a:pt x="1376275" y="336500"/>
                  </a:lnTo>
                  <a:lnTo>
                    <a:pt x="1366515" y="335343"/>
                  </a:lnTo>
                  <a:lnTo>
                    <a:pt x="1356754" y="334272"/>
                  </a:lnTo>
                  <a:lnTo>
                    <a:pt x="1346993" y="333785"/>
                  </a:lnTo>
                  <a:lnTo>
                    <a:pt x="1337232" y="332685"/>
                  </a:lnTo>
                  <a:lnTo>
                    <a:pt x="1327471" y="331575"/>
                  </a:lnTo>
                  <a:lnTo>
                    <a:pt x="1317710" y="330452"/>
                  </a:lnTo>
                  <a:lnTo>
                    <a:pt x="1307950" y="329326"/>
                  </a:lnTo>
                  <a:lnTo>
                    <a:pt x="1298189" y="328878"/>
                  </a:lnTo>
                  <a:lnTo>
                    <a:pt x="1288428" y="328428"/>
                  </a:lnTo>
                  <a:lnTo>
                    <a:pt x="1278667" y="327976"/>
                  </a:lnTo>
                  <a:lnTo>
                    <a:pt x="1268906" y="327518"/>
                  </a:lnTo>
                  <a:lnTo>
                    <a:pt x="1259145" y="326721"/>
                  </a:lnTo>
                  <a:lnTo>
                    <a:pt x="1249385" y="325759"/>
                  </a:lnTo>
                  <a:lnTo>
                    <a:pt x="1239624" y="325260"/>
                  </a:lnTo>
                  <a:lnTo>
                    <a:pt x="1229863" y="324367"/>
                  </a:lnTo>
                  <a:lnTo>
                    <a:pt x="1220102" y="323913"/>
                  </a:lnTo>
                  <a:lnTo>
                    <a:pt x="1210341" y="323162"/>
                  </a:lnTo>
                  <a:lnTo>
                    <a:pt x="1200581" y="321986"/>
                  </a:lnTo>
                  <a:lnTo>
                    <a:pt x="1190820" y="320818"/>
                  </a:lnTo>
                  <a:lnTo>
                    <a:pt x="1181059" y="320219"/>
                  </a:lnTo>
                  <a:lnTo>
                    <a:pt x="1171298" y="319217"/>
                  </a:lnTo>
                  <a:lnTo>
                    <a:pt x="1161537" y="318802"/>
                  </a:lnTo>
                  <a:lnTo>
                    <a:pt x="1151776" y="318381"/>
                  </a:lnTo>
                  <a:lnTo>
                    <a:pt x="1142016" y="317966"/>
                  </a:lnTo>
                  <a:lnTo>
                    <a:pt x="1132255" y="317546"/>
                  </a:lnTo>
                  <a:lnTo>
                    <a:pt x="1122494" y="317110"/>
                  </a:lnTo>
                  <a:lnTo>
                    <a:pt x="1112733" y="316577"/>
                  </a:lnTo>
                  <a:lnTo>
                    <a:pt x="1102972" y="316042"/>
                  </a:lnTo>
                  <a:lnTo>
                    <a:pt x="1093212" y="315504"/>
                  </a:lnTo>
                  <a:lnTo>
                    <a:pt x="1083451" y="314727"/>
                  </a:lnTo>
                  <a:lnTo>
                    <a:pt x="1073690" y="313294"/>
                  </a:lnTo>
                  <a:lnTo>
                    <a:pt x="1063929" y="312388"/>
                  </a:lnTo>
                  <a:lnTo>
                    <a:pt x="1054168" y="310841"/>
                  </a:lnTo>
                  <a:lnTo>
                    <a:pt x="1044407" y="309963"/>
                  </a:lnTo>
                  <a:lnTo>
                    <a:pt x="1034647" y="309802"/>
                  </a:lnTo>
                  <a:lnTo>
                    <a:pt x="1024886" y="309560"/>
                  </a:lnTo>
                  <a:lnTo>
                    <a:pt x="1015125" y="308583"/>
                  </a:lnTo>
                  <a:lnTo>
                    <a:pt x="1005364" y="307922"/>
                  </a:lnTo>
                  <a:lnTo>
                    <a:pt x="995603" y="307030"/>
                  </a:lnTo>
                  <a:lnTo>
                    <a:pt x="985842" y="306631"/>
                  </a:lnTo>
                  <a:lnTo>
                    <a:pt x="976082" y="306185"/>
                  </a:lnTo>
                  <a:lnTo>
                    <a:pt x="966321" y="305478"/>
                  </a:lnTo>
                  <a:lnTo>
                    <a:pt x="956560" y="304722"/>
                  </a:lnTo>
                  <a:lnTo>
                    <a:pt x="946799" y="304231"/>
                  </a:lnTo>
                  <a:lnTo>
                    <a:pt x="937038" y="303823"/>
                  </a:lnTo>
                  <a:lnTo>
                    <a:pt x="927278" y="303215"/>
                  </a:lnTo>
                  <a:lnTo>
                    <a:pt x="917517" y="302211"/>
                  </a:lnTo>
                  <a:lnTo>
                    <a:pt x="907756" y="301063"/>
                  </a:lnTo>
                  <a:lnTo>
                    <a:pt x="897995" y="300166"/>
                  </a:lnTo>
                  <a:lnTo>
                    <a:pt x="888234" y="299134"/>
                  </a:lnTo>
                  <a:lnTo>
                    <a:pt x="878473" y="298056"/>
                  </a:lnTo>
                  <a:lnTo>
                    <a:pt x="868713" y="297180"/>
                  </a:lnTo>
                  <a:lnTo>
                    <a:pt x="858952" y="296314"/>
                  </a:lnTo>
                  <a:lnTo>
                    <a:pt x="849191" y="295459"/>
                  </a:lnTo>
                  <a:lnTo>
                    <a:pt x="839430" y="294588"/>
                  </a:lnTo>
                  <a:lnTo>
                    <a:pt x="829669" y="293258"/>
                  </a:lnTo>
                  <a:lnTo>
                    <a:pt x="819909" y="292200"/>
                  </a:lnTo>
                  <a:lnTo>
                    <a:pt x="810148" y="291718"/>
                  </a:lnTo>
                  <a:lnTo>
                    <a:pt x="800387" y="291081"/>
                  </a:lnTo>
                  <a:lnTo>
                    <a:pt x="790626" y="290189"/>
                  </a:lnTo>
                  <a:lnTo>
                    <a:pt x="780865" y="289300"/>
                  </a:lnTo>
                  <a:lnTo>
                    <a:pt x="771104" y="288436"/>
                  </a:lnTo>
                  <a:lnTo>
                    <a:pt x="761344" y="287780"/>
                  </a:lnTo>
                  <a:lnTo>
                    <a:pt x="751583" y="286711"/>
                  </a:lnTo>
                  <a:lnTo>
                    <a:pt x="741822" y="285903"/>
                  </a:lnTo>
                  <a:lnTo>
                    <a:pt x="732061" y="285618"/>
                  </a:lnTo>
                  <a:lnTo>
                    <a:pt x="722300" y="285611"/>
                  </a:lnTo>
                  <a:lnTo>
                    <a:pt x="712539" y="285457"/>
                  </a:lnTo>
                  <a:lnTo>
                    <a:pt x="702779" y="284530"/>
                  </a:lnTo>
                  <a:lnTo>
                    <a:pt x="693018" y="283784"/>
                  </a:lnTo>
                  <a:lnTo>
                    <a:pt x="683257" y="283835"/>
                  </a:lnTo>
                  <a:lnTo>
                    <a:pt x="673496" y="283840"/>
                  </a:lnTo>
                  <a:lnTo>
                    <a:pt x="663735" y="283576"/>
                  </a:lnTo>
                  <a:lnTo>
                    <a:pt x="653975" y="282291"/>
                  </a:lnTo>
                  <a:lnTo>
                    <a:pt x="644214" y="282247"/>
                  </a:lnTo>
                  <a:lnTo>
                    <a:pt x="634453" y="281722"/>
                  </a:lnTo>
                  <a:lnTo>
                    <a:pt x="624692" y="281754"/>
                  </a:lnTo>
                  <a:lnTo>
                    <a:pt x="614931" y="281012"/>
                  </a:lnTo>
                  <a:lnTo>
                    <a:pt x="605170" y="279841"/>
                  </a:lnTo>
                  <a:lnTo>
                    <a:pt x="595410" y="279189"/>
                  </a:lnTo>
                  <a:lnTo>
                    <a:pt x="585649" y="278779"/>
                  </a:lnTo>
                  <a:lnTo>
                    <a:pt x="575888" y="278029"/>
                  </a:lnTo>
                  <a:lnTo>
                    <a:pt x="566127" y="276694"/>
                  </a:lnTo>
                  <a:lnTo>
                    <a:pt x="556366" y="276594"/>
                  </a:lnTo>
                  <a:lnTo>
                    <a:pt x="546606" y="276524"/>
                  </a:lnTo>
                  <a:lnTo>
                    <a:pt x="536845" y="276425"/>
                  </a:lnTo>
                  <a:lnTo>
                    <a:pt x="527084" y="275978"/>
                  </a:lnTo>
                  <a:lnTo>
                    <a:pt x="517323" y="275354"/>
                  </a:lnTo>
                  <a:lnTo>
                    <a:pt x="507562" y="275273"/>
                  </a:lnTo>
                  <a:lnTo>
                    <a:pt x="497801" y="275279"/>
                  </a:lnTo>
                  <a:lnTo>
                    <a:pt x="488041" y="275309"/>
                  </a:lnTo>
                  <a:lnTo>
                    <a:pt x="478280" y="275342"/>
                  </a:lnTo>
                  <a:lnTo>
                    <a:pt x="468519" y="275380"/>
                  </a:lnTo>
                  <a:lnTo>
                    <a:pt x="458758" y="275415"/>
                  </a:lnTo>
                  <a:lnTo>
                    <a:pt x="448997" y="275325"/>
                  </a:lnTo>
                  <a:lnTo>
                    <a:pt x="439236" y="275275"/>
                  </a:lnTo>
                  <a:lnTo>
                    <a:pt x="429476" y="274477"/>
                  </a:lnTo>
                  <a:lnTo>
                    <a:pt x="419715" y="273315"/>
                  </a:lnTo>
                  <a:lnTo>
                    <a:pt x="409954" y="273310"/>
                  </a:lnTo>
                  <a:lnTo>
                    <a:pt x="400193" y="273704"/>
                  </a:lnTo>
                  <a:lnTo>
                    <a:pt x="390432" y="274097"/>
                  </a:lnTo>
                  <a:lnTo>
                    <a:pt x="380672" y="273639"/>
                  </a:lnTo>
                  <a:lnTo>
                    <a:pt x="370911" y="273046"/>
                  </a:lnTo>
                  <a:lnTo>
                    <a:pt x="361150" y="272299"/>
                  </a:lnTo>
                  <a:lnTo>
                    <a:pt x="351389" y="271549"/>
                  </a:lnTo>
                  <a:lnTo>
                    <a:pt x="341628" y="270798"/>
                  </a:lnTo>
                  <a:lnTo>
                    <a:pt x="331867" y="270044"/>
                  </a:lnTo>
                  <a:lnTo>
                    <a:pt x="322107" y="269529"/>
                  </a:lnTo>
                  <a:lnTo>
                    <a:pt x="312346" y="269252"/>
                  </a:lnTo>
                  <a:lnTo>
                    <a:pt x="302585" y="269004"/>
                  </a:lnTo>
                  <a:lnTo>
                    <a:pt x="292824" y="268706"/>
                  </a:lnTo>
                  <a:lnTo>
                    <a:pt x="283063" y="268447"/>
                  </a:lnTo>
                  <a:lnTo>
                    <a:pt x="273303" y="268379"/>
                  </a:lnTo>
                  <a:lnTo>
                    <a:pt x="263542" y="268529"/>
                  </a:lnTo>
                  <a:lnTo>
                    <a:pt x="253781" y="268932"/>
                  </a:lnTo>
                  <a:lnTo>
                    <a:pt x="244020" y="268930"/>
                  </a:lnTo>
                  <a:lnTo>
                    <a:pt x="234259" y="268915"/>
                  </a:lnTo>
                  <a:lnTo>
                    <a:pt x="224498" y="268893"/>
                  </a:lnTo>
                  <a:lnTo>
                    <a:pt x="214738" y="268875"/>
                  </a:lnTo>
                  <a:lnTo>
                    <a:pt x="204977" y="268764"/>
                  </a:lnTo>
                  <a:lnTo>
                    <a:pt x="195216" y="268416"/>
                  </a:lnTo>
                  <a:lnTo>
                    <a:pt x="185455" y="268071"/>
                  </a:lnTo>
                  <a:lnTo>
                    <a:pt x="175694" y="267725"/>
                  </a:lnTo>
                  <a:lnTo>
                    <a:pt x="165933" y="267536"/>
                  </a:lnTo>
                  <a:lnTo>
                    <a:pt x="156173" y="267186"/>
                  </a:lnTo>
                  <a:lnTo>
                    <a:pt x="146412" y="267685"/>
                  </a:lnTo>
                  <a:lnTo>
                    <a:pt x="136651" y="267365"/>
                  </a:lnTo>
                  <a:lnTo>
                    <a:pt x="126890" y="266674"/>
                  </a:lnTo>
                  <a:lnTo>
                    <a:pt x="117129" y="266825"/>
                  </a:lnTo>
                  <a:lnTo>
                    <a:pt x="107369" y="267220"/>
                  </a:lnTo>
                  <a:lnTo>
                    <a:pt x="97608" y="267597"/>
                  </a:lnTo>
                  <a:lnTo>
                    <a:pt x="87847" y="267363"/>
                  </a:lnTo>
                  <a:lnTo>
                    <a:pt x="78086" y="267095"/>
                  </a:lnTo>
                  <a:lnTo>
                    <a:pt x="68325" y="267119"/>
                  </a:lnTo>
                  <a:lnTo>
                    <a:pt x="58564" y="267664"/>
                  </a:lnTo>
                  <a:lnTo>
                    <a:pt x="48804" y="267386"/>
                  </a:lnTo>
                  <a:lnTo>
                    <a:pt x="39043" y="267492"/>
                  </a:lnTo>
                  <a:lnTo>
                    <a:pt x="29282" y="268204"/>
                  </a:lnTo>
                  <a:lnTo>
                    <a:pt x="19521" y="268576"/>
                  </a:lnTo>
                  <a:lnTo>
                    <a:pt x="9760" y="268282"/>
                  </a:lnTo>
                  <a:lnTo>
                    <a:pt x="0" y="267878"/>
                  </a:lnTo>
                  <a:close/>
                </a:path>
              </a:pathLst>
            </a:cu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6312408" y="4736684"/>
              <a:ext cx="2528052" cy="122118"/>
            </a:xfrm>
            <a:custGeom>
              <a:avLst/>
              <a:pathLst>
                <a:path w="2528052" h="122118">
                  <a:moveTo>
                    <a:pt x="0" y="0"/>
                  </a:moveTo>
                  <a:lnTo>
                    <a:pt x="9760" y="2384"/>
                  </a:lnTo>
                  <a:lnTo>
                    <a:pt x="19521" y="4795"/>
                  </a:lnTo>
                  <a:lnTo>
                    <a:pt x="29282" y="7147"/>
                  </a:lnTo>
                  <a:lnTo>
                    <a:pt x="39043" y="9504"/>
                  </a:lnTo>
                  <a:lnTo>
                    <a:pt x="48804" y="11827"/>
                  </a:lnTo>
                  <a:lnTo>
                    <a:pt x="58564" y="14158"/>
                  </a:lnTo>
                  <a:lnTo>
                    <a:pt x="68325" y="16504"/>
                  </a:lnTo>
                  <a:lnTo>
                    <a:pt x="78086" y="20034"/>
                  </a:lnTo>
                  <a:lnTo>
                    <a:pt x="87847" y="22265"/>
                  </a:lnTo>
                  <a:lnTo>
                    <a:pt x="97608" y="24882"/>
                  </a:lnTo>
                  <a:lnTo>
                    <a:pt x="107369" y="26766"/>
                  </a:lnTo>
                  <a:lnTo>
                    <a:pt x="117129" y="28969"/>
                  </a:lnTo>
                  <a:lnTo>
                    <a:pt x="126890" y="30529"/>
                  </a:lnTo>
                  <a:lnTo>
                    <a:pt x="136651" y="32770"/>
                  </a:lnTo>
                  <a:lnTo>
                    <a:pt x="146412" y="34638"/>
                  </a:lnTo>
                  <a:lnTo>
                    <a:pt x="156173" y="37188"/>
                  </a:lnTo>
                  <a:lnTo>
                    <a:pt x="165933" y="39393"/>
                  </a:lnTo>
                  <a:lnTo>
                    <a:pt x="175694" y="41823"/>
                  </a:lnTo>
                  <a:lnTo>
                    <a:pt x="185455" y="43226"/>
                  </a:lnTo>
                  <a:lnTo>
                    <a:pt x="195216" y="45771"/>
                  </a:lnTo>
                  <a:lnTo>
                    <a:pt x="204977" y="47785"/>
                  </a:lnTo>
                  <a:lnTo>
                    <a:pt x="214738" y="49705"/>
                  </a:lnTo>
                  <a:lnTo>
                    <a:pt x="224498" y="51727"/>
                  </a:lnTo>
                  <a:lnTo>
                    <a:pt x="234259" y="53706"/>
                  </a:lnTo>
                  <a:lnTo>
                    <a:pt x="244020" y="55894"/>
                  </a:lnTo>
                  <a:lnTo>
                    <a:pt x="253781" y="57606"/>
                  </a:lnTo>
                  <a:lnTo>
                    <a:pt x="263542" y="59772"/>
                  </a:lnTo>
                  <a:lnTo>
                    <a:pt x="273303" y="61974"/>
                  </a:lnTo>
                  <a:lnTo>
                    <a:pt x="283063" y="62943"/>
                  </a:lnTo>
                  <a:lnTo>
                    <a:pt x="292824" y="65345"/>
                  </a:lnTo>
                  <a:lnTo>
                    <a:pt x="302585" y="67440"/>
                  </a:lnTo>
                  <a:lnTo>
                    <a:pt x="312346" y="68603"/>
                  </a:lnTo>
                  <a:lnTo>
                    <a:pt x="322107" y="69299"/>
                  </a:lnTo>
                  <a:lnTo>
                    <a:pt x="331867" y="71051"/>
                  </a:lnTo>
                  <a:lnTo>
                    <a:pt x="341628" y="73043"/>
                  </a:lnTo>
                  <a:lnTo>
                    <a:pt x="351389" y="74749"/>
                  </a:lnTo>
                  <a:lnTo>
                    <a:pt x="361150" y="75864"/>
                  </a:lnTo>
                  <a:lnTo>
                    <a:pt x="370911" y="76820"/>
                  </a:lnTo>
                  <a:lnTo>
                    <a:pt x="380672" y="77113"/>
                  </a:lnTo>
                  <a:lnTo>
                    <a:pt x="390432" y="78036"/>
                  </a:lnTo>
                  <a:lnTo>
                    <a:pt x="400193" y="78779"/>
                  </a:lnTo>
                  <a:lnTo>
                    <a:pt x="409954" y="80701"/>
                  </a:lnTo>
                  <a:lnTo>
                    <a:pt x="419715" y="82129"/>
                  </a:lnTo>
                  <a:lnTo>
                    <a:pt x="429476" y="84353"/>
                  </a:lnTo>
                  <a:lnTo>
                    <a:pt x="439236" y="84906"/>
                  </a:lnTo>
                  <a:lnTo>
                    <a:pt x="448997" y="85819"/>
                  </a:lnTo>
                  <a:lnTo>
                    <a:pt x="458758" y="87622"/>
                  </a:lnTo>
                  <a:lnTo>
                    <a:pt x="468519" y="89374"/>
                  </a:lnTo>
                  <a:lnTo>
                    <a:pt x="478280" y="89995"/>
                  </a:lnTo>
                  <a:lnTo>
                    <a:pt x="488041" y="91618"/>
                  </a:lnTo>
                  <a:lnTo>
                    <a:pt x="497801" y="93285"/>
                  </a:lnTo>
                  <a:lnTo>
                    <a:pt x="507562" y="94970"/>
                  </a:lnTo>
                  <a:lnTo>
                    <a:pt x="517323" y="95030"/>
                  </a:lnTo>
                  <a:lnTo>
                    <a:pt x="527084" y="95305"/>
                  </a:lnTo>
                  <a:lnTo>
                    <a:pt x="536845" y="95412"/>
                  </a:lnTo>
                  <a:lnTo>
                    <a:pt x="546606" y="95696"/>
                  </a:lnTo>
                  <a:lnTo>
                    <a:pt x="556366" y="96294"/>
                  </a:lnTo>
                  <a:lnTo>
                    <a:pt x="566127" y="96895"/>
                  </a:lnTo>
                  <a:lnTo>
                    <a:pt x="575888" y="97514"/>
                  </a:lnTo>
                  <a:lnTo>
                    <a:pt x="585649" y="98933"/>
                  </a:lnTo>
                  <a:lnTo>
                    <a:pt x="595410" y="99910"/>
                  </a:lnTo>
                  <a:lnTo>
                    <a:pt x="605170" y="101141"/>
                  </a:lnTo>
                  <a:lnTo>
                    <a:pt x="614931" y="102433"/>
                  </a:lnTo>
                  <a:lnTo>
                    <a:pt x="624692" y="103756"/>
                  </a:lnTo>
                  <a:lnTo>
                    <a:pt x="634453" y="105486"/>
                  </a:lnTo>
                  <a:lnTo>
                    <a:pt x="644214" y="106888"/>
                  </a:lnTo>
                  <a:lnTo>
                    <a:pt x="653975" y="107562"/>
                  </a:lnTo>
                  <a:lnTo>
                    <a:pt x="663735" y="108802"/>
                  </a:lnTo>
                  <a:lnTo>
                    <a:pt x="673496" y="109661"/>
                  </a:lnTo>
                  <a:lnTo>
                    <a:pt x="683257" y="110974"/>
                  </a:lnTo>
                  <a:lnTo>
                    <a:pt x="693018" y="111342"/>
                  </a:lnTo>
                  <a:lnTo>
                    <a:pt x="702779" y="113630"/>
                  </a:lnTo>
                  <a:lnTo>
                    <a:pt x="712539" y="114396"/>
                  </a:lnTo>
                  <a:lnTo>
                    <a:pt x="722300" y="115537"/>
                  </a:lnTo>
                  <a:lnTo>
                    <a:pt x="732061" y="114789"/>
                  </a:lnTo>
                  <a:lnTo>
                    <a:pt x="741822" y="115960"/>
                  </a:lnTo>
                  <a:lnTo>
                    <a:pt x="751583" y="116749"/>
                  </a:lnTo>
                  <a:lnTo>
                    <a:pt x="761344" y="116389"/>
                  </a:lnTo>
                  <a:lnTo>
                    <a:pt x="771104" y="117427"/>
                  </a:lnTo>
                  <a:lnTo>
                    <a:pt x="780865" y="117442"/>
                  </a:lnTo>
                  <a:lnTo>
                    <a:pt x="790626" y="117158"/>
                  </a:lnTo>
                  <a:lnTo>
                    <a:pt x="800387" y="116880"/>
                  </a:lnTo>
                  <a:lnTo>
                    <a:pt x="810148" y="116644"/>
                  </a:lnTo>
                  <a:lnTo>
                    <a:pt x="819909" y="116359"/>
                  </a:lnTo>
                  <a:lnTo>
                    <a:pt x="829669" y="116709"/>
                  </a:lnTo>
                  <a:lnTo>
                    <a:pt x="839430" y="116690"/>
                  </a:lnTo>
                  <a:lnTo>
                    <a:pt x="849191" y="116438"/>
                  </a:lnTo>
                  <a:lnTo>
                    <a:pt x="858952" y="118023"/>
                  </a:lnTo>
                  <a:lnTo>
                    <a:pt x="868713" y="118007"/>
                  </a:lnTo>
                  <a:lnTo>
                    <a:pt x="878473" y="118806"/>
                  </a:lnTo>
                  <a:lnTo>
                    <a:pt x="888234" y="118261"/>
                  </a:lnTo>
                  <a:lnTo>
                    <a:pt x="897995" y="117848"/>
                  </a:lnTo>
                  <a:lnTo>
                    <a:pt x="907756" y="118194"/>
                  </a:lnTo>
                  <a:lnTo>
                    <a:pt x="917517" y="118848"/>
                  </a:lnTo>
                  <a:lnTo>
                    <a:pt x="927278" y="119174"/>
                  </a:lnTo>
                  <a:lnTo>
                    <a:pt x="937038" y="119563"/>
                  </a:lnTo>
                  <a:lnTo>
                    <a:pt x="946799" y="120727"/>
                  </a:lnTo>
                  <a:lnTo>
                    <a:pt x="956560" y="120872"/>
                  </a:lnTo>
                  <a:lnTo>
                    <a:pt x="966321" y="120688"/>
                  </a:lnTo>
                  <a:lnTo>
                    <a:pt x="976082" y="121112"/>
                  </a:lnTo>
                  <a:lnTo>
                    <a:pt x="985842" y="120319"/>
                  </a:lnTo>
                  <a:lnTo>
                    <a:pt x="995603" y="119526"/>
                  </a:lnTo>
                  <a:lnTo>
                    <a:pt x="1005364" y="119998"/>
                  </a:lnTo>
                  <a:lnTo>
                    <a:pt x="1015125" y="120691"/>
                  </a:lnTo>
                  <a:lnTo>
                    <a:pt x="1024886" y="121386"/>
                  </a:lnTo>
                  <a:lnTo>
                    <a:pt x="1034647" y="122089"/>
                  </a:lnTo>
                  <a:lnTo>
                    <a:pt x="1044407" y="122118"/>
                  </a:lnTo>
                  <a:lnTo>
                    <a:pt x="1054168" y="121618"/>
                  </a:lnTo>
                  <a:lnTo>
                    <a:pt x="1063929" y="121303"/>
                  </a:lnTo>
                  <a:lnTo>
                    <a:pt x="1073690" y="120557"/>
                  </a:lnTo>
                  <a:lnTo>
                    <a:pt x="1083451" y="120454"/>
                  </a:lnTo>
                  <a:lnTo>
                    <a:pt x="1093212" y="120491"/>
                  </a:lnTo>
                  <a:lnTo>
                    <a:pt x="1102972" y="120179"/>
                  </a:lnTo>
                  <a:lnTo>
                    <a:pt x="1112733" y="120154"/>
                  </a:lnTo>
                  <a:lnTo>
                    <a:pt x="1122494" y="120536"/>
                  </a:lnTo>
                  <a:lnTo>
                    <a:pt x="1132255" y="120554"/>
                  </a:lnTo>
                  <a:lnTo>
                    <a:pt x="1142016" y="120358"/>
                  </a:lnTo>
                  <a:lnTo>
                    <a:pt x="1151776" y="120049"/>
                  </a:lnTo>
                  <a:lnTo>
                    <a:pt x="1161537" y="120238"/>
                  </a:lnTo>
                  <a:lnTo>
                    <a:pt x="1171298" y="120541"/>
                  </a:lnTo>
                  <a:lnTo>
                    <a:pt x="1181059" y="120477"/>
                  </a:lnTo>
                  <a:lnTo>
                    <a:pt x="1190820" y="121241"/>
                  </a:lnTo>
                  <a:lnTo>
                    <a:pt x="1200581" y="120973"/>
                  </a:lnTo>
                  <a:lnTo>
                    <a:pt x="1210341" y="120273"/>
                  </a:lnTo>
                  <a:lnTo>
                    <a:pt x="1220102" y="119575"/>
                  </a:lnTo>
                  <a:lnTo>
                    <a:pt x="1229863" y="120102"/>
                  </a:lnTo>
                  <a:lnTo>
                    <a:pt x="1239624" y="119688"/>
                  </a:lnTo>
                  <a:lnTo>
                    <a:pt x="1249385" y="119556"/>
                  </a:lnTo>
                  <a:lnTo>
                    <a:pt x="1259145" y="119177"/>
                  </a:lnTo>
                  <a:lnTo>
                    <a:pt x="1268906" y="118695"/>
                  </a:lnTo>
                  <a:lnTo>
                    <a:pt x="1278667" y="118211"/>
                  </a:lnTo>
                  <a:lnTo>
                    <a:pt x="1288428" y="117552"/>
                  </a:lnTo>
                  <a:lnTo>
                    <a:pt x="1298189" y="117113"/>
                  </a:lnTo>
                  <a:lnTo>
                    <a:pt x="1307950" y="116673"/>
                  </a:lnTo>
                  <a:lnTo>
                    <a:pt x="1317710" y="116233"/>
                  </a:lnTo>
                  <a:lnTo>
                    <a:pt x="1327471" y="115759"/>
                  </a:lnTo>
                  <a:lnTo>
                    <a:pt x="1337232" y="115279"/>
                  </a:lnTo>
                  <a:lnTo>
                    <a:pt x="1346993" y="115424"/>
                  </a:lnTo>
                  <a:lnTo>
                    <a:pt x="1356754" y="115767"/>
                  </a:lnTo>
                  <a:lnTo>
                    <a:pt x="1366515" y="115387"/>
                  </a:lnTo>
                  <a:lnTo>
                    <a:pt x="1376275" y="115478"/>
                  </a:lnTo>
                  <a:lnTo>
                    <a:pt x="1386036" y="115574"/>
                  </a:lnTo>
                  <a:lnTo>
                    <a:pt x="1395797" y="115680"/>
                  </a:lnTo>
                  <a:lnTo>
                    <a:pt x="1405558" y="115787"/>
                  </a:lnTo>
                  <a:lnTo>
                    <a:pt x="1415319" y="115884"/>
                  </a:lnTo>
                  <a:lnTo>
                    <a:pt x="1425079" y="115148"/>
                  </a:lnTo>
                  <a:lnTo>
                    <a:pt x="1434840" y="114424"/>
                  </a:lnTo>
                  <a:lnTo>
                    <a:pt x="1444601" y="114751"/>
                  </a:lnTo>
                  <a:lnTo>
                    <a:pt x="1454362" y="114082"/>
                  </a:lnTo>
                  <a:lnTo>
                    <a:pt x="1464123" y="114060"/>
                  </a:lnTo>
                  <a:lnTo>
                    <a:pt x="1473884" y="114060"/>
                  </a:lnTo>
                  <a:lnTo>
                    <a:pt x="1483644" y="114067"/>
                  </a:lnTo>
                  <a:lnTo>
                    <a:pt x="1493405" y="113377"/>
                  </a:lnTo>
                  <a:lnTo>
                    <a:pt x="1503166" y="112579"/>
                  </a:lnTo>
                  <a:lnTo>
                    <a:pt x="1512927" y="112092"/>
                  </a:lnTo>
                  <a:lnTo>
                    <a:pt x="1522688" y="111981"/>
                  </a:lnTo>
                  <a:lnTo>
                    <a:pt x="1532448" y="111871"/>
                  </a:lnTo>
                  <a:lnTo>
                    <a:pt x="1542209" y="111642"/>
                  </a:lnTo>
                  <a:lnTo>
                    <a:pt x="1551970" y="110694"/>
                  </a:lnTo>
                  <a:lnTo>
                    <a:pt x="1561731" y="110262"/>
                  </a:lnTo>
                  <a:lnTo>
                    <a:pt x="1571492" y="108741"/>
                  </a:lnTo>
                  <a:lnTo>
                    <a:pt x="1581253" y="107738"/>
                  </a:lnTo>
                  <a:lnTo>
                    <a:pt x="1591013" y="106754"/>
                  </a:lnTo>
                  <a:lnTo>
                    <a:pt x="1600774" y="106435"/>
                  </a:lnTo>
                  <a:lnTo>
                    <a:pt x="1610535" y="106343"/>
                  </a:lnTo>
                  <a:lnTo>
                    <a:pt x="1620296" y="106010"/>
                  </a:lnTo>
                  <a:lnTo>
                    <a:pt x="1630057" y="106096"/>
                  </a:lnTo>
                  <a:lnTo>
                    <a:pt x="1639818" y="106068"/>
                  </a:lnTo>
                  <a:lnTo>
                    <a:pt x="1649578" y="105369"/>
                  </a:lnTo>
                  <a:lnTo>
                    <a:pt x="1659339" y="104741"/>
                  </a:lnTo>
                  <a:lnTo>
                    <a:pt x="1669100" y="103952"/>
                  </a:lnTo>
                  <a:lnTo>
                    <a:pt x="1678861" y="103425"/>
                  </a:lnTo>
                  <a:lnTo>
                    <a:pt x="1688622" y="103074"/>
                  </a:lnTo>
                  <a:lnTo>
                    <a:pt x="1698382" y="102744"/>
                  </a:lnTo>
                  <a:lnTo>
                    <a:pt x="1708143" y="102430"/>
                  </a:lnTo>
                  <a:lnTo>
                    <a:pt x="1717904" y="101757"/>
                  </a:lnTo>
                  <a:lnTo>
                    <a:pt x="1727665" y="100976"/>
                  </a:lnTo>
                  <a:lnTo>
                    <a:pt x="1737426" y="100627"/>
                  </a:lnTo>
                  <a:lnTo>
                    <a:pt x="1747187" y="100285"/>
                  </a:lnTo>
                  <a:lnTo>
                    <a:pt x="1756947" y="99950"/>
                  </a:lnTo>
                  <a:lnTo>
                    <a:pt x="1766708" y="99614"/>
                  </a:lnTo>
                  <a:lnTo>
                    <a:pt x="1776469" y="99278"/>
                  </a:lnTo>
                  <a:lnTo>
                    <a:pt x="1786230" y="98941"/>
                  </a:lnTo>
                  <a:lnTo>
                    <a:pt x="1795991" y="98608"/>
                  </a:lnTo>
                  <a:lnTo>
                    <a:pt x="1805752" y="98276"/>
                  </a:lnTo>
                  <a:lnTo>
                    <a:pt x="1815512" y="97929"/>
                  </a:lnTo>
                  <a:lnTo>
                    <a:pt x="1825273" y="97238"/>
                  </a:lnTo>
                  <a:lnTo>
                    <a:pt x="1835034" y="96019"/>
                  </a:lnTo>
                  <a:lnTo>
                    <a:pt x="1844795" y="94772"/>
                  </a:lnTo>
                  <a:lnTo>
                    <a:pt x="1854556" y="93519"/>
                  </a:lnTo>
                  <a:lnTo>
                    <a:pt x="1864316" y="92266"/>
                  </a:lnTo>
                  <a:lnTo>
                    <a:pt x="1874077" y="91097"/>
                  </a:lnTo>
                  <a:lnTo>
                    <a:pt x="1883838" y="90655"/>
                  </a:lnTo>
                  <a:lnTo>
                    <a:pt x="1893599" y="90223"/>
                  </a:lnTo>
                  <a:lnTo>
                    <a:pt x="1903360" y="89791"/>
                  </a:lnTo>
                  <a:lnTo>
                    <a:pt x="1913121" y="89357"/>
                  </a:lnTo>
                  <a:lnTo>
                    <a:pt x="1922881" y="88924"/>
                  </a:lnTo>
                  <a:lnTo>
                    <a:pt x="1932642" y="88489"/>
                  </a:lnTo>
                  <a:lnTo>
                    <a:pt x="1942403" y="88054"/>
                  </a:lnTo>
                  <a:lnTo>
                    <a:pt x="1952164" y="87618"/>
                  </a:lnTo>
                  <a:lnTo>
                    <a:pt x="1961925" y="87182"/>
                  </a:lnTo>
                  <a:lnTo>
                    <a:pt x="1971685" y="86745"/>
                  </a:lnTo>
                  <a:lnTo>
                    <a:pt x="1981446" y="86308"/>
                  </a:lnTo>
                  <a:lnTo>
                    <a:pt x="1991207" y="85764"/>
                  </a:lnTo>
                  <a:lnTo>
                    <a:pt x="2000968" y="85074"/>
                  </a:lnTo>
                  <a:lnTo>
                    <a:pt x="2010729" y="84384"/>
                  </a:lnTo>
                  <a:lnTo>
                    <a:pt x="2020490" y="83988"/>
                  </a:lnTo>
                  <a:lnTo>
                    <a:pt x="2030250" y="83691"/>
                  </a:lnTo>
                  <a:lnTo>
                    <a:pt x="2040011" y="83398"/>
                  </a:lnTo>
                  <a:lnTo>
                    <a:pt x="2049772" y="82988"/>
                  </a:lnTo>
                  <a:lnTo>
                    <a:pt x="2059533" y="82186"/>
                  </a:lnTo>
                  <a:lnTo>
                    <a:pt x="2069294" y="81383"/>
                  </a:lnTo>
                  <a:lnTo>
                    <a:pt x="2079055" y="80576"/>
                  </a:lnTo>
                  <a:lnTo>
                    <a:pt x="2088815" y="80069"/>
                  </a:lnTo>
                  <a:lnTo>
                    <a:pt x="2098576" y="79361"/>
                  </a:lnTo>
                  <a:lnTo>
                    <a:pt x="2108337" y="78286"/>
                  </a:lnTo>
                  <a:lnTo>
                    <a:pt x="2118098" y="77290"/>
                  </a:lnTo>
                  <a:lnTo>
                    <a:pt x="2127859" y="76456"/>
                  </a:lnTo>
                  <a:lnTo>
                    <a:pt x="2137619" y="75628"/>
                  </a:lnTo>
                  <a:lnTo>
                    <a:pt x="2147380" y="75051"/>
                  </a:lnTo>
                  <a:lnTo>
                    <a:pt x="2157141" y="74712"/>
                  </a:lnTo>
                  <a:lnTo>
                    <a:pt x="2166902" y="74373"/>
                  </a:lnTo>
                  <a:lnTo>
                    <a:pt x="2176663" y="74044"/>
                  </a:lnTo>
                  <a:lnTo>
                    <a:pt x="2186424" y="73726"/>
                  </a:lnTo>
                  <a:lnTo>
                    <a:pt x="2196184" y="73407"/>
                  </a:lnTo>
                  <a:lnTo>
                    <a:pt x="2205945" y="73087"/>
                  </a:lnTo>
                  <a:lnTo>
                    <a:pt x="2215706" y="72812"/>
                  </a:lnTo>
                  <a:lnTo>
                    <a:pt x="2225467" y="72433"/>
                  </a:lnTo>
                  <a:lnTo>
                    <a:pt x="2235228" y="71675"/>
                  </a:lnTo>
                  <a:lnTo>
                    <a:pt x="2244988" y="70724"/>
                  </a:lnTo>
                  <a:lnTo>
                    <a:pt x="2254749" y="69771"/>
                  </a:lnTo>
                  <a:lnTo>
                    <a:pt x="2264510" y="68815"/>
                  </a:lnTo>
                  <a:lnTo>
                    <a:pt x="2274271" y="67856"/>
                  </a:lnTo>
                  <a:lnTo>
                    <a:pt x="2284032" y="66894"/>
                  </a:lnTo>
                  <a:lnTo>
                    <a:pt x="2293793" y="65930"/>
                  </a:lnTo>
                  <a:lnTo>
                    <a:pt x="2303553" y="64976"/>
                  </a:lnTo>
                  <a:lnTo>
                    <a:pt x="2313314" y="64020"/>
                  </a:lnTo>
                  <a:lnTo>
                    <a:pt x="2323075" y="63061"/>
                  </a:lnTo>
                  <a:lnTo>
                    <a:pt x="2332836" y="62099"/>
                  </a:lnTo>
                  <a:lnTo>
                    <a:pt x="2342597" y="61134"/>
                  </a:lnTo>
                  <a:lnTo>
                    <a:pt x="2352358" y="60167"/>
                  </a:lnTo>
                  <a:lnTo>
                    <a:pt x="2362118" y="59203"/>
                  </a:lnTo>
                  <a:lnTo>
                    <a:pt x="2371879" y="58236"/>
                  </a:lnTo>
                  <a:lnTo>
                    <a:pt x="2381640" y="57267"/>
                  </a:lnTo>
                  <a:lnTo>
                    <a:pt x="2391401" y="56662"/>
                  </a:lnTo>
                  <a:lnTo>
                    <a:pt x="2401162" y="56118"/>
                  </a:lnTo>
                  <a:lnTo>
                    <a:pt x="2410922" y="55577"/>
                  </a:lnTo>
                  <a:lnTo>
                    <a:pt x="2420683" y="55045"/>
                  </a:lnTo>
                  <a:lnTo>
                    <a:pt x="2430444" y="54513"/>
                  </a:lnTo>
                  <a:lnTo>
                    <a:pt x="2440205" y="53981"/>
                  </a:lnTo>
                  <a:lnTo>
                    <a:pt x="2449966" y="53449"/>
                  </a:lnTo>
                  <a:lnTo>
                    <a:pt x="2459727" y="52915"/>
                  </a:lnTo>
                  <a:lnTo>
                    <a:pt x="2469487" y="52381"/>
                  </a:lnTo>
                  <a:lnTo>
                    <a:pt x="2479248" y="51846"/>
                  </a:lnTo>
                  <a:lnTo>
                    <a:pt x="2489009" y="51484"/>
                  </a:lnTo>
                  <a:lnTo>
                    <a:pt x="2498770" y="51126"/>
                  </a:lnTo>
                  <a:lnTo>
                    <a:pt x="2508531" y="50768"/>
                  </a:lnTo>
                  <a:lnTo>
                    <a:pt x="2518291" y="50412"/>
                  </a:lnTo>
                  <a:lnTo>
                    <a:pt x="2528052" y="50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6312408" y="5003358"/>
              <a:ext cx="2528052" cy="146236"/>
            </a:xfrm>
            <a:custGeom>
              <a:avLst/>
              <a:pathLst>
                <a:path w="2528052" h="146236">
                  <a:moveTo>
                    <a:pt x="2528052" y="146236"/>
                  </a:moveTo>
                  <a:lnTo>
                    <a:pt x="2518291" y="145855"/>
                  </a:lnTo>
                  <a:lnTo>
                    <a:pt x="2508531" y="145472"/>
                  </a:lnTo>
                  <a:lnTo>
                    <a:pt x="2498770" y="145088"/>
                  </a:lnTo>
                  <a:lnTo>
                    <a:pt x="2489009" y="144703"/>
                  </a:lnTo>
                  <a:lnTo>
                    <a:pt x="2479248" y="144317"/>
                  </a:lnTo>
                  <a:lnTo>
                    <a:pt x="2469487" y="143930"/>
                  </a:lnTo>
                  <a:lnTo>
                    <a:pt x="2459727" y="143542"/>
                  </a:lnTo>
                  <a:lnTo>
                    <a:pt x="2449966" y="143152"/>
                  </a:lnTo>
                  <a:lnTo>
                    <a:pt x="2440205" y="142762"/>
                  </a:lnTo>
                  <a:lnTo>
                    <a:pt x="2430444" y="142370"/>
                  </a:lnTo>
                  <a:lnTo>
                    <a:pt x="2420683" y="141960"/>
                  </a:lnTo>
                  <a:lnTo>
                    <a:pt x="2410922" y="141450"/>
                  </a:lnTo>
                  <a:lnTo>
                    <a:pt x="2401162" y="140936"/>
                  </a:lnTo>
                  <a:lnTo>
                    <a:pt x="2391401" y="140377"/>
                  </a:lnTo>
                  <a:lnTo>
                    <a:pt x="2381640" y="139615"/>
                  </a:lnTo>
                  <a:lnTo>
                    <a:pt x="2371879" y="138850"/>
                  </a:lnTo>
                  <a:lnTo>
                    <a:pt x="2362118" y="138082"/>
                  </a:lnTo>
                  <a:lnTo>
                    <a:pt x="2352358" y="137587"/>
                  </a:lnTo>
                  <a:lnTo>
                    <a:pt x="2342597" y="137226"/>
                  </a:lnTo>
                  <a:lnTo>
                    <a:pt x="2332836" y="136863"/>
                  </a:lnTo>
                  <a:lnTo>
                    <a:pt x="2323075" y="136497"/>
                  </a:lnTo>
                  <a:lnTo>
                    <a:pt x="2313314" y="136129"/>
                  </a:lnTo>
                  <a:lnTo>
                    <a:pt x="2303553" y="135619"/>
                  </a:lnTo>
                  <a:lnTo>
                    <a:pt x="2293793" y="135072"/>
                  </a:lnTo>
                  <a:lnTo>
                    <a:pt x="2284032" y="134520"/>
                  </a:lnTo>
                  <a:lnTo>
                    <a:pt x="2274271" y="133965"/>
                  </a:lnTo>
                  <a:lnTo>
                    <a:pt x="2264510" y="133407"/>
                  </a:lnTo>
                  <a:lnTo>
                    <a:pt x="2254749" y="132829"/>
                  </a:lnTo>
                  <a:lnTo>
                    <a:pt x="2244988" y="132216"/>
                  </a:lnTo>
                  <a:lnTo>
                    <a:pt x="2235228" y="131600"/>
                  </a:lnTo>
                  <a:lnTo>
                    <a:pt x="2225467" y="130982"/>
                  </a:lnTo>
                  <a:lnTo>
                    <a:pt x="2215706" y="130360"/>
                  </a:lnTo>
                  <a:lnTo>
                    <a:pt x="2205945" y="129736"/>
                  </a:lnTo>
                  <a:lnTo>
                    <a:pt x="2196184" y="129109"/>
                  </a:lnTo>
                  <a:lnTo>
                    <a:pt x="2186424" y="128473"/>
                  </a:lnTo>
                  <a:lnTo>
                    <a:pt x="2176663" y="127656"/>
                  </a:lnTo>
                  <a:lnTo>
                    <a:pt x="2166902" y="127014"/>
                  </a:lnTo>
                  <a:lnTo>
                    <a:pt x="2157141" y="126286"/>
                  </a:lnTo>
                  <a:lnTo>
                    <a:pt x="2147380" y="125535"/>
                  </a:lnTo>
                  <a:lnTo>
                    <a:pt x="2137619" y="124829"/>
                  </a:lnTo>
                  <a:lnTo>
                    <a:pt x="2127859" y="124024"/>
                  </a:lnTo>
                  <a:lnTo>
                    <a:pt x="2118098" y="123214"/>
                  </a:lnTo>
                  <a:lnTo>
                    <a:pt x="2108337" y="122397"/>
                  </a:lnTo>
                  <a:lnTo>
                    <a:pt x="2098576" y="121648"/>
                  </a:lnTo>
                  <a:lnTo>
                    <a:pt x="2088815" y="121112"/>
                  </a:lnTo>
                  <a:lnTo>
                    <a:pt x="2079055" y="120574"/>
                  </a:lnTo>
                  <a:lnTo>
                    <a:pt x="2069294" y="120033"/>
                  </a:lnTo>
                  <a:lnTo>
                    <a:pt x="2059533" y="119489"/>
                  </a:lnTo>
                  <a:lnTo>
                    <a:pt x="2049772" y="118942"/>
                  </a:lnTo>
                  <a:lnTo>
                    <a:pt x="2040011" y="118393"/>
                  </a:lnTo>
                  <a:lnTo>
                    <a:pt x="2030250" y="117841"/>
                  </a:lnTo>
                  <a:lnTo>
                    <a:pt x="2020490" y="117286"/>
                  </a:lnTo>
                  <a:lnTo>
                    <a:pt x="2010729" y="116613"/>
                  </a:lnTo>
                  <a:lnTo>
                    <a:pt x="2000968" y="115928"/>
                  </a:lnTo>
                  <a:lnTo>
                    <a:pt x="1991207" y="115241"/>
                  </a:lnTo>
                  <a:lnTo>
                    <a:pt x="1981446" y="114550"/>
                  </a:lnTo>
                  <a:lnTo>
                    <a:pt x="1971685" y="113857"/>
                  </a:lnTo>
                  <a:lnTo>
                    <a:pt x="1961925" y="113160"/>
                  </a:lnTo>
                  <a:lnTo>
                    <a:pt x="1952164" y="112460"/>
                  </a:lnTo>
                  <a:lnTo>
                    <a:pt x="1942403" y="111757"/>
                  </a:lnTo>
                  <a:lnTo>
                    <a:pt x="1932642" y="111050"/>
                  </a:lnTo>
                  <a:lnTo>
                    <a:pt x="1922881" y="110341"/>
                  </a:lnTo>
                  <a:lnTo>
                    <a:pt x="1913121" y="109628"/>
                  </a:lnTo>
                  <a:lnTo>
                    <a:pt x="1903360" y="108912"/>
                  </a:lnTo>
                  <a:lnTo>
                    <a:pt x="1893599" y="108192"/>
                  </a:lnTo>
                  <a:lnTo>
                    <a:pt x="1883838" y="107467"/>
                  </a:lnTo>
                  <a:lnTo>
                    <a:pt x="1874077" y="106739"/>
                  </a:lnTo>
                  <a:lnTo>
                    <a:pt x="1864316" y="106008"/>
                  </a:lnTo>
                  <a:lnTo>
                    <a:pt x="1854556" y="105273"/>
                  </a:lnTo>
                  <a:lnTo>
                    <a:pt x="1844795" y="104535"/>
                  </a:lnTo>
                  <a:lnTo>
                    <a:pt x="1835034" y="103793"/>
                  </a:lnTo>
                  <a:lnTo>
                    <a:pt x="1825273" y="103047"/>
                  </a:lnTo>
                  <a:lnTo>
                    <a:pt x="1815512" y="102297"/>
                  </a:lnTo>
                  <a:lnTo>
                    <a:pt x="1805752" y="101544"/>
                  </a:lnTo>
                  <a:lnTo>
                    <a:pt x="1795991" y="100788"/>
                  </a:lnTo>
                  <a:lnTo>
                    <a:pt x="1786230" y="100028"/>
                  </a:lnTo>
                  <a:lnTo>
                    <a:pt x="1776469" y="99264"/>
                  </a:lnTo>
                  <a:lnTo>
                    <a:pt x="1766708" y="98497"/>
                  </a:lnTo>
                  <a:lnTo>
                    <a:pt x="1756947" y="97727"/>
                  </a:lnTo>
                  <a:lnTo>
                    <a:pt x="1747187" y="96952"/>
                  </a:lnTo>
                  <a:lnTo>
                    <a:pt x="1737426" y="96170"/>
                  </a:lnTo>
                  <a:lnTo>
                    <a:pt x="1727665" y="95385"/>
                  </a:lnTo>
                  <a:lnTo>
                    <a:pt x="1717904" y="94596"/>
                  </a:lnTo>
                  <a:lnTo>
                    <a:pt x="1708143" y="93803"/>
                  </a:lnTo>
                  <a:lnTo>
                    <a:pt x="1698382" y="93007"/>
                  </a:lnTo>
                  <a:lnTo>
                    <a:pt x="1688622" y="92207"/>
                  </a:lnTo>
                  <a:lnTo>
                    <a:pt x="1678861" y="91386"/>
                  </a:lnTo>
                  <a:lnTo>
                    <a:pt x="1669100" y="90397"/>
                  </a:lnTo>
                  <a:lnTo>
                    <a:pt x="1659339" y="89687"/>
                  </a:lnTo>
                  <a:lnTo>
                    <a:pt x="1649578" y="88992"/>
                  </a:lnTo>
                  <a:lnTo>
                    <a:pt x="1639818" y="88184"/>
                  </a:lnTo>
                  <a:lnTo>
                    <a:pt x="1630057" y="87373"/>
                  </a:lnTo>
                  <a:lnTo>
                    <a:pt x="1620296" y="86644"/>
                  </a:lnTo>
                  <a:lnTo>
                    <a:pt x="1610535" y="86117"/>
                  </a:lnTo>
                  <a:lnTo>
                    <a:pt x="1600774" y="85585"/>
                  </a:lnTo>
                  <a:lnTo>
                    <a:pt x="1591013" y="84781"/>
                  </a:lnTo>
                  <a:lnTo>
                    <a:pt x="1581253" y="84143"/>
                  </a:lnTo>
                  <a:lnTo>
                    <a:pt x="1571492" y="83689"/>
                  </a:lnTo>
                  <a:lnTo>
                    <a:pt x="1561731" y="83234"/>
                  </a:lnTo>
                  <a:lnTo>
                    <a:pt x="1551970" y="82695"/>
                  </a:lnTo>
                  <a:lnTo>
                    <a:pt x="1542209" y="82172"/>
                  </a:lnTo>
                  <a:lnTo>
                    <a:pt x="1532448" y="81643"/>
                  </a:lnTo>
                  <a:lnTo>
                    <a:pt x="1522688" y="81090"/>
                  </a:lnTo>
                  <a:lnTo>
                    <a:pt x="1512927" y="80006"/>
                  </a:lnTo>
                  <a:lnTo>
                    <a:pt x="1503166" y="79241"/>
                  </a:lnTo>
                  <a:lnTo>
                    <a:pt x="1493405" y="78559"/>
                  </a:lnTo>
                  <a:lnTo>
                    <a:pt x="1483644" y="77988"/>
                  </a:lnTo>
                  <a:lnTo>
                    <a:pt x="1473884" y="77568"/>
                  </a:lnTo>
                  <a:lnTo>
                    <a:pt x="1464123" y="77150"/>
                  </a:lnTo>
                  <a:lnTo>
                    <a:pt x="1454362" y="76539"/>
                  </a:lnTo>
                  <a:lnTo>
                    <a:pt x="1444601" y="76057"/>
                  </a:lnTo>
                  <a:lnTo>
                    <a:pt x="1434840" y="74842"/>
                  </a:lnTo>
                  <a:lnTo>
                    <a:pt x="1425079" y="73650"/>
                  </a:lnTo>
                  <a:lnTo>
                    <a:pt x="1415319" y="72922"/>
                  </a:lnTo>
                  <a:lnTo>
                    <a:pt x="1405558" y="72190"/>
                  </a:lnTo>
                  <a:lnTo>
                    <a:pt x="1395797" y="71454"/>
                  </a:lnTo>
                  <a:lnTo>
                    <a:pt x="1386036" y="70490"/>
                  </a:lnTo>
                  <a:lnTo>
                    <a:pt x="1376275" y="69826"/>
                  </a:lnTo>
                  <a:lnTo>
                    <a:pt x="1366515" y="68669"/>
                  </a:lnTo>
                  <a:lnTo>
                    <a:pt x="1356754" y="67597"/>
                  </a:lnTo>
                  <a:lnTo>
                    <a:pt x="1346993" y="67111"/>
                  </a:lnTo>
                  <a:lnTo>
                    <a:pt x="1337232" y="66011"/>
                  </a:lnTo>
                  <a:lnTo>
                    <a:pt x="1327471" y="64901"/>
                  </a:lnTo>
                  <a:lnTo>
                    <a:pt x="1317710" y="63778"/>
                  </a:lnTo>
                  <a:lnTo>
                    <a:pt x="1307950" y="62652"/>
                  </a:lnTo>
                  <a:lnTo>
                    <a:pt x="1298189" y="62204"/>
                  </a:lnTo>
                  <a:lnTo>
                    <a:pt x="1288428" y="61754"/>
                  </a:lnTo>
                  <a:lnTo>
                    <a:pt x="1278667" y="61302"/>
                  </a:lnTo>
                  <a:lnTo>
                    <a:pt x="1268906" y="60844"/>
                  </a:lnTo>
                  <a:lnTo>
                    <a:pt x="1259145" y="60047"/>
                  </a:lnTo>
                  <a:lnTo>
                    <a:pt x="1249385" y="59085"/>
                  </a:lnTo>
                  <a:lnTo>
                    <a:pt x="1239624" y="58586"/>
                  </a:lnTo>
                  <a:lnTo>
                    <a:pt x="1229863" y="57692"/>
                  </a:lnTo>
                  <a:lnTo>
                    <a:pt x="1220102" y="57239"/>
                  </a:lnTo>
                  <a:lnTo>
                    <a:pt x="1210341" y="56488"/>
                  </a:lnTo>
                  <a:lnTo>
                    <a:pt x="1200581" y="55311"/>
                  </a:lnTo>
                  <a:lnTo>
                    <a:pt x="1190820" y="54144"/>
                  </a:lnTo>
                  <a:lnTo>
                    <a:pt x="1181059" y="53545"/>
                  </a:lnTo>
                  <a:lnTo>
                    <a:pt x="1171298" y="52542"/>
                  </a:lnTo>
                  <a:lnTo>
                    <a:pt x="1161537" y="52127"/>
                  </a:lnTo>
                  <a:lnTo>
                    <a:pt x="1151776" y="51707"/>
                  </a:lnTo>
                  <a:lnTo>
                    <a:pt x="1142016" y="51292"/>
                  </a:lnTo>
                  <a:lnTo>
                    <a:pt x="1132255" y="50872"/>
                  </a:lnTo>
                  <a:lnTo>
                    <a:pt x="1122494" y="50435"/>
                  </a:lnTo>
                  <a:lnTo>
                    <a:pt x="1112733" y="49903"/>
                  </a:lnTo>
                  <a:lnTo>
                    <a:pt x="1102972" y="49368"/>
                  </a:lnTo>
                  <a:lnTo>
                    <a:pt x="1093212" y="48830"/>
                  </a:lnTo>
                  <a:lnTo>
                    <a:pt x="1083451" y="48053"/>
                  </a:lnTo>
                  <a:lnTo>
                    <a:pt x="1073690" y="46620"/>
                  </a:lnTo>
                  <a:lnTo>
                    <a:pt x="1063929" y="45714"/>
                  </a:lnTo>
                  <a:lnTo>
                    <a:pt x="1054168" y="44167"/>
                  </a:lnTo>
                  <a:lnTo>
                    <a:pt x="1044407" y="43289"/>
                  </a:lnTo>
                  <a:lnTo>
                    <a:pt x="1034647" y="43128"/>
                  </a:lnTo>
                  <a:lnTo>
                    <a:pt x="1024886" y="42886"/>
                  </a:lnTo>
                  <a:lnTo>
                    <a:pt x="1015125" y="41908"/>
                  </a:lnTo>
                  <a:lnTo>
                    <a:pt x="1005364" y="41248"/>
                  </a:lnTo>
                  <a:lnTo>
                    <a:pt x="995603" y="40355"/>
                  </a:lnTo>
                  <a:lnTo>
                    <a:pt x="985842" y="39957"/>
                  </a:lnTo>
                  <a:lnTo>
                    <a:pt x="976082" y="39510"/>
                  </a:lnTo>
                  <a:lnTo>
                    <a:pt x="966321" y="38804"/>
                  </a:lnTo>
                  <a:lnTo>
                    <a:pt x="956560" y="38048"/>
                  </a:lnTo>
                  <a:lnTo>
                    <a:pt x="946799" y="37556"/>
                  </a:lnTo>
                  <a:lnTo>
                    <a:pt x="937038" y="37149"/>
                  </a:lnTo>
                  <a:lnTo>
                    <a:pt x="927278" y="36541"/>
                  </a:lnTo>
                  <a:lnTo>
                    <a:pt x="917517" y="35537"/>
                  </a:lnTo>
                  <a:lnTo>
                    <a:pt x="907756" y="34389"/>
                  </a:lnTo>
                  <a:lnTo>
                    <a:pt x="897995" y="33492"/>
                  </a:lnTo>
                  <a:lnTo>
                    <a:pt x="888234" y="32460"/>
                  </a:lnTo>
                  <a:lnTo>
                    <a:pt x="878473" y="31382"/>
                  </a:lnTo>
                  <a:lnTo>
                    <a:pt x="868713" y="30505"/>
                  </a:lnTo>
                  <a:lnTo>
                    <a:pt x="858952" y="29640"/>
                  </a:lnTo>
                  <a:lnTo>
                    <a:pt x="849191" y="28785"/>
                  </a:lnTo>
                  <a:lnTo>
                    <a:pt x="839430" y="27914"/>
                  </a:lnTo>
                  <a:lnTo>
                    <a:pt x="829669" y="26583"/>
                  </a:lnTo>
                  <a:lnTo>
                    <a:pt x="819909" y="25525"/>
                  </a:lnTo>
                  <a:lnTo>
                    <a:pt x="810148" y="25044"/>
                  </a:lnTo>
                  <a:lnTo>
                    <a:pt x="800387" y="24406"/>
                  </a:lnTo>
                  <a:lnTo>
                    <a:pt x="790626" y="23515"/>
                  </a:lnTo>
                  <a:lnTo>
                    <a:pt x="780865" y="22626"/>
                  </a:lnTo>
                  <a:lnTo>
                    <a:pt x="771104" y="21762"/>
                  </a:lnTo>
                  <a:lnTo>
                    <a:pt x="761344" y="21105"/>
                  </a:lnTo>
                  <a:lnTo>
                    <a:pt x="751583" y="20037"/>
                  </a:lnTo>
                  <a:lnTo>
                    <a:pt x="741822" y="19229"/>
                  </a:lnTo>
                  <a:lnTo>
                    <a:pt x="732061" y="18944"/>
                  </a:lnTo>
                  <a:lnTo>
                    <a:pt x="722300" y="18936"/>
                  </a:lnTo>
                  <a:lnTo>
                    <a:pt x="712539" y="18783"/>
                  </a:lnTo>
                  <a:lnTo>
                    <a:pt x="702779" y="17856"/>
                  </a:lnTo>
                  <a:lnTo>
                    <a:pt x="693018" y="17109"/>
                  </a:lnTo>
                  <a:lnTo>
                    <a:pt x="683257" y="17161"/>
                  </a:lnTo>
                  <a:lnTo>
                    <a:pt x="673496" y="17166"/>
                  </a:lnTo>
                  <a:lnTo>
                    <a:pt x="663735" y="16902"/>
                  </a:lnTo>
                  <a:lnTo>
                    <a:pt x="653975" y="15617"/>
                  </a:lnTo>
                  <a:lnTo>
                    <a:pt x="644214" y="15573"/>
                  </a:lnTo>
                  <a:lnTo>
                    <a:pt x="634453" y="15047"/>
                  </a:lnTo>
                  <a:lnTo>
                    <a:pt x="624692" y="15079"/>
                  </a:lnTo>
                  <a:lnTo>
                    <a:pt x="614931" y="14338"/>
                  </a:lnTo>
                  <a:lnTo>
                    <a:pt x="605170" y="13167"/>
                  </a:lnTo>
                  <a:lnTo>
                    <a:pt x="595410" y="12515"/>
                  </a:lnTo>
                  <a:lnTo>
                    <a:pt x="585649" y="12105"/>
                  </a:lnTo>
                  <a:lnTo>
                    <a:pt x="575888" y="11354"/>
                  </a:lnTo>
                  <a:lnTo>
                    <a:pt x="566127" y="10020"/>
                  </a:lnTo>
                  <a:lnTo>
                    <a:pt x="556366" y="9919"/>
                  </a:lnTo>
                  <a:lnTo>
                    <a:pt x="546606" y="9850"/>
                  </a:lnTo>
                  <a:lnTo>
                    <a:pt x="536845" y="9750"/>
                  </a:lnTo>
                  <a:lnTo>
                    <a:pt x="527084" y="9304"/>
                  </a:lnTo>
                  <a:lnTo>
                    <a:pt x="517323" y="8680"/>
                  </a:lnTo>
                  <a:lnTo>
                    <a:pt x="507562" y="8599"/>
                  </a:lnTo>
                  <a:lnTo>
                    <a:pt x="497801" y="8604"/>
                  </a:lnTo>
                  <a:lnTo>
                    <a:pt x="488041" y="8635"/>
                  </a:lnTo>
                  <a:lnTo>
                    <a:pt x="478280" y="8668"/>
                  </a:lnTo>
                  <a:lnTo>
                    <a:pt x="468519" y="8705"/>
                  </a:lnTo>
                  <a:lnTo>
                    <a:pt x="458758" y="8741"/>
                  </a:lnTo>
                  <a:lnTo>
                    <a:pt x="448997" y="8651"/>
                  </a:lnTo>
                  <a:lnTo>
                    <a:pt x="439236" y="8601"/>
                  </a:lnTo>
                  <a:lnTo>
                    <a:pt x="429476" y="7802"/>
                  </a:lnTo>
                  <a:lnTo>
                    <a:pt x="419715" y="6641"/>
                  </a:lnTo>
                  <a:lnTo>
                    <a:pt x="409954" y="6635"/>
                  </a:lnTo>
                  <a:lnTo>
                    <a:pt x="400193" y="7030"/>
                  </a:lnTo>
                  <a:lnTo>
                    <a:pt x="390432" y="7423"/>
                  </a:lnTo>
                  <a:lnTo>
                    <a:pt x="380672" y="6964"/>
                  </a:lnTo>
                  <a:lnTo>
                    <a:pt x="370911" y="6372"/>
                  </a:lnTo>
                  <a:lnTo>
                    <a:pt x="361150" y="5624"/>
                  </a:lnTo>
                  <a:lnTo>
                    <a:pt x="351389" y="4875"/>
                  </a:lnTo>
                  <a:lnTo>
                    <a:pt x="341628" y="4124"/>
                  </a:lnTo>
                  <a:lnTo>
                    <a:pt x="331867" y="3370"/>
                  </a:lnTo>
                  <a:lnTo>
                    <a:pt x="322107" y="2855"/>
                  </a:lnTo>
                  <a:lnTo>
                    <a:pt x="312346" y="2578"/>
                  </a:lnTo>
                  <a:lnTo>
                    <a:pt x="302585" y="2330"/>
                  </a:lnTo>
                  <a:lnTo>
                    <a:pt x="292824" y="2032"/>
                  </a:lnTo>
                  <a:lnTo>
                    <a:pt x="283063" y="1772"/>
                  </a:lnTo>
                  <a:lnTo>
                    <a:pt x="273303" y="1705"/>
                  </a:lnTo>
                  <a:lnTo>
                    <a:pt x="263542" y="1855"/>
                  </a:lnTo>
                  <a:lnTo>
                    <a:pt x="253781" y="2257"/>
                  </a:lnTo>
                  <a:lnTo>
                    <a:pt x="244020" y="2256"/>
                  </a:lnTo>
                  <a:lnTo>
                    <a:pt x="234259" y="2240"/>
                  </a:lnTo>
                  <a:lnTo>
                    <a:pt x="224498" y="2218"/>
                  </a:lnTo>
                  <a:lnTo>
                    <a:pt x="214738" y="2200"/>
                  </a:lnTo>
                  <a:lnTo>
                    <a:pt x="204977" y="2090"/>
                  </a:lnTo>
                  <a:lnTo>
                    <a:pt x="195216" y="1742"/>
                  </a:lnTo>
                  <a:lnTo>
                    <a:pt x="185455" y="1397"/>
                  </a:lnTo>
                  <a:lnTo>
                    <a:pt x="175694" y="1050"/>
                  </a:lnTo>
                  <a:lnTo>
                    <a:pt x="165933" y="862"/>
                  </a:lnTo>
                  <a:lnTo>
                    <a:pt x="156173" y="511"/>
                  </a:lnTo>
                  <a:lnTo>
                    <a:pt x="146412" y="1011"/>
                  </a:lnTo>
                  <a:lnTo>
                    <a:pt x="136651" y="690"/>
                  </a:lnTo>
                  <a:lnTo>
                    <a:pt x="126890" y="0"/>
                  </a:lnTo>
                  <a:lnTo>
                    <a:pt x="117129" y="150"/>
                  </a:lnTo>
                  <a:lnTo>
                    <a:pt x="107369" y="546"/>
                  </a:lnTo>
                  <a:lnTo>
                    <a:pt x="97608" y="923"/>
                  </a:lnTo>
                  <a:lnTo>
                    <a:pt x="87847" y="688"/>
                  </a:lnTo>
                  <a:lnTo>
                    <a:pt x="78086" y="420"/>
                  </a:lnTo>
                  <a:lnTo>
                    <a:pt x="68325" y="445"/>
                  </a:lnTo>
                  <a:lnTo>
                    <a:pt x="58564" y="989"/>
                  </a:lnTo>
                  <a:lnTo>
                    <a:pt x="48804" y="712"/>
                  </a:lnTo>
                  <a:lnTo>
                    <a:pt x="39043" y="818"/>
                  </a:lnTo>
                  <a:lnTo>
                    <a:pt x="29282" y="1529"/>
                  </a:lnTo>
                  <a:lnTo>
                    <a:pt x="19521" y="1902"/>
                  </a:lnTo>
                  <a:lnTo>
                    <a:pt x="9760" y="1607"/>
                  </a:lnTo>
                  <a:lnTo>
                    <a:pt x="0" y="1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6312408" y="2260449"/>
              <a:ext cx="2528052" cy="2976065"/>
            </a:xfrm>
            <a:custGeom>
              <a:avLst/>
              <a:pathLst>
                <a:path w="2528052" h="2976065">
                  <a:moveTo>
                    <a:pt x="0" y="2632372"/>
                  </a:moveTo>
                  <a:lnTo>
                    <a:pt x="9760" y="2634809"/>
                  </a:lnTo>
                  <a:lnTo>
                    <a:pt x="19521" y="2637827"/>
                  </a:lnTo>
                  <a:lnTo>
                    <a:pt x="29282" y="2639952"/>
                  </a:lnTo>
                  <a:lnTo>
                    <a:pt x="39043" y="2642786"/>
                  </a:lnTo>
                  <a:lnTo>
                    <a:pt x="48804" y="2644901"/>
                  </a:lnTo>
                  <a:lnTo>
                    <a:pt x="58564" y="2645812"/>
                  </a:lnTo>
                  <a:lnTo>
                    <a:pt x="68325" y="2647221"/>
                  </a:lnTo>
                  <a:lnTo>
                    <a:pt x="78086" y="2648686"/>
                  </a:lnTo>
                  <a:lnTo>
                    <a:pt x="87847" y="2651009"/>
                  </a:lnTo>
                  <a:lnTo>
                    <a:pt x="97608" y="2651988"/>
                  </a:lnTo>
                  <a:lnTo>
                    <a:pt x="107369" y="2652983"/>
                  </a:lnTo>
                  <a:lnTo>
                    <a:pt x="117129" y="2654408"/>
                  </a:lnTo>
                  <a:lnTo>
                    <a:pt x="126890" y="2653972"/>
                  </a:lnTo>
                  <a:lnTo>
                    <a:pt x="136651" y="2655378"/>
                  </a:lnTo>
                  <a:lnTo>
                    <a:pt x="146412" y="2656421"/>
                  </a:lnTo>
                  <a:lnTo>
                    <a:pt x="156173" y="2655757"/>
                  </a:lnTo>
                  <a:lnTo>
                    <a:pt x="165933" y="2655122"/>
                  </a:lnTo>
                  <a:lnTo>
                    <a:pt x="175694" y="2655991"/>
                  </a:lnTo>
                  <a:lnTo>
                    <a:pt x="185455" y="2657717"/>
                  </a:lnTo>
                  <a:lnTo>
                    <a:pt x="195216" y="2658577"/>
                  </a:lnTo>
                  <a:lnTo>
                    <a:pt x="204977" y="2659022"/>
                  </a:lnTo>
                  <a:lnTo>
                    <a:pt x="214738" y="2658741"/>
                  </a:lnTo>
                  <a:lnTo>
                    <a:pt x="224498" y="2658258"/>
                  </a:lnTo>
                  <a:lnTo>
                    <a:pt x="234259" y="2658029"/>
                  </a:lnTo>
                  <a:lnTo>
                    <a:pt x="244020" y="2657810"/>
                  </a:lnTo>
                  <a:lnTo>
                    <a:pt x="253781" y="2657604"/>
                  </a:lnTo>
                  <a:lnTo>
                    <a:pt x="263542" y="2655620"/>
                  </a:lnTo>
                  <a:lnTo>
                    <a:pt x="273303" y="2654422"/>
                  </a:lnTo>
                  <a:lnTo>
                    <a:pt x="283063" y="2653519"/>
                  </a:lnTo>
                  <a:lnTo>
                    <a:pt x="292824" y="2652961"/>
                  </a:lnTo>
                  <a:lnTo>
                    <a:pt x="302585" y="2653307"/>
                  </a:lnTo>
                  <a:lnTo>
                    <a:pt x="312346" y="2652214"/>
                  </a:lnTo>
                  <a:lnTo>
                    <a:pt x="322107" y="2652466"/>
                  </a:lnTo>
                  <a:lnTo>
                    <a:pt x="331867" y="2652475"/>
                  </a:lnTo>
                  <a:lnTo>
                    <a:pt x="341628" y="2652353"/>
                  </a:lnTo>
                  <a:lnTo>
                    <a:pt x="351389" y="2651127"/>
                  </a:lnTo>
                  <a:lnTo>
                    <a:pt x="361150" y="2648975"/>
                  </a:lnTo>
                  <a:lnTo>
                    <a:pt x="370911" y="2646778"/>
                  </a:lnTo>
                  <a:lnTo>
                    <a:pt x="380672" y="2645038"/>
                  </a:lnTo>
                  <a:lnTo>
                    <a:pt x="390432" y="2643153"/>
                  </a:lnTo>
                  <a:lnTo>
                    <a:pt x="400193" y="2639717"/>
                  </a:lnTo>
                  <a:lnTo>
                    <a:pt x="409954" y="2636958"/>
                  </a:lnTo>
                  <a:lnTo>
                    <a:pt x="419715" y="2635365"/>
                  </a:lnTo>
                  <a:lnTo>
                    <a:pt x="429476" y="2634012"/>
                  </a:lnTo>
                  <a:lnTo>
                    <a:pt x="439236" y="2633460"/>
                  </a:lnTo>
                  <a:lnTo>
                    <a:pt x="448997" y="2631027"/>
                  </a:lnTo>
                  <a:lnTo>
                    <a:pt x="458758" y="2628733"/>
                  </a:lnTo>
                  <a:lnTo>
                    <a:pt x="468519" y="2627719"/>
                  </a:lnTo>
                  <a:lnTo>
                    <a:pt x="478280" y="2626935"/>
                  </a:lnTo>
                  <a:lnTo>
                    <a:pt x="488041" y="2625971"/>
                  </a:lnTo>
                  <a:lnTo>
                    <a:pt x="497801" y="2622691"/>
                  </a:lnTo>
                  <a:lnTo>
                    <a:pt x="507562" y="2619079"/>
                  </a:lnTo>
                  <a:lnTo>
                    <a:pt x="517323" y="2614722"/>
                  </a:lnTo>
                  <a:lnTo>
                    <a:pt x="527084" y="2612925"/>
                  </a:lnTo>
                  <a:lnTo>
                    <a:pt x="536845" y="2609977"/>
                  </a:lnTo>
                  <a:lnTo>
                    <a:pt x="546606" y="2607350"/>
                  </a:lnTo>
                  <a:lnTo>
                    <a:pt x="556366" y="2605184"/>
                  </a:lnTo>
                  <a:lnTo>
                    <a:pt x="566127" y="2602191"/>
                  </a:lnTo>
                  <a:lnTo>
                    <a:pt x="575888" y="2598324"/>
                  </a:lnTo>
                  <a:lnTo>
                    <a:pt x="585649" y="2595021"/>
                  </a:lnTo>
                  <a:lnTo>
                    <a:pt x="595410" y="2592417"/>
                  </a:lnTo>
                  <a:lnTo>
                    <a:pt x="605170" y="2589818"/>
                  </a:lnTo>
                  <a:lnTo>
                    <a:pt x="614931" y="2587259"/>
                  </a:lnTo>
                  <a:lnTo>
                    <a:pt x="624692" y="2585681"/>
                  </a:lnTo>
                  <a:lnTo>
                    <a:pt x="634453" y="2582639"/>
                  </a:lnTo>
                  <a:lnTo>
                    <a:pt x="644214" y="2579296"/>
                  </a:lnTo>
                  <a:lnTo>
                    <a:pt x="653975" y="2575963"/>
                  </a:lnTo>
                  <a:lnTo>
                    <a:pt x="663735" y="2571502"/>
                  </a:lnTo>
                  <a:lnTo>
                    <a:pt x="673496" y="2570291"/>
                  </a:lnTo>
                  <a:lnTo>
                    <a:pt x="683257" y="2565618"/>
                  </a:lnTo>
                  <a:lnTo>
                    <a:pt x="693018" y="2560898"/>
                  </a:lnTo>
                  <a:lnTo>
                    <a:pt x="702779" y="2556143"/>
                  </a:lnTo>
                  <a:lnTo>
                    <a:pt x="712539" y="2551377"/>
                  </a:lnTo>
                  <a:lnTo>
                    <a:pt x="722300" y="2546923"/>
                  </a:lnTo>
                  <a:lnTo>
                    <a:pt x="732061" y="2542977"/>
                  </a:lnTo>
                  <a:lnTo>
                    <a:pt x="741822" y="2537854"/>
                  </a:lnTo>
                  <a:lnTo>
                    <a:pt x="751583" y="2532648"/>
                  </a:lnTo>
                  <a:lnTo>
                    <a:pt x="761344" y="2527990"/>
                  </a:lnTo>
                  <a:lnTo>
                    <a:pt x="771104" y="2524901"/>
                  </a:lnTo>
                  <a:lnTo>
                    <a:pt x="780865" y="2521886"/>
                  </a:lnTo>
                  <a:lnTo>
                    <a:pt x="790626" y="2518014"/>
                  </a:lnTo>
                  <a:lnTo>
                    <a:pt x="800387" y="2513037"/>
                  </a:lnTo>
                  <a:lnTo>
                    <a:pt x="810148" y="2507971"/>
                  </a:lnTo>
                  <a:lnTo>
                    <a:pt x="819909" y="2503310"/>
                  </a:lnTo>
                  <a:lnTo>
                    <a:pt x="829669" y="2499798"/>
                  </a:lnTo>
                  <a:lnTo>
                    <a:pt x="839430" y="2494473"/>
                  </a:lnTo>
                  <a:lnTo>
                    <a:pt x="849191" y="2489082"/>
                  </a:lnTo>
                  <a:lnTo>
                    <a:pt x="858952" y="2483681"/>
                  </a:lnTo>
                  <a:lnTo>
                    <a:pt x="868713" y="2479151"/>
                  </a:lnTo>
                  <a:lnTo>
                    <a:pt x="878473" y="2474567"/>
                  </a:lnTo>
                  <a:lnTo>
                    <a:pt x="888234" y="2469931"/>
                  </a:lnTo>
                  <a:lnTo>
                    <a:pt x="897995" y="2465241"/>
                  </a:lnTo>
                  <a:lnTo>
                    <a:pt x="907756" y="2460497"/>
                  </a:lnTo>
                  <a:lnTo>
                    <a:pt x="917517" y="2455697"/>
                  </a:lnTo>
                  <a:lnTo>
                    <a:pt x="927278" y="2450843"/>
                  </a:lnTo>
                  <a:lnTo>
                    <a:pt x="937038" y="2445932"/>
                  </a:lnTo>
                  <a:lnTo>
                    <a:pt x="946799" y="2440965"/>
                  </a:lnTo>
                  <a:lnTo>
                    <a:pt x="956560" y="2435942"/>
                  </a:lnTo>
                  <a:lnTo>
                    <a:pt x="966321" y="2430873"/>
                  </a:lnTo>
                  <a:lnTo>
                    <a:pt x="976082" y="2425764"/>
                  </a:lnTo>
                  <a:lnTo>
                    <a:pt x="985842" y="2420616"/>
                  </a:lnTo>
                  <a:lnTo>
                    <a:pt x="995603" y="2415437"/>
                  </a:lnTo>
                  <a:lnTo>
                    <a:pt x="1005364" y="2408856"/>
                  </a:lnTo>
                  <a:lnTo>
                    <a:pt x="1015125" y="2401183"/>
                  </a:lnTo>
                  <a:lnTo>
                    <a:pt x="1024886" y="2393405"/>
                  </a:lnTo>
                  <a:lnTo>
                    <a:pt x="1034647" y="2388933"/>
                  </a:lnTo>
                  <a:lnTo>
                    <a:pt x="1044407" y="2385142"/>
                  </a:lnTo>
                  <a:lnTo>
                    <a:pt x="1054168" y="2381326"/>
                  </a:lnTo>
                  <a:lnTo>
                    <a:pt x="1063929" y="2377468"/>
                  </a:lnTo>
                  <a:lnTo>
                    <a:pt x="1073690" y="2371805"/>
                  </a:lnTo>
                  <a:lnTo>
                    <a:pt x="1083451" y="2366863"/>
                  </a:lnTo>
                  <a:lnTo>
                    <a:pt x="1093212" y="2362698"/>
                  </a:lnTo>
                  <a:lnTo>
                    <a:pt x="1102972" y="2357283"/>
                  </a:lnTo>
                  <a:lnTo>
                    <a:pt x="1112733" y="2349717"/>
                  </a:lnTo>
                  <a:lnTo>
                    <a:pt x="1122494" y="2342336"/>
                  </a:lnTo>
                  <a:lnTo>
                    <a:pt x="1132255" y="2336200"/>
                  </a:lnTo>
                  <a:lnTo>
                    <a:pt x="1142016" y="2329996"/>
                  </a:lnTo>
                  <a:lnTo>
                    <a:pt x="1151776" y="2323724"/>
                  </a:lnTo>
                  <a:lnTo>
                    <a:pt x="1161537" y="2315893"/>
                  </a:lnTo>
                  <a:lnTo>
                    <a:pt x="1171298" y="2307631"/>
                  </a:lnTo>
                  <a:lnTo>
                    <a:pt x="1181059" y="2299259"/>
                  </a:lnTo>
                  <a:lnTo>
                    <a:pt x="1190820" y="2290798"/>
                  </a:lnTo>
                  <a:lnTo>
                    <a:pt x="1200581" y="2282263"/>
                  </a:lnTo>
                  <a:lnTo>
                    <a:pt x="1210341" y="2273783"/>
                  </a:lnTo>
                  <a:lnTo>
                    <a:pt x="1220102" y="2267413"/>
                  </a:lnTo>
                  <a:lnTo>
                    <a:pt x="1229863" y="2260986"/>
                  </a:lnTo>
                  <a:lnTo>
                    <a:pt x="1239624" y="2254501"/>
                  </a:lnTo>
                  <a:lnTo>
                    <a:pt x="1249385" y="2247957"/>
                  </a:lnTo>
                  <a:lnTo>
                    <a:pt x="1259145" y="2241401"/>
                  </a:lnTo>
                  <a:lnTo>
                    <a:pt x="1268906" y="2234793"/>
                  </a:lnTo>
                  <a:lnTo>
                    <a:pt x="1278667" y="2227994"/>
                  </a:lnTo>
                  <a:lnTo>
                    <a:pt x="1288428" y="2217498"/>
                  </a:lnTo>
                  <a:lnTo>
                    <a:pt x="1298189" y="2206806"/>
                  </a:lnTo>
                  <a:lnTo>
                    <a:pt x="1307950" y="2195914"/>
                  </a:lnTo>
                  <a:lnTo>
                    <a:pt x="1317710" y="2185715"/>
                  </a:lnTo>
                  <a:lnTo>
                    <a:pt x="1327471" y="2177960"/>
                  </a:lnTo>
                  <a:lnTo>
                    <a:pt x="1337232" y="2170130"/>
                  </a:lnTo>
                  <a:lnTo>
                    <a:pt x="1346993" y="2162223"/>
                  </a:lnTo>
                  <a:lnTo>
                    <a:pt x="1356754" y="2154240"/>
                  </a:lnTo>
                  <a:lnTo>
                    <a:pt x="1366515" y="2146180"/>
                  </a:lnTo>
                  <a:lnTo>
                    <a:pt x="1376275" y="2138041"/>
                  </a:lnTo>
                  <a:lnTo>
                    <a:pt x="1386036" y="2129824"/>
                  </a:lnTo>
                  <a:lnTo>
                    <a:pt x="1395797" y="2118687"/>
                  </a:lnTo>
                  <a:lnTo>
                    <a:pt x="1405558" y="2106669"/>
                  </a:lnTo>
                  <a:lnTo>
                    <a:pt x="1415319" y="2094528"/>
                  </a:lnTo>
                  <a:lnTo>
                    <a:pt x="1425079" y="2082225"/>
                  </a:lnTo>
                  <a:lnTo>
                    <a:pt x="1434840" y="2069798"/>
                  </a:lnTo>
                  <a:lnTo>
                    <a:pt x="1444601" y="2057241"/>
                  </a:lnTo>
                  <a:lnTo>
                    <a:pt x="1454362" y="2044513"/>
                  </a:lnTo>
                  <a:lnTo>
                    <a:pt x="1464123" y="2031612"/>
                  </a:lnTo>
                  <a:lnTo>
                    <a:pt x="1473884" y="2018537"/>
                  </a:lnTo>
                  <a:lnTo>
                    <a:pt x="1483644" y="2005286"/>
                  </a:lnTo>
                  <a:lnTo>
                    <a:pt x="1493405" y="1991857"/>
                  </a:lnTo>
                  <a:lnTo>
                    <a:pt x="1503166" y="1982083"/>
                  </a:lnTo>
                  <a:lnTo>
                    <a:pt x="1512927" y="1969230"/>
                  </a:lnTo>
                  <a:lnTo>
                    <a:pt x="1522688" y="1955061"/>
                  </a:lnTo>
                  <a:lnTo>
                    <a:pt x="1532448" y="1940728"/>
                  </a:lnTo>
                  <a:lnTo>
                    <a:pt x="1542209" y="1926896"/>
                  </a:lnTo>
                  <a:lnTo>
                    <a:pt x="1551970" y="1916386"/>
                  </a:lnTo>
                  <a:lnTo>
                    <a:pt x="1561731" y="1905799"/>
                  </a:lnTo>
                  <a:lnTo>
                    <a:pt x="1571492" y="1895258"/>
                  </a:lnTo>
                  <a:lnTo>
                    <a:pt x="1581253" y="1884635"/>
                  </a:lnTo>
                  <a:lnTo>
                    <a:pt x="1591013" y="1873928"/>
                  </a:lnTo>
                  <a:lnTo>
                    <a:pt x="1600774" y="1862478"/>
                  </a:lnTo>
                  <a:lnTo>
                    <a:pt x="1610535" y="1848772"/>
                  </a:lnTo>
                  <a:lnTo>
                    <a:pt x="1620296" y="1838075"/>
                  </a:lnTo>
                  <a:lnTo>
                    <a:pt x="1630057" y="1827895"/>
                  </a:lnTo>
                  <a:lnTo>
                    <a:pt x="1639818" y="1817626"/>
                  </a:lnTo>
                  <a:lnTo>
                    <a:pt x="1649578" y="1807268"/>
                  </a:lnTo>
                  <a:lnTo>
                    <a:pt x="1659339" y="1796135"/>
                  </a:lnTo>
                  <a:lnTo>
                    <a:pt x="1669100" y="1783991"/>
                  </a:lnTo>
                  <a:lnTo>
                    <a:pt x="1678861" y="1768909"/>
                  </a:lnTo>
                  <a:lnTo>
                    <a:pt x="1688622" y="1753670"/>
                  </a:lnTo>
                  <a:lnTo>
                    <a:pt x="1698382" y="1738258"/>
                  </a:lnTo>
                  <a:lnTo>
                    <a:pt x="1708143" y="1722670"/>
                  </a:lnTo>
                  <a:lnTo>
                    <a:pt x="1717904" y="1706907"/>
                  </a:lnTo>
                  <a:lnTo>
                    <a:pt x="1727665" y="1690968"/>
                  </a:lnTo>
                  <a:lnTo>
                    <a:pt x="1737426" y="1676512"/>
                  </a:lnTo>
                  <a:lnTo>
                    <a:pt x="1747187" y="1663736"/>
                  </a:lnTo>
                  <a:lnTo>
                    <a:pt x="1756947" y="1650849"/>
                  </a:lnTo>
                  <a:lnTo>
                    <a:pt x="1766708" y="1637849"/>
                  </a:lnTo>
                  <a:lnTo>
                    <a:pt x="1776469" y="1624738"/>
                  </a:lnTo>
                  <a:lnTo>
                    <a:pt x="1786230" y="1611514"/>
                  </a:lnTo>
                  <a:lnTo>
                    <a:pt x="1795991" y="1598177"/>
                  </a:lnTo>
                  <a:lnTo>
                    <a:pt x="1805752" y="1584727"/>
                  </a:lnTo>
                  <a:lnTo>
                    <a:pt x="1815512" y="1571163"/>
                  </a:lnTo>
                  <a:lnTo>
                    <a:pt x="1825273" y="1557486"/>
                  </a:lnTo>
                  <a:lnTo>
                    <a:pt x="1835034" y="1543645"/>
                  </a:lnTo>
                  <a:lnTo>
                    <a:pt x="1844795" y="1526058"/>
                  </a:lnTo>
                  <a:lnTo>
                    <a:pt x="1854556" y="1508297"/>
                  </a:lnTo>
                  <a:lnTo>
                    <a:pt x="1864316" y="1490355"/>
                  </a:lnTo>
                  <a:lnTo>
                    <a:pt x="1874077" y="1472231"/>
                  </a:lnTo>
                  <a:lnTo>
                    <a:pt x="1883838" y="1453926"/>
                  </a:lnTo>
                  <a:lnTo>
                    <a:pt x="1893599" y="1435439"/>
                  </a:lnTo>
                  <a:lnTo>
                    <a:pt x="1903360" y="1416770"/>
                  </a:lnTo>
                  <a:lnTo>
                    <a:pt x="1913121" y="1397918"/>
                  </a:lnTo>
                  <a:lnTo>
                    <a:pt x="1922881" y="1378883"/>
                  </a:lnTo>
                  <a:lnTo>
                    <a:pt x="1932642" y="1359664"/>
                  </a:lnTo>
                  <a:lnTo>
                    <a:pt x="1942403" y="1340263"/>
                  </a:lnTo>
                  <a:lnTo>
                    <a:pt x="1952164" y="1320678"/>
                  </a:lnTo>
                  <a:lnTo>
                    <a:pt x="1961925" y="1300910"/>
                  </a:lnTo>
                  <a:lnTo>
                    <a:pt x="1971685" y="1284102"/>
                  </a:lnTo>
                  <a:lnTo>
                    <a:pt x="1981446" y="1267538"/>
                  </a:lnTo>
                  <a:lnTo>
                    <a:pt x="1991207" y="1250857"/>
                  </a:lnTo>
                  <a:lnTo>
                    <a:pt x="2000968" y="1234057"/>
                  </a:lnTo>
                  <a:lnTo>
                    <a:pt x="2010729" y="1217209"/>
                  </a:lnTo>
                  <a:lnTo>
                    <a:pt x="2020490" y="1200259"/>
                  </a:lnTo>
                  <a:lnTo>
                    <a:pt x="2030250" y="1182784"/>
                  </a:lnTo>
                  <a:lnTo>
                    <a:pt x="2040011" y="1162386"/>
                  </a:lnTo>
                  <a:lnTo>
                    <a:pt x="2049772" y="1141826"/>
                  </a:lnTo>
                  <a:lnTo>
                    <a:pt x="2059533" y="1121104"/>
                  </a:lnTo>
                  <a:lnTo>
                    <a:pt x="2069294" y="1100222"/>
                  </a:lnTo>
                  <a:lnTo>
                    <a:pt x="2079055" y="1079179"/>
                  </a:lnTo>
                  <a:lnTo>
                    <a:pt x="2088815" y="1057977"/>
                  </a:lnTo>
                  <a:lnTo>
                    <a:pt x="2098576" y="1039156"/>
                  </a:lnTo>
                  <a:lnTo>
                    <a:pt x="2108337" y="1020404"/>
                  </a:lnTo>
                  <a:lnTo>
                    <a:pt x="2118098" y="1001526"/>
                  </a:lnTo>
                  <a:lnTo>
                    <a:pt x="2127859" y="982522"/>
                  </a:lnTo>
                  <a:lnTo>
                    <a:pt x="2137619" y="963393"/>
                  </a:lnTo>
                  <a:lnTo>
                    <a:pt x="2147380" y="944138"/>
                  </a:lnTo>
                  <a:lnTo>
                    <a:pt x="2157141" y="924760"/>
                  </a:lnTo>
                  <a:lnTo>
                    <a:pt x="2166902" y="905257"/>
                  </a:lnTo>
                  <a:lnTo>
                    <a:pt x="2176663" y="885632"/>
                  </a:lnTo>
                  <a:lnTo>
                    <a:pt x="2186424" y="865883"/>
                  </a:lnTo>
                  <a:lnTo>
                    <a:pt x="2196184" y="846013"/>
                  </a:lnTo>
                  <a:lnTo>
                    <a:pt x="2205945" y="826022"/>
                  </a:lnTo>
                  <a:lnTo>
                    <a:pt x="2215706" y="805611"/>
                  </a:lnTo>
                  <a:lnTo>
                    <a:pt x="2225467" y="782666"/>
                  </a:lnTo>
                  <a:lnTo>
                    <a:pt x="2235228" y="759562"/>
                  </a:lnTo>
                  <a:lnTo>
                    <a:pt x="2244988" y="736299"/>
                  </a:lnTo>
                  <a:lnTo>
                    <a:pt x="2254749" y="712880"/>
                  </a:lnTo>
                  <a:lnTo>
                    <a:pt x="2264510" y="689305"/>
                  </a:lnTo>
                  <a:lnTo>
                    <a:pt x="2274271" y="665575"/>
                  </a:lnTo>
                  <a:lnTo>
                    <a:pt x="2284032" y="641693"/>
                  </a:lnTo>
                  <a:lnTo>
                    <a:pt x="2293793" y="617659"/>
                  </a:lnTo>
                  <a:lnTo>
                    <a:pt x="2303553" y="593475"/>
                  </a:lnTo>
                  <a:lnTo>
                    <a:pt x="2313314" y="569142"/>
                  </a:lnTo>
                  <a:lnTo>
                    <a:pt x="2323075" y="544662"/>
                  </a:lnTo>
                  <a:lnTo>
                    <a:pt x="2332836" y="520037"/>
                  </a:lnTo>
                  <a:lnTo>
                    <a:pt x="2342597" y="495269"/>
                  </a:lnTo>
                  <a:lnTo>
                    <a:pt x="2352358" y="470358"/>
                  </a:lnTo>
                  <a:lnTo>
                    <a:pt x="2362118" y="445307"/>
                  </a:lnTo>
                  <a:lnTo>
                    <a:pt x="2371879" y="420118"/>
                  </a:lnTo>
                  <a:lnTo>
                    <a:pt x="2381640" y="394792"/>
                  </a:lnTo>
                  <a:lnTo>
                    <a:pt x="2391401" y="369332"/>
                  </a:lnTo>
                  <a:lnTo>
                    <a:pt x="2401162" y="343740"/>
                  </a:lnTo>
                  <a:lnTo>
                    <a:pt x="2410922" y="318017"/>
                  </a:lnTo>
                  <a:lnTo>
                    <a:pt x="2420683" y="292166"/>
                  </a:lnTo>
                  <a:lnTo>
                    <a:pt x="2430444" y="266189"/>
                  </a:lnTo>
                  <a:lnTo>
                    <a:pt x="2440205" y="240089"/>
                  </a:lnTo>
                  <a:lnTo>
                    <a:pt x="2449966" y="213866"/>
                  </a:lnTo>
                  <a:lnTo>
                    <a:pt x="2459727" y="187525"/>
                  </a:lnTo>
                  <a:lnTo>
                    <a:pt x="2469487" y="161066"/>
                  </a:lnTo>
                  <a:lnTo>
                    <a:pt x="2479248" y="134493"/>
                  </a:lnTo>
                  <a:lnTo>
                    <a:pt x="2489009" y="107808"/>
                  </a:lnTo>
                  <a:lnTo>
                    <a:pt x="2498770" y="81014"/>
                  </a:lnTo>
                  <a:lnTo>
                    <a:pt x="2508531" y="54112"/>
                  </a:lnTo>
                  <a:lnTo>
                    <a:pt x="2518291" y="27107"/>
                  </a:lnTo>
                  <a:lnTo>
                    <a:pt x="2528052" y="0"/>
                  </a:lnTo>
                  <a:lnTo>
                    <a:pt x="2528052" y="2976065"/>
                  </a:lnTo>
                  <a:lnTo>
                    <a:pt x="2518291" y="2975981"/>
                  </a:lnTo>
                  <a:lnTo>
                    <a:pt x="2508531" y="2975896"/>
                  </a:lnTo>
                  <a:lnTo>
                    <a:pt x="2498770" y="2975809"/>
                  </a:lnTo>
                  <a:lnTo>
                    <a:pt x="2489009" y="2975720"/>
                  </a:lnTo>
                  <a:lnTo>
                    <a:pt x="2479248" y="2975555"/>
                  </a:lnTo>
                  <a:lnTo>
                    <a:pt x="2469487" y="2975256"/>
                  </a:lnTo>
                  <a:lnTo>
                    <a:pt x="2459727" y="2974953"/>
                  </a:lnTo>
                  <a:lnTo>
                    <a:pt x="2449966" y="2974647"/>
                  </a:lnTo>
                  <a:lnTo>
                    <a:pt x="2440205" y="2974340"/>
                  </a:lnTo>
                  <a:lnTo>
                    <a:pt x="2430444" y="2974140"/>
                  </a:lnTo>
                  <a:lnTo>
                    <a:pt x="2420683" y="2974036"/>
                  </a:lnTo>
                  <a:lnTo>
                    <a:pt x="2410922" y="2973931"/>
                  </a:lnTo>
                  <a:lnTo>
                    <a:pt x="2401162" y="2973823"/>
                  </a:lnTo>
                  <a:lnTo>
                    <a:pt x="2391401" y="2973714"/>
                  </a:lnTo>
                  <a:lnTo>
                    <a:pt x="2381640" y="2973503"/>
                  </a:lnTo>
                  <a:lnTo>
                    <a:pt x="2371879" y="2973450"/>
                  </a:lnTo>
                  <a:lnTo>
                    <a:pt x="2362118" y="2973386"/>
                  </a:lnTo>
                  <a:lnTo>
                    <a:pt x="2352358" y="2973275"/>
                  </a:lnTo>
                  <a:lnTo>
                    <a:pt x="2342597" y="2973162"/>
                  </a:lnTo>
                  <a:lnTo>
                    <a:pt x="2332836" y="2973047"/>
                  </a:lnTo>
                  <a:lnTo>
                    <a:pt x="2323075" y="2972931"/>
                  </a:lnTo>
                  <a:lnTo>
                    <a:pt x="2313314" y="2972810"/>
                  </a:lnTo>
                  <a:lnTo>
                    <a:pt x="2303553" y="2972685"/>
                  </a:lnTo>
                  <a:lnTo>
                    <a:pt x="2293793" y="2972559"/>
                  </a:lnTo>
                  <a:lnTo>
                    <a:pt x="2284032" y="2972430"/>
                  </a:lnTo>
                  <a:lnTo>
                    <a:pt x="2274271" y="2972231"/>
                  </a:lnTo>
                  <a:lnTo>
                    <a:pt x="2264510" y="2972012"/>
                  </a:lnTo>
                  <a:lnTo>
                    <a:pt x="2254749" y="2971789"/>
                  </a:lnTo>
                  <a:lnTo>
                    <a:pt x="2244988" y="2971563"/>
                  </a:lnTo>
                  <a:lnTo>
                    <a:pt x="2235228" y="2971332"/>
                  </a:lnTo>
                  <a:lnTo>
                    <a:pt x="2225467" y="2971099"/>
                  </a:lnTo>
                  <a:lnTo>
                    <a:pt x="2215706" y="2970862"/>
                  </a:lnTo>
                  <a:lnTo>
                    <a:pt x="2205945" y="2970694"/>
                  </a:lnTo>
                  <a:lnTo>
                    <a:pt x="2196184" y="2970408"/>
                  </a:lnTo>
                  <a:lnTo>
                    <a:pt x="2186424" y="2970147"/>
                  </a:lnTo>
                  <a:lnTo>
                    <a:pt x="2176663" y="2969904"/>
                  </a:lnTo>
                  <a:lnTo>
                    <a:pt x="2166902" y="2969659"/>
                  </a:lnTo>
                  <a:lnTo>
                    <a:pt x="2157141" y="2969411"/>
                  </a:lnTo>
                  <a:lnTo>
                    <a:pt x="2147380" y="2969159"/>
                  </a:lnTo>
                  <a:lnTo>
                    <a:pt x="2137619" y="2968903"/>
                  </a:lnTo>
                  <a:lnTo>
                    <a:pt x="2127859" y="2968641"/>
                  </a:lnTo>
                  <a:lnTo>
                    <a:pt x="2118098" y="2968377"/>
                  </a:lnTo>
                  <a:lnTo>
                    <a:pt x="2108337" y="2968109"/>
                  </a:lnTo>
                  <a:lnTo>
                    <a:pt x="2098576" y="2967957"/>
                  </a:lnTo>
                  <a:lnTo>
                    <a:pt x="2088815" y="2967820"/>
                  </a:lnTo>
                  <a:lnTo>
                    <a:pt x="2079055" y="2967681"/>
                  </a:lnTo>
                  <a:lnTo>
                    <a:pt x="2069294" y="2967539"/>
                  </a:lnTo>
                  <a:lnTo>
                    <a:pt x="2059533" y="2967395"/>
                  </a:lnTo>
                  <a:lnTo>
                    <a:pt x="2049772" y="2967100"/>
                  </a:lnTo>
                  <a:lnTo>
                    <a:pt x="2040011" y="2966781"/>
                  </a:lnTo>
                  <a:lnTo>
                    <a:pt x="2030250" y="2966470"/>
                  </a:lnTo>
                  <a:lnTo>
                    <a:pt x="2020490" y="2966267"/>
                  </a:lnTo>
                  <a:lnTo>
                    <a:pt x="2010729" y="2966061"/>
                  </a:lnTo>
                  <a:lnTo>
                    <a:pt x="2000968" y="2965853"/>
                  </a:lnTo>
                  <a:lnTo>
                    <a:pt x="1991207" y="2965642"/>
                  </a:lnTo>
                  <a:lnTo>
                    <a:pt x="1981446" y="2965428"/>
                  </a:lnTo>
                  <a:lnTo>
                    <a:pt x="1971685" y="2965210"/>
                  </a:lnTo>
                  <a:lnTo>
                    <a:pt x="1961925" y="2964989"/>
                  </a:lnTo>
                  <a:lnTo>
                    <a:pt x="1952164" y="2964766"/>
                  </a:lnTo>
                  <a:lnTo>
                    <a:pt x="1942403" y="2964541"/>
                  </a:lnTo>
                  <a:lnTo>
                    <a:pt x="1932642" y="2964313"/>
                  </a:lnTo>
                  <a:lnTo>
                    <a:pt x="1922881" y="2964083"/>
                  </a:lnTo>
                  <a:lnTo>
                    <a:pt x="1913121" y="2963778"/>
                  </a:lnTo>
                  <a:lnTo>
                    <a:pt x="1903360" y="2963432"/>
                  </a:lnTo>
                  <a:lnTo>
                    <a:pt x="1893599" y="2963081"/>
                  </a:lnTo>
                  <a:lnTo>
                    <a:pt x="1883838" y="2962726"/>
                  </a:lnTo>
                  <a:lnTo>
                    <a:pt x="1874077" y="2962365"/>
                  </a:lnTo>
                  <a:lnTo>
                    <a:pt x="1864316" y="2961997"/>
                  </a:lnTo>
                  <a:lnTo>
                    <a:pt x="1854556" y="2961626"/>
                  </a:lnTo>
                  <a:lnTo>
                    <a:pt x="1844795" y="2961249"/>
                  </a:lnTo>
                  <a:lnTo>
                    <a:pt x="1835034" y="2960869"/>
                  </a:lnTo>
                  <a:lnTo>
                    <a:pt x="1825273" y="2960484"/>
                  </a:lnTo>
                  <a:lnTo>
                    <a:pt x="1815512" y="2960095"/>
                  </a:lnTo>
                  <a:lnTo>
                    <a:pt x="1805752" y="2959740"/>
                  </a:lnTo>
                  <a:lnTo>
                    <a:pt x="1795991" y="2959309"/>
                  </a:lnTo>
                  <a:lnTo>
                    <a:pt x="1786230" y="2958905"/>
                  </a:lnTo>
                  <a:lnTo>
                    <a:pt x="1776469" y="2958497"/>
                  </a:lnTo>
                  <a:lnTo>
                    <a:pt x="1766708" y="2958052"/>
                  </a:lnTo>
                  <a:lnTo>
                    <a:pt x="1756947" y="2957674"/>
                  </a:lnTo>
                  <a:lnTo>
                    <a:pt x="1747187" y="2957259"/>
                  </a:lnTo>
                  <a:lnTo>
                    <a:pt x="1737426" y="2956840"/>
                  </a:lnTo>
                  <a:lnTo>
                    <a:pt x="1727665" y="2956416"/>
                  </a:lnTo>
                  <a:lnTo>
                    <a:pt x="1717904" y="2955987"/>
                  </a:lnTo>
                  <a:lnTo>
                    <a:pt x="1708143" y="2955553"/>
                  </a:lnTo>
                  <a:lnTo>
                    <a:pt x="1698382" y="2955113"/>
                  </a:lnTo>
                  <a:lnTo>
                    <a:pt x="1688622" y="2954669"/>
                  </a:lnTo>
                  <a:lnTo>
                    <a:pt x="1678861" y="2954220"/>
                  </a:lnTo>
                  <a:lnTo>
                    <a:pt x="1669100" y="2953816"/>
                  </a:lnTo>
                  <a:lnTo>
                    <a:pt x="1659339" y="2953508"/>
                  </a:lnTo>
                  <a:lnTo>
                    <a:pt x="1649578" y="2953200"/>
                  </a:lnTo>
                  <a:lnTo>
                    <a:pt x="1639818" y="2952890"/>
                  </a:lnTo>
                  <a:lnTo>
                    <a:pt x="1630057" y="2952578"/>
                  </a:lnTo>
                  <a:lnTo>
                    <a:pt x="1620296" y="2952266"/>
                  </a:lnTo>
                  <a:lnTo>
                    <a:pt x="1610535" y="2951952"/>
                  </a:lnTo>
                  <a:lnTo>
                    <a:pt x="1600774" y="2951637"/>
                  </a:lnTo>
                  <a:lnTo>
                    <a:pt x="1591013" y="2951321"/>
                  </a:lnTo>
                  <a:lnTo>
                    <a:pt x="1581253" y="2951003"/>
                  </a:lnTo>
                  <a:lnTo>
                    <a:pt x="1571492" y="2950684"/>
                  </a:lnTo>
                  <a:lnTo>
                    <a:pt x="1561731" y="2950364"/>
                  </a:lnTo>
                  <a:lnTo>
                    <a:pt x="1551970" y="2950043"/>
                  </a:lnTo>
                  <a:lnTo>
                    <a:pt x="1542209" y="2949720"/>
                  </a:lnTo>
                  <a:lnTo>
                    <a:pt x="1532448" y="2949396"/>
                  </a:lnTo>
                  <a:lnTo>
                    <a:pt x="1522688" y="2949071"/>
                  </a:lnTo>
                  <a:lnTo>
                    <a:pt x="1512927" y="2948744"/>
                  </a:lnTo>
                  <a:lnTo>
                    <a:pt x="1503166" y="2948416"/>
                  </a:lnTo>
                  <a:lnTo>
                    <a:pt x="1493405" y="2948085"/>
                  </a:lnTo>
                  <a:lnTo>
                    <a:pt x="1483644" y="2947751"/>
                  </a:lnTo>
                  <a:lnTo>
                    <a:pt x="1473884" y="2947414"/>
                  </a:lnTo>
                  <a:lnTo>
                    <a:pt x="1464123" y="2947077"/>
                  </a:lnTo>
                  <a:lnTo>
                    <a:pt x="1454362" y="2946738"/>
                  </a:lnTo>
                  <a:lnTo>
                    <a:pt x="1444601" y="2946397"/>
                  </a:lnTo>
                  <a:lnTo>
                    <a:pt x="1434840" y="2946055"/>
                  </a:lnTo>
                  <a:lnTo>
                    <a:pt x="1425079" y="2945712"/>
                  </a:lnTo>
                  <a:lnTo>
                    <a:pt x="1415319" y="2945367"/>
                  </a:lnTo>
                  <a:lnTo>
                    <a:pt x="1405558" y="2945021"/>
                  </a:lnTo>
                  <a:lnTo>
                    <a:pt x="1395797" y="2944674"/>
                  </a:lnTo>
                  <a:lnTo>
                    <a:pt x="1386036" y="2944324"/>
                  </a:lnTo>
                  <a:lnTo>
                    <a:pt x="1376275" y="2943974"/>
                  </a:lnTo>
                  <a:lnTo>
                    <a:pt x="1366515" y="2943622"/>
                  </a:lnTo>
                  <a:lnTo>
                    <a:pt x="1356754" y="2943268"/>
                  </a:lnTo>
                  <a:lnTo>
                    <a:pt x="1346993" y="2942913"/>
                  </a:lnTo>
                  <a:lnTo>
                    <a:pt x="1337232" y="2942535"/>
                  </a:lnTo>
                  <a:lnTo>
                    <a:pt x="1327471" y="2941928"/>
                  </a:lnTo>
                  <a:lnTo>
                    <a:pt x="1317710" y="2941602"/>
                  </a:lnTo>
                  <a:lnTo>
                    <a:pt x="1307950" y="2941307"/>
                  </a:lnTo>
                  <a:lnTo>
                    <a:pt x="1298189" y="2941007"/>
                  </a:lnTo>
                  <a:lnTo>
                    <a:pt x="1288428" y="2940704"/>
                  </a:lnTo>
                  <a:lnTo>
                    <a:pt x="1278667" y="2940396"/>
                  </a:lnTo>
                  <a:lnTo>
                    <a:pt x="1268906" y="2940069"/>
                  </a:lnTo>
                  <a:lnTo>
                    <a:pt x="1259145" y="2939709"/>
                  </a:lnTo>
                  <a:lnTo>
                    <a:pt x="1249385" y="2939348"/>
                  </a:lnTo>
                  <a:lnTo>
                    <a:pt x="1239624" y="2938985"/>
                  </a:lnTo>
                  <a:lnTo>
                    <a:pt x="1229863" y="2938621"/>
                  </a:lnTo>
                  <a:lnTo>
                    <a:pt x="1220102" y="2938256"/>
                  </a:lnTo>
                  <a:lnTo>
                    <a:pt x="1210341" y="2938123"/>
                  </a:lnTo>
                  <a:lnTo>
                    <a:pt x="1200581" y="2938038"/>
                  </a:lnTo>
                  <a:lnTo>
                    <a:pt x="1190820" y="2937964"/>
                  </a:lnTo>
                  <a:lnTo>
                    <a:pt x="1181059" y="2937315"/>
                  </a:lnTo>
                  <a:lnTo>
                    <a:pt x="1171298" y="2936665"/>
                  </a:lnTo>
                  <a:lnTo>
                    <a:pt x="1161537" y="2936032"/>
                  </a:lnTo>
                  <a:lnTo>
                    <a:pt x="1151776" y="2935656"/>
                  </a:lnTo>
                  <a:lnTo>
                    <a:pt x="1142016" y="2935277"/>
                  </a:lnTo>
                  <a:lnTo>
                    <a:pt x="1132255" y="2934750"/>
                  </a:lnTo>
                  <a:lnTo>
                    <a:pt x="1122494" y="2933964"/>
                  </a:lnTo>
                  <a:lnTo>
                    <a:pt x="1112733" y="2933166"/>
                  </a:lnTo>
                  <a:lnTo>
                    <a:pt x="1102972" y="2932357"/>
                  </a:lnTo>
                  <a:lnTo>
                    <a:pt x="1093212" y="2931536"/>
                  </a:lnTo>
                  <a:lnTo>
                    <a:pt x="1083451" y="2930699"/>
                  </a:lnTo>
                  <a:lnTo>
                    <a:pt x="1073690" y="2929857"/>
                  </a:lnTo>
                  <a:lnTo>
                    <a:pt x="1063929" y="2929550"/>
                  </a:lnTo>
                  <a:lnTo>
                    <a:pt x="1054168" y="2929241"/>
                  </a:lnTo>
                  <a:lnTo>
                    <a:pt x="1044407" y="2928928"/>
                  </a:lnTo>
                  <a:lnTo>
                    <a:pt x="1034647" y="2928611"/>
                  </a:lnTo>
                  <a:lnTo>
                    <a:pt x="1024886" y="2928292"/>
                  </a:lnTo>
                  <a:lnTo>
                    <a:pt x="1015125" y="2927968"/>
                  </a:lnTo>
                  <a:lnTo>
                    <a:pt x="1005364" y="2927521"/>
                  </a:lnTo>
                  <a:lnTo>
                    <a:pt x="995603" y="2927324"/>
                  </a:lnTo>
                  <a:lnTo>
                    <a:pt x="985842" y="2926569"/>
                  </a:lnTo>
                  <a:lnTo>
                    <a:pt x="976082" y="2925730"/>
                  </a:lnTo>
                  <a:lnTo>
                    <a:pt x="966321" y="2924877"/>
                  </a:lnTo>
                  <a:lnTo>
                    <a:pt x="956560" y="2924009"/>
                  </a:lnTo>
                  <a:lnTo>
                    <a:pt x="946799" y="2923177"/>
                  </a:lnTo>
                  <a:lnTo>
                    <a:pt x="937038" y="2922737"/>
                  </a:lnTo>
                  <a:lnTo>
                    <a:pt x="927278" y="2922385"/>
                  </a:lnTo>
                  <a:lnTo>
                    <a:pt x="917517" y="2922031"/>
                  </a:lnTo>
                  <a:lnTo>
                    <a:pt x="907756" y="2921676"/>
                  </a:lnTo>
                  <a:lnTo>
                    <a:pt x="897995" y="2921318"/>
                  </a:lnTo>
                  <a:lnTo>
                    <a:pt x="888234" y="2920727"/>
                  </a:lnTo>
                  <a:lnTo>
                    <a:pt x="878473" y="2920007"/>
                  </a:lnTo>
                  <a:lnTo>
                    <a:pt x="868713" y="2918982"/>
                  </a:lnTo>
                  <a:lnTo>
                    <a:pt x="858952" y="2917624"/>
                  </a:lnTo>
                  <a:lnTo>
                    <a:pt x="849191" y="2916255"/>
                  </a:lnTo>
                  <a:lnTo>
                    <a:pt x="839430" y="2914876"/>
                  </a:lnTo>
                  <a:lnTo>
                    <a:pt x="829669" y="2913486"/>
                  </a:lnTo>
                  <a:lnTo>
                    <a:pt x="819909" y="2912404"/>
                  </a:lnTo>
                  <a:lnTo>
                    <a:pt x="810148" y="2912018"/>
                  </a:lnTo>
                  <a:lnTo>
                    <a:pt x="800387" y="2911630"/>
                  </a:lnTo>
                  <a:lnTo>
                    <a:pt x="790626" y="2910735"/>
                  </a:lnTo>
                  <a:lnTo>
                    <a:pt x="780865" y="2909646"/>
                  </a:lnTo>
                  <a:lnTo>
                    <a:pt x="771104" y="2908542"/>
                  </a:lnTo>
                  <a:lnTo>
                    <a:pt x="761344" y="2907611"/>
                  </a:lnTo>
                  <a:lnTo>
                    <a:pt x="751583" y="2906960"/>
                  </a:lnTo>
                  <a:lnTo>
                    <a:pt x="741822" y="2906287"/>
                  </a:lnTo>
                  <a:lnTo>
                    <a:pt x="732061" y="2905608"/>
                  </a:lnTo>
                  <a:lnTo>
                    <a:pt x="722300" y="2904921"/>
                  </a:lnTo>
                  <a:lnTo>
                    <a:pt x="712539" y="2904227"/>
                  </a:lnTo>
                  <a:lnTo>
                    <a:pt x="702779" y="2903521"/>
                  </a:lnTo>
                  <a:lnTo>
                    <a:pt x="693018" y="2902287"/>
                  </a:lnTo>
                  <a:lnTo>
                    <a:pt x="683257" y="2901214"/>
                  </a:lnTo>
                  <a:lnTo>
                    <a:pt x="673496" y="2900440"/>
                  </a:lnTo>
                  <a:lnTo>
                    <a:pt x="663735" y="2899944"/>
                  </a:lnTo>
                  <a:lnTo>
                    <a:pt x="653975" y="2899286"/>
                  </a:lnTo>
                  <a:lnTo>
                    <a:pt x="644214" y="2898633"/>
                  </a:lnTo>
                  <a:lnTo>
                    <a:pt x="634453" y="2897962"/>
                  </a:lnTo>
                  <a:lnTo>
                    <a:pt x="624692" y="2896855"/>
                  </a:lnTo>
                  <a:lnTo>
                    <a:pt x="614931" y="2895619"/>
                  </a:lnTo>
                  <a:lnTo>
                    <a:pt x="605170" y="2894867"/>
                  </a:lnTo>
                  <a:lnTo>
                    <a:pt x="595410" y="2893027"/>
                  </a:lnTo>
                  <a:lnTo>
                    <a:pt x="585649" y="2891358"/>
                  </a:lnTo>
                  <a:lnTo>
                    <a:pt x="575888" y="2889693"/>
                  </a:lnTo>
                  <a:lnTo>
                    <a:pt x="566127" y="2889127"/>
                  </a:lnTo>
                  <a:lnTo>
                    <a:pt x="556366" y="2887821"/>
                  </a:lnTo>
                  <a:lnTo>
                    <a:pt x="546606" y="2886193"/>
                  </a:lnTo>
                  <a:lnTo>
                    <a:pt x="536845" y="2885254"/>
                  </a:lnTo>
                  <a:lnTo>
                    <a:pt x="527084" y="2883788"/>
                  </a:lnTo>
                  <a:lnTo>
                    <a:pt x="517323" y="2882859"/>
                  </a:lnTo>
                  <a:lnTo>
                    <a:pt x="507562" y="2882454"/>
                  </a:lnTo>
                  <a:lnTo>
                    <a:pt x="497801" y="2881528"/>
                  </a:lnTo>
                  <a:lnTo>
                    <a:pt x="488041" y="2880591"/>
                  </a:lnTo>
                  <a:lnTo>
                    <a:pt x="478280" y="2879989"/>
                  </a:lnTo>
                  <a:lnTo>
                    <a:pt x="468519" y="2879795"/>
                  </a:lnTo>
                  <a:lnTo>
                    <a:pt x="458758" y="2879549"/>
                  </a:lnTo>
                  <a:lnTo>
                    <a:pt x="448997" y="2879194"/>
                  </a:lnTo>
                  <a:lnTo>
                    <a:pt x="439236" y="2879010"/>
                  </a:lnTo>
                  <a:lnTo>
                    <a:pt x="429476" y="2878826"/>
                  </a:lnTo>
                  <a:lnTo>
                    <a:pt x="419715" y="2877889"/>
                  </a:lnTo>
                  <a:lnTo>
                    <a:pt x="409954" y="2876751"/>
                  </a:lnTo>
                  <a:lnTo>
                    <a:pt x="400193" y="2875419"/>
                  </a:lnTo>
                  <a:lnTo>
                    <a:pt x="390432" y="2875220"/>
                  </a:lnTo>
                  <a:lnTo>
                    <a:pt x="380672" y="2875093"/>
                  </a:lnTo>
                  <a:lnTo>
                    <a:pt x="370911" y="2873400"/>
                  </a:lnTo>
                  <a:lnTo>
                    <a:pt x="361150" y="2871261"/>
                  </a:lnTo>
                  <a:lnTo>
                    <a:pt x="351389" y="2869831"/>
                  </a:lnTo>
                  <a:lnTo>
                    <a:pt x="341628" y="2869084"/>
                  </a:lnTo>
                  <a:lnTo>
                    <a:pt x="331867" y="2868307"/>
                  </a:lnTo>
                  <a:lnTo>
                    <a:pt x="322107" y="2869033"/>
                  </a:lnTo>
                  <a:lnTo>
                    <a:pt x="312346" y="2869325"/>
                  </a:lnTo>
                  <a:lnTo>
                    <a:pt x="302585" y="2868279"/>
                  </a:lnTo>
                  <a:lnTo>
                    <a:pt x="292824" y="2866825"/>
                  </a:lnTo>
                  <a:lnTo>
                    <a:pt x="283063" y="2866098"/>
                  </a:lnTo>
                  <a:lnTo>
                    <a:pt x="273303" y="2865089"/>
                  </a:lnTo>
                  <a:lnTo>
                    <a:pt x="263542" y="2864374"/>
                  </a:lnTo>
                  <a:lnTo>
                    <a:pt x="253781" y="2863793"/>
                  </a:lnTo>
                  <a:lnTo>
                    <a:pt x="244020" y="2863389"/>
                  </a:lnTo>
                  <a:lnTo>
                    <a:pt x="234259" y="2862281"/>
                  </a:lnTo>
                  <a:lnTo>
                    <a:pt x="224498" y="2862623"/>
                  </a:lnTo>
                  <a:lnTo>
                    <a:pt x="214738" y="2862243"/>
                  </a:lnTo>
                  <a:lnTo>
                    <a:pt x="204977" y="2861871"/>
                  </a:lnTo>
                  <a:lnTo>
                    <a:pt x="195216" y="2859481"/>
                  </a:lnTo>
                  <a:lnTo>
                    <a:pt x="185455" y="2859561"/>
                  </a:lnTo>
                  <a:lnTo>
                    <a:pt x="175694" y="2860699"/>
                  </a:lnTo>
                  <a:lnTo>
                    <a:pt x="165933" y="2860353"/>
                  </a:lnTo>
                  <a:lnTo>
                    <a:pt x="156173" y="2860173"/>
                  </a:lnTo>
                  <a:lnTo>
                    <a:pt x="146412" y="2860547"/>
                  </a:lnTo>
                  <a:lnTo>
                    <a:pt x="136651" y="2861396"/>
                  </a:lnTo>
                  <a:lnTo>
                    <a:pt x="126890" y="2861084"/>
                  </a:lnTo>
                  <a:lnTo>
                    <a:pt x="117129" y="2860435"/>
                  </a:lnTo>
                  <a:lnTo>
                    <a:pt x="107369" y="2860477"/>
                  </a:lnTo>
                  <a:lnTo>
                    <a:pt x="97608" y="2860192"/>
                  </a:lnTo>
                  <a:lnTo>
                    <a:pt x="87847" y="2859890"/>
                  </a:lnTo>
                  <a:lnTo>
                    <a:pt x="78086" y="2859565"/>
                  </a:lnTo>
                  <a:lnTo>
                    <a:pt x="68325" y="2859269"/>
                  </a:lnTo>
                  <a:lnTo>
                    <a:pt x="58564" y="2858969"/>
                  </a:lnTo>
                  <a:lnTo>
                    <a:pt x="48804" y="2858647"/>
                  </a:lnTo>
                  <a:lnTo>
                    <a:pt x="39043" y="2858340"/>
                  </a:lnTo>
                  <a:lnTo>
                    <a:pt x="29282" y="2858029"/>
                  </a:lnTo>
                  <a:lnTo>
                    <a:pt x="19521" y="2857678"/>
                  </a:lnTo>
                  <a:lnTo>
                    <a:pt x="9760" y="2857392"/>
                  </a:lnTo>
                  <a:lnTo>
                    <a:pt x="0" y="2856801"/>
                  </a:lnTo>
                  <a:close/>
                </a:path>
              </a:pathLst>
            </a:cu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6312408" y="2260449"/>
              <a:ext cx="2528052" cy="2659022"/>
            </a:xfrm>
            <a:custGeom>
              <a:avLst/>
              <a:pathLst>
                <a:path w="2528052" h="2659022">
                  <a:moveTo>
                    <a:pt x="0" y="2632372"/>
                  </a:moveTo>
                  <a:lnTo>
                    <a:pt x="9760" y="2634809"/>
                  </a:lnTo>
                  <a:lnTo>
                    <a:pt x="19521" y="2637827"/>
                  </a:lnTo>
                  <a:lnTo>
                    <a:pt x="29282" y="2639952"/>
                  </a:lnTo>
                  <a:lnTo>
                    <a:pt x="39043" y="2642786"/>
                  </a:lnTo>
                  <a:lnTo>
                    <a:pt x="48804" y="2644901"/>
                  </a:lnTo>
                  <a:lnTo>
                    <a:pt x="58564" y="2645812"/>
                  </a:lnTo>
                  <a:lnTo>
                    <a:pt x="68325" y="2647221"/>
                  </a:lnTo>
                  <a:lnTo>
                    <a:pt x="78086" y="2648686"/>
                  </a:lnTo>
                  <a:lnTo>
                    <a:pt x="87847" y="2651009"/>
                  </a:lnTo>
                  <a:lnTo>
                    <a:pt x="97608" y="2651988"/>
                  </a:lnTo>
                  <a:lnTo>
                    <a:pt x="107369" y="2652983"/>
                  </a:lnTo>
                  <a:lnTo>
                    <a:pt x="117129" y="2654408"/>
                  </a:lnTo>
                  <a:lnTo>
                    <a:pt x="126890" y="2653972"/>
                  </a:lnTo>
                  <a:lnTo>
                    <a:pt x="136651" y="2655378"/>
                  </a:lnTo>
                  <a:lnTo>
                    <a:pt x="146412" y="2656421"/>
                  </a:lnTo>
                  <a:lnTo>
                    <a:pt x="156173" y="2655757"/>
                  </a:lnTo>
                  <a:lnTo>
                    <a:pt x="165933" y="2655122"/>
                  </a:lnTo>
                  <a:lnTo>
                    <a:pt x="175694" y="2655991"/>
                  </a:lnTo>
                  <a:lnTo>
                    <a:pt x="185455" y="2657717"/>
                  </a:lnTo>
                  <a:lnTo>
                    <a:pt x="195216" y="2658577"/>
                  </a:lnTo>
                  <a:lnTo>
                    <a:pt x="204977" y="2659022"/>
                  </a:lnTo>
                  <a:lnTo>
                    <a:pt x="214738" y="2658741"/>
                  </a:lnTo>
                  <a:lnTo>
                    <a:pt x="224498" y="2658258"/>
                  </a:lnTo>
                  <a:lnTo>
                    <a:pt x="234259" y="2658029"/>
                  </a:lnTo>
                  <a:lnTo>
                    <a:pt x="244020" y="2657810"/>
                  </a:lnTo>
                  <a:lnTo>
                    <a:pt x="253781" y="2657604"/>
                  </a:lnTo>
                  <a:lnTo>
                    <a:pt x="263542" y="2655620"/>
                  </a:lnTo>
                  <a:lnTo>
                    <a:pt x="273303" y="2654422"/>
                  </a:lnTo>
                  <a:lnTo>
                    <a:pt x="283063" y="2653519"/>
                  </a:lnTo>
                  <a:lnTo>
                    <a:pt x="292824" y="2652961"/>
                  </a:lnTo>
                  <a:lnTo>
                    <a:pt x="302585" y="2653307"/>
                  </a:lnTo>
                  <a:lnTo>
                    <a:pt x="312346" y="2652214"/>
                  </a:lnTo>
                  <a:lnTo>
                    <a:pt x="322107" y="2652466"/>
                  </a:lnTo>
                  <a:lnTo>
                    <a:pt x="331867" y="2652475"/>
                  </a:lnTo>
                  <a:lnTo>
                    <a:pt x="341628" y="2652353"/>
                  </a:lnTo>
                  <a:lnTo>
                    <a:pt x="351389" y="2651127"/>
                  </a:lnTo>
                  <a:lnTo>
                    <a:pt x="361150" y="2648975"/>
                  </a:lnTo>
                  <a:lnTo>
                    <a:pt x="370911" y="2646778"/>
                  </a:lnTo>
                  <a:lnTo>
                    <a:pt x="380672" y="2645038"/>
                  </a:lnTo>
                  <a:lnTo>
                    <a:pt x="390432" y="2643153"/>
                  </a:lnTo>
                  <a:lnTo>
                    <a:pt x="400193" y="2639717"/>
                  </a:lnTo>
                  <a:lnTo>
                    <a:pt x="409954" y="2636958"/>
                  </a:lnTo>
                  <a:lnTo>
                    <a:pt x="419715" y="2635365"/>
                  </a:lnTo>
                  <a:lnTo>
                    <a:pt x="429476" y="2634012"/>
                  </a:lnTo>
                  <a:lnTo>
                    <a:pt x="439236" y="2633460"/>
                  </a:lnTo>
                  <a:lnTo>
                    <a:pt x="448997" y="2631027"/>
                  </a:lnTo>
                  <a:lnTo>
                    <a:pt x="458758" y="2628733"/>
                  </a:lnTo>
                  <a:lnTo>
                    <a:pt x="468519" y="2627719"/>
                  </a:lnTo>
                  <a:lnTo>
                    <a:pt x="478280" y="2626935"/>
                  </a:lnTo>
                  <a:lnTo>
                    <a:pt x="488041" y="2625971"/>
                  </a:lnTo>
                  <a:lnTo>
                    <a:pt x="497801" y="2622691"/>
                  </a:lnTo>
                  <a:lnTo>
                    <a:pt x="507562" y="2619079"/>
                  </a:lnTo>
                  <a:lnTo>
                    <a:pt x="517323" y="2614722"/>
                  </a:lnTo>
                  <a:lnTo>
                    <a:pt x="527084" y="2612925"/>
                  </a:lnTo>
                  <a:lnTo>
                    <a:pt x="536845" y="2609977"/>
                  </a:lnTo>
                  <a:lnTo>
                    <a:pt x="546606" y="2607350"/>
                  </a:lnTo>
                  <a:lnTo>
                    <a:pt x="556366" y="2605184"/>
                  </a:lnTo>
                  <a:lnTo>
                    <a:pt x="566127" y="2602191"/>
                  </a:lnTo>
                  <a:lnTo>
                    <a:pt x="575888" y="2598324"/>
                  </a:lnTo>
                  <a:lnTo>
                    <a:pt x="585649" y="2595021"/>
                  </a:lnTo>
                  <a:lnTo>
                    <a:pt x="595410" y="2592417"/>
                  </a:lnTo>
                  <a:lnTo>
                    <a:pt x="605170" y="2589818"/>
                  </a:lnTo>
                  <a:lnTo>
                    <a:pt x="614931" y="2587259"/>
                  </a:lnTo>
                  <a:lnTo>
                    <a:pt x="624692" y="2585681"/>
                  </a:lnTo>
                  <a:lnTo>
                    <a:pt x="634453" y="2582639"/>
                  </a:lnTo>
                  <a:lnTo>
                    <a:pt x="644214" y="2579296"/>
                  </a:lnTo>
                  <a:lnTo>
                    <a:pt x="653975" y="2575963"/>
                  </a:lnTo>
                  <a:lnTo>
                    <a:pt x="663735" y="2571502"/>
                  </a:lnTo>
                  <a:lnTo>
                    <a:pt x="673496" y="2570291"/>
                  </a:lnTo>
                  <a:lnTo>
                    <a:pt x="683257" y="2565618"/>
                  </a:lnTo>
                  <a:lnTo>
                    <a:pt x="693018" y="2560898"/>
                  </a:lnTo>
                  <a:lnTo>
                    <a:pt x="702779" y="2556143"/>
                  </a:lnTo>
                  <a:lnTo>
                    <a:pt x="712539" y="2551377"/>
                  </a:lnTo>
                  <a:lnTo>
                    <a:pt x="722300" y="2546923"/>
                  </a:lnTo>
                  <a:lnTo>
                    <a:pt x="732061" y="2542977"/>
                  </a:lnTo>
                  <a:lnTo>
                    <a:pt x="741822" y="2537854"/>
                  </a:lnTo>
                  <a:lnTo>
                    <a:pt x="751583" y="2532648"/>
                  </a:lnTo>
                  <a:lnTo>
                    <a:pt x="761344" y="2527990"/>
                  </a:lnTo>
                  <a:lnTo>
                    <a:pt x="771104" y="2524901"/>
                  </a:lnTo>
                  <a:lnTo>
                    <a:pt x="780865" y="2521886"/>
                  </a:lnTo>
                  <a:lnTo>
                    <a:pt x="790626" y="2518014"/>
                  </a:lnTo>
                  <a:lnTo>
                    <a:pt x="800387" y="2513037"/>
                  </a:lnTo>
                  <a:lnTo>
                    <a:pt x="810148" y="2507971"/>
                  </a:lnTo>
                  <a:lnTo>
                    <a:pt x="819909" y="2503310"/>
                  </a:lnTo>
                  <a:lnTo>
                    <a:pt x="829669" y="2499798"/>
                  </a:lnTo>
                  <a:lnTo>
                    <a:pt x="839430" y="2494473"/>
                  </a:lnTo>
                  <a:lnTo>
                    <a:pt x="849191" y="2489082"/>
                  </a:lnTo>
                  <a:lnTo>
                    <a:pt x="858952" y="2483681"/>
                  </a:lnTo>
                  <a:lnTo>
                    <a:pt x="868713" y="2479151"/>
                  </a:lnTo>
                  <a:lnTo>
                    <a:pt x="878473" y="2474567"/>
                  </a:lnTo>
                  <a:lnTo>
                    <a:pt x="888234" y="2469931"/>
                  </a:lnTo>
                  <a:lnTo>
                    <a:pt x="897995" y="2465241"/>
                  </a:lnTo>
                  <a:lnTo>
                    <a:pt x="907756" y="2460497"/>
                  </a:lnTo>
                  <a:lnTo>
                    <a:pt x="917517" y="2455697"/>
                  </a:lnTo>
                  <a:lnTo>
                    <a:pt x="927278" y="2450843"/>
                  </a:lnTo>
                  <a:lnTo>
                    <a:pt x="937038" y="2445932"/>
                  </a:lnTo>
                  <a:lnTo>
                    <a:pt x="946799" y="2440965"/>
                  </a:lnTo>
                  <a:lnTo>
                    <a:pt x="956560" y="2435942"/>
                  </a:lnTo>
                  <a:lnTo>
                    <a:pt x="966321" y="2430873"/>
                  </a:lnTo>
                  <a:lnTo>
                    <a:pt x="976082" y="2425764"/>
                  </a:lnTo>
                  <a:lnTo>
                    <a:pt x="985842" y="2420616"/>
                  </a:lnTo>
                  <a:lnTo>
                    <a:pt x="995603" y="2415437"/>
                  </a:lnTo>
                  <a:lnTo>
                    <a:pt x="1005364" y="2408856"/>
                  </a:lnTo>
                  <a:lnTo>
                    <a:pt x="1015125" y="2401183"/>
                  </a:lnTo>
                  <a:lnTo>
                    <a:pt x="1024886" y="2393405"/>
                  </a:lnTo>
                  <a:lnTo>
                    <a:pt x="1034647" y="2388933"/>
                  </a:lnTo>
                  <a:lnTo>
                    <a:pt x="1044407" y="2385142"/>
                  </a:lnTo>
                  <a:lnTo>
                    <a:pt x="1054168" y="2381326"/>
                  </a:lnTo>
                  <a:lnTo>
                    <a:pt x="1063929" y="2377468"/>
                  </a:lnTo>
                  <a:lnTo>
                    <a:pt x="1073690" y="2371805"/>
                  </a:lnTo>
                  <a:lnTo>
                    <a:pt x="1083451" y="2366863"/>
                  </a:lnTo>
                  <a:lnTo>
                    <a:pt x="1093212" y="2362698"/>
                  </a:lnTo>
                  <a:lnTo>
                    <a:pt x="1102972" y="2357283"/>
                  </a:lnTo>
                  <a:lnTo>
                    <a:pt x="1112733" y="2349717"/>
                  </a:lnTo>
                  <a:lnTo>
                    <a:pt x="1122494" y="2342336"/>
                  </a:lnTo>
                  <a:lnTo>
                    <a:pt x="1132255" y="2336200"/>
                  </a:lnTo>
                  <a:lnTo>
                    <a:pt x="1142016" y="2329996"/>
                  </a:lnTo>
                  <a:lnTo>
                    <a:pt x="1151776" y="2323724"/>
                  </a:lnTo>
                  <a:lnTo>
                    <a:pt x="1161537" y="2315893"/>
                  </a:lnTo>
                  <a:lnTo>
                    <a:pt x="1171298" y="2307631"/>
                  </a:lnTo>
                  <a:lnTo>
                    <a:pt x="1181059" y="2299259"/>
                  </a:lnTo>
                  <a:lnTo>
                    <a:pt x="1190820" y="2290798"/>
                  </a:lnTo>
                  <a:lnTo>
                    <a:pt x="1200581" y="2282263"/>
                  </a:lnTo>
                  <a:lnTo>
                    <a:pt x="1210341" y="2273783"/>
                  </a:lnTo>
                  <a:lnTo>
                    <a:pt x="1220102" y="2267413"/>
                  </a:lnTo>
                  <a:lnTo>
                    <a:pt x="1229863" y="2260986"/>
                  </a:lnTo>
                  <a:lnTo>
                    <a:pt x="1239624" y="2254501"/>
                  </a:lnTo>
                  <a:lnTo>
                    <a:pt x="1249385" y="2247957"/>
                  </a:lnTo>
                  <a:lnTo>
                    <a:pt x="1259145" y="2241401"/>
                  </a:lnTo>
                  <a:lnTo>
                    <a:pt x="1268906" y="2234793"/>
                  </a:lnTo>
                  <a:lnTo>
                    <a:pt x="1278667" y="2227994"/>
                  </a:lnTo>
                  <a:lnTo>
                    <a:pt x="1288428" y="2217498"/>
                  </a:lnTo>
                  <a:lnTo>
                    <a:pt x="1298189" y="2206806"/>
                  </a:lnTo>
                  <a:lnTo>
                    <a:pt x="1307950" y="2195914"/>
                  </a:lnTo>
                  <a:lnTo>
                    <a:pt x="1317710" y="2185715"/>
                  </a:lnTo>
                  <a:lnTo>
                    <a:pt x="1327471" y="2177960"/>
                  </a:lnTo>
                  <a:lnTo>
                    <a:pt x="1337232" y="2170130"/>
                  </a:lnTo>
                  <a:lnTo>
                    <a:pt x="1346993" y="2162223"/>
                  </a:lnTo>
                  <a:lnTo>
                    <a:pt x="1356754" y="2154240"/>
                  </a:lnTo>
                  <a:lnTo>
                    <a:pt x="1366515" y="2146180"/>
                  </a:lnTo>
                  <a:lnTo>
                    <a:pt x="1376275" y="2138041"/>
                  </a:lnTo>
                  <a:lnTo>
                    <a:pt x="1386036" y="2129824"/>
                  </a:lnTo>
                  <a:lnTo>
                    <a:pt x="1395797" y="2118687"/>
                  </a:lnTo>
                  <a:lnTo>
                    <a:pt x="1405558" y="2106669"/>
                  </a:lnTo>
                  <a:lnTo>
                    <a:pt x="1415319" y="2094528"/>
                  </a:lnTo>
                  <a:lnTo>
                    <a:pt x="1425079" y="2082225"/>
                  </a:lnTo>
                  <a:lnTo>
                    <a:pt x="1434840" y="2069798"/>
                  </a:lnTo>
                  <a:lnTo>
                    <a:pt x="1444601" y="2057241"/>
                  </a:lnTo>
                  <a:lnTo>
                    <a:pt x="1454362" y="2044513"/>
                  </a:lnTo>
                  <a:lnTo>
                    <a:pt x="1464123" y="2031612"/>
                  </a:lnTo>
                  <a:lnTo>
                    <a:pt x="1473884" y="2018537"/>
                  </a:lnTo>
                  <a:lnTo>
                    <a:pt x="1483644" y="2005286"/>
                  </a:lnTo>
                  <a:lnTo>
                    <a:pt x="1493405" y="1991857"/>
                  </a:lnTo>
                  <a:lnTo>
                    <a:pt x="1503166" y="1982083"/>
                  </a:lnTo>
                  <a:lnTo>
                    <a:pt x="1512927" y="1969230"/>
                  </a:lnTo>
                  <a:lnTo>
                    <a:pt x="1522688" y="1955061"/>
                  </a:lnTo>
                  <a:lnTo>
                    <a:pt x="1532448" y="1940728"/>
                  </a:lnTo>
                  <a:lnTo>
                    <a:pt x="1542209" y="1926896"/>
                  </a:lnTo>
                  <a:lnTo>
                    <a:pt x="1551970" y="1916386"/>
                  </a:lnTo>
                  <a:lnTo>
                    <a:pt x="1561731" y="1905799"/>
                  </a:lnTo>
                  <a:lnTo>
                    <a:pt x="1571492" y="1895258"/>
                  </a:lnTo>
                  <a:lnTo>
                    <a:pt x="1581253" y="1884635"/>
                  </a:lnTo>
                  <a:lnTo>
                    <a:pt x="1591013" y="1873928"/>
                  </a:lnTo>
                  <a:lnTo>
                    <a:pt x="1600774" y="1862478"/>
                  </a:lnTo>
                  <a:lnTo>
                    <a:pt x="1610535" y="1848772"/>
                  </a:lnTo>
                  <a:lnTo>
                    <a:pt x="1620296" y="1838075"/>
                  </a:lnTo>
                  <a:lnTo>
                    <a:pt x="1630057" y="1827895"/>
                  </a:lnTo>
                  <a:lnTo>
                    <a:pt x="1639818" y="1817626"/>
                  </a:lnTo>
                  <a:lnTo>
                    <a:pt x="1649578" y="1807268"/>
                  </a:lnTo>
                  <a:lnTo>
                    <a:pt x="1659339" y="1796135"/>
                  </a:lnTo>
                  <a:lnTo>
                    <a:pt x="1669100" y="1783991"/>
                  </a:lnTo>
                  <a:lnTo>
                    <a:pt x="1678861" y="1768909"/>
                  </a:lnTo>
                  <a:lnTo>
                    <a:pt x="1688622" y="1753670"/>
                  </a:lnTo>
                  <a:lnTo>
                    <a:pt x="1698382" y="1738258"/>
                  </a:lnTo>
                  <a:lnTo>
                    <a:pt x="1708143" y="1722670"/>
                  </a:lnTo>
                  <a:lnTo>
                    <a:pt x="1717904" y="1706907"/>
                  </a:lnTo>
                  <a:lnTo>
                    <a:pt x="1727665" y="1690968"/>
                  </a:lnTo>
                  <a:lnTo>
                    <a:pt x="1737426" y="1676512"/>
                  </a:lnTo>
                  <a:lnTo>
                    <a:pt x="1747187" y="1663736"/>
                  </a:lnTo>
                  <a:lnTo>
                    <a:pt x="1756947" y="1650849"/>
                  </a:lnTo>
                  <a:lnTo>
                    <a:pt x="1766708" y="1637849"/>
                  </a:lnTo>
                  <a:lnTo>
                    <a:pt x="1776469" y="1624738"/>
                  </a:lnTo>
                  <a:lnTo>
                    <a:pt x="1786230" y="1611514"/>
                  </a:lnTo>
                  <a:lnTo>
                    <a:pt x="1795991" y="1598177"/>
                  </a:lnTo>
                  <a:lnTo>
                    <a:pt x="1805752" y="1584727"/>
                  </a:lnTo>
                  <a:lnTo>
                    <a:pt x="1815512" y="1571163"/>
                  </a:lnTo>
                  <a:lnTo>
                    <a:pt x="1825273" y="1557486"/>
                  </a:lnTo>
                  <a:lnTo>
                    <a:pt x="1835034" y="1543645"/>
                  </a:lnTo>
                  <a:lnTo>
                    <a:pt x="1844795" y="1526058"/>
                  </a:lnTo>
                  <a:lnTo>
                    <a:pt x="1854556" y="1508297"/>
                  </a:lnTo>
                  <a:lnTo>
                    <a:pt x="1864316" y="1490355"/>
                  </a:lnTo>
                  <a:lnTo>
                    <a:pt x="1874077" y="1472231"/>
                  </a:lnTo>
                  <a:lnTo>
                    <a:pt x="1883838" y="1453926"/>
                  </a:lnTo>
                  <a:lnTo>
                    <a:pt x="1893599" y="1435439"/>
                  </a:lnTo>
                  <a:lnTo>
                    <a:pt x="1903360" y="1416770"/>
                  </a:lnTo>
                  <a:lnTo>
                    <a:pt x="1913121" y="1397918"/>
                  </a:lnTo>
                  <a:lnTo>
                    <a:pt x="1922881" y="1378883"/>
                  </a:lnTo>
                  <a:lnTo>
                    <a:pt x="1932642" y="1359664"/>
                  </a:lnTo>
                  <a:lnTo>
                    <a:pt x="1942403" y="1340263"/>
                  </a:lnTo>
                  <a:lnTo>
                    <a:pt x="1952164" y="1320678"/>
                  </a:lnTo>
                  <a:lnTo>
                    <a:pt x="1961925" y="1300910"/>
                  </a:lnTo>
                  <a:lnTo>
                    <a:pt x="1971685" y="1284102"/>
                  </a:lnTo>
                  <a:lnTo>
                    <a:pt x="1981446" y="1267538"/>
                  </a:lnTo>
                  <a:lnTo>
                    <a:pt x="1991207" y="1250857"/>
                  </a:lnTo>
                  <a:lnTo>
                    <a:pt x="2000968" y="1234057"/>
                  </a:lnTo>
                  <a:lnTo>
                    <a:pt x="2010729" y="1217209"/>
                  </a:lnTo>
                  <a:lnTo>
                    <a:pt x="2020490" y="1200259"/>
                  </a:lnTo>
                  <a:lnTo>
                    <a:pt x="2030250" y="1182784"/>
                  </a:lnTo>
                  <a:lnTo>
                    <a:pt x="2040011" y="1162386"/>
                  </a:lnTo>
                  <a:lnTo>
                    <a:pt x="2049772" y="1141826"/>
                  </a:lnTo>
                  <a:lnTo>
                    <a:pt x="2059533" y="1121104"/>
                  </a:lnTo>
                  <a:lnTo>
                    <a:pt x="2069294" y="1100222"/>
                  </a:lnTo>
                  <a:lnTo>
                    <a:pt x="2079055" y="1079179"/>
                  </a:lnTo>
                  <a:lnTo>
                    <a:pt x="2088815" y="1057977"/>
                  </a:lnTo>
                  <a:lnTo>
                    <a:pt x="2098576" y="1039156"/>
                  </a:lnTo>
                  <a:lnTo>
                    <a:pt x="2108337" y="1020404"/>
                  </a:lnTo>
                  <a:lnTo>
                    <a:pt x="2118098" y="1001526"/>
                  </a:lnTo>
                  <a:lnTo>
                    <a:pt x="2127859" y="982522"/>
                  </a:lnTo>
                  <a:lnTo>
                    <a:pt x="2137619" y="963393"/>
                  </a:lnTo>
                  <a:lnTo>
                    <a:pt x="2147380" y="944138"/>
                  </a:lnTo>
                  <a:lnTo>
                    <a:pt x="2157141" y="924760"/>
                  </a:lnTo>
                  <a:lnTo>
                    <a:pt x="2166902" y="905257"/>
                  </a:lnTo>
                  <a:lnTo>
                    <a:pt x="2176663" y="885632"/>
                  </a:lnTo>
                  <a:lnTo>
                    <a:pt x="2186424" y="865883"/>
                  </a:lnTo>
                  <a:lnTo>
                    <a:pt x="2196184" y="846013"/>
                  </a:lnTo>
                  <a:lnTo>
                    <a:pt x="2205945" y="826022"/>
                  </a:lnTo>
                  <a:lnTo>
                    <a:pt x="2215706" y="805611"/>
                  </a:lnTo>
                  <a:lnTo>
                    <a:pt x="2225467" y="782666"/>
                  </a:lnTo>
                  <a:lnTo>
                    <a:pt x="2235228" y="759562"/>
                  </a:lnTo>
                  <a:lnTo>
                    <a:pt x="2244988" y="736299"/>
                  </a:lnTo>
                  <a:lnTo>
                    <a:pt x="2254749" y="712880"/>
                  </a:lnTo>
                  <a:lnTo>
                    <a:pt x="2264510" y="689305"/>
                  </a:lnTo>
                  <a:lnTo>
                    <a:pt x="2274271" y="665575"/>
                  </a:lnTo>
                  <a:lnTo>
                    <a:pt x="2284032" y="641693"/>
                  </a:lnTo>
                  <a:lnTo>
                    <a:pt x="2293793" y="617659"/>
                  </a:lnTo>
                  <a:lnTo>
                    <a:pt x="2303553" y="593475"/>
                  </a:lnTo>
                  <a:lnTo>
                    <a:pt x="2313314" y="569142"/>
                  </a:lnTo>
                  <a:lnTo>
                    <a:pt x="2323075" y="544662"/>
                  </a:lnTo>
                  <a:lnTo>
                    <a:pt x="2332836" y="520037"/>
                  </a:lnTo>
                  <a:lnTo>
                    <a:pt x="2342597" y="495269"/>
                  </a:lnTo>
                  <a:lnTo>
                    <a:pt x="2352358" y="470358"/>
                  </a:lnTo>
                  <a:lnTo>
                    <a:pt x="2362118" y="445307"/>
                  </a:lnTo>
                  <a:lnTo>
                    <a:pt x="2371879" y="420118"/>
                  </a:lnTo>
                  <a:lnTo>
                    <a:pt x="2381640" y="394792"/>
                  </a:lnTo>
                  <a:lnTo>
                    <a:pt x="2391401" y="369332"/>
                  </a:lnTo>
                  <a:lnTo>
                    <a:pt x="2401162" y="343740"/>
                  </a:lnTo>
                  <a:lnTo>
                    <a:pt x="2410922" y="318017"/>
                  </a:lnTo>
                  <a:lnTo>
                    <a:pt x="2420683" y="292166"/>
                  </a:lnTo>
                  <a:lnTo>
                    <a:pt x="2430444" y="266189"/>
                  </a:lnTo>
                  <a:lnTo>
                    <a:pt x="2440205" y="240089"/>
                  </a:lnTo>
                  <a:lnTo>
                    <a:pt x="2449966" y="213866"/>
                  </a:lnTo>
                  <a:lnTo>
                    <a:pt x="2459727" y="187525"/>
                  </a:lnTo>
                  <a:lnTo>
                    <a:pt x="2469487" y="161066"/>
                  </a:lnTo>
                  <a:lnTo>
                    <a:pt x="2479248" y="134493"/>
                  </a:lnTo>
                  <a:lnTo>
                    <a:pt x="2489009" y="107808"/>
                  </a:lnTo>
                  <a:lnTo>
                    <a:pt x="2498770" y="81014"/>
                  </a:lnTo>
                  <a:lnTo>
                    <a:pt x="2508531" y="54112"/>
                  </a:lnTo>
                  <a:lnTo>
                    <a:pt x="2518291" y="27107"/>
                  </a:lnTo>
                  <a:lnTo>
                    <a:pt x="252805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6312408" y="5117250"/>
              <a:ext cx="2528052" cy="119264"/>
            </a:xfrm>
            <a:custGeom>
              <a:avLst/>
              <a:pathLst>
                <a:path w="2528052" h="119264">
                  <a:moveTo>
                    <a:pt x="2528052" y="119264"/>
                  </a:moveTo>
                  <a:lnTo>
                    <a:pt x="2518291" y="119180"/>
                  </a:lnTo>
                  <a:lnTo>
                    <a:pt x="2508531" y="119095"/>
                  </a:lnTo>
                  <a:lnTo>
                    <a:pt x="2498770" y="119008"/>
                  </a:lnTo>
                  <a:lnTo>
                    <a:pt x="2489009" y="118919"/>
                  </a:lnTo>
                  <a:lnTo>
                    <a:pt x="2479248" y="118754"/>
                  </a:lnTo>
                  <a:lnTo>
                    <a:pt x="2469487" y="118455"/>
                  </a:lnTo>
                  <a:lnTo>
                    <a:pt x="2459727" y="118152"/>
                  </a:lnTo>
                  <a:lnTo>
                    <a:pt x="2449966" y="117846"/>
                  </a:lnTo>
                  <a:lnTo>
                    <a:pt x="2440205" y="117539"/>
                  </a:lnTo>
                  <a:lnTo>
                    <a:pt x="2430444" y="117339"/>
                  </a:lnTo>
                  <a:lnTo>
                    <a:pt x="2420683" y="117235"/>
                  </a:lnTo>
                  <a:lnTo>
                    <a:pt x="2410922" y="117129"/>
                  </a:lnTo>
                  <a:lnTo>
                    <a:pt x="2401162" y="117022"/>
                  </a:lnTo>
                  <a:lnTo>
                    <a:pt x="2391401" y="116913"/>
                  </a:lnTo>
                  <a:lnTo>
                    <a:pt x="2381640" y="116701"/>
                  </a:lnTo>
                  <a:lnTo>
                    <a:pt x="2371879" y="116649"/>
                  </a:lnTo>
                  <a:lnTo>
                    <a:pt x="2362118" y="116585"/>
                  </a:lnTo>
                  <a:lnTo>
                    <a:pt x="2352358" y="116474"/>
                  </a:lnTo>
                  <a:lnTo>
                    <a:pt x="2342597" y="116361"/>
                  </a:lnTo>
                  <a:lnTo>
                    <a:pt x="2332836" y="116246"/>
                  </a:lnTo>
                  <a:lnTo>
                    <a:pt x="2323075" y="116129"/>
                  </a:lnTo>
                  <a:lnTo>
                    <a:pt x="2313314" y="116009"/>
                  </a:lnTo>
                  <a:lnTo>
                    <a:pt x="2303553" y="115884"/>
                  </a:lnTo>
                  <a:lnTo>
                    <a:pt x="2293793" y="115757"/>
                  </a:lnTo>
                  <a:lnTo>
                    <a:pt x="2284032" y="115629"/>
                  </a:lnTo>
                  <a:lnTo>
                    <a:pt x="2274271" y="115430"/>
                  </a:lnTo>
                  <a:lnTo>
                    <a:pt x="2264510" y="115210"/>
                  </a:lnTo>
                  <a:lnTo>
                    <a:pt x="2254749" y="114988"/>
                  </a:lnTo>
                  <a:lnTo>
                    <a:pt x="2244988" y="114762"/>
                  </a:lnTo>
                  <a:lnTo>
                    <a:pt x="2235228" y="114531"/>
                  </a:lnTo>
                  <a:lnTo>
                    <a:pt x="2225467" y="114297"/>
                  </a:lnTo>
                  <a:lnTo>
                    <a:pt x="2215706" y="114061"/>
                  </a:lnTo>
                  <a:lnTo>
                    <a:pt x="2205945" y="113893"/>
                  </a:lnTo>
                  <a:lnTo>
                    <a:pt x="2196184" y="113606"/>
                  </a:lnTo>
                  <a:lnTo>
                    <a:pt x="2186424" y="113346"/>
                  </a:lnTo>
                  <a:lnTo>
                    <a:pt x="2176663" y="113103"/>
                  </a:lnTo>
                  <a:lnTo>
                    <a:pt x="2166902" y="112858"/>
                  </a:lnTo>
                  <a:lnTo>
                    <a:pt x="2157141" y="112609"/>
                  </a:lnTo>
                  <a:lnTo>
                    <a:pt x="2147380" y="112358"/>
                  </a:lnTo>
                  <a:lnTo>
                    <a:pt x="2137619" y="112101"/>
                  </a:lnTo>
                  <a:lnTo>
                    <a:pt x="2127859" y="111840"/>
                  </a:lnTo>
                  <a:lnTo>
                    <a:pt x="2118098" y="111576"/>
                  </a:lnTo>
                  <a:lnTo>
                    <a:pt x="2108337" y="111308"/>
                  </a:lnTo>
                  <a:lnTo>
                    <a:pt x="2098576" y="111155"/>
                  </a:lnTo>
                  <a:lnTo>
                    <a:pt x="2088815" y="111018"/>
                  </a:lnTo>
                  <a:lnTo>
                    <a:pt x="2079055" y="110879"/>
                  </a:lnTo>
                  <a:lnTo>
                    <a:pt x="2069294" y="110738"/>
                  </a:lnTo>
                  <a:lnTo>
                    <a:pt x="2059533" y="110594"/>
                  </a:lnTo>
                  <a:lnTo>
                    <a:pt x="2049772" y="110299"/>
                  </a:lnTo>
                  <a:lnTo>
                    <a:pt x="2040011" y="109979"/>
                  </a:lnTo>
                  <a:lnTo>
                    <a:pt x="2030250" y="109669"/>
                  </a:lnTo>
                  <a:lnTo>
                    <a:pt x="2020490" y="109465"/>
                  </a:lnTo>
                  <a:lnTo>
                    <a:pt x="2010729" y="109259"/>
                  </a:lnTo>
                  <a:lnTo>
                    <a:pt x="2000968" y="109051"/>
                  </a:lnTo>
                  <a:lnTo>
                    <a:pt x="1991207" y="108841"/>
                  </a:lnTo>
                  <a:lnTo>
                    <a:pt x="1981446" y="108627"/>
                  </a:lnTo>
                  <a:lnTo>
                    <a:pt x="1971685" y="108408"/>
                  </a:lnTo>
                  <a:lnTo>
                    <a:pt x="1961925" y="108188"/>
                  </a:lnTo>
                  <a:lnTo>
                    <a:pt x="1952164" y="107965"/>
                  </a:lnTo>
                  <a:lnTo>
                    <a:pt x="1942403" y="107739"/>
                  </a:lnTo>
                  <a:lnTo>
                    <a:pt x="1932642" y="107512"/>
                  </a:lnTo>
                  <a:lnTo>
                    <a:pt x="1922881" y="107282"/>
                  </a:lnTo>
                  <a:lnTo>
                    <a:pt x="1913121" y="106977"/>
                  </a:lnTo>
                  <a:lnTo>
                    <a:pt x="1903360" y="106630"/>
                  </a:lnTo>
                  <a:lnTo>
                    <a:pt x="1893599" y="106280"/>
                  </a:lnTo>
                  <a:lnTo>
                    <a:pt x="1883838" y="105925"/>
                  </a:lnTo>
                  <a:lnTo>
                    <a:pt x="1874077" y="105564"/>
                  </a:lnTo>
                  <a:lnTo>
                    <a:pt x="1864316" y="105196"/>
                  </a:lnTo>
                  <a:lnTo>
                    <a:pt x="1854556" y="104824"/>
                  </a:lnTo>
                  <a:lnTo>
                    <a:pt x="1844795" y="104448"/>
                  </a:lnTo>
                  <a:lnTo>
                    <a:pt x="1835034" y="104067"/>
                  </a:lnTo>
                  <a:lnTo>
                    <a:pt x="1825273" y="103683"/>
                  </a:lnTo>
                  <a:lnTo>
                    <a:pt x="1815512" y="103293"/>
                  </a:lnTo>
                  <a:lnTo>
                    <a:pt x="1805752" y="102939"/>
                  </a:lnTo>
                  <a:lnTo>
                    <a:pt x="1795991" y="102507"/>
                  </a:lnTo>
                  <a:lnTo>
                    <a:pt x="1786230" y="102104"/>
                  </a:lnTo>
                  <a:lnTo>
                    <a:pt x="1776469" y="101696"/>
                  </a:lnTo>
                  <a:lnTo>
                    <a:pt x="1766708" y="101251"/>
                  </a:lnTo>
                  <a:lnTo>
                    <a:pt x="1756947" y="100873"/>
                  </a:lnTo>
                  <a:lnTo>
                    <a:pt x="1747187" y="100458"/>
                  </a:lnTo>
                  <a:lnTo>
                    <a:pt x="1737426" y="100039"/>
                  </a:lnTo>
                  <a:lnTo>
                    <a:pt x="1727665" y="99614"/>
                  </a:lnTo>
                  <a:lnTo>
                    <a:pt x="1717904" y="99185"/>
                  </a:lnTo>
                  <a:lnTo>
                    <a:pt x="1708143" y="98751"/>
                  </a:lnTo>
                  <a:lnTo>
                    <a:pt x="1698382" y="98312"/>
                  </a:lnTo>
                  <a:lnTo>
                    <a:pt x="1688622" y="97868"/>
                  </a:lnTo>
                  <a:lnTo>
                    <a:pt x="1678861" y="97418"/>
                  </a:lnTo>
                  <a:lnTo>
                    <a:pt x="1669100" y="97015"/>
                  </a:lnTo>
                  <a:lnTo>
                    <a:pt x="1659339" y="96707"/>
                  </a:lnTo>
                  <a:lnTo>
                    <a:pt x="1649578" y="96398"/>
                  </a:lnTo>
                  <a:lnTo>
                    <a:pt x="1639818" y="96088"/>
                  </a:lnTo>
                  <a:lnTo>
                    <a:pt x="1630057" y="95777"/>
                  </a:lnTo>
                  <a:lnTo>
                    <a:pt x="1620296" y="95464"/>
                  </a:lnTo>
                  <a:lnTo>
                    <a:pt x="1610535" y="95151"/>
                  </a:lnTo>
                  <a:lnTo>
                    <a:pt x="1600774" y="94836"/>
                  </a:lnTo>
                  <a:lnTo>
                    <a:pt x="1591013" y="94519"/>
                  </a:lnTo>
                  <a:lnTo>
                    <a:pt x="1581253" y="94202"/>
                  </a:lnTo>
                  <a:lnTo>
                    <a:pt x="1571492" y="93883"/>
                  </a:lnTo>
                  <a:lnTo>
                    <a:pt x="1561731" y="93563"/>
                  </a:lnTo>
                  <a:lnTo>
                    <a:pt x="1551970" y="93241"/>
                  </a:lnTo>
                  <a:lnTo>
                    <a:pt x="1542209" y="92919"/>
                  </a:lnTo>
                  <a:lnTo>
                    <a:pt x="1532448" y="92594"/>
                  </a:lnTo>
                  <a:lnTo>
                    <a:pt x="1522688" y="92269"/>
                  </a:lnTo>
                  <a:lnTo>
                    <a:pt x="1512927" y="91943"/>
                  </a:lnTo>
                  <a:lnTo>
                    <a:pt x="1503166" y="91615"/>
                  </a:lnTo>
                  <a:lnTo>
                    <a:pt x="1493405" y="91284"/>
                  </a:lnTo>
                  <a:lnTo>
                    <a:pt x="1483644" y="90949"/>
                  </a:lnTo>
                  <a:lnTo>
                    <a:pt x="1473884" y="90613"/>
                  </a:lnTo>
                  <a:lnTo>
                    <a:pt x="1464123" y="90275"/>
                  </a:lnTo>
                  <a:lnTo>
                    <a:pt x="1454362" y="89936"/>
                  </a:lnTo>
                  <a:lnTo>
                    <a:pt x="1444601" y="89596"/>
                  </a:lnTo>
                  <a:lnTo>
                    <a:pt x="1434840" y="89254"/>
                  </a:lnTo>
                  <a:lnTo>
                    <a:pt x="1425079" y="88911"/>
                  </a:lnTo>
                  <a:lnTo>
                    <a:pt x="1415319" y="88566"/>
                  </a:lnTo>
                  <a:lnTo>
                    <a:pt x="1405558" y="88220"/>
                  </a:lnTo>
                  <a:lnTo>
                    <a:pt x="1395797" y="87872"/>
                  </a:lnTo>
                  <a:lnTo>
                    <a:pt x="1386036" y="87523"/>
                  </a:lnTo>
                  <a:lnTo>
                    <a:pt x="1376275" y="87172"/>
                  </a:lnTo>
                  <a:lnTo>
                    <a:pt x="1366515" y="86820"/>
                  </a:lnTo>
                  <a:lnTo>
                    <a:pt x="1356754" y="86467"/>
                  </a:lnTo>
                  <a:lnTo>
                    <a:pt x="1346993" y="86112"/>
                  </a:lnTo>
                  <a:lnTo>
                    <a:pt x="1337232" y="85734"/>
                  </a:lnTo>
                  <a:lnTo>
                    <a:pt x="1327471" y="85127"/>
                  </a:lnTo>
                  <a:lnTo>
                    <a:pt x="1317710" y="84800"/>
                  </a:lnTo>
                  <a:lnTo>
                    <a:pt x="1307950" y="84505"/>
                  </a:lnTo>
                  <a:lnTo>
                    <a:pt x="1298189" y="84206"/>
                  </a:lnTo>
                  <a:lnTo>
                    <a:pt x="1288428" y="83903"/>
                  </a:lnTo>
                  <a:lnTo>
                    <a:pt x="1278667" y="83595"/>
                  </a:lnTo>
                  <a:lnTo>
                    <a:pt x="1268906" y="83267"/>
                  </a:lnTo>
                  <a:lnTo>
                    <a:pt x="1259145" y="82907"/>
                  </a:lnTo>
                  <a:lnTo>
                    <a:pt x="1249385" y="82546"/>
                  </a:lnTo>
                  <a:lnTo>
                    <a:pt x="1239624" y="82184"/>
                  </a:lnTo>
                  <a:lnTo>
                    <a:pt x="1229863" y="81820"/>
                  </a:lnTo>
                  <a:lnTo>
                    <a:pt x="1220102" y="81454"/>
                  </a:lnTo>
                  <a:lnTo>
                    <a:pt x="1210341" y="81322"/>
                  </a:lnTo>
                  <a:lnTo>
                    <a:pt x="1200581" y="81237"/>
                  </a:lnTo>
                  <a:lnTo>
                    <a:pt x="1190820" y="81162"/>
                  </a:lnTo>
                  <a:lnTo>
                    <a:pt x="1181059" y="80514"/>
                  </a:lnTo>
                  <a:lnTo>
                    <a:pt x="1171298" y="79864"/>
                  </a:lnTo>
                  <a:lnTo>
                    <a:pt x="1161537" y="79231"/>
                  </a:lnTo>
                  <a:lnTo>
                    <a:pt x="1151776" y="78855"/>
                  </a:lnTo>
                  <a:lnTo>
                    <a:pt x="1142016" y="78475"/>
                  </a:lnTo>
                  <a:lnTo>
                    <a:pt x="1132255" y="77949"/>
                  </a:lnTo>
                  <a:lnTo>
                    <a:pt x="1122494" y="77162"/>
                  </a:lnTo>
                  <a:lnTo>
                    <a:pt x="1112733" y="76365"/>
                  </a:lnTo>
                  <a:lnTo>
                    <a:pt x="1102972" y="75556"/>
                  </a:lnTo>
                  <a:lnTo>
                    <a:pt x="1093212" y="74735"/>
                  </a:lnTo>
                  <a:lnTo>
                    <a:pt x="1083451" y="73897"/>
                  </a:lnTo>
                  <a:lnTo>
                    <a:pt x="1073690" y="73055"/>
                  </a:lnTo>
                  <a:lnTo>
                    <a:pt x="1063929" y="72749"/>
                  </a:lnTo>
                  <a:lnTo>
                    <a:pt x="1054168" y="72439"/>
                  </a:lnTo>
                  <a:lnTo>
                    <a:pt x="1044407" y="72126"/>
                  </a:lnTo>
                  <a:lnTo>
                    <a:pt x="1034647" y="71810"/>
                  </a:lnTo>
                  <a:lnTo>
                    <a:pt x="1024886" y="71490"/>
                  </a:lnTo>
                  <a:lnTo>
                    <a:pt x="1015125" y="71167"/>
                  </a:lnTo>
                  <a:lnTo>
                    <a:pt x="1005364" y="70720"/>
                  </a:lnTo>
                  <a:lnTo>
                    <a:pt x="995603" y="70522"/>
                  </a:lnTo>
                  <a:lnTo>
                    <a:pt x="985842" y="69768"/>
                  </a:lnTo>
                  <a:lnTo>
                    <a:pt x="976082" y="68929"/>
                  </a:lnTo>
                  <a:lnTo>
                    <a:pt x="966321" y="68075"/>
                  </a:lnTo>
                  <a:lnTo>
                    <a:pt x="956560" y="67207"/>
                  </a:lnTo>
                  <a:lnTo>
                    <a:pt x="946799" y="66375"/>
                  </a:lnTo>
                  <a:lnTo>
                    <a:pt x="937038" y="65935"/>
                  </a:lnTo>
                  <a:lnTo>
                    <a:pt x="927278" y="65584"/>
                  </a:lnTo>
                  <a:lnTo>
                    <a:pt x="917517" y="65230"/>
                  </a:lnTo>
                  <a:lnTo>
                    <a:pt x="907756" y="64874"/>
                  </a:lnTo>
                  <a:lnTo>
                    <a:pt x="897995" y="64516"/>
                  </a:lnTo>
                  <a:lnTo>
                    <a:pt x="888234" y="63926"/>
                  </a:lnTo>
                  <a:lnTo>
                    <a:pt x="878473" y="63205"/>
                  </a:lnTo>
                  <a:lnTo>
                    <a:pt x="868713" y="62181"/>
                  </a:lnTo>
                  <a:lnTo>
                    <a:pt x="858952" y="60823"/>
                  </a:lnTo>
                  <a:lnTo>
                    <a:pt x="849191" y="59454"/>
                  </a:lnTo>
                  <a:lnTo>
                    <a:pt x="839430" y="58074"/>
                  </a:lnTo>
                  <a:lnTo>
                    <a:pt x="829669" y="56684"/>
                  </a:lnTo>
                  <a:lnTo>
                    <a:pt x="819909" y="55602"/>
                  </a:lnTo>
                  <a:lnTo>
                    <a:pt x="810148" y="55217"/>
                  </a:lnTo>
                  <a:lnTo>
                    <a:pt x="800387" y="54829"/>
                  </a:lnTo>
                  <a:lnTo>
                    <a:pt x="790626" y="53934"/>
                  </a:lnTo>
                  <a:lnTo>
                    <a:pt x="780865" y="52845"/>
                  </a:lnTo>
                  <a:lnTo>
                    <a:pt x="771104" y="51741"/>
                  </a:lnTo>
                  <a:lnTo>
                    <a:pt x="761344" y="50809"/>
                  </a:lnTo>
                  <a:lnTo>
                    <a:pt x="751583" y="50159"/>
                  </a:lnTo>
                  <a:lnTo>
                    <a:pt x="741822" y="49486"/>
                  </a:lnTo>
                  <a:lnTo>
                    <a:pt x="732061" y="48806"/>
                  </a:lnTo>
                  <a:lnTo>
                    <a:pt x="722300" y="48119"/>
                  </a:lnTo>
                  <a:lnTo>
                    <a:pt x="712539" y="47425"/>
                  </a:lnTo>
                  <a:lnTo>
                    <a:pt x="702779" y="46720"/>
                  </a:lnTo>
                  <a:lnTo>
                    <a:pt x="693018" y="45485"/>
                  </a:lnTo>
                  <a:lnTo>
                    <a:pt x="683257" y="44412"/>
                  </a:lnTo>
                  <a:lnTo>
                    <a:pt x="673496" y="43639"/>
                  </a:lnTo>
                  <a:lnTo>
                    <a:pt x="663735" y="43143"/>
                  </a:lnTo>
                  <a:lnTo>
                    <a:pt x="653975" y="42484"/>
                  </a:lnTo>
                  <a:lnTo>
                    <a:pt x="644214" y="41832"/>
                  </a:lnTo>
                  <a:lnTo>
                    <a:pt x="634453" y="41161"/>
                  </a:lnTo>
                  <a:lnTo>
                    <a:pt x="624692" y="40054"/>
                  </a:lnTo>
                  <a:lnTo>
                    <a:pt x="614931" y="38818"/>
                  </a:lnTo>
                  <a:lnTo>
                    <a:pt x="605170" y="38066"/>
                  </a:lnTo>
                  <a:lnTo>
                    <a:pt x="595410" y="36225"/>
                  </a:lnTo>
                  <a:lnTo>
                    <a:pt x="585649" y="34556"/>
                  </a:lnTo>
                  <a:lnTo>
                    <a:pt x="575888" y="32892"/>
                  </a:lnTo>
                  <a:lnTo>
                    <a:pt x="566127" y="32326"/>
                  </a:lnTo>
                  <a:lnTo>
                    <a:pt x="556366" y="31019"/>
                  </a:lnTo>
                  <a:lnTo>
                    <a:pt x="546606" y="29391"/>
                  </a:lnTo>
                  <a:lnTo>
                    <a:pt x="536845" y="28452"/>
                  </a:lnTo>
                  <a:lnTo>
                    <a:pt x="527084" y="26987"/>
                  </a:lnTo>
                  <a:lnTo>
                    <a:pt x="517323" y="26058"/>
                  </a:lnTo>
                  <a:lnTo>
                    <a:pt x="507562" y="25653"/>
                  </a:lnTo>
                  <a:lnTo>
                    <a:pt x="497801" y="24727"/>
                  </a:lnTo>
                  <a:lnTo>
                    <a:pt x="488041" y="23790"/>
                  </a:lnTo>
                  <a:lnTo>
                    <a:pt x="478280" y="23188"/>
                  </a:lnTo>
                  <a:lnTo>
                    <a:pt x="468519" y="22993"/>
                  </a:lnTo>
                  <a:lnTo>
                    <a:pt x="458758" y="22748"/>
                  </a:lnTo>
                  <a:lnTo>
                    <a:pt x="448997" y="22393"/>
                  </a:lnTo>
                  <a:lnTo>
                    <a:pt x="439236" y="22209"/>
                  </a:lnTo>
                  <a:lnTo>
                    <a:pt x="429476" y="22024"/>
                  </a:lnTo>
                  <a:lnTo>
                    <a:pt x="419715" y="21088"/>
                  </a:lnTo>
                  <a:lnTo>
                    <a:pt x="409954" y="19949"/>
                  </a:lnTo>
                  <a:lnTo>
                    <a:pt x="400193" y="18618"/>
                  </a:lnTo>
                  <a:lnTo>
                    <a:pt x="390432" y="18418"/>
                  </a:lnTo>
                  <a:lnTo>
                    <a:pt x="380672" y="18292"/>
                  </a:lnTo>
                  <a:lnTo>
                    <a:pt x="370911" y="16599"/>
                  </a:lnTo>
                  <a:lnTo>
                    <a:pt x="361150" y="14460"/>
                  </a:lnTo>
                  <a:lnTo>
                    <a:pt x="351389" y="13030"/>
                  </a:lnTo>
                  <a:lnTo>
                    <a:pt x="341628" y="12282"/>
                  </a:lnTo>
                  <a:lnTo>
                    <a:pt x="331867" y="11506"/>
                  </a:lnTo>
                  <a:lnTo>
                    <a:pt x="322107" y="12232"/>
                  </a:lnTo>
                  <a:lnTo>
                    <a:pt x="312346" y="12524"/>
                  </a:lnTo>
                  <a:lnTo>
                    <a:pt x="302585" y="11478"/>
                  </a:lnTo>
                  <a:lnTo>
                    <a:pt x="292824" y="10023"/>
                  </a:lnTo>
                  <a:lnTo>
                    <a:pt x="283063" y="9297"/>
                  </a:lnTo>
                  <a:lnTo>
                    <a:pt x="273303" y="8288"/>
                  </a:lnTo>
                  <a:lnTo>
                    <a:pt x="263542" y="7573"/>
                  </a:lnTo>
                  <a:lnTo>
                    <a:pt x="253781" y="6991"/>
                  </a:lnTo>
                  <a:lnTo>
                    <a:pt x="244020" y="6588"/>
                  </a:lnTo>
                  <a:lnTo>
                    <a:pt x="234259" y="5480"/>
                  </a:lnTo>
                  <a:lnTo>
                    <a:pt x="224498" y="5822"/>
                  </a:lnTo>
                  <a:lnTo>
                    <a:pt x="214738" y="5441"/>
                  </a:lnTo>
                  <a:lnTo>
                    <a:pt x="204977" y="5070"/>
                  </a:lnTo>
                  <a:lnTo>
                    <a:pt x="195216" y="2680"/>
                  </a:lnTo>
                  <a:lnTo>
                    <a:pt x="185455" y="2760"/>
                  </a:lnTo>
                  <a:lnTo>
                    <a:pt x="175694" y="3897"/>
                  </a:lnTo>
                  <a:lnTo>
                    <a:pt x="165933" y="3551"/>
                  </a:lnTo>
                  <a:lnTo>
                    <a:pt x="156173" y="3372"/>
                  </a:lnTo>
                  <a:lnTo>
                    <a:pt x="146412" y="3745"/>
                  </a:lnTo>
                  <a:lnTo>
                    <a:pt x="136651" y="4594"/>
                  </a:lnTo>
                  <a:lnTo>
                    <a:pt x="126890" y="4283"/>
                  </a:lnTo>
                  <a:lnTo>
                    <a:pt x="117129" y="3634"/>
                  </a:lnTo>
                  <a:lnTo>
                    <a:pt x="107369" y="3676"/>
                  </a:lnTo>
                  <a:lnTo>
                    <a:pt x="97608" y="3390"/>
                  </a:lnTo>
                  <a:lnTo>
                    <a:pt x="87847" y="3089"/>
                  </a:lnTo>
                  <a:lnTo>
                    <a:pt x="78086" y="2763"/>
                  </a:lnTo>
                  <a:lnTo>
                    <a:pt x="68325" y="2468"/>
                  </a:lnTo>
                  <a:lnTo>
                    <a:pt x="58564" y="2168"/>
                  </a:lnTo>
                  <a:lnTo>
                    <a:pt x="48804" y="1846"/>
                  </a:lnTo>
                  <a:lnTo>
                    <a:pt x="39043" y="1539"/>
                  </a:lnTo>
                  <a:lnTo>
                    <a:pt x="29282" y="1227"/>
                  </a:lnTo>
                  <a:lnTo>
                    <a:pt x="19521" y="877"/>
                  </a:lnTo>
                  <a:lnTo>
                    <a:pt x="9760" y="5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6312408" y="4060815"/>
              <a:ext cx="2528052" cy="894957"/>
            </a:xfrm>
            <a:custGeom>
              <a:avLst/>
              <a:pathLst>
                <a:path w="2528052" h="894957">
                  <a:moveTo>
                    <a:pt x="0" y="894957"/>
                  </a:moveTo>
                  <a:lnTo>
                    <a:pt x="9760" y="893637"/>
                  </a:lnTo>
                  <a:lnTo>
                    <a:pt x="19521" y="892318"/>
                  </a:lnTo>
                  <a:lnTo>
                    <a:pt x="29282" y="890988"/>
                  </a:lnTo>
                  <a:lnTo>
                    <a:pt x="39043" y="889663"/>
                  </a:lnTo>
                  <a:lnTo>
                    <a:pt x="48804" y="888305"/>
                  </a:lnTo>
                  <a:lnTo>
                    <a:pt x="58564" y="886925"/>
                  </a:lnTo>
                  <a:lnTo>
                    <a:pt x="68325" y="885559"/>
                  </a:lnTo>
                  <a:lnTo>
                    <a:pt x="78086" y="884214"/>
                  </a:lnTo>
                  <a:lnTo>
                    <a:pt x="87847" y="882903"/>
                  </a:lnTo>
                  <a:lnTo>
                    <a:pt x="97608" y="881497"/>
                  </a:lnTo>
                  <a:lnTo>
                    <a:pt x="107369" y="880193"/>
                  </a:lnTo>
                  <a:lnTo>
                    <a:pt x="117129" y="878823"/>
                  </a:lnTo>
                  <a:lnTo>
                    <a:pt x="126890" y="877454"/>
                  </a:lnTo>
                  <a:lnTo>
                    <a:pt x="136651" y="876078"/>
                  </a:lnTo>
                  <a:lnTo>
                    <a:pt x="146412" y="874668"/>
                  </a:lnTo>
                  <a:lnTo>
                    <a:pt x="156173" y="873238"/>
                  </a:lnTo>
                  <a:lnTo>
                    <a:pt x="165933" y="871773"/>
                  </a:lnTo>
                  <a:lnTo>
                    <a:pt x="175694" y="870350"/>
                  </a:lnTo>
                  <a:lnTo>
                    <a:pt x="185455" y="868904"/>
                  </a:lnTo>
                  <a:lnTo>
                    <a:pt x="195216" y="867459"/>
                  </a:lnTo>
                  <a:lnTo>
                    <a:pt x="204977" y="865992"/>
                  </a:lnTo>
                  <a:lnTo>
                    <a:pt x="214738" y="864531"/>
                  </a:lnTo>
                  <a:lnTo>
                    <a:pt x="224498" y="863014"/>
                  </a:lnTo>
                  <a:lnTo>
                    <a:pt x="234259" y="861519"/>
                  </a:lnTo>
                  <a:lnTo>
                    <a:pt x="244020" y="859996"/>
                  </a:lnTo>
                  <a:lnTo>
                    <a:pt x="253781" y="858451"/>
                  </a:lnTo>
                  <a:lnTo>
                    <a:pt x="263542" y="856905"/>
                  </a:lnTo>
                  <a:lnTo>
                    <a:pt x="273303" y="855361"/>
                  </a:lnTo>
                  <a:lnTo>
                    <a:pt x="283063" y="853790"/>
                  </a:lnTo>
                  <a:lnTo>
                    <a:pt x="292824" y="852206"/>
                  </a:lnTo>
                  <a:lnTo>
                    <a:pt x="302585" y="850599"/>
                  </a:lnTo>
                  <a:lnTo>
                    <a:pt x="312346" y="849005"/>
                  </a:lnTo>
                  <a:lnTo>
                    <a:pt x="322107" y="847386"/>
                  </a:lnTo>
                  <a:lnTo>
                    <a:pt x="331867" y="845744"/>
                  </a:lnTo>
                  <a:lnTo>
                    <a:pt x="341628" y="844092"/>
                  </a:lnTo>
                  <a:lnTo>
                    <a:pt x="351389" y="842429"/>
                  </a:lnTo>
                  <a:lnTo>
                    <a:pt x="361150" y="840768"/>
                  </a:lnTo>
                  <a:lnTo>
                    <a:pt x="370911" y="839104"/>
                  </a:lnTo>
                  <a:lnTo>
                    <a:pt x="380672" y="837418"/>
                  </a:lnTo>
                  <a:lnTo>
                    <a:pt x="390432" y="835727"/>
                  </a:lnTo>
                  <a:lnTo>
                    <a:pt x="400193" y="834007"/>
                  </a:lnTo>
                  <a:lnTo>
                    <a:pt x="409954" y="832269"/>
                  </a:lnTo>
                  <a:lnTo>
                    <a:pt x="419715" y="830522"/>
                  </a:lnTo>
                  <a:lnTo>
                    <a:pt x="429476" y="828764"/>
                  </a:lnTo>
                  <a:lnTo>
                    <a:pt x="439236" y="827006"/>
                  </a:lnTo>
                  <a:lnTo>
                    <a:pt x="448997" y="825225"/>
                  </a:lnTo>
                  <a:lnTo>
                    <a:pt x="458758" y="823433"/>
                  </a:lnTo>
                  <a:lnTo>
                    <a:pt x="468519" y="821633"/>
                  </a:lnTo>
                  <a:lnTo>
                    <a:pt x="478280" y="819826"/>
                  </a:lnTo>
                  <a:lnTo>
                    <a:pt x="488041" y="818008"/>
                  </a:lnTo>
                  <a:lnTo>
                    <a:pt x="497801" y="816167"/>
                  </a:lnTo>
                  <a:lnTo>
                    <a:pt x="507562" y="814315"/>
                  </a:lnTo>
                  <a:lnTo>
                    <a:pt x="517323" y="812455"/>
                  </a:lnTo>
                  <a:lnTo>
                    <a:pt x="527084" y="810579"/>
                  </a:lnTo>
                  <a:lnTo>
                    <a:pt x="536845" y="808691"/>
                  </a:lnTo>
                  <a:lnTo>
                    <a:pt x="546606" y="806790"/>
                  </a:lnTo>
                  <a:lnTo>
                    <a:pt x="556366" y="804876"/>
                  </a:lnTo>
                  <a:lnTo>
                    <a:pt x="566127" y="802946"/>
                  </a:lnTo>
                  <a:lnTo>
                    <a:pt x="575888" y="801002"/>
                  </a:lnTo>
                  <a:lnTo>
                    <a:pt x="585649" y="799046"/>
                  </a:lnTo>
                  <a:lnTo>
                    <a:pt x="595410" y="797076"/>
                  </a:lnTo>
                  <a:lnTo>
                    <a:pt x="605170" y="795082"/>
                  </a:lnTo>
                  <a:lnTo>
                    <a:pt x="614931" y="793074"/>
                  </a:lnTo>
                  <a:lnTo>
                    <a:pt x="624692" y="791051"/>
                  </a:lnTo>
                  <a:lnTo>
                    <a:pt x="634453" y="789019"/>
                  </a:lnTo>
                  <a:lnTo>
                    <a:pt x="644214" y="786967"/>
                  </a:lnTo>
                  <a:lnTo>
                    <a:pt x="653975" y="784921"/>
                  </a:lnTo>
                  <a:lnTo>
                    <a:pt x="663735" y="782859"/>
                  </a:lnTo>
                  <a:lnTo>
                    <a:pt x="673496" y="780768"/>
                  </a:lnTo>
                  <a:lnTo>
                    <a:pt x="683257" y="778656"/>
                  </a:lnTo>
                  <a:lnTo>
                    <a:pt x="693018" y="776520"/>
                  </a:lnTo>
                  <a:lnTo>
                    <a:pt x="702779" y="774370"/>
                  </a:lnTo>
                  <a:lnTo>
                    <a:pt x="712539" y="772241"/>
                  </a:lnTo>
                  <a:lnTo>
                    <a:pt x="722300" y="770084"/>
                  </a:lnTo>
                  <a:lnTo>
                    <a:pt x="732061" y="767869"/>
                  </a:lnTo>
                  <a:lnTo>
                    <a:pt x="741822" y="765644"/>
                  </a:lnTo>
                  <a:lnTo>
                    <a:pt x="751583" y="763449"/>
                  </a:lnTo>
                  <a:lnTo>
                    <a:pt x="761344" y="761247"/>
                  </a:lnTo>
                  <a:lnTo>
                    <a:pt x="771104" y="759029"/>
                  </a:lnTo>
                  <a:lnTo>
                    <a:pt x="780865" y="756789"/>
                  </a:lnTo>
                  <a:lnTo>
                    <a:pt x="790626" y="754514"/>
                  </a:lnTo>
                  <a:lnTo>
                    <a:pt x="800387" y="752236"/>
                  </a:lnTo>
                  <a:lnTo>
                    <a:pt x="810148" y="749933"/>
                  </a:lnTo>
                  <a:lnTo>
                    <a:pt x="819909" y="747621"/>
                  </a:lnTo>
                  <a:lnTo>
                    <a:pt x="829669" y="745290"/>
                  </a:lnTo>
                  <a:lnTo>
                    <a:pt x="839430" y="742975"/>
                  </a:lnTo>
                  <a:lnTo>
                    <a:pt x="849191" y="740645"/>
                  </a:lnTo>
                  <a:lnTo>
                    <a:pt x="858952" y="738314"/>
                  </a:lnTo>
                  <a:lnTo>
                    <a:pt x="868713" y="735997"/>
                  </a:lnTo>
                  <a:lnTo>
                    <a:pt x="878473" y="733657"/>
                  </a:lnTo>
                  <a:lnTo>
                    <a:pt x="888234" y="731294"/>
                  </a:lnTo>
                  <a:lnTo>
                    <a:pt x="897995" y="728852"/>
                  </a:lnTo>
                  <a:lnTo>
                    <a:pt x="907756" y="726422"/>
                  </a:lnTo>
                  <a:lnTo>
                    <a:pt x="917517" y="723959"/>
                  </a:lnTo>
                  <a:lnTo>
                    <a:pt x="927278" y="721438"/>
                  </a:lnTo>
                  <a:lnTo>
                    <a:pt x="937038" y="718893"/>
                  </a:lnTo>
                  <a:lnTo>
                    <a:pt x="946799" y="716329"/>
                  </a:lnTo>
                  <a:lnTo>
                    <a:pt x="956560" y="713789"/>
                  </a:lnTo>
                  <a:lnTo>
                    <a:pt x="966321" y="711178"/>
                  </a:lnTo>
                  <a:lnTo>
                    <a:pt x="976082" y="708576"/>
                  </a:lnTo>
                  <a:lnTo>
                    <a:pt x="985842" y="705982"/>
                  </a:lnTo>
                  <a:lnTo>
                    <a:pt x="995603" y="703380"/>
                  </a:lnTo>
                  <a:lnTo>
                    <a:pt x="1005364" y="700780"/>
                  </a:lnTo>
                  <a:lnTo>
                    <a:pt x="1015125" y="698140"/>
                  </a:lnTo>
                  <a:lnTo>
                    <a:pt x="1024886" y="695428"/>
                  </a:lnTo>
                  <a:lnTo>
                    <a:pt x="1034647" y="692704"/>
                  </a:lnTo>
                  <a:lnTo>
                    <a:pt x="1044407" y="689982"/>
                  </a:lnTo>
                  <a:lnTo>
                    <a:pt x="1054168" y="687259"/>
                  </a:lnTo>
                  <a:lnTo>
                    <a:pt x="1063929" y="684531"/>
                  </a:lnTo>
                  <a:lnTo>
                    <a:pt x="1073690" y="681756"/>
                  </a:lnTo>
                  <a:lnTo>
                    <a:pt x="1083451" y="678845"/>
                  </a:lnTo>
                  <a:lnTo>
                    <a:pt x="1093212" y="676089"/>
                  </a:lnTo>
                  <a:lnTo>
                    <a:pt x="1102972" y="673373"/>
                  </a:lnTo>
                  <a:lnTo>
                    <a:pt x="1112733" y="670642"/>
                  </a:lnTo>
                  <a:lnTo>
                    <a:pt x="1122494" y="667896"/>
                  </a:lnTo>
                  <a:lnTo>
                    <a:pt x="1132255" y="665109"/>
                  </a:lnTo>
                  <a:lnTo>
                    <a:pt x="1142016" y="662223"/>
                  </a:lnTo>
                  <a:lnTo>
                    <a:pt x="1151776" y="659361"/>
                  </a:lnTo>
                  <a:lnTo>
                    <a:pt x="1161537" y="656443"/>
                  </a:lnTo>
                  <a:lnTo>
                    <a:pt x="1171298" y="653521"/>
                  </a:lnTo>
                  <a:lnTo>
                    <a:pt x="1181059" y="650601"/>
                  </a:lnTo>
                  <a:lnTo>
                    <a:pt x="1190820" y="647644"/>
                  </a:lnTo>
                  <a:lnTo>
                    <a:pt x="1200581" y="644676"/>
                  </a:lnTo>
                  <a:lnTo>
                    <a:pt x="1210341" y="641591"/>
                  </a:lnTo>
                  <a:lnTo>
                    <a:pt x="1220102" y="638499"/>
                  </a:lnTo>
                  <a:lnTo>
                    <a:pt x="1229863" y="635430"/>
                  </a:lnTo>
                  <a:lnTo>
                    <a:pt x="1239624" y="632255"/>
                  </a:lnTo>
                  <a:lnTo>
                    <a:pt x="1249385" y="629057"/>
                  </a:lnTo>
                  <a:lnTo>
                    <a:pt x="1259145" y="625911"/>
                  </a:lnTo>
                  <a:lnTo>
                    <a:pt x="1268906" y="622822"/>
                  </a:lnTo>
                  <a:lnTo>
                    <a:pt x="1278667" y="619641"/>
                  </a:lnTo>
                  <a:lnTo>
                    <a:pt x="1288428" y="616338"/>
                  </a:lnTo>
                  <a:lnTo>
                    <a:pt x="1298189" y="613054"/>
                  </a:lnTo>
                  <a:lnTo>
                    <a:pt x="1307950" y="609746"/>
                  </a:lnTo>
                  <a:lnTo>
                    <a:pt x="1317710" y="606548"/>
                  </a:lnTo>
                  <a:lnTo>
                    <a:pt x="1327471" y="603335"/>
                  </a:lnTo>
                  <a:lnTo>
                    <a:pt x="1337232" y="599847"/>
                  </a:lnTo>
                  <a:lnTo>
                    <a:pt x="1346993" y="596350"/>
                  </a:lnTo>
                  <a:lnTo>
                    <a:pt x="1356754" y="593067"/>
                  </a:lnTo>
                  <a:lnTo>
                    <a:pt x="1366515" y="589743"/>
                  </a:lnTo>
                  <a:lnTo>
                    <a:pt x="1376275" y="586241"/>
                  </a:lnTo>
                  <a:lnTo>
                    <a:pt x="1386036" y="582664"/>
                  </a:lnTo>
                  <a:lnTo>
                    <a:pt x="1395797" y="579069"/>
                  </a:lnTo>
                  <a:lnTo>
                    <a:pt x="1405558" y="575667"/>
                  </a:lnTo>
                  <a:lnTo>
                    <a:pt x="1415319" y="572285"/>
                  </a:lnTo>
                  <a:lnTo>
                    <a:pt x="1425079" y="568783"/>
                  </a:lnTo>
                  <a:lnTo>
                    <a:pt x="1434840" y="565217"/>
                  </a:lnTo>
                  <a:lnTo>
                    <a:pt x="1444601" y="561718"/>
                  </a:lnTo>
                  <a:lnTo>
                    <a:pt x="1454362" y="558128"/>
                  </a:lnTo>
                  <a:lnTo>
                    <a:pt x="1464123" y="554457"/>
                  </a:lnTo>
                  <a:lnTo>
                    <a:pt x="1473884" y="550768"/>
                  </a:lnTo>
                  <a:lnTo>
                    <a:pt x="1483644" y="547177"/>
                  </a:lnTo>
                  <a:lnTo>
                    <a:pt x="1493405" y="543564"/>
                  </a:lnTo>
                  <a:lnTo>
                    <a:pt x="1503166" y="539949"/>
                  </a:lnTo>
                  <a:lnTo>
                    <a:pt x="1512927" y="536349"/>
                  </a:lnTo>
                  <a:lnTo>
                    <a:pt x="1522688" y="532552"/>
                  </a:lnTo>
                  <a:lnTo>
                    <a:pt x="1532448" y="528775"/>
                  </a:lnTo>
                  <a:lnTo>
                    <a:pt x="1542209" y="525044"/>
                  </a:lnTo>
                  <a:lnTo>
                    <a:pt x="1551970" y="521300"/>
                  </a:lnTo>
                  <a:lnTo>
                    <a:pt x="1561731" y="517425"/>
                  </a:lnTo>
                  <a:lnTo>
                    <a:pt x="1571492" y="513626"/>
                  </a:lnTo>
                  <a:lnTo>
                    <a:pt x="1581253" y="509816"/>
                  </a:lnTo>
                  <a:lnTo>
                    <a:pt x="1591013" y="505983"/>
                  </a:lnTo>
                  <a:lnTo>
                    <a:pt x="1600774" y="502126"/>
                  </a:lnTo>
                  <a:lnTo>
                    <a:pt x="1610535" y="498104"/>
                  </a:lnTo>
                  <a:lnTo>
                    <a:pt x="1620296" y="494073"/>
                  </a:lnTo>
                  <a:lnTo>
                    <a:pt x="1630057" y="490266"/>
                  </a:lnTo>
                  <a:lnTo>
                    <a:pt x="1639818" y="486442"/>
                  </a:lnTo>
                  <a:lnTo>
                    <a:pt x="1649578" y="482629"/>
                  </a:lnTo>
                  <a:lnTo>
                    <a:pt x="1659339" y="478646"/>
                  </a:lnTo>
                  <a:lnTo>
                    <a:pt x="1669100" y="474539"/>
                  </a:lnTo>
                  <a:lnTo>
                    <a:pt x="1678861" y="470437"/>
                  </a:lnTo>
                  <a:lnTo>
                    <a:pt x="1688622" y="466369"/>
                  </a:lnTo>
                  <a:lnTo>
                    <a:pt x="1698382" y="462323"/>
                  </a:lnTo>
                  <a:lnTo>
                    <a:pt x="1708143" y="458312"/>
                  </a:lnTo>
                  <a:lnTo>
                    <a:pt x="1717904" y="454153"/>
                  </a:lnTo>
                  <a:lnTo>
                    <a:pt x="1727665" y="449960"/>
                  </a:lnTo>
                  <a:lnTo>
                    <a:pt x="1737426" y="445759"/>
                  </a:lnTo>
                  <a:lnTo>
                    <a:pt x="1747187" y="441548"/>
                  </a:lnTo>
                  <a:lnTo>
                    <a:pt x="1756947" y="437022"/>
                  </a:lnTo>
                  <a:lnTo>
                    <a:pt x="1766708" y="432514"/>
                  </a:lnTo>
                  <a:lnTo>
                    <a:pt x="1776469" y="428232"/>
                  </a:lnTo>
                  <a:lnTo>
                    <a:pt x="1786230" y="424023"/>
                  </a:lnTo>
                  <a:lnTo>
                    <a:pt x="1795991" y="419731"/>
                  </a:lnTo>
                  <a:lnTo>
                    <a:pt x="1805752" y="415425"/>
                  </a:lnTo>
                  <a:lnTo>
                    <a:pt x="1815512" y="411203"/>
                  </a:lnTo>
                  <a:lnTo>
                    <a:pt x="1825273" y="406687"/>
                  </a:lnTo>
                  <a:lnTo>
                    <a:pt x="1835034" y="402052"/>
                  </a:lnTo>
                  <a:lnTo>
                    <a:pt x="1844795" y="397337"/>
                  </a:lnTo>
                  <a:lnTo>
                    <a:pt x="1854556" y="392604"/>
                  </a:lnTo>
                  <a:lnTo>
                    <a:pt x="1864316" y="388044"/>
                  </a:lnTo>
                  <a:lnTo>
                    <a:pt x="1874077" y="383447"/>
                  </a:lnTo>
                  <a:lnTo>
                    <a:pt x="1883838" y="378468"/>
                  </a:lnTo>
                  <a:lnTo>
                    <a:pt x="1893599" y="373584"/>
                  </a:lnTo>
                  <a:lnTo>
                    <a:pt x="1903360" y="369058"/>
                  </a:lnTo>
                  <a:lnTo>
                    <a:pt x="1913121" y="364550"/>
                  </a:lnTo>
                  <a:lnTo>
                    <a:pt x="1922881" y="360018"/>
                  </a:lnTo>
                  <a:lnTo>
                    <a:pt x="1932642" y="355343"/>
                  </a:lnTo>
                  <a:lnTo>
                    <a:pt x="1942403" y="350535"/>
                  </a:lnTo>
                  <a:lnTo>
                    <a:pt x="1952164" y="345766"/>
                  </a:lnTo>
                  <a:lnTo>
                    <a:pt x="1961925" y="340639"/>
                  </a:lnTo>
                  <a:lnTo>
                    <a:pt x="1971685" y="335606"/>
                  </a:lnTo>
                  <a:lnTo>
                    <a:pt x="1981446" y="330519"/>
                  </a:lnTo>
                  <a:lnTo>
                    <a:pt x="1991207" y="325545"/>
                  </a:lnTo>
                  <a:lnTo>
                    <a:pt x="2000968" y="320563"/>
                  </a:lnTo>
                  <a:lnTo>
                    <a:pt x="2010729" y="315513"/>
                  </a:lnTo>
                  <a:lnTo>
                    <a:pt x="2020490" y="310546"/>
                  </a:lnTo>
                  <a:lnTo>
                    <a:pt x="2030250" y="305555"/>
                  </a:lnTo>
                  <a:lnTo>
                    <a:pt x="2040011" y="300545"/>
                  </a:lnTo>
                  <a:lnTo>
                    <a:pt x="2049772" y="295302"/>
                  </a:lnTo>
                  <a:lnTo>
                    <a:pt x="2059533" y="290040"/>
                  </a:lnTo>
                  <a:lnTo>
                    <a:pt x="2069294" y="284905"/>
                  </a:lnTo>
                  <a:lnTo>
                    <a:pt x="2079055" y="279740"/>
                  </a:lnTo>
                  <a:lnTo>
                    <a:pt x="2088815" y="274547"/>
                  </a:lnTo>
                  <a:lnTo>
                    <a:pt x="2098576" y="269094"/>
                  </a:lnTo>
                  <a:lnTo>
                    <a:pt x="2108337" y="263398"/>
                  </a:lnTo>
                  <a:lnTo>
                    <a:pt x="2118098" y="257943"/>
                  </a:lnTo>
                  <a:lnTo>
                    <a:pt x="2127859" y="252377"/>
                  </a:lnTo>
                  <a:lnTo>
                    <a:pt x="2137619" y="246666"/>
                  </a:lnTo>
                  <a:lnTo>
                    <a:pt x="2147380" y="240962"/>
                  </a:lnTo>
                  <a:lnTo>
                    <a:pt x="2157141" y="235556"/>
                  </a:lnTo>
                  <a:lnTo>
                    <a:pt x="2166902" y="230130"/>
                  </a:lnTo>
                  <a:lnTo>
                    <a:pt x="2176663" y="224625"/>
                  </a:lnTo>
                  <a:lnTo>
                    <a:pt x="2186424" y="219035"/>
                  </a:lnTo>
                  <a:lnTo>
                    <a:pt x="2196184" y="213293"/>
                  </a:lnTo>
                  <a:lnTo>
                    <a:pt x="2205945" y="207576"/>
                  </a:lnTo>
                  <a:lnTo>
                    <a:pt x="2215706" y="201858"/>
                  </a:lnTo>
                  <a:lnTo>
                    <a:pt x="2225467" y="196108"/>
                  </a:lnTo>
                  <a:lnTo>
                    <a:pt x="2235228" y="190325"/>
                  </a:lnTo>
                  <a:lnTo>
                    <a:pt x="2244988" y="184418"/>
                  </a:lnTo>
                  <a:lnTo>
                    <a:pt x="2254749" y="178425"/>
                  </a:lnTo>
                  <a:lnTo>
                    <a:pt x="2264510" y="172705"/>
                  </a:lnTo>
                  <a:lnTo>
                    <a:pt x="2274271" y="167062"/>
                  </a:lnTo>
                  <a:lnTo>
                    <a:pt x="2284032" y="161291"/>
                  </a:lnTo>
                  <a:lnTo>
                    <a:pt x="2293793" y="155491"/>
                  </a:lnTo>
                  <a:lnTo>
                    <a:pt x="2303553" y="149659"/>
                  </a:lnTo>
                  <a:lnTo>
                    <a:pt x="2313314" y="143780"/>
                  </a:lnTo>
                  <a:lnTo>
                    <a:pt x="2323075" y="137599"/>
                  </a:lnTo>
                  <a:lnTo>
                    <a:pt x="2332836" y="131382"/>
                  </a:lnTo>
                  <a:lnTo>
                    <a:pt x="2342597" y="125247"/>
                  </a:lnTo>
                  <a:lnTo>
                    <a:pt x="2352358" y="118843"/>
                  </a:lnTo>
                  <a:lnTo>
                    <a:pt x="2362118" y="112270"/>
                  </a:lnTo>
                  <a:lnTo>
                    <a:pt x="2371879" y="105501"/>
                  </a:lnTo>
                  <a:lnTo>
                    <a:pt x="2381640" y="98883"/>
                  </a:lnTo>
                  <a:lnTo>
                    <a:pt x="2391401" y="92395"/>
                  </a:lnTo>
                  <a:lnTo>
                    <a:pt x="2401162" y="86026"/>
                  </a:lnTo>
                  <a:lnTo>
                    <a:pt x="2410922" y="79814"/>
                  </a:lnTo>
                  <a:lnTo>
                    <a:pt x="2420683" y="73476"/>
                  </a:lnTo>
                  <a:lnTo>
                    <a:pt x="2430444" y="66939"/>
                  </a:lnTo>
                  <a:lnTo>
                    <a:pt x="2440205" y="60218"/>
                  </a:lnTo>
                  <a:lnTo>
                    <a:pt x="2449966" y="53920"/>
                  </a:lnTo>
                  <a:lnTo>
                    <a:pt x="2459727" y="47594"/>
                  </a:lnTo>
                  <a:lnTo>
                    <a:pt x="2469487" y="41099"/>
                  </a:lnTo>
                  <a:lnTo>
                    <a:pt x="2479248" y="34570"/>
                  </a:lnTo>
                  <a:lnTo>
                    <a:pt x="2489009" y="28007"/>
                  </a:lnTo>
                  <a:lnTo>
                    <a:pt x="2498770" y="20978"/>
                  </a:lnTo>
                  <a:lnTo>
                    <a:pt x="2508531" y="13974"/>
                  </a:lnTo>
                  <a:lnTo>
                    <a:pt x="2518291" y="6832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6312408" y="4330438"/>
              <a:ext cx="2528052" cy="706122"/>
            </a:xfrm>
            <a:custGeom>
              <a:avLst/>
              <a:pathLst>
                <a:path w="2528052" h="706122">
                  <a:moveTo>
                    <a:pt x="0" y="706122"/>
                  </a:moveTo>
                  <a:lnTo>
                    <a:pt x="9760" y="705269"/>
                  </a:lnTo>
                  <a:lnTo>
                    <a:pt x="19521" y="704457"/>
                  </a:lnTo>
                  <a:lnTo>
                    <a:pt x="29282" y="703666"/>
                  </a:lnTo>
                  <a:lnTo>
                    <a:pt x="39043" y="702779"/>
                  </a:lnTo>
                  <a:lnTo>
                    <a:pt x="48804" y="702006"/>
                  </a:lnTo>
                  <a:lnTo>
                    <a:pt x="58564" y="701019"/>
                  </a:lnTo>
                  <a:lnTo>
                    <a:pt x="68325" y="700160"/>
                  </a:lnTo>
                  <a:lnTo>
                    <a:pt x="78086" y="699424"/>
                  </a:lnTo>
                  <a:lnTo>
                    <a:pt x="87847" y="698613"/>
                  </a:lnTo>
                  <a:lnTo>
                    <a:pt x="97608" y="697714"/>
                  </a:lnTo>
                  <a:lnTo>
                    <a:pt x="107369" y="696838"/>
                  </a:lnTo>
                  <a:lnTo>
                    <a:pt x="117129" y="696105"/>
                  </a:lnTo>
                  <a:lnTo>
                    <a:pt x="126890" y="695347"/>
                  </a:lnTo>
                  <a:lnTo>
                    <a:pt x="136651" y="694499"/>
                  </a:lnTo>
                  <a:lnTo>
                    <a:pt x="146412" y="693640"/>
                  </a:lnTo>
                  <a:lnTo>
                    <a:pt x="156173" y="692592"/>
                  </a:lnTo>
                  <a:lnTo>
                    <a:pt x="165933" y="691641"/>
                  </a:lnTo>
                  <a:lnTo>
                    <a:pt x="175694" y="690780"/>
                  </a:lnTo>
                  <a:lnTo>
                    <a:pt x="185455" y="689798"/>
                  </a:lnTo>
                  <a:lnTo>
                    <a:pt x="195216" y="688877"/>
                  </a:lnTo>
                  <a:lnTo>
                    <a:pt x="204977" y="687856"/>
                  </a:lnTo>
                  <a:lnTo>
                    <a:pt x="214738" y="686940"/>
                  </a:lnTo>
                  <a:lnTo>
                    <a:pt x="224498" y="686017"/>
                  </a:lnTo>
                  <a:lnTo>
                    <a:pt x="234259" y="684983"/>
                  </a:lnTo>
                  <a:lnTo>
                    <a:pt x="244020" y="684000"/>
                  </a:lnTo>
                  <a:lnTo>
                    <a:pt x="253781" y="682996"/>
                  </a:lnTo>
                  <a:lnTo>
                    <a:pt x="263542" y="681956"/>
                  </a:lnTo>
                  <a:lnTo>
                    <a:pt x="273303" y="681026"/>
                  </a:lnTo>
                  <a:lnTo>
                    <a:pt x="283063" y="679842"/>
                  </a:lnTo>
                  <a:lnTo>
                    <a:pt x="292824" y="678720"/>
                  </a:lnTo>
                  <a:lnTo>
                    <a:pt x="302585" y="677662"/>
                  </a:lnTo>
                  <a:lnTo>
                    <a:pt x="312346" y="676810"/>
                  </a:lnTo>
                  <a:lnTo>
                    <a:pt x="322107" y="675714"/>
                  </a:lnTo>
                  <a:lnTo>
                    <a:pt x="331867" y="674550"/>
                  </a:lnTo>
                  <a:lnTo>
                    <a:pt x="341628" y="673594"/>
                  </a:lnTo>
                  <a:lnTo>
                    <a:pt x="351389" y="672409"/>
                  </a:lnTo>
                  <a:lnTo>
                    <a:pt x="361150" y="671573"/>
                  </a:lnTo>
                  <a:lnTo>
                    <a:pt x="370911" y="670233"/>
                  </a:lnTo>
                  <a:lnTo>
                    <a:pt x="380672" y="669070"/>
                  </a:lnTo>
                  <a:lnTo>
                    <a:pt x="390432" y="667903"/>
                  </a:lnTo>
                  <a:lnTo>
                    <a:pt x="400193" y="666615"/>
                  </a:lnTo>
                  <a:lnTo>
                    <a:pt x="409954" y="665206"/>
                  </a:lnTo>
                  <a:lnTo>
                    <a:pt x="419715" y="664011"/>
                  </a:lnTo>
                  <a:lnTo>
                    <a:pt x="429476" y="662624"/>
                  </a:lnTo>
                  <a:lnTo>
                    <a:pt x="439236" y="661043"/>
                  </a:lnTo>
                  <a:lnTo>
                    <a:pt x="448997" y="659576"/>
                  </a:lnTo>
                  <a:lnTo>
                    <a:pt x="458758" y="658491"/>
                  </a:lnTo>
                  <a:lnTo>
                    <a:pt x="468519" y="657407"/>
                  </a:lnTo>
                  <a:lnTo>
                    <a:pt x="478280" y="656252"/>
                  </a:lnTo>
                  <a:lnTo>
                    <a:pt x="488041" y="655251"/>
                  </a:lnTo>
                  <a:lnTo>
                    <a:pt x="497801" y="653916"/>
                  </a:lnTo>
                  <a:lnTo>
                    <a:pt x="507562" y="652733"/>
                  </a:lnTo>
                  <a:lnTo>
                    <a:pt x="517323" y="651411"/>
                  </a:lnTo>
                  <a:lnTo>
                    <a:pt x="527084" y="650153"/>
                  </a:lnTo>
                  <a:lnTo>
                    <a:pt x="536845" y="648794"/>
                  </a:lnTo>
                  <a:lnTo>
                    <a:pt x="546606" y="646996"/>
                  </a:lnTo>
                  <a:lnTo>
                    <a:pt x="556366" y="646021"/>
                  </a:lnTo>
                  <a:lnTo>
                    <a:pt x="566127" y="644716"/>
                  </a:lnTo>
                  <a:lnTo>
                    <a:pt x="575888" y="643505"/>
                  </a:lnTo>
                  <a:lnTo>
                    <a:pt x="585649" y="642237"/>
                  </a:lnTo>
                  <a:lnTo>
                    <a:pt x="595410" y="640591"/>
                  </a:lnTo>
                  <a:lnTo>
                    <a:pt x="605170" y="639213"/>
                  </a:lnTo>
                  <a:lnTo>
                    <a:pt x="614931" y="637803"/>
                  </a:lnTo>
                  <a:lnTo>
                    <a:pt x="624692" y="636202"/>
                  </a:lnTo>
                  <a:lnTo>
                    <a:pt x="634453" y="634771"/>
                  </a:lnTo>
                  <a:lnTo>
                    <a:pt x="644214" y="633621"/>
                  </a:lnTo>
                  <a:lnTo>
                    <a:pt x="653975" y="632506"/>
                  </a:lnTo>
                  <a:lnTo>
                    <a:pt x="663735" y="631446"/>
                  </a:lnTo>
                  <a:lnTo>
                    <a:pt x="673496" y="630211"/>
                  </a:lnTo>
                  <a:lnTo>
                    <a:pt x="683257" y="628783"/>
                  </a:lnTo>
                  <a:lnTo>
                    <a:pt x="693018" y="626847"/>
                  </a:lnTo>
                  <a:lnTo>
                    <a:pt x="702779" y="624917"/>
                  </a:lnTo>
                  <a:lnTo>
                    <a:pt x="712539" y="623281"/>
                  </a:lnTo>
                  <a:lnTo>
                    <a:pt x="722300" y="621849"/>
                  </a:lnTo>
                  <a:lnTo>
                    <a:pt x="732061" y="620214"/>
                  </a:lnTo>
                  <a:lnTo>
                    <a:pt x="741822" y="618580"/>
                  </a:lnTo>
                  <a:lnTo>
                    <a:pt x="751583" y="616915"/>
                  </a:lnTo>
                  <a:lnTo>
                    <a:pt x="761344" y="615160"/>
                  </a:lnTo>
                  <a:lnTo>
                    <a:pt x="771104" y="613403"/>
                  </a:lnTo>
                  <a:lnTo>
                    <a:pt x="780865" y="611980"/>
                  </a:lnTo>
                  <a:lnTo>
                    <a:pt x="790626" y="610619"/>
                  </a:lnTo>
                  <a:lnTo>
                    <a:pt x="800387" y="609161"/>
                  </a:lnTo>
                  <a:lnTo>
                    <a:pt x="810148" y="607490"/>
                  </a:lnTo>
                  <a:lnTo>
                    <a:pt x="819909" y="605755"/>
                  </a:lnTo>
                  <a:lnTo>
                    <a:pt x="829669" y="604056"/>
                  </a:lnTo>
                  <a:lnTo>
                    <a:pt x="839430" y="602780"/>
                  </a:lnTo>
                  <a:lnTo>
                    <a:pt x="849191" y="601447"/>
                  </a:lnTo>
                  <a:lnTo>
                    <a:pt x="858952" y="599884"/>
                  </a:lnTo>
                  <a:lnTo>
                    <a:pt x="868713" y="598243"/>
                  </a:lnTo>
                  <a:lnTo>
                    <a:pt x="878473" y="596988"/>
                  </a:lnTo>
                  <a:lnTo>
                    <a:pt x="888234" y="595037"/>
                  </a:lnTo>
                  <a:lnTo>
                    <a:pt x="897995" y="593281"/>
                  </a:lnTo>
                  <a:lnTo>
                    <a:pt x="907756" y="591341"/>
                  </a:lnTo>
                  <a:lnTo>
                    <a:pt x="917517" y="589616"/>
                  </a:lnTo>
                  <a:lnTo>
                    <a:pt x="927278" y="588097"/>
                  </a:lnTo>
                  <a:lnTo>
                    <a:pt x="937038" y="586291"/>
                  </a:lnTo>
                  <a:lnTo>
                    <a:pt x="946799" y="584378"/>
                  </a:lnTo>
                  <a:lnTo>
                    <a:pt x="956560" y="582490"/>
                  </a:lnTo>
                  <a:lnTo>
                    <a:pt x="966321" y="580571"/>
                  </a:lnTo>
                  <a:lnTo>
                    <a:pt x="976082" y="578746"/>
                  </a:lnTo>
                  <a:lnTo>
                    <a:pt x="985842" y="577054"/>
                  </a:lnTo>
                  <a:lnTo>
                    <a:pt x="995603" y="574907"/>
                  </a:lnTo>
                  <a:lnTo>
                    <a:pt x="1005364" y="572904"/>
                  </a:lnTo>
                  <a:lnTo>
                    <a:pt x="1015125" y="570904"/>
                  </a:lnTo>
                  <a:lnTo>
                    <a:pt x="1024886" y="569170"/>
                  </a:lnTo>
                  <a:lnTo>
                    <a:pt x="1034647" y="567530"/>
                  </a:lnTo>
                  <a:lnTo>
                    <a:pt x="1044407" y="565422"/>
                  </a:lnTo>
                  <a:lnTo>
                    <a:pt x="1054168" y="563308"/>
                  </a:lnTo>
                  <a:lnTo>
                    <a:pt x="1063929" y="561334"/>
                  </a:lnTo>
                  <a:lnTo>
                    <a:pt x="1073690" y="558641"/>
                  </a:lnTo>
                  <a:lnTo>
                    <a:pt x="1083451" y="556561"/>
                  </a:lnTo>
                  <a:lnTo>
                    <a:pt x="1093212" y="554704"/>
                  </a:lnTo>
                  <a:lnTo>
                    <a:pt x="1102972" y="553010"/>
                  </a:lnTo>
                  <a:lnTo>
                    <a:pt x="1112733" y="550836"/>
                  </a:lnTo>
                  <a:lnTo>
                    <a:pt x="1122494" y="548696"/>
                  </a:lnTo>
                  <a:lnTo>
                    <a:pt x="1132255" y="546960"/>
                  </a:lnTo>
                  <a:lnTo>
                    <a:pt x="1142016" y="544728"/>
                  </a:lnTo>
                  <a:lnTo>
                    <a:pt x="1151776" y="542636"/>
                  </a:lnTo>
                  <a:lnTo>
                    <a:pt x="1161537" y="540297"/>
                  </a:lnTo>
                  <a:lnTo>
                    <a:pt x="1171298" y="537873"/>
                  </a:lnTo>
                  <a:lnTo>
                    <a:pt x="1181059" y="535853"/>
                  </a:lnTo>
                  <a:lnTo>
                    <a:pt x="1190820" y="533757"/>
                  </a:lnTo>
                  <a:lnTo>
                    <a:pt x="1200581" y="531298"/>
                  </a:lnTo>
                  <a:lnTo>
                    <a:pt x="1210341" y="529366"/>
                  </a:lnTo>
                  <a:lnTo>
                    <a:pt x="1220102" y="527449"/>
                  </a:lnTo>
                  <a:lnTo>
                    <a:pt x="1229863" y="525612"/>
                  </a:lnTo>
                  <a:lnTo>
                    <a:pt x="1239624" y="523519"/>
                  </a:lnTo>
                  <a:lnTo>
                    <a:pt x="1249385" y="520826"/>
                  </a:lnTo>
                  <a:lnTo>
                    <a:pt x="1259145" y="518537"/>
                  </a:lnTo>
                  <a:lnTo>
                    <a:pt x="1268906" y="516568"/>
                  </a:lnTo>
                  <a:lnTo>
                    <a:pt x="1278667" y="514053"/>
                  </a:lnTo>
                  <a:lnTo>
                    <a:pt x="1288428" y="511915"/>
                  </a:lnTo>
                  <a:lnTo>
                    <a:pt x="1298189" y="509625"/>
                  </a:lnTo>
                  <a:lnTo>
                    <a:pt x="1307950" y="507224"/>
                  </a:lnTo>
                  <a:lnTo>
                    <a:pt x="1317710" y="504632"/>
                  </a:lnTo>
                  <a:lnTo>
                    <a:pt x="1327471" y="502090"/>
                  </a:lnTo>
                  <a:lnTo>
                    <a:pt x="1337232" y="499078"/>
                  </a:lnTo>
                  <a:lnTo>
                    <a:pt x="1346993" y="497056"/>
                  </a:lnTo>
                  <a:lnTo>
                    <a:pt x="1356754" y="494751"/>
                  </a:lnTo>
                  <a:lnTo>
                    <a:pt x="1366515" y="492041"/>
                  </a:lnTo>
                  <a:lnTo>
                    <a:pt x="1376275" y="489171"/>
                  </a:lnTo>
                  <a:lnTo>
                    <a:pt x="1386036" y="486587"/>
                  </a:lnTo>
                  <a:lnTo>
                    <a:pt x="1395797" y="483534"/>
                  </a:lnTo>
                  <a:lnTo>
                    <a:pt x="1405558" y="480897"/>
                  </a:lnTo>
                  <a:lnTo>
                    <a:pt x="1415319" y="478471"/>
                  </a:lnTo>
                  <a:lnTo>
                    <a:pt x="1425079" y="475728"/>
                  </a:lnTo>
                  <a:lnTo>
                    <a:pt x="1434840" y="472839"/>
                  </a:lnTo>
                  <a:lnTo>
                    <a:pt x="1444601" y="469806"/>
                  </a:lnTo>
                  <a:lnTo>
                    <a:pt x="1454362" y="466871"/>
                  </a:lnTo>
                  <a:lnTo>
                    <a:pt x="1464123" y="464418"/>
                  </a:lnTo>
                  <a:lnTo>
                    <a:pt x="1473884" y="462049"/>
                  </a:lnTo>
                  <a:lnTo>
                    <a:pt x="1483644" y="459353"/>
                  </a:lnTo>
                  <a:lnTo>
                    <a:pt x="1493405" y="456549"/>
                  </a:lnTo>
                  <a:lnTo>
                    <a:pt x="1503166" y="453737"/>
                  </a:lnTo>
                  <a:lnTo>
                    <a:pt x="1512927" y="451049"/>
                  </a:lnTo>
                  <a:lnTo>
                    <a:pt x="1522688" y="447892"/>
                  </a:lnTo>
                  <a:lnTo>
                    <a:pt x="1532448" y="444918"/>
                  </a:lnTo>
                  <a:lnTo>
                    <a:pt x="1542209" y="442273"/>
                  </a:lnTo>
                  <a:lnTo>
                    <a:pt x="1551970" y="439545"/>
                  </a:lnTo>
                  <a:lnTo>
                    <a:pt x="1561731" y="436606"/>
                  </a:lnTo>
                  <a:lnTo>
                    <a:pt x="1571492" y="433357"/>
                  </a:lnTo>
                  <a:lnTo>
                    <a:pt x="1581253" y="430145"/>
                  </a:lnTo>
                  <a:lnTo>
                    <a:pt x="1591013" y="426890"/>
                  </a:lnTo>
                  <a:lnTo>
                    <a:pt x="1600774" y="423948"/>
                  </a:lnTo>
                  <a:lnTo>
                    <a:pt x="1610535" y="420255"/>
                  </a:lnTo>
                  <a:lnTo>
                    <a:pt x="1620296" y="416388"/>
                  </a:lnTo>
                  <a:lnTo>
                    <a:pt x="1630057" y="413273"/>
                  </a:lnTo>
                  <a:lnTo>
                    <a:pt x="1639818" y="409805"/>
                  </a:lnTo>
                  <a:lnTo>
                    <a:pt x="1649578" y="406543"/>
                  </a:lnTo>
                  <a:lnTo>
                    <a:pt x="1659339" y="402945"/>
                  </a:lnTo>
                  <a:lnTo>
                    <a:pt x="1669100" y="399567"/>
                  </a:lnTo>
                  <a:lnTo>
                    <a:pt x="1678861" y="396149"/>
                  </a:lnTo>
                  <a:lnTo>
                    <a:pt x="1688622" y="393110"/>
                  </a:lnTo>
                  <a:lnTo>
                    <a:pt x="1698382" y="389903"/>
                  </a:lnTo>
                  <a:lnTo>
                    <a:pt x="1708143" y="386642"/>
                  </a:lnTo>
                  <a:lnTo>
                    <a:pt x="1717904" y="383378"/>
                  </a:lnTo>
                  <a:lnTo>
                    <a:pt x="1727665" y="380549"/>
                  </a:lnTo>
                  <a:lnTo>
                    <a:pt x="1737426" y="377065"/>
                  </a:lnTo>
                  <a:lnTo>
                    <a:pt x="1747187" y="373573"/>
                  </a:lnTo>
                  <a:lnTo>
                    <a:pt x="1756947" y="369987"/>
                  </a:lnTo>
                  <a:lnTo>
                    <a:pt x="1766708" y="366506"/>
                  </a:lnTo>
                  <a:lnTo>
                    <a:pt x="1776469" y="363582"/>
                  </a:lnTo>
                  <a:lnTo>
                    <a:pt x="1786230" y="360333"/>
                  </a:lnTo>
                  <a:lnTo>
                    <a:pt x="1795991" y="356183"/>
                  </a:lnTo>
                  <a:lnTo>
                    <a:pt x="1805752" y="352713"/>
                  </a:lnTo>
                  <a:lnTo>
                    <a:pt x="1815512" y="349685"/>
                  </a:lnTo>
                  <a:lnTo>
                    <a:pt x="1825273" y="346639"/>
                  </a:lnTo>
                  <a:lnTo>
                    <a:pt x="1835034" y="343408"/>
                  </a:lnTo>
                  <a:lnTo>
                    <a:pt x="1844795" y="339849"/>
                  </a:lnTo>
                  <a:lnTo>
                    <a:pt x="1854556" y="336548"/>
                  </a:lnTo>
                  <a:lnTo>
                    <a:pt x="1864316" y="332878"/>
                  </a:lnTo>
                  <a:lnTo>
                    <a:pt x="1874077" y="329339"/>
                  </a:lnTo>
                  <a:lnTo>
                    <a:pt x="1883838" y="325579"/>
                  </a:lnTo>
                  <a:lnTo>
                    <a:pt x="1893599" y="321619"/>
                  </a:lnTo>
                  <a:lnTo>
                    <a:pt x="1903360" y="317279"/>
                  </a:lnTo>
                  <a:lnTo>
                    <a:pt x="1913121" y="312932"/>
                  </a:lnTo>
                  <a:lnTo>
                    <a:pt x="1922881" y="308883"/>
                  </a:lnTo>
                  <a:lnTo>
                    <a:pt x="1932642" y="304769"/>
                  </a:lnTo>
                  <a:lnTo>
                    <a:pt x="1942403" y="300662"/>
                  </a:lnTo>
                  <a:lnTo>
                    <a:pt x="1952164" y="296600"/>
                  </a:lnTo>
                  <a:lnTo>
                    <a:pt x="1961925" y="292682"/>
                  </a:lnTo>
                  <a:lnTo>
                    <a:pt x="1971685" y="288953"/>
                  </a:lnTo>
                  <a:lnTo>
                    <a:pt x="1981446" y="285039"/>
                  </a:lnTo>
                  <a:lnTo>
                    <a:pt x="1991207" y="280709"/>
                  </a:lnTo>
                  <a:lnTo>
                    <a:pt x="2000968" y="276116"/>
                  </a:lnTo>
                  <a:lnTo>
                    <a:pt x="2010729" y="271352"/>
                  </a:lnTo>
                  <a:lnTo>
                    <a:pt x="2020490" y="267525"/>
                  </a:lnTo>
                  <a:lnTo>
                    <a:pt x="2030250" y="263740"/>
                  </a:lnTo>
                  <a:lnTo>
                    <a:pt x="2040011" y="259632"/>
                  </a:lnTo>
                  <a:lnTo>
                    <a:pt x="2049772" y="255139"/>
                  </a:lnTo>
                  <a:lnTo>
                    <a:pt x="2059533" y="250754"/>
                  </a:lnTo>
                  <a:lnTo>
                    <a:pt x="2069294" y="246567"/>
                  </a:lnTo>
                  <a:lnTo>
                    <a:pt x="2079055" y="242237"/>
                  </a:lnTo>
                  <a:lnTo>
                    <a:pt x="2088815" y="237856"/>
                  </a:lnTo>
                  <a:lnTo>
                    <a:pt x="2098576" y="233221"/>
                  </a:lnTo>
                  <a:lnTo>
                    <a:pt x="2108337" y="228932"/>
                  </a:lnTo>
                  <a:lnTo>
                    <a:pt x="2118098" y="223902"/>
                  </a:lnTo>
                  <a:lnTo>
                    <a:pt x="2127859" y="219131"/>
                  </a:lnTo>
                  <a:lnTo>
                    <a:pt x="2137619" y="214545"/>
                  </a:lnTo>
                  <a:lnTo>
                    <a:pt x="2147380" y="209450"/>
                  </a:lnTo>
                  <a:lnTo>
                    <a:pt x="2157141" y="204281"/>
                  </a:lnTo>
                  <a:lnTo>
                    <a:pt x="2166902" y="199211"/>
                  </a:lnTo>
                  <a:lnTo>
                    <a:pt x="2176663" y="194795"/>
                  </a:lnTo>
                  <a:lnTo>
                    <a:pt x="2186424" y="190149"/>
                  </a:lnTo>
                  <a:lnTo>
                    <a:pt x="2196184" y="185609"/>
                  </a:lnTo>
                  <a:lnTo>
                    <a:pt x="2205945" y="181041"/>
                  </a:lnTo>
                  <a:lnTo>
                    <a:pt x="2215706" y="176246"/>
                  </a:lnTo>
                  <a:lnTo>
                    <a:pt x="2225467" y="171280"/>
                  </a:lnTo>
                  <a:lnTo>
                    <a:pt x="2235228" y="166457"/>
                  </a:lnTo>
                  <a:lnTo>
                    <a:pt x="2244988" y="161867"/>
                  </a:lnTo>
                  <a:lnTo>
                    <a:pt x="2254749" y="157248"/>
                  </a:lnTo>
                  <a:lnTo>
                    <a:pt x="2264510" y="152599"/>
                  </a:lnTo>
                  <a:lnTo>
                    <a:pt x="2274271" y="147922"/>
                  </a:lnTo>
                  <a:lnTo>
                    <a:pt x="2284032" y="142927"/>
                  </a:lnTo>
                  <a:lnTo>
                    <a:pt x="2293793" y="137733"/>
                  </a:lnTo>
                  <a:lnTo>
                    <a:pt x="2303553" y="132517"/>
                  </a:lnTo>
                  <a:lnTo>
                    <a:pt x="2313314" y="127575"/>
                  </a:lnTo>
                  <a:lnTo>
                    <a:pt x="2323075" y="122264"/>
                  </a:lnTo>
                  <a:lnTo>
                    <a:pt x="2332836" y="116874"/>
                  </a:lnTo>
                  <a:lnTo>
                    <a:pt x="2342597" y="111036"/>
                  </a:lnTo>
                  <a:lnTo>
                    <a:pt x="2352358" y="105728"/>
                  </a:lnTo>
                  <a:lnTo>
                    <a:pt x="2362118" y="100480"/>
                  </a:lnTo>
                  <a:lnTo>
                    <a:pt x="2371879" y="95201"/>
                  </a:lnTo>
                  <a:lnTo>
                    <a:pt x="2381640" y="89549"/>
                  </a:lnTo>
                  <a:lnTo>
                    <a:pt x="2391401" y="83713"/>
                  </a:lnTo>
                  <a:lnTo>
                    <a:pt x="2401162" y="77770"/>
                  </a:lnTo>
                  <a:lnTo>
                    <a:pt x="2410922" y="71869"/>
                  </a:lnTo>
                  <a:lnTo>
                    <a:pt x="2420683" y="66199"/>
                  </a:lnTo>
                  <a:lnTo>
                    <a:pt x="2430444" y="60801"/>
                  </a:lnTo>
                  <a:lnTo>
                    <a:pt x="2440205" y="55058"/>
                  </a:lnTo>
                  <a:lnTo>
                    <a:pt x="2449966" y="49421"/>
                  </a:lnTo>
                  <a:lnTo>
                    <a:pt x="2459727" y="43073"/>
                  </a:lnTo>
                  <a:lnTo>
                    <a:pt x="2469487" y="36935"/>
                  </a:lnTo>
                  <a:lnTo>
                    <a:pt x="2479248" y="31009"/>
                  </a:lnTo>
                  <a:lnTo>
                    <a:pt x="2489009" y="24668"/>
                  </a:lnTo>
                  <a:lnTo>
                    <a:pt x="2498770" y="18181"/>
                  </a:lnTo>
                  <a:lnTo>
                    <a:pt x="2508531" y="11963"/>
                  </a:lnTo>
                  <a:lnTo>
                    <a:pt x="2518291" y="5947"/>
                  </a:lnTo>
                  <a:lnTo>
                    <a:pt x="2528052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6312408" y="4960495"/>
              <a:ext cx="2528052" cy="145440"/>
            </a:xfrm>
            <a:custGeom>
              <a:avLst/>
              <a:pathLst>
                <a:path w="2528052" h="145440">
                  <a:moveTo>
                    <a:pt x="0" y="0"/>
                  </a:moveTo>
                  <a:lnTo>
                    <a:pt x="9760" y="1336"/>
                  </a:lnTo>
                  <a:lnTo>
                    <a:pt x="19521" y="2418"/>
                  </a:lnTo>
                  <a:lnTo>
                    <a:pt x="29282" y="3527"/>
                  </a:lnTo>
                  <a:lnTo>
                    <a:pt x="39043" y="4782"/>
                  </a:lnTo>
                  <a:lnTo>
                    <a:pt x="48804" y="6121"/>
                  </a:lnTo>
                  <a:lnTo>
                    <a:pt x="58564" y="7254"/>
                  </a:lnTo>
                  <a:lnTo>
                    <a:pt x="68325" y="8500"/>
                  </a:lnTo>
                  <a:lnTo>
                    <a:pt x="78086" y="9606"/>
                  </a:lnTo>
                  <a:lnTo>
                    <a:pt x="87847" y="10872"/>
                  </a:lnTo>
                  <a:lnTo>
                    <a:pt x="97608" y="12198"/>
                  </a:lnTo>
                  <a:lnTo>
                    <a:pt x="107369" y="13628"/>
                  </a:lnTo>
                  <a:lnTo>
                    <a:pt x="117129" y="14584"/>
                  </a:lnTo>
                  <a:lnTo>
                    <a:pt x="126890" y="15811"/>
                  </a:lnTo>
                  <a:lnTo>
                    <a:pt x="136651" y="16773"/>
                  </a:lnTo>
                  <a:lnTo>
                    <a:pt x="146412" y="17683"/>
                  </a:lnTo>
                  <a:lnTo>
                    <a:pt x="156173" y="18739"/>
                  </a:lnTo>
                  <a:lnTo>
                    <a:pt x="165933" y="19850"/>
                  </a:lnTo>
                  <a:lnTo>
                    <a:pt x="175694" y="20737"/>
                  </a:lnTo>
                  <a:lnTo>
                    <a:pt x="185455" y="21772"/>
                  </a:lnTo>
                  <a:lnTo>
                    <a:pt x="195216" y="22847"/>
                  </a:lnTo>
                  <a:lnTo>
                    <a:pt x="204977" y="23710"/>
                  </a:lnTo>
                  <a:lnTo>
                    <a:pt x="214738" y="24756"/>
                  </a:lnTo>
                  <a:lnTo>
                    <a:pt x="224498" y="25902"/>
                  </a:lnTo>
                  <a:lnTo>
                    <a:pt x="234259" y="27051"/>
                  </a:lnTo>
                  <a:lnTo>
                    <a:pt x="244020" y="27858"/>
                  </a:lnTo>
                  <a:lnTo>
                    <a:pt x="253781" y="29192"/>
                  </a:lnTo>
                  <a:lnTo>
                    <a:pt x="263542" y="30255"/>
                  </a:lnTo>
                  <a:lnTo>
                    <a:pt x="273303" y="31107"/>
                  </a:lnTo>
                  <a:lnTo>
                    <a:pt x="283063" y="32316"/>
                  </a:lnTo>
                  <a:lnTo>
                    <a:pt x="292824" y="33233"/>
                  </a:lnTo>
                  <a:lnTo>
                    <a:pt x="302585" y="34265"/>
                  </a:lnTo>
                  <a:lnTo>
                    <a:pt x="312346" y="35285"/>
                  </a:lnTo>
                  <a:lnTo>
                    <a:pt x="322107" y="36336"/>
                  </a:lnTo>
                  <a:lnTo>
                    <a:pt x="331867" y="37381"/>
                  </a:lnTo>
                  <a:lnTo>
                    <a:pt x="341628" y="38330"/>
                  </a:lnTo>
                  <a:lnTo>
                    <a:pt x="351389" y="39183"/>
                  </a:lnTo>
                  <a:lnTo>
                    <a:pt x="361150" y="40362"/>
                  </a:lnTo>
                  <a:lnTo>
                    <a:pt x="370911" y="41214"/>
                  </a:lnTo>
                  <a:lnTo>
                    <a:pt x="380672" y="42035"/>
                  </a:lnTo>
                  <a:lnTo>
                    <a:pt x="390432" y="42689"/>
                  </a:lnTo>
                  <a:lnTo>
                    <a:pt x="400193" y="43284"/>
                  </a:lnTo>
                  <a:lnTo>
                    <a:pt x="409954" y="44124"/>
                  </a:lnTo>
                  <a:lnTo>
                    <a:pt x="419715" y="44989"/>
                  </a:lnTo>
                  <a:lnTo>
                    <a:pt x="429476" y="46002"/>
                  </a:lnTo>
                  <a:lnTo>
                    <a:pt x="439236" y="46825"/>
                  </a:lnTo>
                  <a:lnTo>
                    <a:pt x="448997" y="47806"/>
                  </a:lnTo>
                  <a:lnTo>
                    <a:pt x="458758" y="48744"/>
                  </a:lnTo>
                  <a:lnTo>
                    <a:pt x="468519" y="49784"/>
                  </a:lnTo>
                  <a:lnTo>
                    <a:pt x="478280" y="50742"/>
                  </a:lnTo>
                  <a:lnTo>
                    <a:pt x="488041" y="51574"/>
                  </a:lnTo>
                  <a:lnTo>
                    <a:pt x="497801" y="52409"/>
                  </a:lnTo>
                  <a:lnTo>
                    <a:pt x="507562" y="53396"/>
                  </a:lnTo>
                  <a:lnTo>
                    <a:pt x="517323" y="54159"/>
                  </a:lnTo>
                  <a:lnTo>
                    <a:pt x="527084" y="55147"/>
                  </a:lnTo>
                  <a:lnTo>
                    <a:pt x="536845" y="56033"/>
                  </a:lnTo>
                  <a:lnTo>
                    <a:pt x="546606" y="56836"/>
                  </a:lnTo>
                  <a:lnTo>
                    <a:pt x="556366" y="57668"/>
                  </a:lnTo>
                  <a:lnTo>
                    <a:pt x="566127" y="58563"/>
                  </a:lnTo>
                  <a:lnTo>
                    <a:pt x="575888" y="59405"/>
                  </a:lnTo>
                  <a:lnTo>
                    <a:pt x="585649" y="60136"/>
                  </a:lnTo>
                  <a:lnTo>
                    <a:pt x="595410" y="60882"/>
                  </a:lnTo>
                  <a:lnTo>
                    <a:pt x="605170" y="61811"/>
                  </a:lnTo>
                  <a:lnTo>
                    <a:pt x="614931" y="62707"/>
                  </a:lnTo>
                  <a:lnTo>
                    <a:pt x="624692" y="63496"/>
                  </a:lnTo>
                  <a:lnTo>
                    <a:pt x="634453" y="64287"/>
                  </a:lnTo>
                  <a:lnTo>
                    <a:pt x="644214" y="65015"/>
                  </a:lnTo>
                  <a:lnTo>
                    <a:pt x="653975" y="65487"/>
                  </a:lnTo>
                  <a:lnTo>
                    <a:pt x="663735" y="66225"/>
                  </a:lnTo>
                  <a:lnTo>
                    <a:pt x="673496" y="66812"/>
                  </a:lnTo>
                  <a:lnTo>
                    <a:pt x="683257" y="67548"/>
                  </a:lnTo>
                  <a:lnTo>
                    <a:pt x="693018" y="68266"/>
                  </a:lnTo>
                  <a:lnTo>
                    <a:pt x="702779" y="68914"/>
                  </a:lnTo>
                  <a:lnTo>
                    <a:pt x="712539" y="69425"/>
                  </a:lnTo>
                  <a:lnTo>
                    <a:pt x="722300" y="70218"/>
                  </a:lnTo>
                  <a:lnTo>
                    <a:pt x="732061" y="71072"/>
                  </a:lnTo>
                  <a:lnTo>
                    <a:pt x="741822" y="71909"/>
                  </a:lnTo>
                  <a:lnTo>
                    <a:pt x="751583" y="72765"/>
                  </a:lnTo>
                  <a:lnTo>
                    <a:pt x="761344" y="73698"/>
                  </a:lnTo>
                  <a:lnTo>
                    <a:pt x="771104" y="74502"/>
                  </a:lnTo>
                  <a:lnTo>
                    <a:pt x="780865" y="74952"/>
                  </a:lnTo>
                  <a:lnTo>
                    <a:pt x="790626" y="75797"/>
                  </a:lnTo>
                  <a:lnTo>
                    <a:pt x="800387" y="76402"/>
                  </a:lnTo>
                  <a:lnTo>
                    <a:pt x="810148" y="77119"/>
                  </a:lnTo>
                  <a:lnTo>
                    <a:pt x="819909" y="77833"/>
                  </a:lnTo>
                  <a:lnTo>
                    <a:pt x="829669" y="78532"/>
                  </a:lnTo>
                  <a:lnTo>
                    <a:pt x="839430" y="79258"/>
                  </a:lnTo>
                  <a:lnTo>
                    <a:pt x="849191" y="79972"/>
                  </a:lnTo>
                  <a:lnTo>
                    <a:pt x="858952" y="80498"/>
                  </a:lnTo>
                  <a:lnTo>
                    <a:pt x="868713" y="81251"/>
                  </a:lnTo>
                  <a:lnTo>
                    <a:pt x="878473" y="81936"/>
                  </a:lnTo>
                  <a:lnTo>
                    <a:pt x="888234" y="82616"/>
                  </a:lnTo>
                  <a:lnTo>
                    <a:pt x="897995" y="83263"/>
                  </a:lnTo>
                  <a:lnTo>
                    <a:pt x="907756" y="83940"/>
                  </a:lnTo>
                  <a:lnTo>
                    <a:pt x="917517" y="84691"/>
                  </a:lnTo>
                  <a:lnTo>
                    <a:pt x="927278" y="85307"/>
                  </a:lnTo>
                  <a:lnTo>
                    <a:pt x="937038" y="86029"/>
                  </a:lnTo>
                  <a:lnTo>
                    <a:pt x="946799" y="86776"/>
                  </a:lnTo>
                  <a:lnTo>
                    <a:pt x="956560" y="87293"/>
                  </a:lnTo>
                  <a:lnTo>
                    <a:pt x="966321" y="87722"/>
                  </a:lnTo>
                  <a:lnTo>
                    <a:pt x="976082" y="88210"/>
                  </a:lnTo>
                  <a:lnTo>
                    <a:pt x="985842" y="88668"/>
                  </a:lnTo>
                  <a:lnTo>
                    <a:pt x="995603" y="89233"/>
                  </a:lnTo>
                  <a:lnTo>
                    <a:pt x="1005364" y="89771"/>
                  </a:lnTo>
                  <a:lnTo>
                    <a:pt x="1015125" y="90395"/>
                  </a:lnTo>
                  <a:lnTo>
                    <a:pt x="1024886" y="91078"/>
                  </a:lnTo>
                  <a:lnTo>
                    <a:pt x="1034647" y="91508"/>
                  </a:lnTo>
                  <a:lnTo>
                    <a:pt x="1044407" y="92003"/>
                  </a:lnTo>
                  <a:lnTo>
                    <a:pt x="1054168" y="92568"/>
                  </a:lnTo>
                  <a:lnTo>
                    <a:pt x="1063929" y="93254"/>
                  </a:lnTo>
                  <a:lnTo>
                    <a:pt x="1073690" y="93870"/>
                  </a:lnTo>
                  <a:lnTo>
                    <a:pt x="1083451" y="94339"/>
                  </a:lnTo>
                  <a:lnTo>
                    <a:pt x="1093212" y="94680"/>
                  </a:lnTo>
                  <a:lnTo>
                    <a:pt x="1102972" y="95235"/>
                  </a:lnTo>
                  <a:lnTo>
                    <a:pt x="1112733" y="95589"/>
                  </a:lnTo>
                  <a:lnTo>
                    <a:pt x="1122494" y="96015"/>
                  </a:lnTo>
                  <a:lnTo>
                    <a:pt x="1132255" y="96338"/>
                  </a:lnTo>
                  <a:lnTo>
                    <a:pt x="1142016" y="96789"/>
                  </a:lnTo>
                  <a:lnTo>
                    <a:pt x="1151776" y="97307"/>
                  </a:lnTo>
                  <a:lnTo>
                    <a:pt x="1161537" y="97766"/>
                  </a:lnTo>
                  <a:lnTo>
                    <a:pt x="1171298" y="98255"/>
                  </a:lnTo>
                  <a:lnTo>
                    <a:pt x="1181059" y="98824"/>
                  </a:lnTo>
                  <a:lnTo>
                    <a:pt x="1190820" y="99278"/>
                  </a:lnTo>
                  <a:lnTo>
                    <a:pt x="1200581" y="99754"/>
                  </a:lnTo>
                  <a:lnTo>
                    <a:pt x="1210341" y="100225"/>
                  </a:lnTo>
                  <a:lnTo>
                    <a:pt x="1220102" y="100747"/>
                  </a:lnTo>
                  <a:lnTo>
                    <a:pt x="1229863" y="101215"/>
                  </a:lnTo>
                  <a:lnTo>
                    <a:pt x="1239624" y="101727"/>
                  </a:lnTo>
                  <a:lnTo>
                    <a:pt x="1249385" y="102074"/>
                  </a:lnTo>
                  <a:lnTo>
                    <a:pt x="1259145" y="102742"/>
                  </a:lnTo>
                  <a:lnTo>
                    <a:pt x="1268906" y="103224"/>
                  </a:lnTo>
                  <a:lnTo>
                    <a:pt x="1278667" y="103639"/>
                  </a:lnTo>
                  <a:lnTo>
                    <a:pt x="1288428" y="104179"/>
                  </a:lnTo>
                  <a:lnTo>
                    <a:pt x="1298189" y="104537"/>
                  </a:lnTo>
                  <a:lnTo>
                    <a:pt x="1307950" y="104889"/>
                  </a:lnTo>
                  <a:lnTo>
                    <a:pt x="1317710" y="105273"/>
                  </a:lnTo>
                  <a:lnTo>
                    <a:pt x="1327471" y="105667"/>
                  </a:lnTo>
                  <a:lnTo>
                    <a:pt x="1337232" y="106202"/>
                  </a:lnTo>
                  <a:lnTo>
                    <a:pt x="1346993" y="106662"/>
                  </a:lnTo>
                  <a:lnTo>
                    <a:pt x="1356754" y="107107"/>
                  </a:lnTo>
                  <a:lnTo>
                    <a:pt x="1366515" y="107470"/>
                  </a:lnTo>
                  <a:lnTo>
                    <a:pt x="1376275" y="107948"/>
                  </a:lnTo>
                  <a:lnTo>
                    <a:pt x="1386036" y="108348"/>
                  </a:lnTo>
                  <a:lnTo>
                    <a:pt x="1395797" y="108701"/>
                  </a:lnTo>
                  <a:lnTo>
                    <a:pt x="1405558" y="109194"/>
                  </a:lnTo>
                  <a:lnTo>
                    <a:pt x="1415319" y="109577"/>
                  </a:lnTo>
                  <a:lnTo>
                    <a:pt x="1425079" y="109995"/>
                  </a:lnTo>
                  <a:lnTo>
                    <a:pt x="1434840" y="110419"/>
                  </a:lnTo>
                  <a:lnTo>
                    <a:pt x="1444601" y="110844"/>
                  </a:lnTo>
                  <a:lnTo>
                    <a:pt x="1454362" y="111246"/>
                  </a:lnTo>
                  <a:lnTo>
                    <a:pt x="1464123" y="111710"/>
                  </a:lnTo>
                  <a:lnTo>
                    <a:pt x="1473884" y="112126"/>
                  </a:lnTo>
                  <a:lnTo>
                    <a:pt x="1483644" y="112547"/>
                  </a:lnTo>
                  <a:lnTo>
                    <a:pt x="1493405" y="113032"/>
                  </a:lnTo>
                  <a:lnTo>
                    <a:pt x="1503166" y="113512"/>
                  </a:lnTo>
                  <a:lnTo>
                    <a:pt x="1512927" y="114014"/>
                  </a:lnTo>
                  <a:lnTo>
                    <a:pt x="1522688" y="114527"/>
                  </a:lnTo>
                  <a:lnTo>
                    <a:pt x="1532448" y="114956"/>
                  </a:lnTo>
                  <a:lnTo>
                    <a:pt x="1542209" y="115374"/>
                  </a:lnTo>
                  <a:lnTo>
                    <a:pt x="1551970" y="115763"/>
                  </a:lnTo>
                  <a:lnTo>
                    <a:pt x="1561731" y="116117"/>
                  </a:lnTo>
                  <a:lnTo>
                    <a:pt x="1571492" y="116532"/>
                  </a:lnTo>
                  <a:lnTo>
                    <a:pt x="1581253" y="116944"/>
                  </a:lnTo>
                  <a:lnTo>
                    <a:pt x="1591013" y="117365"/>
                  </a:lnTo>
                  <a:lnTo>
                    <a:pt x="1600774" y="117808"/>
                  </a:lnTo>
                  <a:lnTo>
                    <a:pt x="1610535" y="118247"/>
                  </a:lnTo>
                  <a:lnTo>
                    <a:pt x="1620296" y="118683"/>
                  </a:lnTo>
                  <a:lnTo>
                    <a:pt x="1630057" y="119131"/>
                  </a:lnTo>
                  <a:lnTo>
                    <a:pt x="1639818" y="119475"/>
                  </a:lnTo>
                  <a:lnTo>
                    <a:pt x="1649578" y="119814"/>
                  </a:lnTo>
                  <a:lnTo>
                    <a:pt x="1659339" y="120139"/>
                  </a:lnTo>
                  <a:lnTo>
                    <a:pt x="1669100" y="120484"/>
                  </a:lnTo>
                  <a:lnTo>
                    <a:pt x="1678861" y="120831"/>
                  </a:lnTo>
                  <a:lnTo>
                    <a:pt x="1688622" y="121189"/>
                  </a:lnTo>
                  <a:lnTo>
                    <a:pt x="1698382" y="121513"/>
                  </a:lnTo>
                  <a:lnTo>
                    <a:pt x="1708143" y="121849"/>
                  </a:lnTo>
                  <a:lnTo>
                    <a:pt x="1717904" y="122262"/>
                  </a:lnTo>
                  <a:lnTo>
                    <a:pt x="1727665" y="122697"/>
                  </a:lnTo>
                  <a:lnTo>
                    <a:pt x="1737426" y="123128"/>
                  </a:lnTo>
                  <a:lnTo>
                    <a:pt x="1747187" y="123555"/>
                  </a:lnTo>
                  <a:lnTo>
                    <a:pt x="1756947" y="123971"/>
                  </a:lnTo>
                  <a:lnTo>
                    <a:pt x="1766708" y="124320"/>
                  </a:lnTo>
                  <a:lnTo>
                    <a:pt x="1776469" y="124730"/>
                  </a:lnTo>
                  <a:lnTo>
                    <a:pt x="1786230" y="125189"/>
                  </a:lnTo>
                  <a:lnTo>
                    <a:pt x="1795991" y="125531"/>
                  </a:lnTo>
                  <a:lnTo>
                    <a:pt x="1805752" y="125931"/>
                  </a:lnTo>
                  <a:lnTo>
                    <a:pt x="1815512" y="126184"/>
                  </a:lnTo>
                  <a:lnTo>
                    <a:pt x="1825273" y="126522"/>
                  </a:lnTo>
                  <a:lnTo>
                    <a:pt x="1835034" y="126898"/>
                  </a:lnTo>
                  <a:lnTo>
                    <a:pt x="1844795" y="127247"/>
                  </a:lnTo>
                  <a:lnTo>
                    <a:pt x="1854556" y="127499"/>
                  </a:lnTo>
                  <a:lnTo>
                    <a:pt x="1864316" y="127780"/>
                  </a:lnTo>
                  <a:lnTo>
                    <a:pt x="1874077" y="128111"/>
                  </a:lnTo>
                  <a:lnTo>
                    <a:pt x="1883838" y="128440"/>
                  </a:lnTo>
                  <a:lnTo>
                    <a:pt x="1893599" y="128756"/>
                  </a:lnTo>
                  <a:lnTo>
                    <a:pt x="1903360" y="129083"/>
                  </a:lnTo>
                  <a:lnTo>
                    <a:pt x="1913121" y="129410"/>
                  </a:lnTo>
                  <a:lnTo>
                    <a:pt x="1922881" y="129709"/>
                  </a:lnTo>
                  <a:lnTo>
                    <a:pt x="1932642" y="130080"/>
                  </a:lnTo>
                  <a:lnTo>
                    <a:pt x="1942403" y="130361"/>
                  </a:lnTo>
                  <a:lnTo>
                    <a:pt x="1952164" y="130627"/>
                  </a:lnTo>
                  <a:lnTo>
                    <a:pt x="1961925" y="130896"/>
                  </a:lnTo>
                  <a:lnTo>
                    <a:pt x="1971685" y="131162"/>
                  </a:lnTo>
                  <a:lnTo>
                    <a:pt x="1981446" y="131477"/>
                  </a:lnTo>
                  <a:lnTo>
                    <a:pt x="1991207" y="131746"/>
                  </a:lnTo>
                  <a:lnTo>
                    <a:pt x="2000968" y="132100"/>
                  </a:lnTo>
                  <a:lnTo>
                    <a:pt x="2010729" y="132432"/>
                  </a:lnTo>
                  <a:lnTo>
                    <a:pt x="2020490" y="132689"/>
                  </a:lnTo>
                  <a:lnTo>
                    <a:pt x="2030250" y="132907"/>
                  </a:lnTo>
                  <a:lnTo>
                    <a:pt x="2040011" y="133214"/>
                  </a:lnTo>
                  <a:lnTo>
                    <a:pt x="2049772" y="133519"/>
                  </a:lnTo>
                  <a:lnTo>
                    <a:pt x="2059533" y="133823"/>
                  </a:lnTo>
                  <a:lnTo>
                    <a:pt x="2069294" y="134110"/>
                  </a:lnTo>
                  <a:lnTo>
                    <a:pt x="2079055" y="134462"/>
                  </a:lnTo>
                  <a:lnTo>
                    <a:pt x="2088815" y="134734"/>
                  </a:lnTo>
                  <a:lnTo>
                    <a:pt x="2098576" y="134960"/>
                  </a:lnTo>
                  <a:lnTo>
                    <a:pt x="2108337" y="135189"/>
                  </a:lnTo>
                  <a:lnTo>
                    <a:pt x="2118098" y="135432"/>
                  </a:lnTo>
                  <a:lnTo>
                    <a:pt x="2127859" y="135673"/>
                  </a:lnTo>
                  <a:lnTo>
                    <a:pt x="2137619" y="135914"/>
                  </a:lnTo>
                  <a:lnTo>
                    <a:pt x="2147380" y="136152"/>
                  </a:lnTo>
                  <a:lnTo>
                    <a:pt x="2157141" y="136389"/>
                  </a:lnTo>
                  <a:lnTo>
                    <a:pt x="2166902" y="136626"/>
                  </a:lnTo>
                  <a:lnTo>
                    <a:pt x="2176663" y="136862"/>
                  </a:lnTo>
                  <a:lnTo>
                    <a:pt x="2186424" y="137158"/>
                  </a:lnTo>
                  <a:lnTo>
                    <a:pt x="2196184" y="137453"/>
                  </a:lnTo>
                  <a:lnTo>
                    <a:pt x="2205945" y="137746"/>
                  </a:lnTo>
                  <a:lnTo>
                    <a:pt x="2215706" y="138000"/>
                  </a:lnTo>
                  <a:lnTo>
                    <a:pt x="2225467" y="138210"/>
                  </a:lnTo>
                  <a:lnTo>
                    <a:pt x="2235228" y="138405"/>
                  </a:lnTo>
                  <a:lnTo>
                    <a:pt x="2244988" y="138680"/>
                  </a:lnTo>
                  <a:lnTo>
                    <a:pt x="2254749" y="138954"/>
                  </a:lnTo>
                  <a:lnTo>
                    <a:pt x="2264510" y="139194"/>
                  </a:lnTo>
                  <a:lnTo>
                    <a:pt x="2274271" y="139455"/>
                  </a:lnTo>
                  <a:lnTo>
                    <a:pt x="2284032" y="139665"/>
                  </a:lnTo>
                  <a:lnTo>
                    <a:pt x="2293793" y="139886"/>
                  </a:lnTo>
                  <a:lnTo>
                    <a:pt x="2303553" y="140145"/>
                  </a:lnTo>
                  <a:lnTo>
                    <a:pt x="2313314" y="140418"/>
                  </a:lnTo>
                  <a:lnTo>
                    <a:pt x="2323075" y="140692"/>
                  </a:lnTo>
                  <a:lnTo>
                    <a:pt x="2332836" y="140945"/>
                  </a:lnTo>
                  <a:lnTo>
                    <a:pt x="2342597" y="141180"/>
                  </a:lnTo>
                  <a:lnTo>
                    <a:pt x="2352358" y="141437"/>
                  </a:lnTo>
                  <a:lnTo>
                    <a:pt x="2362118" y="141698"/>
                  </a:lnTo>
                  <a:lnTo>
                    <a:pt x="2371879" y="141951"/>
                  </a:lnTo>
                  <a:lnTo>
                    <a:pt x="2381640" y="142207"/>
                  </a:lnTo>
                  <a:lnTo>
                    <a:pt x="2391401" y="142458"/>
                  </a:lnTo>
                  <a:lnTo>
                    <a:pt x="2401162" y="142710"/>
                  </a:lnTo>
                  <a:lnTo>
                    <a:pt x="2410922" y="142922"/>
                  </a:lnTo>
                  <a:lnTo>
                    <a:pt x="2420683" y="143104"/>
                  </a:lnTo>
                  <a:lnTo>
                    <a:pt x="2430444" y="143330"/>
                  </a:lnTo>
                  <a:lnTo>
                    <a:pt x="2440205" y="143551"/>
                  </a:lnTo>
                  <a:lnTo>
                    <a:pt x="2449966" y="143722"/>
                  </a:lnTo>
                  <a:lnTo>
                    <a:pt x="2459727" y="143908"/>
                  </a:lnTo>
                  <a:lnTo>
                    <a:pt x="2469487" y="144122"/>
                  </a:lnTo>
                  <a:lnTo>
                    <a:pt x="2479248" y="144387"/>
                  </a:lnTo>
                  <a:lnTo>
                    <a:pt x="2489009" y="144613"/>
                  </a:lnTo>
                  <a:lnTo>
                    <a:pt x="2498770" y="144818"/>
                  </a:lnTo>
                  <a:lnTo>
                    <a:pt x="2508531" y="145011"/>
                  </a:lnTo>
                  <a:lnTo>
                    <a:pt x="2518291" y="145221"/>
                  </a:lnTo>
                  <a:lnTo>
                    <a:pt x="2528052" y="14544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6312408" y="4891389"/>
              <a:ext cx="2528052" cy="114681"/>
            </a:xfrm>
            <a:custGeom>
              <a:avLst/>
              <a:pathLst>
                <a:path w="2528052" h="114681">
                  <a:moveTo>
                    <a:pt x="0" y="0"/>
                  </a:moveTo>
                  <a:lnTo>
                    <a:pt x="9760" y="734"/>
                  </a:lnTo>
                  <a:lnTo>
                    <a:pt x="19521" y="1271"/>
                  </a:lnTo>
                  <a:lnTo>
                    <a:pt x="29282" y="2014"/>
                  </a:lnTo>
                  <a:lnTo>
                    <a:pt x="39043" y="2864"/>
                  </a:lnTo>
                  <a:lnTo>
                    <a:pt x="48804" y="3402"/>
                  </a:lnTo>
                  <a:lnTo>
                    <a:pt x="58564" y="4013"/>
                  </a:lnTo>
                  <a:lnTo>
                    <a:pt x="68325" y="4881"/>
                  </a:lnTo>
                  <a:lnTo>
                    <a:pt x="78086" y="5542"/>
                  </a:lnTo>
                  <a:lnTo>
                    <a:pt x="87847" y="5971"/>
                  </a:lnTo>
                  <a:lnTo>
                    <a:pt x="97608" y="6550"/>
                  </a:lnTo>
                  <a:lnTo>
                    <a:pt x="107369" y="7080"/>
                  </a:lnTo>
                  <a:lnTo>
                    <a:pt x="117129" y="7765"/>
                  </a:lnTo>
                  <a:lnTo>
                    <a:pt x="126890" y="8201"/>
                  </a:lnTo>
                  <a:lnTo>
                    <a:pt x="136651" y="8680"/>
                  </a:lnTo>
                  <a:lnTo>
                    <a:pt x="146412" y="9214"/>
                  </a:lnTo>
                  <a:lnTo>
                    <a:pt x="156173" y="9908"/>
                  </a:lnTo>
                  <a:lnTo>
                    <a:pt x="165933" y="10696"/>
                  </a:lnTo>
                  <a:lnTo>
                    <a:pt x="175694" y="11325"/>
                  </a:lnTo>
                  <a:lnTo>
                    <a:pt x="185455" y="11532"/>
                  </a:lnTo>
                  <a:lnTo>
                    <a:pt x="195216" y="12185"/>
                  </a:lnTo>
                  <a:lnTo>
                    <a:pt x="204977" y="12653"/>
                  </a:lnTo>
                  <a:lnTo>
                    <a:pt x="214738" y="13397"/>
                  </a:lnTo>
                  <a:lnTo>
                    <a:pt x="224498" y="13926"/>
                  </a:lnTo>
                  <a:lnTo>
                    <a:pt x="234259" y="14575"/>
                  </a:lnTo>
                  <a:lnTo>
                    <a:pt x="244020" y="15336"/>
                  </a:lnTo>
                  <a:lnTo>
                    <a:pt x="253781" y="15709"/>
                  </a:lnTo>
                  <a:lnTo>
                    <a:pt x="263542" y="16216"/>
                  </a:lnTo>
                  <a:lnTo>
                    <a:pt x="273303" y="16921"/>
                  </a:lnTo>
                  <a:lnTo>
                    <a:pt x="283063" y="17491"/>
                  </a:lnTo>
                  <a:lnTo>
                    <a:pt x="292824" y="18184"/>
                  </a:lnTo>
                  <a:lnTo>
                    <a:pt x="302585" y="18635"/>
                  </a:lnTo>
                  <a:lnTo>
                    <a:pt x="312346" y="19008"/>
                  </a:lnTo>
                  <a:lnTo>
                    <a:pt x="322107" y="19438"/>
                  </a:lnTo>
                  <a:lnTo>
                    <a:pt x="331867" y="19794"/>
                  </a:lnTo>
                  <a:lnTo>
                    <a:pt x="341628" y="20155"/>
                  </a:lnTo>
                  <a:lnTo>
                    <a:pt x="351389" y="20867"/>
                  </a:lnTo>
                  <a:lnTo>
                    <a:pt x="361150" y="21398"/>
                  </a:lnTo>
                  <a:lnTo>
                    <a:pt x="370911" y="21994"/>
                  </a:lnTo>
                  <a:lnTo>
                    <a:pt x="380672" y="22560"/>
                  </a:lnTo>
                  <a:lnTo>
                    <a:pt x="390432" y="23061"/>
                  </a:lnTo>
                  <a:lnTo>
                    <a:pt x="400193" y="23818"/>
                  </a:lnTo>
                  <a:lnTo>
                    <a:pt x="409954" y="24123"/>
                  </a:lnTo>
                  <a:lnTo>
                    <a:pt x="419715" y="24600"/>
                  </a:lnTo>
                  <a:lnTo>
                    <a:pt x="429476" y="24939"/>
                  </a:lnTo>
                  <a:lnTo>
                    <a:pt x="439236" y="25774"/>
                  </a:lnTo>
                  <a:lnTo>
                    <a:pt x="448997" y="26357"/>
                  </a:lnTo>
                  <a:lnTo>
                    <a:pt x="458758" y="26893"/>
                  </a:lnTo>
                  <a:lnTo>
                    <a:pt x="468519" y="27494"/>
                  </a:lnTo>
                  <a:lnTo>
                    <a:pt x="478280" y="28031"/>
                  </a:lnTo>
                  <a:lnTo>
                    <a:pt x="488041" y="28319"/>
                  </a:lnTo>
                  <a:lnTo>
                    <a:pt x="497801" y="28863"/>
                  </a:lnTo>
                  <a:lnTo>
                    <a:pt x="507562" y="29415"/>
                  </a:lnTo>
                  <a:lnTo>
                    <a:pt x="517323" y="30098"/>
                  </a:lnTo>
                  <a:lnTo>
                    <a:pt x="527084" y="30602"/>
                  </a:lnTo>
                  <a:lnTo>
                    <a:pt x="536845" y="31112"/>
                  </a:lnTo>
                  <a:lnTo>
                    <a:pt x="546606" y="31448"/>
                  </a:lnTo>
                  <a:lnTo>
                    <a:pt x="556366" y="31963"/>
                  </a:lnTo>
                  <a:lnTo>
                    <a:pt x="566127" y="32451"/>
                  </a:lnTo>
                  <a:lnTo>
                    <a:pt x="575888" y="33017"/>
                  </a:lnTo>
                  <a:lnTo>
                    <a:pt x="585649" y="33398"/>
                  </a:lnTo>
                  <a:lnTo>
                    <a:pt x="595410" y="33781"/>
                  </a:lnTo>
                  <a:lnTo>
                    <a:pt x="605170" y="34563"/>
                  </a:lnTo>
                  <a:lnTo>
                    <a:pt x="614931" y="35266"/>
                  </a:lnTo>
                  <a:lnTo>
                    <a:pt x="624692" y="35838"/>
                  </a:lnTo>
                  <a:lnTo>
                    <a:pt x="634453" y="36380"/>
                  </a:lnTo>
                  <a:lnTo>
                    <a:pt x="644214" y="37071"/>
                  </a:lnTo>
                  <a:lnTo>
                    <a:pt x="653975" y="37537"/>
                  </a:lnTo>
                  <a:lnTo>
                    <a:pt x="663735" y="37802"/>
                  </a:lnTo>
                  <a:lnTo>
                    <a:pt x="673496" y="38146"/>
                  </a:lnTo>
                  <a:lnTo>
                    <a:pt x="683257" y="38760"/>
                  </a:lnTo>
                  <a:lnTo>
                    <a:pt x="693018" y="39192"/>
                  </a:lnTo>
                  <a:lnTo>
                    <a:pt x="702779" y="39782"/>
                  </a:lnTo>
                  <a:lnTo>
                    <a:pt x="712539" y="40352"/>
                  </a:lnTo>
                  <a:lnTo>
                    <a:pt x="722300" y="40541"/>
                  </a:lnTo>
                  <a:lnTo>
                    <a:pt x="732061" y="41141"/>
                  </a:lnTo>
                  <a:lnTo>
                    <a:pt x="741822" y="41606"/>
                  </a:lnTo>
                  <a:lnTo>
                    <a:pt x="751583" y="41897"/>
                  </a:lnTo>
                  <a:lnTo>
                    <a:pt x="761344" y="42442"/>
                  </a:lnTo>
                  <a:lnTo>
                    <a:pt x="771104" y="42968"/>
                  </a:lnTo>
                  <a:lnTo>
                    <a:pt x="780865" y="43413"/>
                  </a:lnTo>
                  <a:lnTo>
                    <a:pt x="790626" y="43938"/>
                  </a:lnTo>
                  <a:lnTo>
                    <a:pt x="800387" y="44373"/>
                  </a:lnTo>
                  <a:lnTo>
                    <a:pt x="810148" y="44950"/>
                  </a:lnTo>
                  <a:lnTo>
                    <a:pt x="819909" y="45494"/>
                  </a:lnTo>
                  <a:lnTo>
                    <a:pt x="829669" y="45834"/>
                  </a:lnTo>
                  <a:lnTo>
                    <a:pt x="839430" y="46395"/>
                  </a:lnTo>
                  <a:lnTo>
                    <a:pt x="849191" y="46996"/>
                  </a:lnTo>
                  <a:lnTo>
                    <a:pt x="858952" y="47457"/>
                  </a:lnTo>
                  <a:lnTo>
                    <a:pt x="868713" y="47931"/>
                  </a:lnTo>
                  <a:lnTo>
                    <a:pt x="878473" y="48194"/>
                  </a:lnTo>
                  <a:lnTo>
                    <a:pt x="888234" y="48635"/>
                  </a:lnTo>
                  <a:lnTo>
                    <a:pt x="897995" y="49245"/>
                  </a:lnTo>
                  <a:lnTo>
                    <a:pt x="907756" y="49612"/>
                  </a:lnTo>
                  <a:lnTo>
                    <a:pt x="917517" y="50146"/>
                  </a:lnTo>
                  <a:lnTo>
                    <a:pt x="927278" y="50742"/>
                  </a:lnTo>
                  <a:lnTo>
                    <a:pt x="937038" y="51327"/>
                  </a:lnTo>
                  <a:lnTo>
                    <a:pt x="946799" y="51848"/>
                  </a:lnTo>
                  <a:lnTo>
                    <a:pt x="956560" y="52346"/>
                  </a:lnTo>
                  <a:lnTo>
                    <a:pt x="966321" y="52809"/>
                  </a:lnTo>
                  <a:lnTo>
                    <a:pt x="976082" y="53177"/>
                  </a:lnTo>
                  <a:lnTo>
                    <a:pt x="985842" y="53793"/>
                  </a:lnTo>
                  <a:lnTo>
                    <a:pt x="995603" y="54478"/>
                  </a:lnTo>
                  <a:lnTo>
                    <a:pt x="1005364" y="54978"/>
                  </a:lnTo>
                  <a:lnTo>
                    <a:pt x="1015125" y="55484"/>
                  </a:lnTo>
                  <a:lnTo>
                    <a:pt x="1024886" y="55821"/>
                  </a:lnTo>
                  <a:lnTo>
                    <a:pt x="1034647" y="56202"/>
                  </a:lnTo>
                  <a:lnTo>
                    <a:pt x="1044407" y="56741"/>
                  </a:lnTo>
                  <a:lnTo>
                    <a:pt x="1054168" y="57114"/>
                  </a:lnTo>
                  <a:lnTo>
                    <a:pt x="1063929" y="57381"/>
                  </a:lnTo>
                  <a:lnTo>
                    <a:pt x="1073690" y="57690"/>
                  </a:lnTo>
                  <a:lnTo>
                    <a:pt x="1083451" y="58123"/>
                  </a:lnTo>
                  <a:lnTo>
                    <a:pt x="1093212" y="58632"/>
                  </a:lnTo>
                  <a:lnTo>
                    <a:pt x="1102972" y="59115"/>
                  </a:lnTo>
                  <a:lnTo>
                    <a:pt x="1112733" y="59662"/>
                  </a:lnTo>
                  <a:lnTo>
                    <a:pt x="1122494" y="60229"/>
                  </a:lnTo>
                  <a:lnTo>
                    <a:pt x="1132255" y="60749"/>
                  </a:lnTo>
                  <a:lnTo>
                    <a:pt x="1142016" y="61218"/>
                  </a:lnTo>
                  <a:lnTo>
                    <a:pt x="1151776" y="61642"/>
                  </a:lnTo>
                  <a:lnTo>
                    <a:pt x="1161537" y="62070"/>
                  </a:lnTo>
                  <a:lnTo>
                    <a:pt x="1171298" y="62641"/>
                  </a:lnTo>
                  <a:lnTo>
                    <a:pt x="1181059" y="63233"/>
                  </a:lnTo>
                  <a:lnTo>
                    <a:pt x="1190820" y="63585"/>
                  </a:lnTo>
                  <a:lnTo>
                    <a:pt x="1200581" y="64127"/>
                  </a:lnTo>
                  <a:lnTo>
                    <a:pt x="1210341" y="64529"/>
                  </a:lnTo>
                  <a:lnTo>
                    <a:pt x="1220102" y="65085"/>
                  </a:lnTo>
                  <a:lnTo>
                    <a:pt x="1229863" y="65330"/>
                  </a:lnTo>
                  <a:lnTo>
                    <a:pt x="1239624" y="65644"/>
                  </a:lnTo>
                  <a:lnTo>
                    <a:pt x="1249385" y="66106"/>
                  </a:lnTo>
                  <a:lnTo>
                    <a:pt x="1259145" y="66640"/>
                  </a:lnTo>
                  <a:lnTo>
                    <a:pt x="1268906" y="66917"/>
                  </a:lnTo>
                  <a:lnTo>
                    <a:pt x="1278667" y="67354"/>
                  </a:lnTo>
                  <a:lnTo>
                    <a:pt x="1288428" y="67748"/>
                  </a:lnTo>
                  <a:lnTo>
                    <a:pt x="1298189" y="68227"/>
                  </a:lnTo>
                  <a:lnTo>
                    <a:pt x="1307950" y="68585"/>
                  </a:lnTo>
                  <a:lnTo>
                    <a:pt x="1317710" y="69035"/>
                  </a:lnTo>
                  <a:lnTo>
                    <a:pt x="1327471" y="69456"/>
                  </a:lnTo>
                  <a:lnTo>
                    <a:pt x="1337232" y="69858"/>
                  </a:lnTo>
                  <a:lnTo>
                    <a:pt x="1346993" y="70178"/>
                  </a:lnTo>
                  <a:lnTo>
                    <a:pt x="1356754" y="70689"/>
                  </a:lnTo>
                  <a:lnTo>
                    <a:pt x="1366515" y="71211"/>
                  </a:lnTo>
                  <a:lnTo>
                    <a:pt x="1376275" y="71591"/>
                  </a:lnTo>
                  <a:lnTo>
                    <a:pt x="1386036" y="71933"/>
                  </a:lnTo>
                  <a:lnTo>
                    <a:pt x="1395797" y="72385"/>
                  </a:lnTo>
                  <a:lnTo>
                    <a:pt x="1405558" y="72799"/>
                  </a:lnTo>
                  <a:lnTo>
                    <a:pt x="1415319" y="73159"/>
                  </a:lnTo>
                  <a:lnTo>
                    <a:pt x="1425079" y="73640"/>
                  </a:lnTo>
                  <a:lnTo>
                    <a:pt x="1434840" y="74203"/>
                  </a:lnTo>
                  <a:lnTo>
                    <a:pt x="1444601" y="74427"/>
                  </a:lnTo>
                  <a:lnTo>
                    <a:pt x="1454362" y="74828"/>
                  </a:lnTo>
                  <a:lnTo>
                    <a:pt x="1464123" y="75162"/>
                  </a:lnTo>
                  <a:lnTo>
                    <a:pt x="1473884" y="75524"/>
                  </a:lnTo>
                  <a:lnTo>
                    <a:pt x="1483644" y="76092"/>
                  </a:lnTo>
                  <a:lnTo>
                    <a:pt x="1493405" y="76662"/>
                  </a:lnTo>
                  <a:lnTo>
                    <a:pt x="1503166" y="77198"/>
                  </a:lnTo>
                  <a:lnTo>
                    <a:pt x="1512927" y="77610"/>
                  </a:lnTo>
                  <a:lnTo>
                    <a:pt x="1522688" y="78065"/>
                  </a:lnTo>
                  <a:lnTo>
                    <a:pt x="1532448" y="78404"/>
                  </a:lnTo>
                  <a:lnTo>
                    <a:pt x="1542209" y="78917"/>
                  </a:lnTo>
                  <a:lnTo>
                    <a:pt x="1551970" y="79401"/>
                  </a:lnTo>
                  <a:lnTo>
                    <a:pt x="1561731" y="79922"/>
                  </a:lnTo>
                  <a:lnTo>
                    <a:pt x="1571492" y="80551"/>
                  </a:lnTo>
                  <a:lnTo>
                    <a:pt x="1581253" y="80932"/>
                  </a:lnTo>
                  <a:lnTo>
                    <a:pt x="1591013" y="81432"/>
                  </a:lnTo>
                  <a:lnTo>
                    <a:pt x="1600774" y="81794"/>
                  </a:lnTo>
                  <a:lnTo>
                    <a:pt x="1610535" y="82216"/>
                  </a:lnTo>
                  <a:lnTo>
                    <a:pt x="1620296" y="82716"/>
                  </a:lnTo>
                  <a:lnTo>
                    <a:pt x="1630057" y="83175"/>
                  </a:lnTo>
                  <a:lnTo>
                    <a:pt x="1639818" y="83616"/>
                  </a:lnTo>
                  <a:lnTo>
                    <a:pt x="1649578" y="84038"/>
                  </a:lnTo>
                  <a:lnTo>
                    <a:pt x="1659339" y="84330"/>
                  </a:lnTo>
                  <a:lnTo>
                    <a:pt x="1669100" y="84861"/>
                  </a:lnTo>
                  <a:lnTo>
                    <a:pt x="1678861" y="85332"/>
                  </a:lnTo>
                  <a:lnTo>
                    <a:pt x="1688622" y="85781"/>
                  </a:lnTo>
                  <a:lnTo>
                    <a:pt x="1698382" y="86264"/>
                  </a:lnTo>
                  <a:lnTo>
                    <a:pt x="1708143" y="86746"/>
                  </a:lnTo>
                  <a:lnTo>
                    <a:pt x="1717904" y="87226"/>
                  </a:lnTo>
                  <a:lnTo>
                    <a:pt x="1727665" y="87756"/>
                  </a:lnTo>
                  <a:lnTo>
                    <a:pt x="1737426" y="88180"/>
                  </a:lnTo>
                  <a:lnTo>
                    <a:pt x="1747187" y="88634"/>
                  </a:lnTo>
                  <a:lnTo>
                    <a:pt x="1756947" y="89028"/>
                  </a:lnTo>
                  <a:lnTo>
                    <a:pt x="1766708" y="89469"/>
                  </a:lnTo>
                  <a:lnTo>
                    <a:pt x="1776469" y="89832"/>
                  </a:lnTo>
                  <a:lnTo>
                    <a:pt x="1786230" y="90079"/>
                  </a:lnTo>
                  <a:lnTo>
                    <a:pt x="1795991" y="90317"/>
                  </a:lnTo>
                  <a:lnTo>
                    <a:pt x="1805752" y="90606"/>
                  </a:lnTo>
                  <a:lnTo>
                    <a:pt x="1815512" y="90827"/>
                  </a:lnTo>
                  <a:lnTo>
                    <a:pt x="1825273" y="91111"/>
                  </a:lnTo>
                  <a:lnTo>
                    <a:pt x="1835034" y="91424"/>
                  </a:lnTo>
                  <a:lnTo>
                    <a:pt x="1844795" y="91768"/>
                  </a:lnTo>
                  <a:lnTo>
                    <a:pt x="1854556" y="92155"/>
                  </a:lnTo>
                  <a:lnTo>
                    <a:pt x="1864316" y="92473"/>
                  </a:lnTo>
                  <a:lnTo>
                    <a:pt x="1874077" y="92826"/>
                  </a:lnTo>
                  <a:lnTo>
                    <a:pt x="1883838" y="93198"/>
                  </a:lnTo>
                  <a:lnTo>
                    <a:pt x="1893599" y="93614"/>
                  </a:lnTo>
                  <a:lnTo>
                    <a:pt x="1903360" y="94067"/>
                  </a:lnTo>
                  <a:lnTo>
                    <a:pt x="1913121" y="94444"/>
                  </a:lnTo>
                  <a:lnTo>
                    <a:pt x="1922881" y="94853"/>
                  </a:lnTo>
                  <a:lnTo>
                    <a:pt x="1932642" y="95264"/>
                  </a:lnTo>
                  <a:lnTo>
                    <a:pt x="1942403" y="95701"/>
                  </a:lnTo>
                  <a:lnTo>
                    <a:pt x="1952164" y="96005"/>
                  </a:lnTo>
                  <a:lnTo>
                    <a:pt x="1961925" y="96322"/>
                  </a:lnTo>
                  <a:lnTo>
                    <a:pt x="1971685" y="96531"/>
                  </a:lnTo>
                  <a:lnTo>
                    <a:pt x="1981446" y="96989"/>
                  </a:lnTo>
                  <a:lnTo>
                    <a:pt x="1991207" y="97411"/>
                  </a:lnTo>
                  <a:lnTo>
                    <a:pt x="2000968" y="97689"/>
                  </a:lnTo>
                  <a:lnTo>
                    <a:pt x="2010729" y="97974"/>
                  </a:lnTo>
                  <a:lnTo>
                    <a:pt x="2020490" y="98347"/>
                  </a:lnTo>
                  <a:lnTo>
                    <a:pt x="2030250" y="98635"/>
                  </a:lnTo>
                  <a:lnTo>
                    <a:pt x="2040011" y="98987"/>
                  </a:lnTo>
                  <a:lnTo>
                    <a:pt x="2049772" y="99363"/>
                  </a:lnTo>
                  <a:lnTo>
                    <a:pt x="2059533" y="99636"/>
                  </a:lnTo>
                  <a:lnTo>
                    <a:pt x="2069294" y="100007"/>
                  </a:lnTo>
                  <a:lnTo>
                    <a:pt x="2079055" y="100349"/>
                  </a:lnTo>
                  <a:lnTo>
                    <a:pt x="2088815" y="100705"/>
                  </a:lnTo>
                  <a:lnTo>
                    <a:pt x="2098576" y="100970"/>
                  </a:lnTo>
                  <a:lnTo>
                    <a:pt x="2108337" y="101373"/>
                  </a:lnTo>
                  <a:lnTo>
                    <a:pt x="2118098" y="101723"/>
                  </a:lnTo>
                  <a:lnTo>
                    <a:pt x="2127859" y="102149"/>
                  </a:lnTo>
                  <a:lnTo>
                    <a:pt x="2137619" y="102476"/>
                  </a:lnTo>
                  <a:lnTo>
                    <a:pt x="2147380" y="102800"/>
                  </a:lnTo>
                  <a:lnTo>
                    <a:pt x="2157141" y="103123"/>
                  </a:lnTo>
                  <a:lnTo>
                    <a:pt x="2166902" y="103416"/>
                  </a:lnTo>
                  <a:lnTo>
                    <a:pt x="2176663" y="103658"/>
                  </a:lnTo>
                  <a:lnTo>
                    <a:pt x="2186424" y="103934"/>
                  </a:lnTo>
                  <a:lnTo>
                    <a:pt x="2196184" y="104323"/>
                  </a:lnTo>
                  <a:lnTo>
                    <a:pt x="2205945" y="104808"/>
                  </a:lnTo>
                  <a:lnTo>
                    <a:pt x="2215706" y="105206"/>
                  </a:lnTo>
                  <a:lnTo>
                    <a:pt x="2225467" y="105477"/>
                  </a:lnTo>
                  <a:lnTo>
                    <a:pt x="2235228" y="105740"/>
                  </a:lnTo>
                  <a:lnTo>
                    <a:pt x="2244988" y="106053"/>
                  </a:lnTo>
                  <a:lnTo>
                    <a:pt x="2254749" y="106407"/>
                  </a:lnTo>
                  <a:lnTo>
                    <a:pt x="2264510" y="106852"/>
                  </a:lnTo>
                  <a:lnTo>
                    <a:pt x="2274271" y="107176"/>
                  </a:lnTo>
                  <a:lnTo>
                    <a:pt x="2284032" y="107398"/>
                  </a:lnTo>
                  <a:lnTo>
                    <a:pt x="2293793" y="107618"/>
                  </a:lnTo>
                  <a:lnTo>
                    <a:pt x="2303553" y="107884"/>
                  </a:lnTo>
                  <a:lnTo>
                    <a:pt x="2313314" y="108208"/>
                  </a:lnTo>
                  <a:lnTo>
                    <a:pt x="2323075" y="108532"/>
                  </a:lnTo>
                  <a:lnTo>
                    <a:pt x="2332836" y="108757"/>
                  </a:lnTo>
                  <a:lnTo>
                    <a:pt x="2342597" y="109098"/>
                  </a:lnTo>
                  <a:lnTo>
                    <a:pt x="2352358" y="109526"/>
                  </a:lnTo>
                  <a:lnTo>
                    <a:pt x="2362118" y="109824"/>
                  </a:lnTo>
                  <a:lnTo>
                    <a:pt x="2371879" y="110062"/>
                  </a:lnTo>
                  <a:lnTo>
                    <a:pt x="2381640" y="110482"/>
                  </a:lnTo>
                  <a:lnTo>
                    <a:pt x="2391401" y="110852"/>
                  </a:lnTo>
                  <a:lnTo>
                    <a:pt x="2401162" y="111166"/>
                  </a:lnTo>
                  <a:lnTo>
                    <a:pt x="2410922" y="111463"/>
                  </a:lnTo>
                  <a:lnTo>
                    <a:pt x="2420683" y="111759"/>
                  </a:lnTo>
                  <a:lnTo>
                    <a:pt x="2430444" y="112056"/>
                  </a:lnTo>
                  <a:lnTo>
                    <a:pt x="2440205" y="112375"/>
                  </a:lnTo>
                  <a:lnTo>
                    <a:pt x="2449966" y="112639"/>
                  </a:lnTo>
                  <a:lnTo>
                    <a:pt x="2459727" y="112859"/>
                  </a:lnTo>
                  <a:lnTo>
                    <a:pt x="2469487" y="113077"/>
                  </a:lnTo>
                  <a:lnTo>
                    <a:pt x="2479248" y="113262"/>
                  </a:lnTo>
                  <a:lnTo>
                    <a:pt x="2489009" y="113515"/>
                  </a:lnTo>
                  <a:lnTo>
                    <a:pt x="2498770" y="113811"/>
                  </a:lnTo>
                  <a:lnTo>
                    <a:pt x="2508531" y="114107"/>
                  </a:lnTo>
                  <a:lnTo>
                    <a:pt x="2518291" y="114387"/>
                  </a:lnTo>
                  <a:lnTo>
                    <a:pt x="2528052" y="114681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6312408" y="5002250"/>
              <a:ext cx="2528052" cy="42504"/>
            </a:xfrm>
            <a:custGeom>
              <a:avLst/>
              <a:pathLst>
                <a:path w="2528052" h="42504">
                  <a:moveTo>
                    <a:pt x="0" y="0"/>
                  </a:moveTo>
                  <a:lnTo>
                    <a:pt x="9760" y="483"/>
                  </a:lnTo>
                  <a:lnTo>
                    <a:pt x="19521" y="637"/>
                  </a:lnTo>
                  <a:lnTo>
                    <a:pt x="29282" y="1074"/>
                  </a:lnTo>
                  <a:lnTo>
                    <a:pt x="39043" y="1526"/>
                  </a:lnTo>
                  <a:lnTo>
                    <a:pt x="48804" y="1950"/>
                  </a:lnTo>
                  <a:lnTo>
                    <a:pt x="58564" y="2342"/>
                  </a:lnTo>
                  <a:lnTo>
                    <a:pt x="68325" y="2440"/>
                  </a:lnTo>
                  <a:lnTo>
                    <a:pt x="78086" y="2272"/>
                  </a:lnTo>
                  <a:lnTo>
                    <a:pt x="87847" y="2922"/>
                  </a:lnTo>
                  <a:lnTo>
                    <a:pt x="97608" y="3242"/>
                  </a:lnTo>
                  <a:lnTo>
                    <a:pt x="107369" y="3422"/>
                  </a:lnTo>
                  <a:lnTo>
                    <a:pt x="117129" y="3992"/>
                  </a:lnTo>
                  <a:lnTo>
                    <a:pt x="126890" y="4478"/>
                  </a:lnTo>
                  <a:lnTo>
                    <a:pt x="136651" y="4710"/>
                  </a:lnTo>
                  <a:lnTo>
                    <a:pt x="146412" y="5096"/>
                  </a:lnTo>
                  <a:lnTo>
                    <a:pt x="156173" y="5393"/>
                  </a:lnTo>
                  <a:lnTo>
                    <a:pt x="165933" y="5635"/>
                  </a:lnTo>
                  <a:lnTo>
                    <a:pt x="175694" y="5991"/>
                  </a:lnTo>
                  <a:lnTo>
                    <a:pt x="185455" y="6099"/>
                  </a:lnTo>
                  <a:lnTo>
                    <a:pt x="195216" y="6304"/>
                  </a:lnTo>
                  <a:lnTo>
                    <a:pt x="204977" y="6494"/>
                  </a:lnTo>
                  <a:lnTo>
                    <a:pt x="214738" y="6807"/>
                  </a:lnTo>
                  <a:lnTo>
                    <a:pt x="224498" y="6998"/>
                  </a:lnTo>
                  <a:lnTo>
                    <a:pt x="234259" y="7357"/>
                  </a:lnTo>
                  <a:lnTo>
                    <a:pt x="244020" y="7636"/>
                  </a:lnTo>
                  <a:lnTo>
                    <a:pt x="253781" y="8112"/>
                  </a:lnTo>
                  <a:lnTo>
                    <a:pt x="263542" y="7956"/>
                  </a:lnTo>
                  <a:lnTo>
                    <a:pt x="273303" y="8361"/>
                  </a:lnTo>
                  <a:lnTo>
                    <a:pt x="283063" y="8449"/>
                  </a:lnTo>
                  <a:lnTo>
                    <a:pt x="292824" y="8899"/>
                  </a:lnTo>
                  <a:lnTo>
                    <a:pt x="302585" y="9011"/>
                  </a:lnTo>
                  <a:lnTo>
                    <a:pt x="312346" y="9299"/>
                  </a:lnTo>
                  <a:lnTo>
                    <a:pt x="322107" y="9755"/>
                  </a:lnTo>
                  <a:lnTo>
                    <a:pt x="331867" y="10227"/>
                  </a:lnTo>
                  <a:lnTo>
                    <a:pt x="341628" y="10237"/>
                  </a:lnTo>
                  <a:lnTo>
                    <a:pt x="351389" y="10353"/>
                  </a:lnTo>
                  <a:lnTo>
                    <a:pt x="361150" y="10732"/>
                  </a:lnTo>
                  <a:lnTo>
                    <a:pt x="370911" y="10778"/>
                  </a:lnTo>
                  <a:lnTo>
                    <a:pt x="380672" y="11289"/>
                  </a:lnTo>
                  <a:lnTo>
                    <a:pt x="390432" y="11763"/>
                  </a:lnTo>
                  <a:lnTo>
                    <a:pt x="400193" y="11953"/>
                  </a:lnTo>
                  <a:lnTo>
                    <a:pt x="409954" y="12103"/>
                  </a:lnTo>
                  <a:lnTo>
                    <a:pt x="419715" y="11986"/>
                  </a:lnTo>
                  <a:lnTo>
                    <a:pt x="429476" y="11847"/>
                  </a:lnTo>
                  <a:lnTo>
                    <a:pt x="439236" y="12060"/>
                  </a:lnTo>
                  <a:lnTo>
                    <a:pt x="448997" y="12404"/>
                  </a:lnTo>
                  <a:lnTo>
                    <a:pt x="458758" y="12394"/>
                  </a:lnTo>
                  <a:lnTo>
                    <a:pt x="468519" y="12665"/>
                  </a:lnTo>
                  <a:lnTo>
                    <a:pt x="478280" y="12704"/>
                  </a:lnTo>
                  <a:lnTo>
                    <a:pt x="488041" y="12966"/>
                  </a:lnTo>
                  <a:lnTo>
                    <a:pt x="497801" y="13085"/>
                  </a:lnTo>
                  <a:lnTo>
                    <a:pt x="507562" y="13663"/>
                  </a:lnTo>
                  <a:lnTo>
                    <a:pt x="517323" y="13823"/>
                  </a:lnTo>
                  <a:lnTo>
                    <a:pt x="527084" y="14053"/>
                  </a:lnTo>
                  <a:lnTo>
                    <a:pt x="536845" y="14157"/>
                  </a:lnTo>
                  <a:lnTo>
                    <a:pt x="546606" y="14623"/>
                  </a:lnTo>
                  <a:lnTo>
                    <a:pt x="556366" y="14929"/>
                  </a:lnTo>
                  <a:lnTo>
                    <a:pt x="566127" y="15105"/>
                  </a:lnTo>
                  <a:lnTo>
                    <a:pt x="575888" y="15389"/>
                  </a:lnTo>
                  <a:lnTo>
                    <a:pt x="585649" y="15494"/>
                  </a:lnTo>
                  <a:lnTo>
                    <a:pt x="595410" y="15791"/>
                  </a:lnTo>
                  <a:lnTo>
                    <a:pt x="605170" y="16239"/>
                  </a:lnTo>
                  <a:lnTo>
                    <a:pt x="614931" y="16166"/>
                  </a:lnTo>
                  <a:lnTo>
                    <a:pt x="624692" y="16321"/>
                  </a:lnTo>
                  <a:lnTo>
                    <a:pt x="634453" y="16413"/>
                  </a:lnTo>
                  <a:lnTo>
                    <a:pt x="644214" y="16858"/>
                  </a:lnTo>
                  <a:lnTo>
                    <a:pt x="653975" y="16725"/>
                  </a:lnTo>
                  <a:lnTo>
                    <a:pt x="663735" y="16872"/>
                  </a:lnTo>
                  <a:lnTo>
                    <a:pt x="673496" y="16789"/>
                  </a:lnTo>
                  <a:lnTo>
                    <a:pt x="683257" y="16924"/>
                  </a:lnTo>
                  <a:lnTo>
                    <a:pt x="693018" y="17337"/>
                  </a:lnTo>
                  <a:lnTo>
                    <a:pt x="702779" y="17583"/>
                  </a:lnTo>
                  <a:lnTo>
                    <a:pt x="712539" y="17674"/>
                  </a:lnTo>
                  <a:lnTo>
                    <a:pt x="722300" y="17370"/>
                  </a:lnTo>
                  <a:lnTo>
                    <a:pt x="732061" y="17223"/>
                  </a:lnTo>
                  <a:lnTo>
                    <a:pt x="741822" y="17052"/>
                  </a:lnTo>
                  <a:lnTo>
                    <a:pt x="751583" y="17123"/>
                  </a:lnTo>
                  <a:lnTo>
                    <a:pt x="761344" y="16935"/>
                  </a:lnTo>
                  <a:lnTo>
                    <a:pt x="771104" y="17490"/>
                  </a:lnTo>
                  <a:lnTo>
                    <a:pt x="780865" y="17765"/>
                  </a:lnTo>
                  <a:lnTo>
                    <a:pt x="790626" y="17974"/>
                  </a:lnTo>
                  <a:lnTo>
                    <a:pt x="800387" y="18256"/>
                  </a:lnTo>
                  <a:lnTo>
                    <a:pt x="810148" y="18277"/>
                  </a:lnTo>
                  <a:lnTo>
                    <a:pt x="819909" y="18619"/>
                  </a:lnTo>
                  <a:lnTo>
                    <a:pt x="829669" y="18878"/>
                  </a:lnTo>
                  <a:lnTo>
                    <a:pt x="839430" y="19310"/>
                  </a:lnTo>
                  <a:lnTo>
                    <a:pt x="849191" y="19625"/>
                  </a:lnTo>
                  <a:lnTo>
                    <a:pt x="858952" y="19932"/>
                  </a:lnTo>
                  <a:lnTo>
                    <a:pt x="868713" y="20198"/>
                  </a:lnTo>
                  <a:lnTo>
                    <a:pt x="878473" y="19783"/>
                  </a:lnTo>
                  <a:lnTo>
                    <a:pt x="888234" y="20037"/>
                  </a:lnTo>
                  <a:lnTo>
                    <a:pt x="897995" y="20251"/>
                  </a:lnTo>
                  <a:lnTo>
                    <a:pt x="907756" y="20252"/>
                  </a:lnTo>
                  <a:lnTo>
                    <a:pt x="917517" y="20280"/>
                  </a:lnTo>
                  <a:lnTo>
                    <a:pt x="927278" y="20605"/>
                  </a:lnTo>
                  <a:lnTo>
                    <a:pt x="937038" y="20692"/>
                  </a:lnTo>
                  <a:lnTo>
                    <a:pt x="946799" y="21151"/>
                  </a:lnTo>
                  <a:lnTo>
                    <a:pt x="956560" y="21350"/>
                  </a:lnTo>
                  <a:lnTo>
                    <a:pt x="966321" y="21246"/>
                  </a:lnTo>
                  <a:lnTo>
                    <a:pt x="976082" y="21420"/>
                  </a:lnTo>
                  <a:lnTo>
                    <a:pt x="985842" y="21694"/>
                  </a:lnTo>
                  <a:lnTo>
                    <a:pt x="995603" y="21981"/>
                  </a:lnTo>
                  <a:lnTo>
                    <a:pt x="1005364" y="22109"/>
                  </a:lnTo>
                  <a:lnTo>
                    <a:pt x="1015125" y="22318"/>
                  </a:lnTo>
                  <a:lnTo>
                    <a:pt x="1024886" y="22353"/>
                  </a:lnTo>
                  <a:lnTo>
                    <a:pt x="1034647" y="22231"/>
                  </a:lnTo>
                  <a:lnTo>
                    <a:pt x="1044407" y="22374"/>
                  </a:lnTo>
                  <a:lnTo>
                    <a:pt x="1054168" y="22566"/>
                  </a:lnTo>
                  <a:lnTo>
                    <a:pt x="1063929" y="22985"/>
                  </a:lnTo>
                  <a:lnTo>
                    <a:pt x="1073690" y="23140"/>
                  </a:lnTo>
                  <a:lnTo>
                    <a:pt x="1083451" y="23302"/>
                  </a:lnTo>
                  <a:lnTo>
                    <a:pt x="1093212" y="23358"/>
                  </a:lnTo>
                  <a:lnTo>
                    <a:pt x="1102972" y="23621"/>
                  </a:lnTo>
                  <a:lnTo>
                    <a:pt x="1112733" y="23962"/>
                  </a:lnTo>
                  <a:lnTo>
                    <a:pt x="1122494" y="24389"/>
                  </a:lnTo>
                  <a:lnTo>
                    <a:pt x="1132255" y="24742"/>
                  </a:lnTo>
                  <a:lnTo>
                    <a:pt x="1142016" y="24909"/>
                  </a:lnTo>
                  <a:lnTo>
                    <a:pt x="1151776" y="25181"/>
                  </a:lnTo>
                  <a:lnTo>
                    <a:pt x="1161537" y="25561"/>
                  </a:lnTo>
                  <a:lnTo>
                    <a:pt x="1171298" y="25793"/>
                  </a:lnTo>
                  <a:lnTo>
                    <a:pt x="1181059" y="25875"/>
                  </a:lnTo>
                  <a:lnTo>
                    <a:pt x="1190820" y="25989"/>
                  </a:lnTo>
                  <a:lnTo>
                    <a:pt x="1200581" y="25853"/>
                  </a:lnTo>
                  <a:lnTo>
                    <a:pt x="1210341" y="25981"/>
                  </a:lnTo>
                  <a:lnTo>
                    <a:pt x="1220102" y="25973"/>
                  </a:lnTo>
                  <a:lnTo>
                    <a:pt x="1229863" y="26176"/>
                  </a:lnTo>
                  <a:lnTo>
                    <a:pt x="1239624" y="26366"/>
                  </a:lnTo>
                  <a:lnTo>
                    <a:pt x="1249385" y="26323"/>
                  </a:lnTo>
                  <a:lnTo>
                    <a:pt x="1259145" y="26441"/>
                  </a:lnTo>
                  <a:lnTo>
                    <a:pt x="1268906" y="26571"/>
                  </a:lnTo>
                  <a:lnTo>
                    <a:pt x="1278667" y="26871"/>
                  </a:lnTo>
                  <a:lnTo>
                    <a:pt x="1288428" y="27055"/>
                  </a:lnTo>
                  <a:lnTo>
                    <a:pt x="1298189" y="27200"/>
                  </a:lnTo>
                  <a:lnTo>
                    <a:pt x="1307950" y="27399"/>
                  </a:lnTo>
                  <a:lnTo>
                    <a:pt x="1317710" y="27388"/>
                  </a:lnTo>
                  <a:lnTo>
                    <a:pt x="1327471" y="27547"/>
                  </a:lnTo>
                  <a:lnTo>
                    <a:pt x="1337232" y="27732"/>
                  </a:lnTo>
                  <a:lnTo>
                    <a:pt x="1346993" y="27768"/>
                  </a:lnTo>
                  <a:lnTo>
                    <a:pt x="1356754" y="27919"/>
                  </a:lnTo>
                  <a:lnTo>
                    <a:pt x="1366515" y="28071"/>
                  </a:lnTo>
                  <a:lnTo>
                    <a:pt x="1376275" y="28251"/>
                  </a:lnTo>
                  <a:lnTo>
                    <a:pt x="1386036" y="28477"/>
                  </a:lnTo>
                  <a:lnTo>
                    <a:pt x="1395797" y="28557"/>
                  </a:lnTo>
                  <a:lnTo>
                    <a:pt x="1405558" y="28573"/>
                  </a:lnTo>
                  <a:lnTo>
                    <a:pt x="1415319" y="28417"/>
                  </a:lnTo>
                  <a:lnTo>
                    <a:pt x="1425079" y="28501"/>
                  </a:lnTo>
                  <a:lnTo>
                    <a:pt x="1434840" y="28613"/>
                  </a:lnTo>
                  <a:lnTo>
                    <a:pt x="1444601" y="28724"/>
                  </a:lnTo>
                  <a:lnTo>
                    <a:pt x="1454362" y="28836"/>
                  </a:lnTo>
                  <a:lnTo>
                    <a:pt x="1464123" y="28894"/>
                  </a:lnTo>
                  <a:lnTo>
                    <a:pt x="1473884" y="29120"/>
                  </a:lnTo>
                  <a:lnTo>
                    <a:pt x="1483644" y="29271"/>
                  </a:lnTo>
                  <a:lnTo>
                    <a:pt x="1493405" y="29554"/>
                  </a:lnTo>
                  <a:lnTo>
                    <a:pt x="1503166" y="29692"/>
                  </a:lnTo>
                  <a:lnTo>
                    <a:pt x="1512927" y="29843"/>
                  </a:lnTo>
                  <a:lnTo>
                    <a:pt x="1522688" y="29998"/>
                  </a:lnTo>
                  <a:lnTo>
                    <a:pt x="1532448" y="29866"/>
                  </a:lnTo>
                  <a:lnTo>
                    <a:pt x="1542209" y="30076"/>
                  </a:lnTo>
                  <a:lnTo>
                    <a:pt x="1551970" y="30139"/>
                  </a:lnTo>
                  <a:lnTo>
                    <a:pt x="1561731" y="30223"/>
                  </a:lnTo>
                  <a:lnTo>
                    <a:pt x="1571492" y="30277"/>
                  </a:lnTo>
                  <a:lnTo>
                    <a:pt x="1581253" y="30466"/>
                  </a:lnTo>
                  <a:lnTo>
                    <a:pt x="1591013" y="30593"/>
                  </a:lnTo>
                  <a:lnTo>
                    <a:pt x="1600774" y="30689"/>
                  </a:lnTo>
                  <a:lnTo>
                    <a:pt x="1610535" y="30902"/>
                  </a:lnTo>
                  <a:lnTo>
                    <a:pt x="1620296" y="31054"/>
                  </a:lnTo>
                  <a:lnTo>
                    <a:pt x="1630057" y="31119"/>
                  </a:lnTo>
                  <a:lnTo>
                    <a:pt x="1639818" y="31184"/>
                  </a:lnTo>
                  <a:lnTo>
                    <a:pt x="1649578" y="31305"/>
                  </a:lnTo>
                  <a:lnTo>
                    <a:pt x="1659339" y="31435"/>
                  </a:lnTo>
                  <a:lnTo>
                    <a:pt x="1669100" y="31571"/>
                  </a:lnTo>
                  <a:lnTo>
                    <a:pt x="1678861" y="31746"/>
                  </a:lnTo>
                  <a:lnTo>
                    <a:pt x="1688622" y="31898"/>
                  </a:lnTo>
                  <a:lnTo>
                    <a:pt x="1698382" y="32144"/>
                  </a:lnTo>
                  <a:lnTo>
                    <a:pt x="1708143" y="32222"/>
                  </a:lnTo>
                  <a:lnTo>
                    <a:pt x="1717904" y="32403"/>
                  </a:lnTo>
                  <a:lnTo>
                    <a:pt x="1727665" y="32618"/>
                  </a:lnTo>
                  <a:lnTo>
                    <a:pt x="1737426" y="32975"/>
                  </a:lnTo>
                  <a:lnTo>
                    <a:pt x="1747187" y="33060"/>
                  </a:lnTo>
                  <a:lnTo>
                    <a:pt x="1756947" y="33046"/>
                  </a:lnTo>
                  <a:lnTo>
                    <a:pt x="1766708" y="33067"/>
                  </a:lnTo>
                  <a:lnTo>
                    <a:pt x="1776469" y="33234"/>
                  </a:lnTo>
                  <a:lnTo>
                    <a:pt x="1786230" y="33430"/>
                  </a:lnTo>
                  <a:lnTo>
                    <a:pt x="1795991" y="33496"/>
                  </a:lnTo>
                  <a:lnTo>
                    <a:pt x="1805752" y="33656"/>
                  </a:lnTo>
                  <a:lnTo>
                    <a:pt x="1815512" y="33827"/>
                  </a:lnTo>
                  <a:lnTo>
                    <a:pt x="1825273" y="33909"/>
                  </a:lnTo>
                  <a:lnTo>
                    <a:pt x="1835034" y="34023"/>
                  </a:lnTo>
                  <a:lnTo>
                    <a:pt x="1844795" y="34158"/>
                  </a:lnTo>
                  <a:lnTo>
                    <a:pt x="1854556" y="34274"/>
                  </a:lnTo>
                  <a:lnTo>
                    <a:pt x="1864316" y="34535"/>
                  </a:lnTo>
                  <a:lnTo>
                    <a:pt x="1874077" y="34681"/>
                  </a:lnTo>
                  <a:lnTo>
                    <a:pt x="1883838" y="34648"/>
                  </a:lnTo>
                  <a:lnTo>
                    <a:pt x="1893599" y="34653"/>
                  </a:lnTo>
                  <a:lnTo>
                    <a:pt x="1903360" y="34688"/>
                  </a:lnTo>
                  <a:lnTo>
                    <a:pt x="1913121" y="34804"/>
                  </a:lnTo>
                  <a:lnTo>
                    <a:pt x="1922881" y="34937"/>
                  </a:lnTo>
                  <a:lnTo>
                    <a:pt x="1932642" y="34818"/>
                  </a:lnTo>
                  <a:lnTo>
                    <a:pt x="1942403" y="34715"/>
                  </a:lnTo>
                  <a:lnTo>
                    <a:pt x="1952164" y="34857"/>
                  </a:lnTo>
                  <a:lnTo>
                    <a:pt x="1961925" y="35019"/>
                  </a:lnTo>
                  <a:lnTo>
                    <a:pt x="1971685" y="35026"/>
                  </a:lnTo>
                  <a:lnTo>
                    <a:pt x="1981446" y="34900"/>
                  </a:lnTo>
                  <a:lnTo>
                    <a:pt x="1991207" y="35082"/>
                  </a:lnTo>
                  <a:lnTo>
                    <a:pt x="2000968" y="35304"/>
                  </a:lnTo>
                  <a:lnTo>
                    <a:pt x="2010729" y="35499"/>
                  </a:lnTo>
                  <a:lnTo>
                    <a:pt x="2020490" y="35837"/>
                  </a:lnTo>
                  <a:lnTo>
                    <a:pt x="2030250" y="36223"/>
                  </a:lnTo>
                  <a:lnTo>
                    <a:pt x="2040011" y="36353"/>
                  </a:lnTo>
                  <a:lnTo>
                    <a:pt x="2049772" y="36600"/>
                  </a:lnTo>
                  <a:lnTo>
                    <a:pt x="2059533" y="36934"/>
                  </a:lnTo>
                  <a:lnTo>
                    <a:pt x="2069294" y="37167"/>
                  </a:lnTo>
                  <a:lnTo>
                    <a:pt x="2079055" y="37416"/>
                  </a:lnTo>
                  <a:lnTo>
                    <a:pt x="2088815" y="37775"/>
                  </a:lnTo>
                  <a:lnTo>
                    <a:pt x="2098576" y="37760"/>
                  </a:lnTo>
                  <a:lnTo>
                    <a:pt x="2108337" y="37677"/>
                  </a:lnTo>
                  <a:lnTo>
                    <a:pt x="2118098" y="37787"/>
                  </a:lnTo>
                  <a:lnTo>
                    <a:pt x="2127859" y="38004"/>
                  </a:lnTo>
                  <a:lnTo>
                    <a:pt x="2137619" y="38138"/>
                  </a:lnTo>
                  <a:lnTo>
                    <a:pt x="2147380" y="38271"/>
                  </a:lnTo>
                  <a:lnTo>
                    <a:pt x="2157141" y="38503"/>
                  </a:lnTo>
                  <a:lnTo>
                    <a:pt x="2166902" y="38751"/>
                  </a:lnTo>
                  <a:lnTo>
                    <a:pt x="2176663" y="38652"/>
                  </a:lnTo>
                  <a:lnTo>
                    <a:pt x="2186424" y="38696"/>
                  </a:lnTo>
                  <a:lnTo>
                    <a:pt x="2196184" y="38656"/>
                  </a:lnTo>
                  <a:lnTo>
                    <a:pt x="2205945" y="38567"/>
                  </a:lnTo>
                  <a:lnTo>
                    <a:pt x="2215706" y="38577"/>
                  </a:lnTo>
                  <a:lnTo>
                    <a:pt x="2225467" y="38622"/>
                  </a:lnTo>
                  <a:lnTo>
                    <a:pt x="2235228" y="38783"/>
                  </a:lnTo>
                  <a:lnTo>
                    <a:pt x="2244988" y="38898"/>
                  </a:lnTo>
                  <a:lnTo>
                    <a:pt x="2254749" y="39037"/>
                  </a:lnTo>
                  <a:lnTo>
                    <a:pt x="2264510" y="39175"/>
                  </a:lnTo>
                  <a:lnTo>
                    <a:pt x="2274271" y="39300"/>
                  </a:lnTo>
                  <a:lnTo>
                    <a:pt x="2284032" y="39364"/>
                  </a:lnTo>
                  <a:lnTo>
                    <a:pt x="2293793" y="39435"/>
                  </a:lnTo>
                  <a:lnTo>
                    <a:pt x="2303553" y="39540"/>
                  </a:lnTo>
                  <a:lnTo>
                    <a:pt x="2313314" y="39645"/>
                  </a:lnTo>
                  <a:lnTo>
                    <a:pt x="2323075" y="39750"/>
                  </a:lnTo>
                  <a:lnTo>
                    <a:pt x="2332836" y="39877"/>
                  </a:lnTo>
                  <a:lnTo>
                    <a:pt x="2342597" y="40012"/>
                  </a:lnTo>
                  <a:lnTo>
                    <a:pt x="2352358" y="40146"/>
                  </a:lnTo>
                  <a:lnTo>
                    <a:pt x="2362118" y="40196"/>
                  </a:lnTo>
                  <a:lnTo>
                    <a:pt x="2371879" y="40380"/>
                  </a:lnTo>
                  <a:lnTo>
                    <a:pt x="2381640" y="40593"/>
                  </a:lnTo>
                  <a:lnTo>
                    <a:pt x="2391401" y="40829"/>
                  </a:lnTo>
                  <a:lnTo>
                    <a:pt x="2401162" y="41065"/>
                  </a:lnTo>
                  <a:lnTo>
                    <a:pt x="2410922" y="41300"/>
                  </a:lnTo>
                  <a:lnTo>
                    <a:pt x="2420683" y="41514"/>
                  </a:lnTo>
                  <a:lnTo>
                    <a:pt x="2430444" y="41582"/>
                  </a:lnTo>
                  <a:lnTo>
                    <a:pt x="2440205" y="41640"/>
                  </a:lnTo>
                  <a:lnTo>
                    <a:pt x="2449966" y="41759"/>
                  </a:lnTo>
                  <a:lnTo>
                    <a:pt x="2459727" y="41777"/>
                  </a:lnTo>
                  <a:lnTo>
                    <a:pt x="2469487" y="41810"/>
                  </a:lnTo>
                  <a:lnTo>
                    <a:pt x="2479248" y="41905"/>
                  </a:lnTo>
                  <a:lnTo>
                    <a:pt x="2489009" y="42019"/>
                  </a:lnTo>
                  <a:lnTo>
                    <a:pt x="2498770" y="42133"/>
                  </a:lnTo>
                  <a:lnTo>
                    <a:pt x="2508531" y="42245"/>
                  </a:lnTo>
                  <a:lnTo>
                    <a:pt x="2518291" y="42362"/>
                  </a:lnTo>
                  <a:lnTo>
                    <a:pt x="2528052" y="42504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rc97"/>
            <p:cNvSpPr/>
            <p:nvPr/>
          </p:nvSpPr>
          <p:spPr>
            <a:xfrm>
              <a:off x="6186006" y="745738"/>
              <a:ext cx="2780858" cy="5179814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8"/>
            <p:cNvSpPr/>
            <p:nvPr/>
          </p:nvSpPr>
          <p:spPr>
            <a:xfrm>
              <a:off x="485111" y="529239"/>
              <a:ext cx="2780858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tx99"/>
            <p:cNvSpPr/>
            <p:nvPr/>
          </p:nvSpPr>
          <p:spPr>
            <a:xfrm>
              <a:off x="1742061" y="595196"/>
              <a:ext cx="266957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Total</a:t>
              </a:r>
            </a:p>
          </p:txBody>
        </p:sp>
        <p:sp>
          <p:nvSpPr>
            <p:cNvPr id="101" name="rc100"/>
            <p:cNvSpPr/>
            <p:nvPr/>
          </p:nvSpPr>
          <p:spPr>
            <a:xfrm>
              <a:off x="3335559" y="529239"/>
              <a:ext cx="2780858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>
              <a:off x="4483805" y="595196"/>
              <a:ext cx="484366" cy="825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Turnover</a:t>
              </a:r>
            </a:p>
          </p:txBody>
        </p:sp>
        <p:sp>
          <p:nvSpPr>
            <p:cNvPr id="103" name="rc102"/>
            <p:cNvSpPr/>
            <p:nvPr/>
          </p:nvSpPr>
          <p:spPr>
            <a:xfrm>
              <a:off x="6186006" y="529239"/>
              <a:ext cx="2780858" cy="21649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  <a:ln w="948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3"/>
            <p:cNvSpPr/>
            <p:nvPr/>
          </p:nvSpPr>
          <p:spPr>
            <a:xfrm>
              <a:off x="7017444" y="592686"/>
              <a:ext cx="1117981" cy="850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Gradient/Nestedness</a:t>
              </a:r>
            </a:p>
          </p:txBody>
        </p:sp>
        <p:sp>
          <p:nvSpPr>
            <p:cNvPr id="105" name="pl104"/>
            <p:cNvSpPr/>
            <p:nvPr/>
          </p:nvSpPr>
          <p:spPr>
            <a:xfrm>
              <a:off x="50788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153606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79933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2445056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09078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458195" y="5990530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122528" y="59880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1768253" y="5990530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2413979" y="5989929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3059704" y="5987965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15" name="pl114"/>
            <p:cNvSpPr/>
            <p:nvPr/>
          </p:nvSpPr>
          <p:spPr>
            <a:xfrm>
              <a:off x="3358328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4004053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6"/>
            <p:cNvSpPr/>
            <p:nvPr/>
          </p:nvSpPr>
          <p:spPr>
            <a:xfrm>
              <a:off x="4649778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7"/>
            <p:cNvSpPr/>
            <p:nvPr/>
          </p:nvSpPr>
          <p:spPr>
            <a:xfrm>
              <a:off x="5295503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5941229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tx119"/>
            <p:cNvSpPr/>
            <p:nvPr/>
          </p:nvSpPr>
          <p:spPr>
            <a:xfrm>
              <a:off x="3308642" y="5990530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121" name="tx120"/>
            <p:cNvSpPr/>
            <p:nvPr/>
          </p:nvSpPr>
          <p:spPr>
            <a:xfrm>
              <a:off x="3972975" y="59880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618701" y="5990530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23" name="tx122"/>
            <p:cNvSpPr/>
            <p:nvPr/>
          </p:nvSpPr>
          <p:spPr>
            <a:xfrm>
              <a:off x="5264426" y="5989929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24" name="tx123"/>
            <p:cNvSpPr/>
            <p:nvPr/>
          </p:nvSpPr>
          <p:spPr>
            <a:xfrm>
              <a:off x="5910151" y="5987965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25" name="pl124"/>
            <p:cNvSpPr/>
            <p:nvPr/>
          </p:nvSpPr>
          <p:spPr>
            <a:xfrm>
              <a:off x="6208775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6854500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7500225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7"/>
            <p:cNvSpPr/>
            <p:nvPr/>
          </p:nvSpPr>
          <p:spPr>
            <a:xfrm>
              <a:off x="8145951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8"/>
            <p:cNvSpPr/>
            <p:nvPr/>
          </p:nvSpPr>
          <p:spPr>
            <a:xfrm>
              <a:off x="8791676" y="592555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29"/>
            <p:cNvSpPr/>
            <p:nvPr/>
          </p:nvSpPr>
          <p:spPr>
            <a:xfrm>
              <a:off x="6159089" y="5990530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131" name="tx130"/>
            <p:cNvSpPr/>
            <p:nvPr/>
          </p:nvSpPr>
          <p:spPr>
            <a:xfrm>
              <a:off x="6823423" y="59880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2" name="tx131"/>
            <p:cNvSpPr/>
            <p:nvPr/>
          </p:nvSpPr>
          <p:spPr>
            <a:xfrm>
              <a:off x="7469148" y="5990530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3" name="tx132"/>
            <p:cNvSpPr/>
            <p:nvPr/>
          </p:nvSpPr>
          <p:spPr>
            <a:xfrm>
              <a:off x="8114873" y="5989929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4" name="tx133"/>
            <p:cNvSpPr/>
            <p:nvPr/>
          </p:nvSpPr>
          <p:spPr>
            <a:xfrm>
              <a:off x="8760598" y="5987965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5" name="tx134"/>
            <p:cNvSpPr/>
            <p:nvPr/>
          </p:nvSpPr>
          <p:spPr>
            <a:xfrm>
              <a:off x="267120" y="4828295"/>
              <a:ext cx="15536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36" name="tx135"/>
            <p:cNvSpPr/>
            <p:nvPr/>
          </p:nvSpPr>
          <p:spPr>
            <a:xfrm>
              <a:off x="267120" y="3345192"/>
              <a:ext cx="15536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37" name="tx136"/>
            <p:cNvSpPr/>
            <p:nvPr/>
          </p:nvSpPr>
          <p:spPr>
            <a:xfrm>
              <a:off x="267120" y="1862415"/>
              <a:ext cx="155361" cy="804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38" name="pl137"/>
            <p:cNvSpPr/>
            <p:nvPr/>
          </p:nvSpPr>
          <p:spPr>
            <a:xfrm>
              <a:off x="450317" y="48684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8"/>
            <p:cNvSpPr/>
            <p:nvPr/>
          </p:nvSpPr>
          <p:spPr>
            <a:xfrm>
              <a:off x="450317" y="33856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39"/>
            <p:cNvSpPr/>
            <p:nvPr/>
          </p:nvSpPr>
          <p:spPr>
            <a:xfrm>
              <a:off x="450317" y="19028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0"/>
            <p:cNvSpPr/>
            <p:nvPr/>
          </p:nvSpPr>
          <p:spPr>
            <a:xfrm>
              <a:off x="3002316" y="6096279"/>
              <a:ext cx="3447343" cy="131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Pair-level mean temperature anomaly (pair_clim_mean)</a:t>
              </a:r>
            </a:p>
          </p:txBody>
        </p:sp>
        <p:sp>
          <p:nvSpPr>
            <p:cNvPr id="142" name="tx141"/>
            <p:cNvSpPr/>
            <p:nvPr/>
          </p:nvSpPr>
          <p:spPr>
            <a:xfrm rot="-5400000">
              <a:off x="-1500452" y="3269206"/>
              <a:ext cx="3270876" cy="1328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Difference in functional dissimilarity relative to PV@0</a:t>
              </a:r>
            </a:p>
          </p:txBody>
        </p:sp>
        <p:sp>
          <p:nvSpPr>
            <p:cNvPr id="143" name="rc142"/>
            <p:cNvSpPr/>
            <p:nvPr/>
          </p:nvSpPr>
          <p:spPr>
            <a:xfrm>
              <a:off x="1876419" y="6467734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3"/>
            <p:cNvSpPr/>
            <p:nvPr/>
          </p:nvSpPr>
          <p:spPr>
            <a:xfrm>
              <a:off x="1876419" y="6467734"/>
              <a:ext cx="219456" cy="219455"/>
            </a:xfrm>
            <a:prstGeom prst="rect">
              <a:avLst/>
            </a:prstGeom>
            <a:solidFill>
              <a:srgbClr val="009E73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5" name="pl144"/>
            <p:cNvSpPr/>
            <p:nvPr/>
          </p:nvSpPr>
          <p:spPr>
            <a:xfrm>
              <a:off x="1898364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5"/>
            <p:cNvSpPr/>
            <p:nvPr/>
          </p:nvSpPr>
          <p:spPr>
            <a:xfrm>
              <a:off x="3166786" y="6467734"/>
              <a:ext cx="219456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6"/>
            <p:cNvSpPr/>
            <p:nvPr/>
          </p:nvSpPr>
          <p:spPr>
            <a:xfrm>
              <a:off x="3166786" y="6467734"/>
              <a:ext cx="219456" cy="219455"/>
            </a:xfrm>
            <a:prstGeom prst="rect">
              <a:avLst/>
            </a:prstGeom>
            <a:solidFill>
              <a:srgbClr val="0072B2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48" name="pl147"/>
            <p:cNvSpPr/>
            <p:nvPr/>
          </p:nvSpPr>
          <p:spPr>
            <a:xfrm>
              <a:off x="3188732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rc148"/>
            <p:cNvSpPr/>
            <p:nvPr/>
          </p:nvSpPr>
          <p:spPr>
            <a:xfrm>
              <a:off x="4606513" y="646773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49"/>
            <p:cNvSpPr/>
            <p:nvPr/>
          </p:nvSpPr>
          <p:spPr>
            <a:xfrm>
              <a:off x="4606513" y="6467734"/>
              <a:ext cx="219455" cy="219455"/>
            </a:xfrm>
            <a:prstGeom prst="rect">
              <a:avLst/>
            </a:prstGeom>
            <a:solidFill>
              <a:srgbClr val="E69F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1" name="pl150"/>
            <p:cNvSpPr/>
            <p:nvPr/>
          </p:nvSpPr>
          <p:spPr>
            <a:xfrm>
              <a:off x="4628458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rc151"/>
            <p:cNvSpPr/>
            <p:nvPr/>
          </p:nvSpPr>
          <p:spPr>
            <a:xfrm>
              <a:off x="5772515" y="646773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2"/>
            <p:cNvSpPr/>
            <p:nvPr/>
          </p:nvSpPr>
          <p:spPr>
            <a:xfrm>
              <a:off x="5772515" y="6467734"/>
              <a:ext cx="219455" cy="219455"/>
            </a:xfrm>
            <a:prstGeom prst="rect">
              <a:avLst/>
            </a:prstGeom>
            <a:solidFill>
              <a:srgbClr val="D55E00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4" name="pl153"/>
            <p:cNvSpPr/>
            <p:nvPr/>
          </p:nvSpPr>
          <p:spPr>
            <a:xfrm>
              <a:off x="5794460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rc154"/>
            <p:cNvSpPr/>
            <p:nvPr/>
          </p:nvSpPr>
          <p:spPr>
            <a:xfrm>
              <a:off x="6982118" y="646773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5"/>
            <p:cNvSpPr/>
            <p:nvPr/>
          </p:nvSpPr>
          <p:spPr>
            <a:xfrm>
              <a:off x="6982118" y="6467734"/>
              <a:ext cx="219455" cy="219455"/>
            </a:xfrm>
            <a:prstGeom prst="rect">
              <a:avLst/>
            </a:prstGeom>
            <a:solidFill>
              <a:srgbClr val="FFC0CB">
                <a:alpha val="18039"/>
              </a:srgbClr>
            </a:solidFill>
          </p:spPr>
          <p:txBody>
            <a:bodyPr/>
            <a:lstStyle/>
            <a:p/>
          </p:txBody>
        </p:sp>
        <p:sp>
          <p:nvSpPr>
            <p:cNvPr id="157" name="pl156"/>
            <p:cNvSpPr/>
            <p:nvPr/>
          </p:nvSpPr>
          <p:spPr>
            <a:xfrm>
              <a:off x="7004064" y="657746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8970" cap="flat">
              <a:solidFill>
                <a:srgbClr val="FFC0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tx157"/>
            <p:cNvSpPr/>
            <p:nvPr/>
          </p:nvSpPr>
          <p:spPr>
            <a:xfrm>
              <a:off x="2165464" y="6512660"/>
              <a:ext cx="931733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Primary vegetation</a:t>
              </a:r>
            </a:p>
          </p:txBody>
        </p:sp>
        <p:sp>
          <p:nvSpPr>
            <p:cNvPr id="159" name="tx158"/>
            <p:cNvSpPr/>
            <p:nvPr/>
          </p:nvSpPr>
          <p:spPr>
            <a:xfrm>
              <a:off x="3455831" y="6510477"/>
              <a:ext cx="108109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Secondary vegetation</a:t>
              </a:r>
            </a:p>
          </p:txBody>
        </p:sp>
        <p:sp>
          <p:nvSpPr>
            <p:cNvPr id="160" name="tx159"/>
            <p:cNvSpPr/>
            <p:nvPr/>
          </p:nvSpPr>
          <p:spPr>
            <a:xfrm>
              <a:off x="4895558" y="6511350"/>
              <a:ext cx="807367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(low)</a:t>
              </a:r>
            </a:p>
          </p:txBody>
        </p:sp>
        <p:sp>
          <p:nvSpPr>
            <p:cNvPr id="161" name="tx160"/>
            <p:cNvSpPr/>
            <p:nvPr/>
          </p:nvSpPr>
          <p:spPr>
            <a:xfrm>
              <a:off x="6061560" y="6511350"/>
              <a:ext cx="850969" cy="106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 (high)</a:t>
              </a:r>
            </a:p>
          </p:txBody>
        </p:sp>
        <p:sp>
          <p:nvSpPr>
            <p:cNvPr id="162" name="tx161"/>
            <p:cNvSpPr/>
            <p:nvPr/>
          </p:nvSpPr>
          <p:spPr>
            <a:xfrm>
              <a:off x="7271163" y="6534979"/>
              <a:ext cx="304393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</a:t>
              </a:r>
            </a:p>
          </p:txBody>
        </p:sp>
        <p:sp>
          <p:nvSpPr>
            <p:cNvPr id="163" name="tx162"/>
            <p:cNvSpPr/>
            <p:nvPr/>
          </p:nvSpPr>
          <p:spPr>
            <a:xfrm>
              <a:off x="485111" y="296212"/>
              <a:ext cx="4977562" cy="132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Positive values indicate higher functional dissimilarity than the fixed PV baseline.</a:t>
              </a:r>
            </a:p>
          </p:txBody>
        </p:sp>
        <p:sp>
          <p:nvSpPr>
            <p:cNvPr id="164" name="tx163"/>
            <p:cNvSpPr/>
            <p:nvPr/>
          </p:nvSpPr>
          <p:spPr>
            <a:xfrm>
              <a:off x="485111" y="63976"/>
              <a:ext cx="5855530" cy="157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dissimilarity relative to Primary vegetation at climate mean = 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2026-03-23T21:30:03Z</dcterms:modified>
  <cp:category/>
</cp:coreProperties>
</file>