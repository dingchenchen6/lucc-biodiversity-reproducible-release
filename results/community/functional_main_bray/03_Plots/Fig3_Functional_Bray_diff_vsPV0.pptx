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Functional multi-metric contrasts vs PV@0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084653" y="2396548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84653" y="298774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84653" y="277510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84653" y="256247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102983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622827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42671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662515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182359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84653" y="298774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1186414" y="2480653"/>
              <a:ext cx="2035220" cy="557129"/>
            </a:xfrm>
            <a:custGeom>
              <a:avLst/>
              <a:pathLst>
                <a:path w="2035220" h="557129">
                  <a:moveTo>
                    <a:pt x="0" y="519900"/>
                  </a:moveTo>
                  <a:lnTo>
                    <a:pt x="7857" y="519687"/>
                  </a:lnTo>
                  <a:lnTo>
                    <a:pt x="15715" y="519474"/>
                  </a:lnTo>
                  <a:lnTo>
                    <a:pt x="23573" y="519260"/>
                  </a:lnTo>
                  <a:lnTo>
                    <a:pt x="31431" y="519045"/>
                  </a:lnTo>
                  <a:lnTo>
                    <a:pt x="39289" y="518830"/>
                  </a:lnTo>
                  <a:lnTo>
                    <a:pt x="47147" y="518614"/>
                  </a:lnTo>
                  <a:lnTo>
                    <a:pt x="55005" y="518397"/>
                  </a:lnTo>
                  <a:lnTo>
                    <a:pt x="62863" y="518180"/>
                  </a:lnTo>
                  <a:lnTo>
                    <a:pt x="70721" y="517962"/>
                  </a:lnTo>
                  <a:lnTo>
                    <a:pt x="78579" y="517744"/>
                  </a:lnTo>
                  <a:lnTo>
                    <a:pt x="86437" y="517525"/>
                  </a:lnTo>
                  <a:lnTo>
                    <a:pt x="94295" y="517305"/>
                  </a:lnTo>
                  <a:lnTo>
                    <a:pt x="102153" y="517085"/>
                  </a:lnTo>
                  <a:lnTo>
                    <a:pt x="110011" y="516864"/>
                  </a:lnTo>
                  <a:lnTo>
                    <a:pt x="117869" y="516642"/>
                  </a:lnTo>
                  <a:lnTo>
                    <a:pt x="125727" y="516420"/>
                  </a:lnTo>
                  <a:lnTo>
                    <a:pt x="133585" y="516197"/>
                  </a:lnTo>
                  <a:lnTo>
                    <a:pt x="141443" y="515973"/>
                  </a:lnTo>
                  <a:lnTo>
                    <a:pt x="149301" y="515749"/>
                  </a:lnTo>
                  <a:lnTo>
                    <a:pt x="157159" y="515524"/>
                  </a:lnTo>
                  <a:lnTo>
                    <a:pt x="165017" y="515298"/>
                  </a:lnTo>
                  <a:lnTo>
                    <a:pt x="172875" y="515072"/>
                  </a:lnTo>
                  <a:lnTo>
                    <a:pt x="180733" y="514845"/>
                  </a:lnTo>
                  <a:lnTo>
                    <a:pt x="188591" y="514618"/>
                  </a:lnTo>
                  <a:lnTo>
                    <a:pt x="196449" y="514390"/>
                  </a:lnTo>
                  <a:lnTo>
                    <a:pt x="204307" y="514161"/>
                  </a:lnTo>
                  <a:lnTo>
                    <a:pt x="212165" y="513931"/>
                  </a:lnTo>
                  <a:lnTo>
                    <a:pt x="220023" y="513701"/>
                  </a:lnTo>
                  <a:lnTo>
                    <a:pt x="227881" y="513471"/>
                  </a:lnTo>
                  <a:lnTo>
                    <a:pt x="235739" y="513239"/>
                  </a:lnTo>
                  <a:lnTo>
                    <a:pt x="243597" y="513007"/>
                  </a:lnTo>
                  <a:lnTo>
                    <a:pt x="251455" y="512774"/>
                  </a:lnTo>
                  <a:lnTo>
                    <a:pt x="259313" y="512541"/>
                  </a:lnTo>
                  <a:lnTo>
                    <a:pt x="267171" y="512306"/>
                  </a:lnTo>
                  <a:lnTo>
                    <a:pt x="275029" y="512073"/>
                  </a:lnTo>
                  <a:lnTo>
                    <a:pt x="282887" y="511841"/>
                  </a:lnTo>
                  <a:lnTo>
                    <a:pt x="290745" y="511604"/>
                  </a:lnTo>
                  <a:lnTo>
                    <a:pt x="298603" y="511365"/>
                  </a:lnTo>
                  <a:lnTo>
                    <a:pt x="306461" y="511127"/>
                  </a:lnTo>
                  <a:lnTo>
                    <a:pt x="314319" y="510887"/>
                  </a:lnTo>
                  <a:lnTo>
                    <a:pt x="322177" y="510647"/>
                  </a:lnTo>
                  <a:lnTo>
                    <a:pt x="330035" y="510407"/>
                  </a:lnTo>
                  <a:lnTo>
                    <a:pt x="337893" y="510166"/>
                  </a:lnTo>
                  <a:lnTo>
                    <a:pt x="345751" y="509925"/>
                  </a:lnTo>
                  <a:lnTo>
                    <a:pt x="353609" y="509683"/>
                  </a:lnTo>
                  <a:lnTo>
                    <a:pt x="361467" y="509440"/>
                  </a:lnTo>
                  <a:lnTo>
                    <a:pt x="369325" y="509197"/>
                  </a:lnTo>
                  <a:lnTo>
                    <a:pt x="377183" y="508953"/>
                  </a:lnTo>
                  <a:lnTo>
                    <a:pt x="385041" y="508708"/>
                  </a:lnTo>
                  <a:lnTo>
                    <a:pt x="392899" y="508463"/>
                  </a:lnTo>
                  <a:lnTo>
                    <a:pt x="400757" y="508217"/>
                  </a:lnTo>
                  <a:lnTo>
                    <a:pt x="408615" y="507970"/>
                  </a:lnTo>
                  <a:lnTo>
                    <a:pt x="416473" y="507722"/>
                  </a:lnTo>
                  <a:lnTo>
                    <a:pt x="424331" y="507474"/>
                  </a:lnTo>
                  <a:lnTo>
                    <a:pt x="432189" y="507225"/>
                  </a:lnTo>
                  <a:lnTo>
                    <a:pt x="440047" y="506549"/>
                  </a:lnTo>
                  <a:lnTo>
                    <a:pt x="447905" y="505371"/>
                  </a:lnTo>
                  <a:lnTo>
                    <a:pt x="455763" y="504181"/>
                  </a:lnTo>
                  <a:lnTo>
                    <a:pt x="463621" y="502980"/>
                  </a:lnTo>
                  <a:lnTo>
                    <a:pt x="471479" y="501767"/>
                  </a:lnTo>
                  <a:lnTo>
                    <a:pt x="479337" y="500544"/>
                  </a:lnTo>
                  <a:lnTo>
                    <a:pt x="487195" y="499309"/>
                  </a:lnTo>
                  <a:lnTo>
                    <a:pt x="495053" y="498062"/>
                  </a:lnTo>
                  <a:lnTo>
                    <a:pt x="502911" y="496804"/>
                  </a:lnTo>
                  <a:lnTo>
                    <a:pt x="510769" y="495534"/>
                  </a:lnTo>
                  <a:lnTo>
                    <a:pt x="518627" y="494251"/>
                  </a:lnTo>
                  <a:lnTo>
                    <a:pt x="526485" y="492952"/>
                  </a:lnTo>
                  <a:lnTo>
                    <a:pt x="534343" y="491650"/>
                  </a:lnTo>
                  <a:lnTo>
                    <a:pt x="542201" y="490322"/>
                  </a:lnTo>
                  <a:lnTo>
                    <a:pt x="550059" y="488980"/>
                  </a:lnTo>
                  <a:lnTo>
                    <a:pt x="557917" y="487625"/>
                  </a:lnTo>
                  <a:lnTo>
                    <a:pt x="565775" y="486260"/>
                  </a:lnTo>
                  <a:lnTo>
                    <a:pt x="573633" y="484882"/>
                  </a:lnTo>
                  <a:lnTo>
                    <a:pt x="581491" y="483500"/>
                  </a:lnTo>
                  <a:lnTo>
                    <a:pt x="589349" y="482109"/>
                  </a:lnTo>
                  <a:lnTo>
                    <a:pt x="597207" y="480699"/>
                  </a:lnTo>
                  <a:lnTo>
                    <a:pt x="605065" y="479235"/>
                  </a:lnTo>
                  <a:lnTo>
                    <a:pt x="612923" y="477787"/>
                  </a:lnTo>
                  <a:lnTo>
                    <a:pt x="620781" y="476311"/>
                  </a:lnTo>
                  <a:lnTo>
                    <a:pt x="628639" y="474816"/>
                  </a:lnTo>
                  <a:lnTo>
                    <a:pt x="636497" y="473336"/>
                  </a:lnTo>
                  <a:lnTo>
                    <a:pt x="644355" y="471845"/>
                  </a:lnTo>
                  <a:lnTo>
                    <a:pt x="652213" y="470347"/>
                  </a:lnTo>
                  <a:lnTo>
                    <a:pt x="660071" y="468816"/>
                  </a:lnTo>
                  <a:lnTo>
                    <a:pt x="667929" y="467270"/>
                  </a:lnTo>
                  <a:lnTo>
                    <a:pt x="675787" y="465710"/>
                  </a:lnTo>
                  <a:lnTo>
                    <a:pt x="683645" y="464135"/>
                  </a:lnTo>
                  <a:lnTo>
                    <a:pt x="691503" y="462548"/>
                  </a:lnTo>
                  <a:lnTo>
                    <a:pt x="699361" y="460946"/>
                  </a:lnTo>
                  <a:lnTo>
                    <a:pt x="707219" y="459329"/>
                  </a:lnTo>
                  <a:lnTo>
                    <a:pt x="715077" y="457698"/>
                  </a:lnTo>
                  <a:lnTo>
                    <a:pt x="722935" y="456095"/>
                  </a:lnTo>
                  <a:lnTo>
                    <a:pt x="730793" y="454479"/>
                  </a:lnTo>
                  <a:lnTo>
                    <a:pt x="738651" y="452851"/>
                  </a:lnTo>
                  <a:lnTo>
                    <a:pt x="746509" y="451211"/>
                  </a:lnTo>
                  <a:lnTo>
                    <a:pt x="754367" y="449559"/>
                  </a:lnTo>
                  <a:lnTo>
                    <a:pt x="762225" y="447894"/>
                  </a:lnTo>
                  <a:lnTo>
                    <a:pt x="770083" y="446218"/>
                  </a:lnTo>
                  <a:lnTo>
                    <a:pt x="777941" y="444423"/>
                  </a:lnTo>
                  <a:lnTo>
                    <a:pt x="785799" y="442567"/>
                  </a:lnTo>
                  <a:lnTo>
                    <a:pt x="793657" y="440690"/>
                  </a:lnTo>
                  <a:lnTo>
                    <a:pt x="801515" y="438792"/>
                  </a:lnTo>
                  <a:lnTo>
                    <a:pt x="809373" y="436926"/>
                  </a:lnTo>
                  <a:lnTo>
                    <a:pt x="817231" y="435094"/>
                  </a:lnTo>
                  <a:lnTo>
                    <a:pt x="825089" y="433249"/>
                  </a:lnTo>
                  <a:lnTo>
                    <a:pt x="832947" y="431411"/>
                  </a:lnTo>
                  <a:lnTo>
                    <a:pt x="840805" y="429596"/>
                  </a:lnTo>
                  <a:lnTo>
                    <a:pt x="848663" y="427768"/>
                  </a:lnTo>
                  <a:lnTo>
                    <a:pt x="856521" y="425927"/>
                  </a:lnTo>
                  <a:lnTo>
                    <a:pt x="864379" y="424074"/>
                  </a:lnTo>
                  <a:lnTo>
                    <a:pt x="872237" y="422207"/>
                  </a:lnTo>
                  <a:lnTo>
                    <a:pt x="880095" y="420326"/>
                  </a:lnTo>
                  <a:lnTo>
                    <a:pt x="887953" y="418434"/>
                  </a:lnTo>
                  <a:lnTo>
                    <a:pt x="895811" y="416528"/>
                  </a:lnTo>
                  <a:lnTo>
                    <a:pt x="903669" y="414610"/>
                  </a:lnTo>
                  <a:lnTo>
                    <a:pt x="911527" y="412680"/>
                  </a:lnTo>
                  <a:lnTo>
                    <a:pt x="919385" y="410737"/>
                  </a:lnTo>
                  <a:lnTo>
                    <a:pt x="927243" y="408781"/>
                  </a:lnTo>
                  <a:lnTo>
                    <a:pt x="935101" y="406810"/>
                  </a:lnTo>
                  <a:lnTo>
                    <a:pt x="942959" y="404825"/>
                  </a:lnTo>
                  <a:lnTo>
                    <a:pt x="950817" y="402827"/>
                  </a:lnTo>
                  <a:lnTo>
                    <a:pt x="958675" y="400805"/>
                  </a:lnTo>
                  <a:lnTo>
                    <a:pt x="966533" y="398672"/>
                  </a:lnTo>
                  <a:lnTo>
                    <a:pt x="974391" y="396553"/>
                  </a:lnTo>
                  <a:lnTo>
                    <a:pt x="982249" y="394496"/>
                  </a:lnTo>
                  <a:lnTo>
                    <a:pt x="990107" y="392427"/>
                  </a:lnTo>
                  <a:lnTo>
                    <a:pt x="997965" y="390207"/>
                  </a:lnTo>
                  <a:lnTo>
                    <a:pt x="1005823" y="387993"/>
                  </a:lnTo>
                  <a:lnTo>
                    <a:pt x="1013681" y="385773"/>
                  </a:lnTo>
                  <a:lnTo>
                    <a:pt x="1021539" y="383704"/>
                  </a:lnTo>
                  <a:lnTo>
                    <a:pt x="1029397" y="381566"/>
                  </a:lnTo>
                  <a:lnTo>
                    <a:pt x="1037254" y="379396"/>
                  </a:lnTo>
                  <a:lnTo>
                    <a:pt x="1045112" y="377115"/>
                  </a:lnTo>
                  <a:lnTo>
                    <a:pt x="1052970" y="374787"/>
                  </a:lnTo>
                  <a:lnTo>
                    <a:pt x="1060828" y="372556"/>
                  </a:lnTo>
                  <a:lnTo>
                    <a:pt x="1068686" y="370325"/>
                  </a:lnTo>
                  <a:lnTo>
                    <a:pt x="1076544" y="368080"/>
                  </a:lnTo>
                  <a:lnTo>
                    <a:pt x="1084402" y="365821"/>
                  </a:lnTo>
                  <a:lnTo>
                    <a:pt x="1092260" y="363388"/>
                  </a:lnTo>
                  <a:lnTo>
                    <a:pt x="1100118" y="360916"/>
                  </a:lnTo>
                  <a:lnTo>
                    <a:pt x="1107976" y="358426"/>
                  </a:lnTo>
                  <a:lnTo>
                    <a:pt x="1115834" y="356009"/>
                  </a:lnTo>
                  <a:lnTo>
                    <a:pt x="1123692" y="353626"/>
                  </a:lnTo>
                  <a:lnTo>
                    <a:pt x="1131550" y="351128"/>
                  </a:lnTo>
                  <a:lnTo>
                    <a:pt x="1139408" y="348615"/>
                  </a:lnTo>
                  <a:lnTo>
                    <a:pt x="1147266" y="346156"/>
                  </a:lnTo>
                  <a:lnTo>
                    <a:pt x="1155124" y="343936"/>
                  </a:lnTo>
                  <a:lnTo>
                    <a:pt x="1162982" y="341708"/>
                  </a:lnTo>
                  <a:lnTo>
                    <a:pt x="1170840" y="339470"/>
                  </a:lnTo>
                  <a:lnTo>
                    <a:pt x="1178698" y="337225"/>
                  </a:lnTo>
                  <a:lnTo>
                    <a:pt x="1186556" y="334970"/>
                  </a:lnTo>
                  <a:lnTo>
                    <a:pt x="1194414" y="332619"/>
                  </a:lnTo>
                  <a:lnTo>
                    <a:pt x="1202272" y="329918"/>
                  </a:lnTo>
                  <a:lnTo>
                    <a:pt x="1210130" y="327195"/>
                  </a:lnTo>
                  <a:lnTo>
                    <a:pt x="1217988" y="324452"/>
                  </a:lnTo>
                  <a:lnTo>
                    <a:pt x="1225846" y="321692"/>
                  </a:lnTo>
                  <a:lnTo>
                    <a:pt x="1233704" y="318915"/>
                  </a:lnTo>
                  <a:lnTo>
                    <a:pt x="1241562" y="316120"/>
                  </a:lnTo>
                  <a:lnTo>
                    <a:pt x="1249420" y="313306"/>
                  </a:lnTo>
                  <a:lnTo>
                    <a:pt x="1257278" y="310473"/>
                  </a:lnTo>
                  <a:lnTo>
                    <a:pt x="1265136" y="307622"/>
                  </a:lnTo>
                  <a:lnTo>
                    <a:pt x="1272994" y="304752"/>
                  </a:lnTo>
                  <a:lnTo>
                    <a:pt x="1280852" y="301863"/>
                  </a:lnTo>
                  <a:lnTo>
                    <a:pt x="1288710" y="299033"/>
                  </a:lnTo>
                  <a:lnTo>
                    <a:pt x="1296568" y="296368"/>
                  </a:lnTo>
                  <a:lnTo>
                    <a:pt x="1304426" y="293690"/>
                  </a:lnTo>
                  <a:lnTo>
                    <a:pt x="1312284" y="291002"/>
                  </a:lnTo>
                  <a:lnTo>
                    <a:pt x="1320142" y="288309"/>
                  </a:lnTo>
                  <a:lnTo>
                    <a:pt x="1328000" y="285605"/>
                  </a:lnTo>
                  <a:lnTo>
                    <a:pt x="1335858" y="282889"/>
                  </a:lnTo>
                  <a:lnTo>
                    <a:pt x="1343716" y="280161"/>
                  </a:lnTo>
                  <a:lnTo>
                    <a:pt x="1351574" y="277422"/>
                  </a:lnTo>
                  <a:lnTo>
                    <a:pt x="1359432" y="274672"/>
                  </a:lnTo>
                  <a:lnTo>
                    <a:pt x="1367290" y="271910"/>
                  </a:lnTo>
                  <a:lnTo>
                    <a:pt x="1375148" y="269137"/>
                  </a:lnTo>
                  <a:lnTo>
                    <a:pt x="1383006" y="266354"/>
                  </a:lnTo>
                  <a:lnTo>
                    <a:pt x="1390864" y="263559"/>
                  </a:lnTo>
                  <a:lnTo>
                    <a:pt x="1398722" y="260765"/>
                  </a:lnTo>
                  <a:lnTo>
                    <a:pt x="1406580" y="258035"/>
                  </a:lnTo>
                  <a:lnTo>
                    <a:pt x="1414438" y="255296"/>
                  </a:lnTo>
                  <a:lnTo>
                    <a:pt x="1422296" y="252404"/>
                  </a:lnTo>
                  <a:lnTo>
                    <a:pt x="1430154" y="249416"/>
                  </a:lnTo>
                  <a:lnTo>
                    <a:pt x="1438012" y="246532"/>
                  </a:lnTo>
                  <a:lnTo>
                    <a:pt x="1445870" y="243775"/>
                  </a:lnTo>
                  <a:lnTo>
                    <a:pt x="1453728" y="241038"/>
                  </a:lnTo>
                  <a:lnTo>
                    <a:pt x="1461586" y="238295"/>
                  </a:lnTo>
                  <a:lnTo>
                    <a:pt x="1469444" y="235538"/>
                  </a:lnTo>
                  <a:lnTo>
                    <a:pt x="1477302" y="232772"/>
                  </a:lnTo>
                  <a:lnTo>
                    <a:pt x="1485160" y="229998"/>
                  </a:lnTo>
                  <a:lnTo>
                    <a:pt x="1493018" y="227210"/>
                  </a:lnTo>
                  <a:lnTo>
                    <a:pt x="1500876" y="224059"/>
                  </a:lnTo>
                  <a:lnTo>
                    <a:pt x="1508734" y="220897"/>
                  </a:lnTo>
                  <a:lnTo>
                    <a:pt x="1516592" y="217722"/>
                  </a:lnTo>
                  <a:lnTo>
                    <a:pt x="1524450" y="214535"/>
                  </a:lnTo>
                  <a:lnTo>
                    <a:pt x="1532308" y="211524"/>
                  </a:lnTo>
                  <a:lnTo>
                    <a:pt x="1540166" y="208547"/>
                  </a:lnTo>
                  <a:lnTo>
                    <a:pt x="1548024" y="205565"/>
                  </a:lnTo>
                  <a:lnTo>
                    <a:pt x="1555882" y="202575"/>
                  </a:lnTo>
                  <a:lnTo>
                    <a:pt x="1563740" y="199578"/>
                  </a:lnTo>
                  <a:lnTo>
                    <a:pt x="1571598" y="196574"/>
                  </a:lnTo>
                  <a:lnTo>
                    <a:pt x="1579456" y="193563"/>
                  </a:lnTo>
                  <a:lnTo>
                    <a:pt x="1587314" y="190545"/>
                  </a:lnTo>
                  <a:lnTo>
                    <a:pt x="1595172" y="187475"/>
                  </a:lnTo>
                  <a:lnTo>
                    <a:pt x="1603030" y="184193"/>
                  </a:lnTo>
                  <a:lnTo>
                    <a:pt x="1610888" y="180909"/>
                  </a:lnTo>
                  <a:lnTo>
                    <a:pt x="1618746" y="177682"/>
                  </a:lnTo>
                  <a:lnTo>
                    <a:pt x="1626604" y="174745"/>
                  </a:lnTo>
                  <a:lnTo>
                    <a:pt x="1634462" y="171804"/>
                  </a:lnTo>
                  <a:lnTo>
                    <a:pt x="1642320" y="168859"/>
                  </a:lnTo>
                  <a:lnTo>
                    <a:pt x="1650178" y="165860"/>
                  </a:lnTo>
                  <a:lnTo>
                    <a:pt x="1658036" y="162510"/>
                  </a:lnTo>
                  <a:lnTo>
                    <a:pt x="1665894" y="159086"/>
                  </a:lnTo>
                  <a:lnTo>
                    <a:pt x="1673752" y="155652"/>
                  </a:lnTo>
                  <a:lnTo>
                    <a:pt x="1681610" y="152212"/>
                  </a:lnTo>
                  <a:lnTo>
                    <a:pt x="1689468" y="148770"/>
                  </a:lnTo>
                  <a:lnTo>
                    <a:pt x="1697326" y="145320"/>
                  </a:lnTo>
                  <a:lnTo>
                    <a:pt x="1705184" y="141907"/>
                  </a:lnTo>
                  <a:lnTo>
                    <a:pt x="1713042" y="138519"/>
                  </a:lnTo>
                  <a:lnTo>
                    <a:pt x="1720900" y="134901"/>
                  </a:lnTo>
                  <a:lnTo>
                    <a:pt x="1728758" y="131407"/>
                  </a:lnTo>
                  <a:lnTo>
                    <a:pt x="1736616" y="127905"/>
                  </a:lnTo>
                  <a:lnTo>
                    <a:pt x="1744474" y="124402"/>
                  </a:lnTo>
                  <a:lnTo>
                    <a:pt x="1752332" y="120897"/>
                  </a:lnTo>
                  <a:lnTo>
                    <a:pt x="1760190" y="117386"/>
                  </a:lnTo>
                  <a:lnTo>
                    <a:pt x="1768048" y="113869"/>
                  </a:lnTo>
                  <a:lnTo>
                    <a:pt x="1775906" y="110347"/>
                  </a:lnTo>
                  <a:lnTo>
                    <a:pt x="1783764" y="106821"/>
                  </a:lnTo>
                  <a:lnTo>
                    <a:pt x="1791622" y="103364"/>
                  </a:lnTo>
                  <a:lnTo>
                    <a:pt x="1799480" y="100205"/>
                  </a:lnTo>
                  <a:lnTo>
                    <a:pt x="1807338" y="97046"/>
                  </a:lnTo>
                  <a:lnTo>
                    <a:pt x="1815196" y="93684"/>
                  </a:lnTo>
                  <a:lnTo>
                    <a:pt x="1823054" y="90113"/>
                  </a:lnTo>
                  <a:lnTo>
                    <a:pt x="1830912" y="86539"/>
                  </a:lnTo>
                  <a:lnTo>
                    <a:pt x="1838770" y="82962"/>
                  </a:lnTo>
                  <a:lnTo>
                    <a:pt x="1846628" y="79382"/>
                  </a:lnTo>
                  <a:lnTo>
                    <a:pt x="1854486" y="75800"/>
                  </a:lnTo>
                  <a:lnTo>
                    <a:pt x="1862344" y="72329"/>
                  </a:lnTo>
                  <a:lnTo>
                    <a:pt x="1870202" y="68874"/>
                  </a:lnTo>
                  <a:lnTo>
                    <a:pt x="1878060" y="65419"/>
                  </a:lnTo>
                  <a:lnTo>
                    <a:pt x="1885918" y="61973"/>
                  </a:lnTo>
                  <a:lnTo>
                    <a:pt x="1893776" y="58614"/>
                  </a:lnTo>
                  <a:lnTo>
                    <a:pt x="1901634" y="55426"/>
                  </a:lnTo>
                  <a:lnTo>
                    <a:pt x="1909492" y="52240"/>
                  </a:lnTo>
                  <a:lnTo>
                    <a:pt x="1917350" y="48998"/>
                  </a:lnTo>
                  <a:lnTo>
                    <a:pt x="1925208" y="45454"/>
                  </a:lnTo>
                  <a:lnTo>
                    <a:pt x="1933066" y="41915"/>
                  </a:lnTo>
                  <a:lnTo>
                    <a:pt x="1940924" y="38377"/>
                  </a:lnTo>
                  <a:lnTo>
                    <a:pt x="1948782" y="35124"/>
                  </a:lnTo>
                  <a:lnTo>
                    <a:pt x="1956640" y="31908"/>
                  </a:lnTo>
                  <a:lnTo>
                    <a:pt x="1964498" y="28695"/>
                  </a:lnTo>
                  <a:lnTo>
                    <a:pt x="1972356" y="25487"/>
                  </a:lnTo>
                  <a:lnTo>
                    <a:pt x="1980214" y="22291"/>
                  </a:lnTo>
                  <a:lnTo>
                    <a:pt x="1988072" y="19359"/>
                  </a:lnTo>
                  <a:lnTo>
                    <a:pt x="1995930" y="16347"/>
                  </a:lnTo>
                  <a:lnTo>
                    <a:pt x="2003788" y="12714"/>
                  </a:lnTo>
                  <a:lnTo>
                    <a:pt x="2011646" y="9519"/>
                  </a:lnTo>
                  <a:lnTo>
                    <a:pt x="2019504" y="6339"/>
                  </a:lnTo>
                  <a:lnTo>
                    <a:pt x="2027362" y="3166"/>
                  </a:lnTo>
                  <a:lnTo>
                    <a:pt x="2035220" y="0"/>
                  </a:lnTo>
                  <a:lnTo>
                    <a:pt x="2035220" y="439029"/>
                  </a:lnTo>
                  <a:lnTo>
                    <a:pt x="2027362" y="439459"/>
                  </a:lnTo>
                  <a:lnTo>
                    <a:pt x="2019504" y="439888"/>
                  </a:lnTo>
                  <a:lnTo>
                    <a:pt x="2011646" y="440317"/>
                  </a:lnTo>
                  <a:lnTo>
                    <a:pt x="2003788" y="440743"/>
                  </a:lnTo>
                  <a:lnTo>
                    <a:pt x="1995930" y="441169"/>
                  </a:lnTo>
                  <a:lnTo>
                    <a:pt x="1988072" y="441593"/>
                  </a:lnTo>
                  <a:lnTo>
                    <a:pt x="1980214" y="442017"/>
                  </a:lnTo>
                  <a:lnTo>
                    <a:pt x="1972356" y="442420"/>
                  </a:lnTo>
                  <a:lnTo>
                    <a:pt x="1964498" y="442821"/>
                  </a:lnTo>
                  <a:lnTo>
                    <a:pt x="1956640" y="443220"/>
                  </a:lnTo>
                  <a:lnTo>
                    <a:pt x="1948782" y="443619"/>
                  </a:lnTo>
                  <a:lnTo>
                    <a:pt x="1940924" y="444017"/>
                  </a:lnTo>
                  <a:lnTo>
                    <a:pt x="1933066" y="444414"/>
                  </a:lnTo>
                  <a:lnTo>
                    <a:pt x="1925208" y="444810"/>
                  </a:lnTo>
                  <a:lnTo>
                    <a:pt x="1917350" y="445206"/>
                  </a:lnTo>
                  <a:lnTo>
                    <a:pt x="1909492" y="445600"/>
                  </a:lnTo>
                  <a:lnTo>
                    <a:pt x="1901634" y="445995"/>
                  </a:lnTo>
                  <a:lnTo>
                    <a:pt x="1893776" y="446388"/>
                  </a:lnTo>
                  <a:lnTo>
                    <a:pt x="1885918" y="446780"/>
                  </a:lnTo>
                  <a:lnTo>
                    <a:pt x="1878060" y="447177"/>
                  </a:lnTo>
                  <a:lnTo>
                    <a:pt x="1870202" y="447615"/>
                  </a:lnTo>
                  <a:lnTo>
                    <a:pt x="1862344" y="448051"/>
                  </a:lnTo>
                  <a:lnTo>
                    <a:pt x="1854486" y="448485"/>
                  </a:lnTo>
                  <a:lnTo>
                    <a:pt x="1846628" y="448918"/>
                  </a:lnTo>
                  <a:lnTo>
                    <a:pt x="1838770" y="449350"/>
                  </a:lnTo>
                  <a:lnTo>
                    <a:pt x="1830912" y="449781"/>
                  </a:lnTo>
                  <a:lnTo>
                    <a:pt x="1823054" y="450210"/>
                  </a:lnTo>
                  <a:lnTo>
                    <a:pt x="1815196" y="450637"/>
                  </a:lnTo>
                  <a:lnTo>
                    <a:pt x="1807338" y="451064"/>
                  </a:lnTo>
                  <a:lnTo>
                    <a:pt x="1799480" y="451483"/>
                  </a:lnTo>
                  <a:lnTo>
                    <a:pt x="1791622" y="451882"/>
                  </a:lnTo>
                  <a:lnTo>
                    <a:pt x="1783764" y="452280"/>
                  </a:lnTo>
                  <a:lnTo>
                    <a:pt x="1775906" y="452678"/>
                  </a:lnTo>
                  <a:lnTo>
                    <a:pt x="1768048" y="453074"/>
                  </a:lnTo>
                  <a:lnTo>
                    <a:pt x="1760190" y="453469"/>
                  </a:lnTo>
                  <a:lnTo>
                    <a:pt x="1752332" y="453864"/>
                  </a:lnTo>
                  <a:lnTo>
                    <a:pt x="1744474" y="454257"/>
                  </a:lnTo>
                  <a:lnTo>
                    <a:pt x="1736616" y="454649"/>
                  </a:lnTo>
                  <a:lnTo>
                    <a:pt x="1728758" y="455040"/>
                  </a:lnTo>
                  <a:lnTo>
                    <a:pt x="1720900" y="455430"/>
                  </a:lnTo>
                  <a:lnTo>
                    <a:pt x="1713042" y="455818"/>
                  </a:lnTo>
                  <a:lnTo>
                    <a:pt x="1705184" y="456204"/>
                  </a:lnTo>
                  <a:lnTo>
                    <a:pt x="1697326" y="456590"/>
                  </a:lnTo>
                  <a:lnTo>
                    <a:pt x="1689468" y="456975"/>
                  </a:lnTo>
                  <a:lnTo>
                    <a:pt x="1681610" y="457359"/>
                  </a:lnTo>
                  <a:lnTo>
                    <a:pt x="1673752" y="457742"/>
                  </a:lnTo>
                  <a:lnTo>
                    <a:pt x="1665894" y="458124"/>
                  </a:lnTo>
                  <a:lnTo>
                    <a:pt x="1658036" y="458504"/>
                  </a:lnTo>
                  <a:lnTo>
                    <a:pt x="1650178" y="458885"/>
                  </a:lnTo>
                  <a:lnTo>
                    <a:pt x="1642320" y="459264"/>
                  </a:lnTo>
                  <a:lnTo>
                    <a:pt x="1634462" y="459653"/>
                  </a:lnTo>
                  <a:lnTo>
                    <a:pt x="1626604" y="460038"/>
                  </a:lnTo>
                  <a:lnTo>
                    <a:pt x="1618746" y="460416"/>
                  </a:lnTo>
                  <a:lnTo>
                    <a:pt x="1610888" y="460792"/>
                  </a:lnTo>
                  <a:lnTo>
                    <a:pt x="1603030" y="461168"/>
                  </a:lnTo>
                  <a:lnTo>
                    <a:pt x="1595172" y="461543"/>
                  </a:lnTo>
                  <a:lnTo>
                    <a:pt x="1587314" y="461917"/>
                  </a:lnTo>
                  <a:lnTo>
                    <a:pt x="1579456" y="462290"/>
                  </a:lnTo>
                  <a:lnTo>
                    <a:pt x="1571598" y="462662"/>
                  </a:lnTo>
                  <a:lnTo>
                    <a:pt x="1563740" y="463033"/>
                  </a:lnTo>
                  <a:lnTo>
                    <a:pt x="1555882" y="463403"/>
                  </a:lnTo>
                  <a:lnTo>
                    <a:pt x="1548024" y="463772"/>
                  </a:lnTo>
                  <a:lnTo>
                    <a:pt x="1540166" y="464140"/>
                  </a:lnTo>
                  <a:lnTo>
                    <a:pt x="1532308" y="464508"/>
                  </a:lnTo>
                  <a:lnTo>
                    <a:pt x="1524450" y="464874"/>
                  </a:lnTo>
                  <a:lnTo>
                    <a:pt x="1516592" y="465239"/>
                  </a:lnTo>
                  <a:lnTo>
                    <a:pt x="1508734" y="465603"/>
                  </a:lnTo>
                  <a:lnTo>
                    <a:pt x="1500876" y="465967"/>
                  </a:lnTo>
                  <a:lnTo>
                    <a:pt x="1493018" y="466329"/>
                  </a:lnTo>
                  <a:lnTo>
                    <a:pt x="1485160" y="466691"/>
                  </a:lnTo>
                  <a:lnTo>
                    <a:pt x="1477302" y="467051"/>
                  </a:lnTo>
                  <a:lnTo>
                    <a:pt x="1469444" y="467411"/>
                  </a:lnTo>
                  <a:lnTo>
                    <a:pt x="1461586" y="467769"/>
                  </a:lnTo>
                  <a:lnTo>
                    <a:pt x="1453728" y="468127"/>
                  </a:lnTo>
                  <a:lnTo>
                    <a:pt x="1445870" y="468484"/>
                  </a:lnTo>
                  <a:lnTo>
                    <a:pt x="1438012" y="468839"/>
                  </a:lnTo>
                  <a:lnTo>
                    <a:pt x="1430154" y="469194"/>
                  </a:lnTo>
                  <a:lnTo>
                    <a:pt x="1422296" y="469548"/>
                  </a:lnTo>
                  <a:lnTo>
                    <a:pt x="1414438" y="469901"/>
                  </a:lnTo>
                  <a:lnTo>
                    <a:pt x="1406580" y="470253"/>
                  </a:lnTo>
                  <a:lnTo>
                    <a:pt x="1398722" y="470604"/>
                  </a:lnTo>
                  <a:lnTo>
                    <a:pt x="1390864" y="470954"/>
                  </a:lnTo>
                  <a:lnTo>
                    <a:pt x="1383006" y="471304"/>
                  </a:lnTo>
                  <a:lnTo>
                    <a:pt x="1375148" y="471652"/>
                  </a:lnTo>
                  <a:lnTo>
                    <a:pt x="1367290" y="471999"/>
                  </a:lnTo>
                  <a:lnTo>
                    <a:pt x="1359432" y="472346"/>
                  </a:lnTo>
                  <a:lnTo>
                    <a:pt x="1351574" y="472691"/>
                  </a:lnTo>
                  <a:lnTo>
                    <a:pt x="1343716" y="473036"/>
                  </a:lnTo>
                  <a:lnTo>
                    <a:pt x="1335858" y="473380"/>
                  </a:lnTo>
                  <a:lnTo>
                    <a:pt x="1328000" y="473723"/>
                  </a:lnTo>
                  <a:lnTo>
                    <a:pt x="1320142" y="474064"/>
                  </a:lnTo>
                  <a:lnTo>
                    <a:pt x="1312284" y="474405"/>
                  </a:lnTo>
                  <a:lnTo>
                    <a:pt x="1304426" y="474745"/>
                  </a:lnTo>
                  <a:lnTo>
                    <a:pt x="1296568" y="475083"/>
                  </a:lnTo>
                  <a:lnTo>
                    <a:pt x="1288710" y="475421"/>
                  </a:lnTo>
                  <a:lnTo>
                    <a:pt x="1280852" y="475758"/>
                  </a:lnTo>
                  <a:lnTo>
                    <a:pt x="1272994" y="476094"/>
                  </a:lnTo>
                  <a:lnTo>
                    <a:pt x="1265136" y="476429"/>
                  </a:lnTo>
                  <a:lnTo>
                    <a:pt x="1257278" y="476764"/>
                  </a:lnTo>
                  <a:lnTo>
                    <a:pt x="1249420" y="477097"/>
                  </a:lnTo>
                  <a:lnTo>
                    <a:pt x="1241562" y="477429"/>
                  </a:lnTo>
                  <a:lnTo>
                    <a:pt x="1233704" y="477761"/>
                  </a:lnTo>
                  <a:lnTo>
                    <a:pt x="1225846" y="478092"/>
                  </a:lnTo>
                  <a:lnTo>
                    <a:pt x="1217988" y="478421"/>
                  </a:lnTo>
                  <a:lnTo>
                    <a:pt x="1210130" y="478750"/>
                  </a:lnTo>
                  <a:lnTo>
                    <a:pt x="1202272" y="479078"/>
                  </a:lnTo>
                  <a:lnTo>
                    <a:pt x="1194414" y="479406"/>
                  </a:lnTo>
                  <a:lnTo>
                    <a:pt x="1186556" y="479732"/>
                  </a:lnTo>
                  <a:lnTo>
                    <a:pt x="1178698" y="480057"/>
                  </a:lnTo>
                  <a:lnTo>
                    <a:pt x="1170840" y="480382"/>
                  </a:lnTo>
                  <a:lnTo>
                    <a:pt x="1162982" y="480705"/>
                  </a:lnTo>
                  <a:lnTo>
                    <a:pt x="1155124" y="481028"/>
                  </a:lnTo>
                  <a:lnTo>
                    <a:pt x="1147266" y="481350"/>
                  </a:lnTo>
                  <a:lnTo>
                    <a:pt x="1139408" y="481671"/>
                  </a:lnTo>
                  <a:lnTo>
                    <a:pt x="1131550" y="481991"/>
                  </a:lnTo>
                  <a:lnTo>
                    <a:pt x="1123692" y="482311"/>
                  </a:lnTo>
                  <a:lnTo>
                    <a:pt x="1115834" y="482629"/>
                  </a:lnTo>
                  <a:lnTo>
                    <a:pt x="1107976" y="482947"/>
                  </a:lnTo>
                  <a:lnTo>
                    <a:pt x="1100118" y="483263"/>
                  </a:lnTo>
                  <a:lnTo>
                    <a:pt x="1092260" y="483579"/>
                  </a:lnTo>
                  <a:lnTo>
                    <a:pt x="1084402" y="483894"/>
                  </a:lnTo>
                  <a:lnTo>
                    <a:pt x="1076544" y="484208"/>
                  </a:lnTo>
                  <a:lnTo>
                    <a:pt x="1068686" y="484522"/>
                  </a:lnTo>
                  <a:lnTo>
                    <a:pt x="1060828" y="484834"/>
                  </a:lnTo>
                  <a:lnTo>
                    <a:pt x="1052970" y="485146"/>
                  </a:lnTo>
                  <a:lnTo>
                    <a:pt x="1045112" y="485457"/>
                  </a:lnTo>
                  <a:lnTo>
                    <a:pt x="1037254" y="485764"/>
                  </a:lnTo>
                  <a:lnTo>
                    <a:pt x="1029397" y="486068"/>
                  </a:lnTo>
                  <a:lnTo>
                    <a:pt x="1021539" y="486370"/>
                  </a:lnTo>
                  <a:lnTo>
                    <a:pt x="1013681" y="486673"/>
                  </a:lnTo>
                  <a:lnTo>
                    <a:pt x="1005823" y="486974"/>
                  </a:lnTo>
                  <a:lnTo>
                    <a:pt x="997965" y="487274"/>
                  </a:lnTo>
                  <a:lnTo>
                    <a:pt x="990107" y="487574"/>
                  </a:lnTo>
                  <a:lnTo>
                    <a:pt x="982249" y="487865"/>
                  </a:lnTo>
                  <a:lnTo>
                    <a:pt x="974391" y="488159"/>
                  </a:lnTo>
                  <a:lnTo>
                    <a:pt x="966533" y="488461"/>
                  </a:lnTo>
                  <a:lnTo>
                    <a:pt x="958675" y="488763"/>
                  </a:lnTo>
                  <a:lnTo>
                    <a:pt x="950817" y="489064"/>
                  </a:lnTo>
                  <a:lnTo>
                    <a:pt x="942959" y="489365"/>
                  </a:lnTo>
                  <a:lnTo>
                    <a:pt x="935101" y="489665"/>
                  </a:lnTo>
                  <a:lnTo>
                    <a:pt x="927243" y="489964"/>
                  </a:lnTo>
                  <a:lnTo>
                    <a:pt x="919385" y="490262"/>
                  </a:lnTo>
                  <a:lnTo>
                    <a:pt x="911527" y="490559"/>
                  </a:lnTo>
                  <a:lnTo>
                    <a:pt x="903669" y="490855"/>
                  </a:lnTo>
                  <a:lnTo>
                    <a:pt x="895811" y="491151"/>
                  </a:lnTo>
                  <a:lnTo>
                    <a:pt x="887953" y="491446"/>
                  </a:lnTo>
                  <a:lnTo>
                    <a:pt x="880095" y="491740"/>
                  </a:lnTo>
                  <a:lnTo>
                    <a:pt x="872237" y="492033"/>
                  </a:lnTo>
                  <a:lnTo>
                    <a:pt x="864379" y="492326"/>
                  </a:lnTo>
                  <a:lnTo>
                    <a:pt x="856521" y="492617"/>
                  </a:lnTo>
                  <a:lnTo>
                    <a:pt x="848663" y="492908"/>
                  </a:lnTo>
                  <a:lnTo>
                    <a:pt x="840805" y="493198"/>
                  </a:lnTo>
                  <a:lnTo>
                    <a:pt x="832947" y="493487"/>
                  </a:lnTo>
                  <a:lnTo>
                    <a:pt x="825089" y="493776"/>
                  </a:lnTo>
                  <a:lnTo>
                    <a:pt x="817231" y="494063"/>
                  </a:lnTo>
                  <a:lnTo>
                    <a:pt x="809373" y="494350"/>
                  </a:lnTo>
                  <a:lnTo>
                    <a:pt x="801515" y="494636"/>
                  </a:lnTo>
                  <a:lnTo>
                    <a:pt x="793657" y="494921"/>
                  </a:lnTo>
                  <a:lnTo>
                    <a:pt x="785799" y="495206"/>
                  </a:lnTo>
                  <a:lnTo>
                    <a:pt x="777941" y="495489"/>
                  </a:lnTo>
                  <a:lnTo>
                    <a:pt x="770083" y="495772"/>
                  </a:lnTo>
                  <a:lnTo>
                    <a:pt x="762225" y="496054"/>
                  </a:lnTo>
                  <a:lnTo>
                    <a:pt x="754367" y="496336"/>
                  </a:lnTo>
                  <a:lnTo>
                    <a:pt x="746509" y="496616"/>
                  </a:lnTo>
                  <a:lnTo>
                    <a:pt x="738651" y="496896"/>
                  </a:lnTo>
                  <a:lnTo>
                    <a:pt x="730793" y="497175"/>
                  </a:lnTo>
                  <a:lnTo>
                    <a:pt x="722935" y="497456"/>
                  </a:lnTo>
                  <a:lnTo>
                    <a:pt x="715077" y="497737"/>
                  </a:lnTo>
                  <a:lnTo>
                    <a:pt x="707219" y="498017"/>
                  </a:lnTo>
                  <a:lnTo>
                    <a:pt x="699361" y="498296"/>
                  </a:lnTo>
                  <a:lnTo>
                    <a:pt x="691503" y="498574"/>
                  </a:lnTo>
                  <a:lnTo>
                    <a:pt x="683645" y="498851"/>
                  </a:lnTo>
                  <a:lnTo>
                    <a:pt x="675787" y="499127"/>
                  </a:lnTo>
                  <a:lnTo>
                    <a:pt x="667929" y="499402"/>
                  </a:lnTo>
                  <a:lnTo>
                    <a:pt x="660071" y="499676"/>
                  </a:lnTo>
                  <a:lnTo>
                    <a:pt x="652213" y="499949"/>
                  </a:lnTo>
                  <a:lnTo>
                    <a:pt x="644355" y="500221"/>
                  </a:lnTo>
                  <a:lnTo>
                    <a:pt x="636497" y="500492"/>
                  </a:lnTo>
                  <a:lnTo>
                    <a:pt x="628639" y="500761"/>
                  </a:lnTo>
                  <a:lnTo>
                    <a:pt x="620781" y="501029"/>
                  </a:lnTo>
                  <a:lnTo>
                    <a:pt x="612923" y="501296"/>
                  </a:lnTo>
                  <a:lnTo>
                    <a:pt x="605065" y="501562"/>
                  </a:lnTo>
                  <a:lnTo>
                    <a:pt x="597207" y="501827"/>
                  </a:lnTo>
                  <a:lnTo>
                    <a:pt x="589349" y="502091"/>
                  </a:lnTo>
                  <a:lnTo>
                    <a:pt x="581491" y="502355"/>
                  </a:lnTo>
                  <a:lnTo>
                    <a:pt x="573633" y="502618"/>
                  </a:lnTo>
                  <a:lnTo>
                    <a:pt x="565775" y="502880"/>
                  </a:lnTo>
                  <a:lnTo>
                    <a:pt x="557917" y="503142"/>
                  </a:lnTo>
                  <a:lnTo>
                    <a:pt x="550059" y="503403"/>
                  </a:lnTo>
                  <a:lnTo>
                    <a:pt x="542201" y="503663"/>
                  </a:lnTo>
                  <a:lnTo>
                    <a:pt x="534343" y="503922"/>
                  </a:lnTo>
                  <a:lnTo>
                    <a:pt x="526485" y="504180"/>
                  </a:lnTo>
                  <a:lnTo>
                    <a:pt x="518627" y="504438"/>
                  </a:lnTo>
                  <a:lnTo>
                    <a:pt x="510769" y="504695"/>
                  </a:lnTo>
                  <a:lnTo>
                    <a:pt x="502911" y="504951"/>
                  </a:lnTo>
                  <a:lnTo>
                    <a:pt x="495053" y="505207"/>
                  </a:lnTo>
                  <a:lnTo>
                    <a:pt x="487195" y="505462"/>
                  </a:lnTo>
                  <a:lnTo>
                    <a:pt x="479337" y="505716"/>
                  </a:lnTo>
                  <a:lnTo>
                    <a:pt x="471479" y="505969"/>
                  </a:lnTo>
                  <a:lnTo>
                    <a:pt x="463621" y="506221"/>
                  </a:lnTo>
                  <a:lnTo>
                    <a:pt x="455763" y="506473"/>
                  </a:lnTo>
                  <a:lnTo>
                    <a:pt x="447905" y="506725"/>
                  </a:lnTo>
                  <a:lnTo>
                    <a:pt x="440047" y="506975"/>
                  </a:lnTo>
                  <a:lnTo>
                    <a:pt x="432189" y="507717"/>
                  </a:lnTo>
                  <a:lnTo>
                    <a:pt x="424331" y="508874"/>
                  </a:lnTo>
                  <a:lnTo>
                    <a:pt x="416473" y="510021"/>
                  </a:lnTo>
                  <a:lnTo>
                    <a:pt x="408615" y="511160"/>
                  </a:lnTo>
                  <a:lnTo>
                    <a:pt x="400757" y="512289"/>
                  </a:lnTo>
                  <a:lnTo>
                    <a:pt x="392899" y="513400"/>
                  </a:lnTo>
                  <a:lnTo>
                    <a:pt x="385041" y="514497"/>
                  </a:lnTo>
                  <a:lnTo>
                    <a:pt x="377183" y="515588"/>
                  </a:lnTo>
                  <a:lnTo>
                    <a:pt x="369325" y="516670"/>
                  </a:lnTo>
                  <a:lnTo>
                    <a:pt x="361467" y="517742"/>
                  </a:lnTo>
                  <a:lnTo>
                    <a:pt x="353609" y="518803"/>
                  </a:lnTo>
                  <a:lnTo>
                    <a:pt x="345751" y="519854"/>
                  </a:lnTo>
                  <a:lnTo>
                    <a:pt x="337893" y="520904"/>
                  </a:lnTo>
                  <a:lnTo>
                    <a:pt x="330035" y="521955"/>
                  </a:lnTo>
                  <a:lnTo>
                    <a:pt x="322177" y="522997"/>
                  </a:lnTo>
                  <a:lnTo>
                    <a:pt x="314319" y="524033"/>
                  </a:lnTo>
                  <a:lnTo>
                    <a:pt x="306461" y="525060"/>
                  </a:lnTo>
                  <a:lnTo>
                    <a:pt x="298603" y="526055"/>
                  </a:lnTo>
                  <a:lnTo>
                    <a:pt x="290745" y="527037"/>
                  </a:lnTo>
                  <a:lnTo>
                    <a:pt x="282887" y="528008"/>
                  </a:lnTo>
                  <a:lnTo>
                    <a:pt x="275029" y="528964"/>
                  </a:lnTo>
                  <a:lnTo>
                    <a:pt x="267171" y="529904"/>
                  </a:lnTo>
                  <a:lnTo>
                    <a:pt x="259313" y="530834"/>
                  </a:lnTo>
                  <a:lnTo>
                    <a:pt x="251455" y="531752"/>
                  </a:lnTo>
                  <a:lnTo>
                    <a:pt x="243597" y="532660"/>
                  </a:lnTo>
                  <a:lnTo>
                    <a:pt x="235739" y="533557"/>
                  </a:lnTo>
                  <a:lnTo>
                    <a:pt x="227881" y="534444"/>
                  </a:lnTo>
                  <a:lnTo>
                    <a:pt x="220023" y="535337"/>
                  </a:lnTo>
                  <a:lnTo>
                    <a:pt x="212165" y="536225"/>
                  </a:lnTo>
                  <a:lnTo>
                    <a:pt x="204307" y="537104"/>
                  </a:lnTo>
                  <a:lnTo>
                    <a:pt x="196449" y="537974"/>
                  </a:lnTo>
                  <a:lnTo>
                    <a:pt x="188591" y="538856"/>
                  </a:lnTo>
                  <a:lnTo>
                    <a:pt x="180733" y="539734"/>
                  </a:lnTo>
                  <a:lnTo>
                    <a:pt x="172875" y="540580"/>
                  </a:lnTo>
                  <a:lnTo>
                    <a:pt x="165017" y="541409"/>
                  </a:lnTo>
                  <a:lnTo>
                    <a:pt x="157159" y="542229"/>
                  </a:lnTo>
                  <a:lnTo>
                    <a:pt x="149301" y="543040"/>
                  </a:lnTo>
                  <a:lnTo>
                    <a:pt x="141443" y="543841"/>
                  </a:lnTo>
                  <a:lnTo>
                    <a:pt x="133585" y="544654"/>
                  </a:lnTo>
                  <a:lnTo>
                    <a:pt x="125727" y="545466"/>
                  </a:lnTo>
                  <a:lnTo>
                    <a:pt x="117869" y="546271"/>
                  </a:lnTo>
                  <a:lnTo>
                    <a:pt x="110011" y="547069"/>
                  </a:lnTo>
                  <a:lnTo>
                    <a:pt x="102153" y="547808"/>
                  </a:lnTo>
                  <a:lnTo>
                    <a:pt x="94295" y="548534"/>
                  </a:lnTo>
                  <a:lnTo>
                    <a:pt x="86437" y="549271"/>
                  </a:lnTo>
                  <a:lnTo>
                    <a:pt x="78579" y="550031"/>
                  </a:lnTo>
                  <a:lnTo>
                    <a:pt x="70721" y="550783"/>
                  </a:lnTo>
                  <a:lnTo>
                    <a:pt x="62863" y="551500"/>
                  </a:lnTo>
                  <a:lnTo>
                    <a:pt x="55005" y="552211"/>
                  </a:lnTo>
                  <a:lnTo>
                    <a:pt x="47147" y="552927"/>
                  </a:lnTo>
                  <a:lnTo>
                    <a:pt x="39289" y="553636"/>
                  </a:lnTo>
                  <a:lnTo>
                    <a:pt x="31431" y="554337"/>
                  </a:lnTo>
                  <a:lnTo>
                    <a:pt x="23573" y="555030"/>
                  </a:lnTo>
                  <a:lnTo>
                    <a:pt x="15715" y="555717"/>
                  </a:lnTo>
                  <a:lnTo>
                    <a:pt x="7857" y="556396"/>
                  </a:lnTo>
                  <a:lnTo>
                    <a:pt x="0" y="557129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186414" y="2480653"/>
              <a:ext cx="2035220" cy="519900"/>
            </a:xfrm>
            <a:custGeom>
              <a:avLst/>
              <a:pathLst>
                <a:path w="2035220" h="519900">
                  <a:moveTo>
                    <a:pt x="0" y="519900"/>
                  </a:moveTo>
                  <a:lnTo>
                    <a:pt x="7857" y="519687"/>
                  </a:lnTo>
                  <a:lnTo>
                    <a:pt x="15715" y="519474"/>
                  </a:lnTo>
                  <a:lnTo>
                    <a:pt x="23573" y="519260"/>
                  </a:lnTo>
                  <a:lnTo>
                    <a:pt x="31431" y="519045"/>
                  </a:lnTo>
                  <a:lnTo>
                    <a:pt x="39289" y="518830"/>
                  </a:lnTo>
                  <a:lnTo>
                    <a:pt x="47147" y="518614"/>
                  </a:lnTo>
                  <a:lnTo>
                    <a:pt x="55005" y="518397"/>
                  </a:lnTo>
                  <a:lnTo>
                    <a:pt x="62863" y="518180"/>
                  </a:lnTo>
                  <a:lnTo>
                    <a:pt x="70721" y="517962"/>
                  </a:lnTo>
                  <a:lnTo>
                    <a:pt x="78579" y="517744"/>
                  </a:lnTo>
                  <a:lnTo>
                    <a:pt x="86437" y="517525"/>
                  </a:lnTo>
                  <a:lnTo>
                    <a:pt x="94295" y="517305"/>
                  </a:lnTo>
                  <a:lnTo>
                    <a:pt x="102153" y="517085"/>
                  </a:lnTo>
                  <a:lnTo>
                    <a:pt x="110011" y="516864"/>
                  </a:lnTo>
                  <a:lnTo>
                    <a:pt x="117869" y="516642"/>
                  </a:lnTo>
                  <a:lnTo>
                    <a:pt x="125727" y="516420"/>
                  </a:lnTo>
                  <a:lnTo>
                    <a:pt x="133585" y="516197"/>
                  </a:lnTo>
                  <a:lnTo>
                    <a:pt x="141443" y="515973"/>
                  </a:lnTo>
                  <a:lnTo>
                    <a:pt x="149301" y="515749"/>
                  </a:lnTo>
                  <a:lnTo>
                    <a:pt x="157159" y="515524"/>
                  </a:lnTo>
                  <a:lnTo>
                    <a:pt x="165017" y="515298"/>
                  </a:lnTo>
                  <a:lnTo>
                    <a:pt x="172875" y="515072"/>
                  </a:lnTo>
                  <a:lnTo>
                    <a:pt x="180733" y="514845"/>
                  </a:lnTo>
                  <a:lnTo>
                    <a:pt x="188591" y="514618"/>
                  </a:lnTo>
                  <a:lnTo>
                    <a:pt x="196449" y="514390"/>
                  </a:lnTo>
                  <a:lnTo>
                    <a:pt x="204307" y="514161"/>
                  </a:lnTo>
                  <a:lnTo>
                    <a:pt x="212165" y="513931"/>
                  </a:lnTo>
                  <a:lnTo>
                    <a:pt x="220023" y="513701"/>
                  </a:lnTo>
                  <a:lnTo>
                    <a:pt x="227881" y="513471"/>
                  </a:lnTo>
                  <a:lnTo>
                    <a:pt x="235739" y="513239"/>
                  </a:lnTo>
                  <a:lnTo>
                    <a:pt x="243597" y="513007"/>
                  </a:lnTo>
                  <a:lnTo>
                    <a:pt x="251455" y="512774"/>
                  </a:lnTo>
                  <a:lnTo>
                    <a:pt x="259313" y="512541"/>
                  </a:lnTo>
                  <a:lnTo>
                    <a:pt x="267171" y="512306"/>
                  </a:lnTo>
                  <a:lnTo>
                    <a:pt x="275029" y="512073"/>
                  </a:lnTo>
                  <a:lnTo>
                    <a:pt x="282887" y="511841"/>
                  </a:lnTo>
                  <a:lnTo>
                    <a:pt x="290745" y="511604"/>
                  </a:lnTo>
                  <a:lnTo>
                    <a:pt x="298603" y="511365"/>
                  </a:lnTo>
                  <a:lnTo>
                    <a:pt x="306461" y="511127"/>
                  </a:lnTo>
                  <a:lnTo>
                    <a:pt x="314319" y="510887"/>
                  </a:lnTo>
                  <a:lnTo>
                    <a:pt x="322177" y="510647"/>
                  </a:lnTo>
                  <a:lnTo>
                    <a:pt x="330035" y="510407"/>
                  </a:lnTo>
                  <a:lnTo>
                    <a:pt x="337893" y="510166"/>
                  </a:lnTo>
                  <a:lnTo>
                    <a:pt x="345751" y="509925"/>
                  </a:lnTo>
                  <a:lnTo>
                    <a:pt x="353609" y="509683"/>
                  </a:lnTo>
                  <a:lnTo>
                    <a:pt x="361467" y="509440"/>
                  </a:lnTo>
                  <a:lnTo>
                    <a:pt x="369325" y="509197"/>
                  </a:lnTo>
                  <a:lnTo>
                    <a:pt x="377183" y="508953"/>
                  </a:lnTo>
                  <a:lnTo>
                    <a:pt x="385041" y="508708"/>
                  </a:lnTo>
                  <a:lnTo>
                    <a:pt x="392899" y="508463"/>
                  </a:lnTo>
                  <a:lnTo>
                    <a:pt x="400757" y="508217"/>
                  </a:lnTo>
                  <a:lnTo>
                    <a:pt x="408615" y="507970"/>
                  </a:lnTo>
                  <a:lnTo>
                    <a:pt x="416473" y="507722"/>
                  </a:lnTo>
                  <a:lnTo>
                    <a:pt x="424331" y="507474"/>
                  </a:lnTo>
                  <a:lnTo>
                    <a:pt x="432189" y="507225"/>
                  </a:lnTo>
                  <a:lnTo>
                    <a:pt x="440047" y="506549"/>
                  </a:lnTo>
                  <a:lnTo>
                    <a:pt x="447905" y="505371"/>
                  </a:lnTo>
                  <a:lnTo>
                    <a:pt x="455763" y="504181"/>
                  </a:lnTo>
                  <a:lnTo>
                    <a:pt x="463621" y="502980"/>
                  </a:lnTo>
                  <a:lnTo>
                    <a:pt x="471479" y="501767"/>
                  </a:lnTo>
                  <a:lnTo>
                    <a:pt x="479337" y="500544"/>
                  </a:lnTo>
                  <a:lnTo>
                    <a:pt x="487195" y="499309"/>
                  </a:lnTo>
                  <a:lnTo>
                    <a:pt x="495053" y="498062"/>
                  </a:lnTo>
                  <a:lnTo>
                    <a:pt x="502911" y="496804"/>
                  </a:lnTo>
                  <a:lnTo>
                    <a:pt x="510769" y="495534"/>
                  </a:lnTo>
                  <a:lnTo>
                    <a:pt x="518627" y="494251"/>
                  </a:lnTo>
                  <a:lnTo>
                    <a:pt x="526485" y="492952"/>
                  </a:lnTo>
                  <a:lnTo>
                    <a:pt x="534343" y="491650"/>
                  </a:lnTo>
                  <a:lnTo>
                    <a:pt x="542201" y="490322"/>
                  </a:lnTo>
                  <a:lnTo>
                    <a:pt x="550059" y="488980"/>
                  </a:lnTo>
                  <a:lnTo>
                    <a:pt x="557917" y="487625"/>
                  </a:lnTo>
                  <a:lnTo>
                    <a:pt x="565775" y="486260"/>
                  </a:lnTo>
                  <a:lnTo>
                    <a:pt x="573633" y="484882"/>
                  </a:lnTo>
                  <a:lnTo>
                    <a:pt x="581491" y="483500"/>
                  </a:lnTo>
                  <a:lnTo>
                    <a:pt x="589349" y="482109"/>
                  </a:lnTo>
                  <a:lnTo>
                    <a:pt x="597207" y="480699"/>
                  </a:lnTo>
                  <a:lnTo>
                    <a:pt x="605065" y="479235"/>
                  </a:lnTo>
                  <a:lnTo>
                    <a:pt x="612923" y="477787"/>
                  </a:lnTo>
                  <a:lnTo>
                    <a:pt x="620781" y="476311"/>
                  </a:lnTo>
                  <a:lnTo>
                    <a:pt x="628639" y="474816"/>
                  </a:lnTo>
                  <a:lnTo>
                    <a:pt x="636497" y="473336"/>
                  </a:lnTo>
                  <a:lnTo>
                    <a:pt x="644355" y="471845"/>
                  </a:lnTo>
                  <a:lnTo>
                    <a:pt x="652213" y="470347"/>
                  </a:lnTo>
                  <a:lnTo>
                    <a:pt x="660071" y="468816"/>
                  </a:lnTo>
                  <a:lnTo>
                    <a:pt x="667929" y="467270"/>
                  </a:lnTo>
                  <a:lnTo>
                    <a:pt x="675787" y="465710"/>
                  </a:lnTo>
                  <a:lnTo>
                    <a:pt x="683645" y="464135"/>
                  </a:lnTo>
                  <a:lnTo>
                    <a:pt x="691503" y="462548"/>
                  </a:lnTo>
                  <a:lnTo>
                    <a:pt x="699361" y="460946"/>
                  </a:lnTo>
                  <a:lnTo>
                    <a:pt x="707219" y="459329"/>
                  </a:lnTo>
                  <a:lnTo>
                    <a:pt x="715077" y="457698"/>
                  </a:lnTo>
                  <a:lnTo>
                    <a:pt x="722935" y="456095"/>
                  </a:lnTo>
                  <a:lnTo>
                    <a:pt x="730793" y="454479"/>
                  </a:lnTo>
                  <a:lnTo>
                    <a:pt x="738651" y="452851"/>
                  </a:lnTo>
                  <a:lnTo>
                    <a:pt x="746509" y="451211"/>
                  </a:lnTo>
                  <a:lnTo>
                    <a:pt x="754367" y="449559"/>
                  </a:lnTo>
                  <a:lnTo>
                    <a:pt x="762225" y="447894"/>
                  </a:lnTo>
                  <a:lnTo>
                    <a:pt x="770083" y="446218"/>
                  </a:lnTo>
                  <a:lnTo>
                    <a:pt x="777941" y="444423"/>
                  </a:lnTo>
                  <a:lnTo>
                    <a:pt x="785799" y="442567"/>
                  </a:lnTo>
                  <a:lnTo>
                    <a:pt x="793657" y="440690"/>
                  </a:lnTo>
                  <a:lnTo>
                    <a:pt x="801515" y="438792"/>
                  </a:lnTo>
                  <a:lnTo>
                    <a:pt x="809373" y="436926"/>
                  </a:lnTo>
                  <a:lnTo>
                    <a:pt x="817231" y="435094"/>
                  </a:lnTo>
                  <a:lnTo>
                    <a:pt x="825089" y="433249"/>
                  </a:lnTo>
                  <a:lnTo>
                    <a:pt x="832947" y="431411"/>
                  </a:lnTo>
                  <a:lnTo>
                    <a:pt x="840805" y="429596"/>
                  </a:lnTo>
                  <a:lnTo>
                    <a:pt x="848663" y="427768"/>
                  </a:lnTo>
                  <a:lnTo>
                    <a:pt x="856521" y="425927"/>
                  </a:lnTo>
                  <a:lnTo>
                    <a:pt x="864379" y="424074"/>
                  </a:lnTo>
                  <a:lnTo>
                    <a:pt x="872237" y="422207"/>
                  </a:lnTo>
                  <a:lnTo>
                    <a:pt x="880095" y="420326"/>
                  </a:lnTo>
                  <a:lnTo>
                    <a:pt x="887953" y="418434"/>
                  </a:lnTo>
                  <a:lnTo>
                    <a:pt x="895811" y="416528"/>
                  </a:lnTo>
                  <a:lnTo>
                    <a:pt x="903669" y="414610"/>
                  </a:lnTo>
                  <a:lnTo>
                    <a:pt x="911527" y="412680"/>
                  </a:lnTo>
                  <a:lnTo>
                    <a:pt x="919385" y="410737"/>
                  </a:lnTo>
                  <a:lnTo>
                    <a:pt x="927243" y="408781"/>
                  </a:lnTo>
                  <a:lnTo>
                    <a:pt x="935101" y="406810"/>
                  </a:lnTo>
                  <a:lnTo>
                    <a:pt x="942959" y="404825"/>
                  </a:lnTo>
                  <a:lnTo>
                    <a:pt x="950817" y="402827"/>
                  </a:lnTo>
                  <a:lnTo>
                    <a:pt x="958675" y="400805"/>
                  </a:lnTo>
                  <a:lnTo>
                    <a:pt x="966533" y="398672"/>
                  </a:lnTo>
                  <a:lnTo>
                    <a:pt x="974391" y="396553"/>
                  </a:lnTo>
                  <a:lnTo>
                    <a:pt x="982249" y="394496"/>
                  </a:lnTo>
                  <a:lnTo>
                    <a:pt x="990107" y="392427"/>
                  </a:lnTo>
                  <a:lnTo>
                    <a:pt x="997965" y="390207"/>
                  </a:lnTo>
                  <a:lnTo>
                    <a:pt x="1005823" y="387993"/>
                  </a:lnTo>
                  <a:lnTo>
                    <a:pt x="1013681" y="385773"/>
                  </a:lnTo>
                  <a:lnTo>
                    <a:pt x="1021539" y="383704"/>
                  </a:lnTo>
                  <a:lnTo>
                    <a:pt x="1029397" y="381566"/>
                  </a:lnTo>
                  <a:lnTo>
                    <a:pt x="1037254" y="379396"/>
                  </a:lnTo>
                  <a:lnTo>
                    <a:pt x="1045112" y="377115"/>
                  </a:lnTo>
                  <a:lnTo>
                    <a:pt x="1052970" y="374787"/>
                  </a:lnTo>
                  <a:lnTo>
                    <a:pt x="1060828" y="372556"/>
                  </a:lnTo>
                  <a:lnTo>
                    <a:pt x="1068686" y="370325"/>
                  </a:lnTo>
                  <a:lnTo>
                    <a:pt x="1076544" y="368080"/>
                  </a:lnTo>
                  <a:lnTo>
                    <a:pt x="1084402" y="365821"/>
                  </a:lnTo>
                  <a:lnTo>
                    <a:pt x="1092260" y="363388"/>
                  </a:lnTo>
                  <a:lnTo>
                    <a:pt x="1100118" y="360916"/>
                  </a:lnTo>
                  <a:lnTo>
                    <a:pt x="1107976" y="358426"/>
                  </a:lnTo>
                  <a:lnTo>
                    <a:pt x="1115834" y="356009"/>
                  </a:lnTo>
                  <a:lnTo>
                    <a:pt x="1123692" y="353626"/>
                  </a:lnTo>
                  <a:lnTo>
                    <a:pt x="1131550" y="351128"/>
                  </a:lnTo>
                  <a:lnTo>
                    <a:pt x="1139408" y="348615"/>
                  </a:lnTo>
                  <a:lnTo>
                    <a:pt x="1147266" y="346156"/>
                  </a:lnTo>
                  <a:lnTo>
                    <a:pt x="1155124" y="343936"/>
                  </a:lnTo>
                  <a:lnTo>
                    <a:pt x="1162982" y="341708"/>
                  </a:lnTo>
                  <a:lnTo>
                    <a:pt x="1170840" y="339470"/>
                  </a:lnTo>
                  <a:lnTo>
                    <a:pt x="1178698" y="337225"/>
                  </a:lnTo>
                  <a:lnTo>
                    <a:pt x="1186556" y="334970"/>
                  </a:lnTo>
                  <a:lnTo>
                    <a:pt x="1194414" y="332619"/>
                  </a:lnTo>
                  <a:lnTo>
                    <a:pt x="1202272" y="329918"/>
                  </a:lnTo>
                  <a:lnTo>
                    <a:pt x="1210130" y="327195"/>
                  </a:lnTo>
                  <a:lnTo>
                    <a:pt x="1217988" y="324452"/>
                  </a:lnTo>
                  <a:lnTo>
                    <a:pt x="1225846" y="321692"/>
                  </a:lnTo>
                  <a:lnTo>
                    <a:pt x="1233704" y="318915"/>
                  </a:lnTo>
                  <a:lnTo>
                    <a:pt x="1241562" y="316120"/>
                  </a:lnTo>
                  <a:lnTo>
                    <a:pt x="1249420" y="313306"/>
                  </a:lnTo>
                  <a:lnTo>
                    <a:pt x="1257278" y="310473"/>
                  </a:lnTo>
                  <a:lnTo>
                    <a:pt x="1265136" y="307622"/>
                  </a:lnTo>
                  <a:lnTo>
                    <a:pt x="1272994" y="304752"/>
                  </a:lnTo>
                  <a:lnTo>
                    <a:pt x="1280852" y="301863"/>
                  </a:lnTo>
                  <a:lnTo>
                    <a:pt x="1288710" y="299033"/>
                  </a:lnTo>
                  <a:lnTo>
                    <a:pt x="1296568" y="296368"/>
                  </a:lnTo>
                  <a:lnTo>
                    <a:pt x="1304426" y="293690"/>
                  </a:lnTo>
                  <a:lnTo>
                    <a:pt x="1312284" y="291002"/>
                  </a:lnTo>
                  <a:lnTo>
                    <a:pt x="1320142" y="288309"/>
                  </a:lnTo>
                  <a:lnTo>
                    <a:pt x="1328000" y="285605"/>
                  </a:lnTo>
                  <a:lnTo>
                    <a:pt x="1335858" y="282889"/>
                  </a:lnTo>
                  <a:lnTo>
                    <a:pt x="1343716" y="280161"/>
                  </a:lnTo>
                  <a:lnTo>
                    <a:pt x="1351574" y="277422"/>
                  </a:lnTo>
                  <a:lnTo>
                    <a:pt x="1359432" y="274672"/>
                  </a:lnTo>
                  <a:lnTo>
                    <a:pt x="1367290" y="271910"/>
                  </a:lnTo>
                  <a:lnTo>
                    <a:pt x="1375148" y="269137"/>
                  </a:lnTo>
                  <a:lnTo>
                    <a:pt x="1383006" y="266354"/>
                  </a:lnTo>
                  <a:lnTo>
                    <a:pt x="1390864" y="263559"/>
                  </a:lnTo>
                  <a:lnTo>
                    <a:pt x="1398722" y="260765"/>
                  </a:lnTo>
                  <a:lnTo>
                    <a:pt x="1406580" y="258035"/>
                  </a:lnTo>
                  <a:lnTo>
                    <a:pt x="1414438" y="255296"/>
                  </a:lnTo>
                  <a:lnTo>
                    <a:pt x="1422296" y="252404"/>
                  </a:lnTo>
                  <a:lnTo>
                    <a:pt x="1430154" y="249416"/>
                  </a:lnTo>
                  <a:lnTo>
                    <a:pt x="1438012" y="246532"/>
                  </a:lnTo>
                  <a:lnTo>
                    <a:pt x="1445870" y="243775"/>
                  </a:lnTo>
                  <a:lnTo>
                    <a:pt x="1453728" y="241038"/>
                  </a:lnTo>
                  <a:lnTo>
                    <a:pt x="1461586" y="238295"/>
                  </a:lnTo>
                  <a:lnTo>
                    <a:pt x="1469444" y="235538"/>
                  </a:lnTo>
                  <a:lnTo>
                    <a:pt x="1477302" y="232772"/>
                  </a:lnTo>
                  <a:lnTo>
                    <a:pt x="1485160" y="229998"/>
                  </a:lnTo>
                  <a:lnTo>
                    <a:pt x="1493018" y="227210"/>
                  </a:lnTo>
                  <a:lnTo>
                    <a:pt x="1500876" y="224059"/>
                  </a:lnTo>
                  <a:lnTo>
                    <a:pt x="1508734" y="220897"/>
                  </a:lnTo>
                  <a:lnTo>
                    <a:pt x="1516592" y="217722"/>
                  </a:lnTo>
                  <a:lnTo>
                    <a:pt x="1524450" y="214535"/>
                  </a:lnTo>
                  <a:lnTo>
                    <a:pt x="1532308" y="211524"/>
                  </a:lnTo>
                  <a:lnTo>
                    <a:pt x="1540166" y="208547"/>
                  </a:lnTo>
                  <a:lnTo>
                    <a:pt x="1548024" y="205565"/>
                  </a:lnTo>
                  <a:lnTo>
                    <a:pt x="1555882" y="202575"/>
                  </a:lnTo>
                  <a:lnTo>
                    <a:pt x="1563740" y="199578"/>
                  </a:lnTo>
                  <a:lnTo>
                    <a:pt x="1571598" y="196574"/>
                  </a:lnTo>
                  <a:lnTo>
                    <a:pt x="1579456" y="193563"/>
                  </a:lnTo>
                  <a:lnTo>
                    <a:pt x="1587314" y="190545"/>
                  </a:lnTo>
                  <a:lnTo>
                    <a:pt x="1595172" y="187475"/>
                  </a:lnTo>
                  <a:lnTo>
                    <a:pt x="1603030" y="184193"/>
                  </a:lnTo>
                  <a:lnTo>
                    <a:pt x="1610888" y="180909"/>
                  </a:lnTo>
                  <a:lnTo>
                    <a:pt x="1618746" y="177682"/>
                  </a:lnTo>
                  <a:lnTo>
                    <a:pt x="1626604" y="174745"/>
                  </a:lnTo>
                  <a:lnTo>
                    <a:pt x="1634462" y="171804"/>
                  </a:lnTo>
                  <a:lnTo>
                    <a:pt x="1642320" y="168859"/>
                  </a:lnTo>
                  <a:lnTo>
                    <a:pt x="1650178" y="165860"/>
                  </a:lnTo>
                  <a:lnTo>
                    <a:pt x="1658036" y="162510"/>
                  </a:lnTo>
                  <a:lnTo>
                    <a:pt x="1665894" y="159086"/>
                  </a:lnTo>
                  <a:lnTo>
                    <a:pt x="1673752" y="155652"/>
                  </a:lnTo>
                  <a:lnTo>
                    <a:pt x="1681610" y="152212"/>
                  </a:lnTo>
                  <a:lnTo>
                    <a:pt x="1689468" y="148770"/>
                  </a:lnTo>
                  <a:lnTo>
                    <a:pt x="1697326" y="145320"/>
                  </a:lnTo>
                  <a:lnTo>
                    <a:pt x="1705184" y="141907"/>
                  </a:lnTo>
                  <a:lnTo>
                    <a:pt x="1713042" y="138519"/>
                  </a:lnTo>
                  <a:lnTo>
                    <a:pt x="1720900" y="134901"/>
                  </a:lnTo>
                  <a:lnTo>
                    <a:pt x="1728758" y="131407"/>
                  </a:lnTo>
                  <a:lnTo>
                    <a:pt x="1736616" y="127905"/>
                  </a:lnTo>
                  <a:lnTo>
                    <a:pt x="1744474" y="124402"/>
                  </a:lnTo>
                  <a:lnTo>
                    <a:pt x="1752332" y="120897"/>
                  </a:lnTo>
                  <a:lnTo>
                    <a:pt x="1760190" y="117386"/>
                  </a:lnTo>
                  <a:lnTo>
                    <a:pt x="1768048" y="113869"/>
                  </a:lnTo>
                  <a:lnTo>
                    <a:pt x="1775906" y="110347"/>
                  </a:lnTo>
                  <a:lnTo>
                    <a:pt x="1783764" y="106821"/>
                  </a:lnTo>
                  <a:lnTo>
                    <a:pt x="1791622" y="103364"/>
                  </a:lnTo>
                  <a:lnTo>
                    <a:pt x="1799480" y="100205"/>
                  </a:lnTo>
                  <a:lnTo>
                    <a:pt x="1807338" y="97046"/>
                  </a:lnTo>
                  <a:lnTo>
                    <a:pt x="1815196" y="93684"/>
                  </a:lnTo>
                  <a:lnTo>
                    <a:pt x="1823054" y="90113"/>
                  </a:lnTo>
                  <a:lnTo>
                    <a:pt x="1830912" y="86539"/>
                  </a:lnTo>
                  <a:lnTo>
                    <a:pt x="1838770" y="82962"/>
                  </a:lnTo>
                  <a:lnTo>
                    <a:pt x="1846628" y="79382"/>
                  </a:lnTo>
                  <a:lnTo>
                    <a:pt x="1854486" y="75800"/>
                  </a:lnTo>
                  <a:lnTo>
                    <a:pt x="1862344" y="72329"/>
                  </a:lnTo>
                  <a:lnTo>
                    <a:pt x="1870202" y="68874"/>
                  </a:lnTo>
                  <a:lnTo>
                    <a:pt x="1878060" y="65419"/>
                  </a:lnTo>
                  <a:lnTo>
                    <a:pt x="1885918" y="61973"/>
                  </a:lnTo>
                  <a:lnTo>
                    <a:pt x="1893776" y="58614"/>
                  </a:lnTo>
                  <a:lnTo>
                    <a:pt x="1901634" y="55426"/>
                  </a:lnTo>
                  <a:lnTo>
                    <a:pt x="1909492" y="52240"/>
                  </a:lnTo>
                  <a:lnTo>
                    <a:pt x="1917350" y="48998"/>
                  </a:lnTo>
                  <a:lnTo>
                    <a:pt x="1925208" y="45454"/>
                  </a:lnTo>
                  <a:lnTo>
                    <a:pt x="1933066" y="41915"/>
                  </a:lnTo>
                  <a:lnTo>
                    <a:pt x="1940924" y="38377"/>
                  </a:lnTo>
                  <a:lnTo>
                    <a:pt x="1948782" y="35124"/>
                  </a:lnTo>
                  <a:lnTo>
                    <a:pt x="1956640" y="31908"/>
                  </a:lnTo>
                  <a:lnTo>
                    <a:pt x="1964498" y="28695"/>
                  </a:lnTo>
                  <a:lnTo>
                    <a:pt x="1972356" y="25487"/>
                  </a:lnTo>
                  <a:lnTo>
                    <a:pt x="1980214" y="22291"/>
                  </a:lnTo>
                  <a:lnTo>
                    <a:pt x="1988072" y="19359"/>
                  </a:lnTo>
                  <a:lnTo>
                    <a:pt x="1995930" y="16347"/>
                  </a:lnTo>
                  <a:lnTo>
                    <a:pt x="2003788" y="12714"/>
                  </a:lnTo>
                  <a:lnTo>
                    <a:pt x="2011646" y="9519"/>
                  </a:lnTo>
                  <a:lnTo>
                    <a:pt x="2019504" y="6339"/>
                  </a:lnTo>
                  <a:lnTo>
                    <a:pt x="2027362" y="3166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86414" y="2919683"/>
              <a:ext cx="2035220" cy="118100"/>
            </a:xfrm>
            <a:custGeom>
              <a:avLst/>
              <a:pathLst>
                <a:path w="2035220" h="118100">
                  <a:moveTo>
                    <a:pt x="2035220" y="0"/>
                  </a:moveTo>
                  <a:lnTo>
                    <a:pt x="2027362" y="430"/>
                  </a:lnTo>
                  <a:lnTo>
                    <a:pt x="2019504" y="859"/>
                  </a:lnTo>
                  <a:lnTo>
                    <a:pt x="2011646" y="1287"/>
                  </a:lnTo>
                  <a:lnTo>
                    <a:pt x="2003788" y="1714"/>
                  </a:lnTo>
                  <a:lnTo>
                    <a:pt x="1995930" y="2139"/>
                  </a:lnTo>
                  <a:lnTo>
                    <a:pt x="1988072" y="2564"/>
                  </a:lnTo>
                  <a:lnTo>
                    <a:pt x="1980214" y="2987"/>
                  </a:lnTo>
                  <a:lnTo>
                    <a:pt x="1972356" y="3391"/>
                  </a:lnTo>
                  <a:lnTo>
                    <a:pt x="1964498" y="3791"/>
                  </a:lnTo>
                  <a:lnTo>
                    <a:pt x="1956640" y="4190"/>
                  </a:lnTo>
                  <a:lnTo>
                    <a:pt x="1948782" y="4589"/>
                  </a:lnTo>
                  <a:lnTo>
                    <a:pt x="1940924" y="4987"/>
                  </a:lnTo>
                  <a:lnTo>
                    <a:pt x="1933066" y="5384"/>
                  </a:lnTo>
                  <a:lnTo>
                    <a:pt x="1925208" y="5780"/>
                  </a:lnTo>
                  <a:lnTo>
                    <a:pt x="1917350" y="6176"/>
                  </a:lnTo>
                  <a:lnTo>
                    <a:pt x="1909492" y="6571"/>
                  </a:lnTo>
                  <a:lnTo>
                    <a:pt x="1901634" y="6965"/>
                  </a:lnTo>
                  <a:lnTo>
                    <a:pt x="1893776" y="7358"/>
                  </a:lnTo>
                  <a:lnTo>
                    <a:pt x="1885918" y="7751"/>
                  </a:lnTo>
                  <a:lnTo>
                    <a:pt x="1878060" y="8148"/>
                  </a:lnTo>
                  <a:lnTo>
                    <a:pt x="1870202" y="8585"/>
                  </a:lnTo>
                  <a:lnTo>
                    <a:pt x="1862344" y="9021"/>
                  </a:lnTo>
                  <a:lnTo>
                    <a:pt x="1854486" y="9455"/>
                  </a:lnTo>
                  <a:lnTo>
                    <a:pt x="1846628" y="9889"/>
                  </a:lnTo>
                  <a:lnTo>
                    <a:pt x="1838770" y="10320"/>
                  </a:lnTo>
                  <a:lnTo>
                    <a:pt x="1830912" y="10751"/>
                  </a:lnTo>
                  <a:lnTo>
                    <a:pt x="1823054" y="11180"/>
                  </a:lnTo>
                  <a:lnTo>
                    <a:pt x="1815196" y="11608"/>
                  </a:lnTo>
                  <a:lnTo>
                    <a:pt x="1807338" y="12034"/>
                  </a:lnTo>
                  <a:lnTo>
                    <a:pt x="1799480" y="12453"/>
                  </a:lnTo>
                  <a:lnTo>
                    <a:pt x="1791622" y="12852"/>
                  </a:lnTo>
                  <a:lnTo>
                    <a:pt x="1783764" y="13251"/>
                  </a:lnTo>
                  <a:lnTo>
                    <a:pt x="1775906" y="13648"/>
                  </a:lnTo>
                  <a:lnTo>
                    <a:pt x="1768048" y="14044"/>
                  </a:lnTo>
                  <a:lnTo>
                    <a:pt x="1760190" y="14440"/>
                  </a:lnTo>
                  <a:lnTo>
                    <a:pt x="1752332" y="14834"/>
                  </a:lnTo>
                  <a:lnTo>
                    <a:pt x="1744474" y="15227"/>
                  </a:lnTo>
                  <a:lnTo>
                    <a:pt x="1736616" y="15619"/>
                  </a:lnTo>
                  <a:lnTo>
                    <a:pt x="1728758" y="16011"/>
                  </a:lnTo>
                  <a:lnTo>
                    <a:pt x="1720900" y="16400"/>
                  </a:lnTo>
                  <a:lnTo>
                    <a:pt x="1713042" y="16788"/>
                  </a:lnTo>
                  <a:lnTo>
                    <a:pt x="1705184" y="17175"/>
                  </a:lnTo>
                  <a:lnTo>
                    <a:pt x="1697326" y="17560"/>
                  </a:lnTo>
                  <a:lnTo>
                    <a:pt x="1689468" y="17945"/>
                  </a:lnTo>
                  <a:lnTo>
                    <a:pt x="1681610" y="18329"/>
                  </a:lnTo>
                  <a:lnTo>
                    <a:pt x="1673752" y="18712"/>
                  </a:lnTo>
                  <a:lnTo>
                    <a:pt x="1665894" y="19094"/>
                  </a:lnTo>
                  <a:lnTo>
                    <a:pt x="1658036" y="19475"/>
                  </a:lnTo>
                  <a:lnTo>
                    <a:pt x="1650178" y="19855"/>
                  </a:lnTo>
                  <a:lnTo>
                    <a:pt x="1642320" y="20234"/>
                  </a:lnTo>
                  <a:lnTo>
                    <a:pt x="1634462" y="20624"/>
                  </a:lnTo>
                  <a:lnTo>
                    <a:pt x="1626604" y="21008"/>
                  </a:lnTo>
                  <a:lnTo>
                    <a:pt x="1618746" y="21386"/>
                  </a:lnTo>
                  <a:lnTo>
                    <a:pt x="1610888" y="21763"/>
                  </a:lnTo>
                  <a:lnTo>
                    <a:pt x="1603030" y="22139"/>
                  </a:lnTo>
                  <a:lnTo>
                    <a:pt x="1595172" y="22514"/>
                  </a:lnTo>
                  <a:lnTo>
                    <a:pt x="1587314" y="22887"/>
                  </a:lnTo>
                  <a:lnTo>
                    <a:pt x="1579456" y="23260"/>
                  </a:lnTo>
                  <a:lnTo>
                    <a:pt x="1571598" y="23632"/>
                  </a:lnTo>
                  <a:lnTo>
                    <a:pt x="1563740" y="24003"/>
                  </a:lnTo>
                  <a:lnTo>
                    <a:pt x="1555882" y="24374"/>
                  </a:lnTo>
                  <a:lnTo>
                    <a:pt x="1548024" y="24743"/>
                  </a:lnTo>
                  <a:lnTo>
                    <a:pt x="1540166" y="25111"/>
                  </a:lnTo>
                  <a:lnTo>
                    <a:pt x="1532308" y="25478"/>
                  </a:lnTo>
                  <a:lnTo>
                    <a:pt x="1524450" y="25844"/>
                  </a:lnTo>
                  <a:lnTo>
                    <a:pt x="1516592" y="26209"/>
                  </a:lnTo>
                  <a:lnTo>
                    <a:pt x="1508734" y="26574"/>
                  </a:lnTo>
                  <a:lnTo>
                    <a:pt x="1500876" y="26937"/>
                  </a:lnTo>
                  <a:lnTo>
                    <a:pt x="1493018" y="27299"/>
                  </a:lnTo>
                  <a:lnTo>
                    <a:pt x="1485160" y="27661"/>
                  </a:lnTo>
                  <a:lnTo>
                    <a:pt x="1477302" y="28021"/>
                  </a:lnTo>
                  <a:lnTo>
                    <a:pt x="1469444" y="28381"/>
                  </a:lnTo>
                  <a:lnTo>
                    <a:pt x="1461586" y="28740"/>
                  </a:lnTo>
                  <a:lnTo>
                    <a:pt x="1453728" y="29097"/>
                  </a:lnTo>
                  <a:lnTo>
                    <a:pt x="1445870" y="29454"/>
                  </a:lnTo>
                  <a:lnTo>
                    <a:pt x="1438012" y="29810"/>
                  </a:lnTo>
                  <a:lnTo>
                    <a:pt x="1430154" y="30165"/>
                  </a:lnTo>
                  <a:lnTo>
                    <a:pt x="1422296" y="30518"/>
                  </a:lnTo>
                  <a:lnTo>
                    <a:pt x="1414438" y="30871"/>
                  </a:lnTo>
                  <a:lnTo>
                    <a:pt x="1406580" y="31223"/>
                  </a:lnTo>
                  <a:lnTo>
                    <a:pt x="1398722" y="31575"/>
                  </a:lnTo>
                  <a:lnTo>
                    <a:pt x="1390864" y="31925"/>
                  </a:lnTo>
                  <a:lnTo>
                    <a:pt x="1383006" y="32274"/>
                  </a:lnTo>
                  <a:lnTo>
                    <a:pt x="1375148" y="32622"/>
                  </a:lnTo>
                  <a:lnTo>
                    <a:pt x="1367290" y="32970"/>
                  </a:lnTo>
                  <a:lnTo>
                    <a:pt x="1359432" y="33316"/>
                  </a:lnTo>
                  <a:lnTo>
                    <a:pt x="1351574" y="33662"/>
                  </a:lnTo>
                  <a:lnTo>
                    <a:pt x="1343716" y="34006"/>
                  </a:lnTo>
                  <a:lnTo>
                    <a:pt x="1335858" y="34350"/>
                  </a:lnTo>
                  <a:lnTo>
                    <a:pt x="1328000" y="34693"/>
                  </a:lnTo>
                  <a:lnTo>
                    <a:pt x="1320142" y="35035"/>
                  </a:lnTo>
                  <a:lnTo>
                    <a:pt x="1312284" y="35375"/>
                  </a:lnTo>
                  <a:lnTo>
                    <a:pt x="1304426" y="35715"/>
                  </a:lnTo>
                  <a:lnTo>
                    <a:pt x="1296568" y="36054"/>
                  </a:lnTo>
                  <a:lnTo>
                    <a:pt x="1288710" y="36392"/>
                  </a:lnTo>
                  <a:lnTo>
                    <a:pt x="1280852" y="36728"/>
                  </a:lnTo>
                  <a:lnTo>
                    <a:pt x="1272994" y="37064"/>
                  </a:lnTo>
                  <a:lnTo>
                    <a:pt x="1265136" y="37400"/>
                  </a:lnTo>
                  <a:lnTo>
                    <a:pt x="1257278" y="37734"/>
                  </a:lnTo>
                  <a:lnTo>
                    <a:pt x="1249420" y="38067"/>
                  </a:lnTo>
                  <a:lnTo>
                    <a:pt x="1241562" y="38400"/>
                  </a:lnTo>
                  <a:lnTo>
                    <a:pt x="1233704" y="38731"/>
                  </a:lnTo>
                  <a:lnTo>
                    <a:pt x="1225846" y="39062"/>
                  </a:lnTo>
                  <a:lnTo>
                    <a:pt x="1217988" y="39392"/>
                  </a:lnTo>
                  <a:lnTo>
                    <a:pt x="1210130" y="39721"/>
                  </a:lnTo>
                  <a:lnTo>
                    <a:pt x="1202272" y="40049"/>
                  </a:lnTo>
                  <a:lnTo>
                    <a:pt x="1194414" y="40376"/>
                  </a:lnTo>
                  <a:lnTo>
                    <a:pt x="1186556" y="40702"/>
                  </a:lnTo>
                  <a:lnTo>
                    <a:pt x="1178698" y="41027"/>
                  </a:lnTo>
                  <a:lnTo>
                    <a:pt x="1170840" y="41352"/>
                  </a:lnTo>
                  <a:lnTo>
                    <a:pt x="1162982" y="41676"/>
                  </a:lnTo>
                  <a:lnTo>
                    <a:pt x="1155124" y="41998"/>
                  </a:lnTo>
                  <a:lnTo>
                    <a:pt x="1147266" y="42320"/>
                  </a:lnTo>
                  <a:lnTo>
                    <a:pt x="1139408" y="42641"/>
                  </a:lnTo>
                  <a:lnTo>
                    <a:pt x="1131550" y="42962"/>
                  </a:lnTo>
                  <a:lnTo>
                    <a:pt x="1123692" y="43281"/>
                  </a:lnTo>
                  <a:lnTo>
                    <a:pt x="1115834" y="43599"/>
                  </a:lnTo>
                  <a:lnTo>
                    <a:pt x="1107976" y="43917"/>
                  </a:lnTo>
                  <a:lnTo>
                    <a:pt x="1100118" y="44234"/>
                  </a:lnTo>
                  <a:lnTo>
                    <a:pt x="1092260" y="44550"/>
                  </a:lnTo>
                  <a:lnTo>
                    <a:pt x="1084402" y="44865"/>
                  </a:lnTo>
                  <a:lnTo>
                    <a:pt x="1076544" y="45179"/>
                  </a:lnTo>
                  <a:lnTo>
                    <a:pt x="1068686" y="45492"/>
                  </a:lnTo>
                  <a:lnTo>
                    <a:pt x="1060828" y="45804"/>
                  </a:lnTo>
                  <a:lnTo>
                    <a:pt x="1052970" y="46116"/>
                  </a:lnTo>
                  <a:lnTo>
                    <a:pt x="1045112" y="46427"/>
                  </a:lnTo>
                  <a:lnTo>
                    <a:pt x="1037254" y="46735"/>
                  </a:lnTo>
                  <a:lnTo>
                    <a:pt x="1029397" y="47038"/>
                  </a:lnTo>
                  <a:lnTo>
                    <a:pt x="1021539" y="47341"/>
                  </a:lnTo>
                  <a:lnTo>
                    <a:pt x="1013681" y="47643"/>
                  </a:lnTo>
                  <a:lnTo>
                    <a:pt x="1005823" y="47944"/>
                  </a:lnTo>
                  <a:lnTo>
                    <a:pt x="997965" y="48245"/>
                  </a:lnTo>
                  <a:lnTo>
                    <a:pt x="990107" y="48544"/>
                  </a:lnTo>
                  <a:lnTo>
                    <a:pt x="982249" y="48835"/>
                  </a:lnTo>
                  <a:lnTo>
                    <a:pt x="974391" y="49129"/>
                  </a:lnTo>
                  <a:lnTo>
                    <a:pt x="966533" y="49432"/>
                  </a:lnTo>
                  <a:lnTo>
                    <a:pt x="958675" y="49734"/>
                  </a:lnTo>
                  <a:lnTo>
                    <a:pt x="950817" y="50035"/>
                  </a:lnTo>
                  <a:lnTo>
                    <a:pt x="942959" y="50335"/>
                  </a:lnTo>
                  <a:lnTo>
                    <a:pt x="935101" y="50635"/>
                  </a:lnTo>
                  <a:lnTo>
                    <a:pt x="927243" y="50934"/>
                  </a:lnTo>
                  <a:lnTo>
                    <a:pt x="919385" y="51232"/>
                  </a:lnTo>
                  <a:lnTo>
                    <a:pt x="911527" y="51529"/>
                  </a:lnTo>
                  <a:lnTo>
                    <a:pt x="903669" y="51826"/>
                  </a:lnTo>
                  <a:lnTo>
                    <a:pt x="895811" y="52121"/>
                  </a:lnTo>
                  <a:lnTo>
                    <a:pt x="887953" y="52416"/>
                  </a:lnTo>
                  <a:lnTo>
                    <a:pt x="880095" y="52710"/>
                  </a:lnTo>
                  <a:lnTo>
                    <a:pt x="872237" y="53004"/>
                  </a:lnTo>
                  <a:lnTo>
                    <a:pt x="864379" y="53296"/>
                  </a:lnTo>
                  <a:lnTo>
                    <a:pt x="856521" y="53588"/>
                  </a:lnTo>
                  <a:lnTo>
                    <a:pt x="848663" y="53878"/>
                  </a:lnTo>
                  <a:lnTo>
                    <a:pt x="840805" y="54168"/>
                  </a:lnTo>
                  <a:lnTo>
                    <a:pt x="832947" y="54457"/>
                  </a:lnTo>
                  <a:lnTo>
                    <a:pt x="825089" y="54746"/>
                  </a:lnTo>
                  <a:lnTo>
                    <a:pt x="817231" y="55033"/>
                  </a:lnTo>
                  <a:lnTo>
                    <a:pt x="809373" y="55320"/>
                  </a:lnTo>
                  <a:lnTo>
                    <a:pt x="801515" y="55606"/>
                  </a:lnTo>
                  <a:lnTo>
                    <a:pt x="793657" y="55892"/>
                  </a:lnTo>
                  <a:lnTo>
                    <a:pt x="785799" y="56176"/>
                  </a:lnTo>
                  <a:lnTo>
                    <a:pt x="777941" y="56460"/>
                  </a:lnTo>
                  <a:lnTo>
                    <a:pt x="770083" y="56743"/>
                  </a:lnTo>
                  <a:lnTo>
                    <a:pt x="762225" y="57025"/>
                  </a:lnTo>
                  <a:lnTo>
                    <a:pt x="754367" y="57306"/>
                  </a:lnTo>
                  <a:lnTo>
                    <a:pt x="746509" y="57587"/>
                  </a:lnTo>
                  <a:lnTo>
                    <a:pt x="738651" y="57867"/>
                  </a:lnTo>
                  <a:lnTo>
                    <a:pt x="730793" y="58146"/>
                  </a:lnTo>
                  <a:lnTo>
                    <a:pt x="722935" y="58427"/>
                  </a:lnTo>
                  <a:lnTo>
                    <a:pt x="715077" y="58707"/>
                  </a:lnTo>
                  <a:lnTo>
                    <a:pt x="707219" y="58987"/>
                  </a:lnTo>
                  <a:lnTo>
                    <a:pt x="699361" y="59266"/>
                  </a:lnTo>
                  <a:lnTo>
                    <a:pt x="691503" y="59544"/>
                  </a:lnTo>
                  <a:lnTo>
                    <a:pt x="683645" y="59821"/>
                  </a:lnTo>
                  <a:lnTo>
                    <a:pt x="675787" y="60097"/>
                  </a:lnTo>
                  <a:lnTo>
                    <a:pt x="667929" y="60372"/>
                  </a:lnTo>
                  <a:lnTo>
                    <a:pt x="660071" y="60646"/>
                  </a:lnTo>
                  <a:lnTo>
                    <a:pt x="652213" y="60919"/>
                  </a:lnTo>
                  <a:lnTo>
                    <a:pt x="644355" y="61191"/>
                  </a:lnTo>
                  <a:lnTo>
                    <a:pt x="636497" y="61463"/>
                  </a:lnTo>
                  <a:lnTo>
                    <a:pt x="628639" y="61732"/>
                  </a:lnTo>
                  <a:lnTo>
                    <a:pt x="620781" y="61999"/>
                  </a:lnTo>
                  <a:lnTo>
                    <a:pt x="612923" y="62266"/>
                  </a:lnTo>
                  <a:lnTo>
                    <a:pt x="605065" y="62532"/>
                  </a:lnTo>
                  <a:lnTo>
                    <a:pt x="597207" y="62797"/>
                  </a:lnTo>
                  <a:lnTo>
                    <a:pt x="589349" y="63062"/>
                  </a:lnTo>
                  <a:lnTo>
                    <a:pt x="581491" y="63325"/>
                  </a:lnTo>
                  <a:lnTo>
                    <a:pt x="573633" y="63588"/>
                  </a:lnTo>
                  <a:lnTo>
                    <a:pt x="565775" y="63851"/>
                  </a:lnTo>
                  <a:lnTo>
                    <a:pt x="557917" y="64112"/>
                  </a:lnTo>
                  <a:lnTo>
                    <a:pt x="550059" y="64373"/>
                  </a:lnTo>
                  <a:lnTo>
                    <a:pt x="542201" y="64633"/>
                  </a:lnTo>
                  <a:lnTo>
                    <a:pt x="534343" y="64892"/>
                  </a:lnTo>
                  <a:lnTo>
                    <a:pt x="526485" y="65151"/>
                  </a:lnTo>
                  <a:lnTo>
                    <a:pt x="518627" y="65408"/>
                  </a:lnTo>
                  <a:lnTo>
                    <a:pt x="510769" y="65665"/>
                  </a:lnTo>
                  <a:lnTo>
                    <a:pt x="502911" y="65922"/>
                  </a:lnTo>
                  <a:lnTo>
                    <a:pt x="495053" y="66177"/>
                  </a:lnTo>
                  <a:lnTo>
                    <a:pt x="487195" y="66432"/>
                  </a:lnTo>
                  <a:lnTo>
                    <a:pt x="479337" y="66686"/>
                  </a:lnTo>
                  <a:lnTo>
                    <a:pt x="471479" y="66939"/>
                  </a:lnTo>
                  <a:lnTo>
                    <a:pt x="463621" y="67192"/>
                  </a:lnTo>
                  <a:lnTo>
                    <a:pt x="455763" y="67444"/>
                  </a:lnTo>
                  <a:lnTo>
                    <a:pt x="447905" y="67695"/>
                  </a:lnTo>
                  <a:lnTo>
                    <a:pt x="440047" y="67945"/>
                  </a:lnTo>
                  <a:lnTo>
                    <a:pt x="432189" y="68687"/>
                  </a:lnTo>
                  <a:lnTo>
                    <a:pt x="424331" y="69844"/>
                  </a:lnTo>
                  <a:lnTo>
                    <a:pt x="416473" y="70991"/>
                  </a:lnTo>
                  <a:lnTo>
                    <a:pt x="408615" y="72130"/>
                  </a:lnTo>
                  <a:lnTo>
                    <a:pt x="400757" y="73260"/>
                  </a:lnTo>
                  <a:lnTo>
                    <a:pt x="392899" y="74370"/>
                  </a:lnTo>
                  <a:lnTo>
                    <a:pt x="385041" y="75468"/>
                  </a:lnTo>
                  <a:lnTo>
                    <a:pt x="377183" y="76558"/>
                  </a:lnTo>
                  <a:lnTo>
                    <a:pt x="369325" y="77640"/>
                  </a:lnTo>
                  <a:lnTo>
                    <a:pt x="361467" y="78712"/>
                  </a:lnTo>
                  <a:lnTo>
                    <a:pt x="353609" y="79773"/>
                  </a:lnTo>
                  <a:lnTo>
                    <a:pt x="345751" y="80825"/>
                  </a:lnTo>
                  <a:lnTo>
                    <a:pt x="337893" y="81875"/>
                  </a:lnTo>
                  <a:lnTo>
                    <a:pt x="330035" y="82925"/>
                  </a:lnTo>
                  <a:lnTo>
                    <a:pt x="322177" y="83968"/>
                  </a:lnTo>
                  <a:lnTo>
                    <a:pt x="314319" y="85003"/>
                  </a:lnTo>
                  <a:lnTo>
                    <a:pt x="306461" y="86031"/>
                  </a:lnTo>
                  <a:lnTo>
                    <a:pt x="298603" y="87025"/>
                  </a:lnTo>
                  <a:lnTo>
                    <a:pt x="290745" y="88007"/>
                  </a:lnTo>
                  <a:lnTo>
                    <a:pt x="282887" y="88978"/>
                  </a:lnTo>
                  <a:lnTo>
                    <a:pt x="275029" y="89935"/>
                  </a:lnTo>
                  <a:lnTo>
                    <a:pt x="267171" y="90875"/>
                  </a:lnTo>
                  <a:lnTo>
                    <a:pt x="259313" y="91804"/>
                  </a:lnTo>
                  <a:lnTo>
                    <a:pt x="251455" y="92722"/>
                  </a:lnTo>
                  <a:lnTo>
                    <a:pt x="243597" y="93630"/>
                  </a:lnTo>
                  <a:lnTo>
                    <a:pt x="235739" y="94527"/>
                  </a:lnTo>
                  <a:lnTo>
                    <a:pt x="227881" y="95414"/>
                  </a:lnTo>
                  <a:lnTo>
                    <a:pt x="220023" y="96307"/>
                  </a:lnTo>
                  <a:lnTo>
                    <a:pt x="212165" y="97195"/>
                  </a:lnTo>
                  <a:lnTo>
                    <a:pt x="204307" y="98074"/>
                  </a:lnTo>
                  <a:lnTo>
                    <a:pt x="196449" y="98944"/>
                  </a:lnTo>
                  <a:lnTo>
                    <a:pt x="188591" y="99827"/>
                  </a:lnTo>
                  <a:lnTo>
                    <a:pt x="180733" y="100704"/>
                  </a:lnTo>
                  <a:lnTo>
                    <a:pt x="172875" y="101550"/>
                  </a:lnTo>
                  <a:lnTo>
                    <a:pt x="165017" y="102379"/>
                  </a:lnTo>
                  <a:lnTo>
                    <a:pt x="157159" y="103199"/>
                  </a:lnTo>
                  <a:lnTo>
                    <a:pt x="149301" y="104010"/>
                  </a:lnTo>
                  <a:lnTo>
                    <a:pt x="141443" y="104812"/>
                  </a:lnTo>
                  <a:lnTo>
                    <a:pt x="133585" y="105624"/>
                  </a:lnTo>
                  <a:lnTo>
                    <a:pt x="125727" y="106437"/>
                  </a:lnTo>
                  <a:lnTo>
                    <a:pt x="117869" y="107241"/>
                  </a:lnTo>
                  <a:lnTo>
                    <a:pt x="110011" y="108039"/>
                  </a:lnTo>
                  <a:lnTo>
                    <a:pt x="102153" y="108779"/>
                  </a:lnTo>
                  <a:lnTo>
                    <a:pt x="94295" y="109505"/>
                  </a:lnTo>
                  <a:lnTo>
                    <a:pt x="86437" y="110242"/>
                  </a:lnTo>
                  <a:lnTo>
                    <a:pt x="78579" y="111002"/>
                  </a:lnTo>
                  <a:lnTo>
                    <a:pt x="70721" y="111753"/>
                  </a:lnTo>
                  <a:lnTo>
                    <a:pt x="62863" y="112470"/>
                  </a:lnTo>
                  <a:lnTo>
                    <a:pt x="55005" y="113181"/>
                  </a:lnTo>
                  <a:lnTo>
                    <a:pt x="47147" y="113897"/>
                  </a:lnTo>
                  <a:lnTo>
                    <a:pt x="39289" y="114606"/>
                  </a:lnTo>
                  <a:lnTo>
                    <a:pt x="31431" y="115307"/>
                  </a:lnTo>
                  <a:lnTo>
                    <a:pt x="23573" y="116001"/>
                  </a:lnTo>
                  <a:lnTo>
                    <a:pt x="15715" y="116687"/>
                  </a:lnTo>
                  <a:lnTo>
                    <a:pt x="7857" y="117366"/>
                  </a:lnTo>
                  <a:lnTo>
                    <a:pt x="0" y="1181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1186414" y="2526405"/>
              <a:ext cx="2035220" cy="545756"/>
            </a:xfrm>
            <a:custGeom>
              <a:avLst/>
              <a:pathLst>
                <a:path w="2035220" h="545756">
                  <a:moveTo>
                    <a:pt x="0" y="490476"/>
                  </a:moveTo>
                  <a:lnTo>
                    <a:pt x="7857" y="490405"/>
                  </a:lnTo>
                  <a:lnTo>
                    <a:pt x="15715" y="490330"/>
                  </a:lnTo>
                  <a:lnTo>
                    <a:pt x="23573" y="490226"/>
                  </a:lnTo>
                  <a:lnTo>
                    <a:pt x="31431" y="490029"/>
                  </a:lnTo>
                  <a:lnTo>
                    <a:pt x="39289" y="489831"/>
                  </a:lnTo>
                  <a:lnTo>
                    <a:pt x="47147" y="489611"/>
                  </a:lnTo>
                  <a:lnTo>
                    <a:pt x="55005" y="489435"/>
                  </a:lnTo>
                  <a:lnTo>
                    <a:pt x="62863" y="489235"/>
                  </a:lnTo>
                  <a:lnTo>
                    <a:pt x="70721" y="489034"/>
                  </a:lnTo>
                  <a:lnTo>
                    <a:pt x="78579" y="488832"/>
                  </a:lnTo>
                  <a:lnTo>
                    <a:pt x="86437" y="488630"/>
                  </a:lnTo>
                  <a:lnTo>
                    <a:pt x="94295" y="488425"/>
                  </a:lnTo>
                  <a:lnTo>
                    <a:pt x="102153" y="488196"/>
                  </a:lnTo>
                  <a:lnTo>
                    <a:pt x="110011" y="487860"/>
                  </a:lnTo>
                  <a:lnTo>
                    <a:pt x="117869" y="487563"/>
                  </a:lnTo>
                  <a:lnTo>
                    <a:pt x="125727" y="487434"/>
                  </a:lnTo>
                  <a:lnTo>
                    <a:pt x="133585" y="487266"/>
                  </a:lnTo>
                  <a:lnTo>
                    <a:pt x="141443" y="487047"/>
                  </a:lnTo>
                  <a:lnTo>
                    <a:pt x="149301" y="486740"/>
                  </a:lnTo>
                  <a:lnTo>
                    <a:pt x="157159" y="486598"/>
                  </a:lnTo>
                  <a:lnTo>
                    <a:pt x="165017" y="486434"/>
                  </a:lnTo>
                  <a:lnTo>
                    <a:pt x="172875" y="486144"/>
                  </a:lnTo>
                  <a:lnTo>
                    <a:pt x="180733" y="485925"/>
                  </a:lnTo>
                  <a:lnTo>
                    <a:pt x="188591" y="485579"/>
                  </a:lnTo>
                  <a:lnTo>
                    <a:pt x="196449" y="485394"/>
                  </a:lnTo>
                  <a:lnTo>
                    <a:pt x="204307" y="485162"/>
                  </a:lnTo>
                  <a:lnTo>
                    <a:pt x="212165" y="484907"/>
                  </a:lnTo>
                  <a:lnTo>
                    <a:pt x="220023" y="484647"/>
                  </a:lnTo>
                  <a:lnTo>
                    <a:pt x="227881" y="484384"/>
                  </a:lnTo>
                  <a:lnTo>
                    <a:pt x="235739" y="484123"/>
                  </a:lnTo>
                  <a:lnTo>
                    <a:pt x="243597" y="483947"/>
                  </a:lnTo>
                  <a:lnTo>
                    <a:pt x="251455" y="483593"/>
                  </a:lnTo>
                  <a:lnTo>
                    <a:pt x="259313" y="483305"/>
                  </a:lnTo>
                  <a:lnTo>
                    <a:pt x="267171" y="483054"/>
                  </a:lnTo>
                  <a:lnTo>
                    <a:pt x="275029" y="482663"/>
                  </a:lnTo>
                  <a:lnTo>
                    <a:pt x="282887" y="482266"/>
                  </a:lnTo>
                  <a:lnTo>
                    <a:pt x="290745" y="481800"/>
                  </a:lnTo>
                  <a:lnTo>
                    <a:pt x="298603" y="481325"/>
                  </a:lnTo>
                  <a:lnTo>
                    <a:pt x="306461" y="480898"/>
                  </a:lnTo>
                  <a:lnTo>
                    <a:pt x="314319" y="480478"/>
                  </a:lnTo>
                  <a:lnTo>
                    <a:pt x="322177" y="480196"/>
                  </a:lnTo>
                  <a:lnTo>
                    <a:pt x="330035" y="479912"/>
                  </a:lnTo>
                  <a:lnTo>
                    <a:pt x="337893" y="479564"/>
                  </a:lnTo>
                  <a:lnTo>
                    <a:pt x="345751" y="479321"/>
                  </a:lnTo>
                  <a:lnTo>
                    <a:pt x="353609" y="479052"/>
                  </a:lnTo>
                  <a:lnTo>
                    <a:pt x="361467" y="478786"/>
                  </a:lnTo>
                  <a:lnTo>
                    <a:pt x="369325" y="478523"/>
                  </a:lnTo>
                  <a:lnTo>
                    <a:pt x="377183" y="478231"/>
                  </a:lnTo>
                  <a:lnTo>
                    <a:pt x="385041" y="477994"/>
                  </a:lnTo>
                  <a:lnTo>
                    <a:pt x="392899" y="477616"/>
                  </a:lnTo>
                  <a:lnTo>
                    <a:pt x="400757" y="477357"/>
                  </a:lnTo>
                  <a:lnTo>
                    <a:pt x="408615" y="476891"/>
                  </a:lnTo>
                  <a:lnTo>
                    <a:pt x="416473" y="476314"/>
                  </a:lnTo>
                  <a:lnTo>
                    <a:pt x="424331" y="475744"/>
                  </a:lnTo>
                  <a:lnTo>
                    <a:pt x="432189" y="475367"/>
                  </a:lnTo>
                  <a:lnTo>
                    <a:pt x="440047" y="474858"/>
                  </a:lnTo>
                  <a:lnTo>
                    <a:pt x="447905" y="474435"/>
                  </a:lnTo>
                  <a:lnTo>
                    <a:pt x="455763" y="473902"/>
                  </a:lnTo>
                  <a:lnTo>
                    <a:pt x="463621" y="473522"/>
                  </a:lnTo>
                  <a:lnTo>
                    <a:pt x="471479" y="473094"/>
                  </a:lnTo>
                  <a:lnTo>
                    <a:pt x="479337" y="472693"/>
                  </a:lnTo>
                  <a:lnTo>
                    <a:pt x="487195" y="472071"/>
                  </a:lnTo>
                  <a:lnTo>
                    <a:pt x="495053" y="471406"/>
                  </a:lnTo>
                  <a:lnTo>
                    <a:pt x="502911" y="470686"/>
                  </a:lnTo>
                  <a:lnTo>
                    <a:pt x="510769" y="470423"/>
                  </a:lnTo>
                  <a:lnTo>
                    <a:pt x="518627" y="469899"/>
                  </a:lnTo>
                  <a:lnTo>
                    <a:pt x="526485" y="469314"/>
                  </a:lnTo>
                  <a:lnTo>
                    <a:pt x="534343" y="468723"/>
                  </a:lnTo>
                  <a:lnTo>
                    <a:pt x="542201" y="467998"/>
                  </a:lnTo>
                  <a:lnTo>
                    <a:pt x="550059" y="467462"/>
                  </a:lnTo>
                  <a:lnTo>
                    <a:pt x="557917" y="466714"/>
                  </a:lnTo>
                  <a:lnTo>
                    <a:pt x="565775" y="466020"/>
                  </a:lnTo>
                  <a:lnTo>
                    <a:pt x="573633" y="465249"/>
                  </a:lnTo>
                  <a:lnTo>
                    <a:pt x="581491" y="464534"/>
                  </a:lnTo>
                  <a:lnTo>
                    <a:pt x="589349" y="463772"/>
                  </a:lnTo>
                  <a:lnTo>
                    <a:pt x="597207" y="462918"/>
                  </a:lnTo>
                  <a:lnTo>
                    <a:pt x="605065" y="462101"/>
                  </a:lnTo>
                  <a:lnTo>
                    <a:pt x="612923" y="461293"/>
                  </a:lnTo>
                  <a:lnTo>
                    <a:pt x="620781" y="460452"/>
                  </a:lnTo>
                  <a:lnTo>
                    <a:pt x="628639" y="459451"/>
                  </a:lnTo>
                  <a:lnTo>
                    <a:pt x="636497" y="458746"/>
                  </a:lnTo>
                  <a:lnTo>
                    <a:pt x="644355" y="457618"/>
                  </a:lnTo>
                  <a:lnTo>
                    <a:pt x="652213" y="456648"/>
                  </a:lnTo>
                  <a:lnTo>
                    <a:pt x="660071" y="455924"/>
                  </a:lnTo>
                  <a:lnTo>
                    <a:pt x="667929" y="455126"/>
                  </a:lnTo>
                  <a:lnTo>
                    <a:pt x="675787" y="454009"/>
                  </a:lnTo>
                  <a:lnTo>
                    <a:pt x="683645" y="453203"/>
                  </a:lnTo>
                  <a:lnTo>
                    <a:pt x="691503" y="452496"/>
                  </a:lnTo>
                  <a:lnTo>
                    <a:pt x="699361" y="451543"/>
                  </a:lnTo>
                  <a:lnTo>
                    <a:pt x="707219" y="450378"/>
                  </a:lnTo>
                  <a:lnTo>
                    <a:pt x="715077" y="449104"/>
                  </a:lnTo>
                  <a:lnTo>
                    <a:pt x="722935" y="447845"/>
                  </a:lnTo>
                  <a:lnTo>
                    <a:pt x="730793" y="446430"/>
                  </a:lnTo>
                  <a:lnTo>
                    <a:pt x="738651" y="445276"/>
                  </a:lnTo>
                  <a:lnTo>
                    <a:pt x="746509" y="443948"/>
                  </a:lnTo>
                  <a:lnTo>
                    <a:pt x="754367" y="442473"/>
                  </a:lnTo>
                  <a:lnTo>
                    <a:pt x="762225" y="440978"/>
                  </a:lnTo>
                  <a:lnTo>
                    <a:pt x="770083" y="439545"/>
                  </a:lnTo>
                  <a:lnTo>
                    <a:pt x="777941" y="438049"/>
                  </a:lnTo>
                  <a:lnTo>
                    <a:pt x="785799" y="436785"/>
                  </a:lnTo>
                  <a:lnTo>
                    <a:pt x="793657" y="435505"/>
                  </a:lnTo>
                  <a:lnTo>
                    <a:pt x="801515" y="434211"/>
                  </a:lnTo>
                  <a:lnTo>
                    <a:pt x="809373" y="432774"/>
                  </a:lnTo>
                  <a:lnTo>
                    <a:pt x="817231" y="430808"/>
                  </a:lnTo>
                  <a:lnTo>
                    <a:pt x="825089" y="429531"/>
                  </a:lnTo>
                  <a:lnTo>
                    <a:pt x="832947" y="428144"/>
                  </a:lnTo>
                  <a:lnTo>
                    <a:pt x="840805" y="426520"/>
                  </a:lnTo>
                  <a:lnTo>
                    <a:pt x="848663" y="425144"/>
                  </a:lnTo>
                  <a:lnTo>
                    <a:pt x="856521" y="423650"/>
                  </a:lnTo>
                  <a:lnTo>
                    <a:pt x="864379" y="422486"/>
                  </a:lnTo>
                  <a:lnTo>
                    <a:pt x="872237" y="421146"/>
                  </a:lnTo>
                  <a:lnTo>
                    <a:pt x="880095" y="419676"/>
                  </a:lnTo>
                  <a:lnTo>
                    <a:pt x="887953" y="418415"/>
                  </a:lnTo>
                  <a:lnTo>
                    <a:pt x="895811" y="417029"/>
                  </a:lnTo>
                  <a:lnTo>
                    <a:pt x="903669" y="415552"/>
                  </a:lnTo>
                  <a:lnTo>
                    <a:pt x="911527" y="413655"/>
                  </a:lnTo>
                  <a:lnTo>
                    <a:pt x="919385" y="411734"/>
                  </a:lnTo>
                  <a:lnTo>
                    <a:pt x="927243" y="409795"/>
                  </a:lnTo>
                  <a:lnTo>
                    <a:pt x="935101" y="408227"/>
                  </a:lnTo>
                  <a:lnTo>
                    <a:pt x="942959" y="406656"/>
                  </a:lnTo>
                  <a:lnTo>
                    <a:pt x="950817" y="405070"/>
                  </a:lnTo>
                  <a:lnTo>
                    <a:pt x="958675" y="403469"/>
                  </a:lnTo>
                  <a:lnTo>
                    <a:pt x="966533" y="401620"/>
                  </a:lnTo>
                  <a:lnTo>
                    <a:pt x="974391" y="399891"/>
                  </a:lnTo>
                  <a:lnTo>
                    <a:pt x="982249" y="398238"/>
                  </a:lnTo>
                  <a:lnTo>
                    <a:pt x="990107" y="396579"/>
                  </a:lnTo>
                  <a:lnTo>
                    <a:pt x="997965" y="394704"/>
                  </a:lnTo>
                  <a:lnTo>
                    <a:pt x="1005823" y="392593"/>
                  </a:lnTo>
                  <a:lnTo>
                    <a:pt x="1013681" y="390520"/>
                  </a:lnTo>
                  <a:lnTo>
                    <a:pt x="1021539" y="388826"/>
                  </a:lnTo>
                  <a:lnTo>
                    <a:pt x="1029397" y="387119"/>
                  </a:lnTo>
                  <a:lnTo>
                    <a:pt x="1037254" y="385402"/>
                  </a:lnTo>
                  <a:lnTo>
                    <a:pt x="1045112" y="383605"/>
                  </a:lnTo>
                  <a:lnTo>
                    <a:pt x="1052970" y="381585"/>
                  </a:lnTo>
                  <a:lnTo>
                    <a:pt x="1060828" y="379544"/>
                  </a:lnTo>
                  <a:lnTo>
                    <a:pt x="1068686" y="377483"/>
                  </a:lnTo>
                  <a:lnTo>
                    <a:pt x="1076544" y="375401"/>
                  </a:lnTo>
                  <a:lnTo>
                    <a:pt x="1084402" y="373299"/>
                  </a:lnTo>
                  <a:lnTo>
                    <a:pt x="1092260" y="371001"/>
                  </a:lnTo>
                  <a:lnTo>
                    <a:pt x="1100118" y="368473"/>
                  </a:lnTo>
                  <a:lnTo>
                    <a:pt x="1107976" y="366442"/>
                  </a:lnTo>
                  <a:lnTo>
                    <a:pt x="1115834" y="364666"/>
                  </a:lnTo>
                  <a:lnTo>
                    <a:pt x="1123692" y="362470"/>
                  </a:lnTo>
                  <a:lnTo>
                    <a:pt x="1131550" y="360241"/>
                  </a:lnTo>
                  <a:lnTo>
                    <a:pt x="1139408" y="358091"/>
                  </a:lnTo>
                  <a:lnTo>
                    <a:pt x="1147266" y="355878"/>
                  </a:lnTo>
                  <a:lnTo>
                    <a:pt x="1155124" y="353675"/>
                  </a:lnTo>
                  <a:lnTo>
                    <a:pt x="1162982" y="351580"/>
                  </a:lnTo>
                  <a:lnTo>
                    <a:pt x="1170840" y="349408"/>
                  </a:lnTo>
                  <a:lnTo>
                    <a:pt x="1178698" y="347214"/>
                  </a:lnTo>
                  <a:lnTo>
                    <a:pt x="1186556" y="345005"/>
                  </a:lnTo>
                  <a:lnTo>
                    <a:pt x="1194414" y="342663"/>
                  </a:lnTo>
                  <a:lnTo>
                    <a:pt x="1202272" y="340366"/>
                  </a:lnTo>
                  <a:lnTo>
                    <a:pt x="1210130" y="338046"/>
                  </a:lnTo>
                  <a:lnTo>
                    <a:pt x="1217988" y="335705"/>
                  </a:lnTo>
                  <a:lnTo>
                    <a:pt x="1225846" y="333340"/>
                  </a:lnTo>
                  <a:lnTo>
                    <a:pt x="1233704" y="330302"/>
                  </a:lnTo>
                  <a:lnTo>
                    <a:pt x="1241562" y="327235"/>
                  </a:lnTo>
                  <a:lnTo>
                    <a:pt x="1249420" y="324692"/>
                  </a:lnTo>
                  <a:lnTo>
                    <a:pt x="1257278" y="322553"/>
                  </a:lnTo>
                  <a:lnTo>
                    <a:pt x="1265136" y="320402"/>
                  </a:lnTo>
                  <a:lnTo>
                    <a:pt x="1272994" y="318241"/>
                  </a:lnTo>
                  <a:lnTo>
                    <a:pt x="1280852" y="316070"/>
                  </a:lnTo>
                  <a:lnTo>
                    <a:pt x="1288710" y="313711"/>
                  </a:lnTo>
                  <a:lnTo>
                    <a:pt x="1296568" y="311163"/>
                  </a:lnTo>
                  <a:lnTo>
                    <a:pt x="1304426" y="308594"/>
                  </a:lnTo>
                  <a:lnTo>
                    <a:pt x="1312284" y="306003"/>
                  </a:lnTo>
                  <a:lnTo>
                    <a:pt x="1320142" y="303390"/>
                  </a:lnTo>
                  <a:lnTo>
                    <a:pt x="1328000" y="300540"/>
                  </a:lnTo>
                  <a:lnTo>
                    <a:pt x="1335858" y="297536"/>
                  </a:lnTo>
                  <a:lnTo>
                    <a:pt x="1343716" y="294801"/>
                  </a:lnTo>
                  <a:lnTo>
                    <a:pt x="1351574" y="292295"/>
                  </a:lnTo>
                  <a:lnTo>
                    <a:pt x="1359432" y="289773"/>
                  </a:lnTo>
                  <a:lnTo>
                    <a:pt x="1367290" y="287199"/>
                  </a:lnTo>
                  <a:lnTo>
                    <a:pt x="1375148" y="284418"/>
                  </a:lnTo>
                  <a:lnTo>
                    <a:pt x="1383006" y="281625"/>
                  </a:lnTo>
                  <a:lnTo>
                    <a:pt x="1390864" y="278813"/>
                  </a:lnTo>
                  <a:lnTo>
                    <a:pt x="1398722" y="275979"/>
                  </a:lnTo>
                  <a:lnTo>
                    <a:pt x="1406580" y="273124"/>
                  </a:lnTo>
                  <a:lnTo>
                    <a:pt x="1414438" y="270247"/>
                  </a:lnTo>
                  <a:lnTo>
                    <a:pt x="1422296" y="267349"/>
                  </a:lnTo>
                  <a:lnTo>
                    <a:pt x="1430154" y="264429"/>
                  </a:lnTo>
                  <a:lnTo>
                    <a:pt x="1438012" y="261488"/>
                  </a:lnTo>
                  <a:lnTo>
                    <a:pt x="1445870" y="258526"/>
                  </a:lnTo>
                  <a:lnTo>
                    <a:pt x="1453728" y="255543"/>
                  </a:lnTo>
                  <a:lnTo>
                    <a:pt x="1461586" y="252539"/>
                  </a:lnTo>
                  <a:lnTo>
                    <a:pt x="1469444" y="249513"/>
                  </a:lnTo>
                  <a:lnTo>
                    <a:pt x="1477302" y="246467"/>
                  </a:lnTo>
                  <a:lnTo>
                    <a:pt x="1485160" y="243541"/>
                  </a:lnTo>
                  <a:lnTo>
                    <a:pt x="1493018" y="240687"/>
                  </a:lnTo>
                  <a:lnTo>
                    <a:pt x="1500876" y="237819"/>
                  </a:lnTo>
                  <a:lnTo>
                    <a:pt x="1508734" y="234938"/>
                  </a:lnTo>
                  <a:lnTo>
                    <a:pt x="1516592" y="232043"/>
                  </a:lnTo>
                  <a:lnTo>
                    <a:pt x="1524450" y="229136"/>
                  </a:lnTo>
                  <a:lnTo>
                    <a:pt x="1532308" y="226218"/>
                  </a:lnTo>
                  <a:lnTo>
                    <a:pt x="1540166" y="223302"/>
                  </a:lnTo>
                  <a:lnTo>
                    <a:pt x="1548024" y="220374"/>
                  </a:lnTo>
                  <a:lnTo>
                    <a:pt x="1555882" y="217435"/>
                  </a:lnTo>
                  <a:lnTo>
                    <a:pt x="1563740" y="214485"/>
                  </a:lnTo>
                  <a:lnTo>
                    <a:pt x="1571598" y="211417"/>
                  </a:lnTo>
                  <a:lnTo>
                    <a:pt x="1579456" y="208409"/>
                  </a:lnTo>
                  <a:lnTo>
                    <a:pt x="1587314" y="205291"/>
                  </a:lnTo>
                  <a:lnTo>
                    <a:pt x="1595172" y="201802"/>
                  </a:lnTo>
                  <a:lnTo>
                    <a:pt x="1603030" y="198296"/>
                  </a:lnTo>
                  <a:lnTo>
                    <a:pt x="1610888" y="194774"/>
                  </a:lnTo>
                  <a:lnTo>
                    <a:pt x="1618746" y="191236"/>
                  </a:lnTo>
                  <a:lnTo>
                    <a:pt x="1626604" y="187682"/>
                  </a:lnTo>
                  <a:lnTo>
                    <a:pt x="1634462" y="184113"/>
                  </a:lnTo>
                  <a:lnTo>
                    <a:pt x="1642320" y="180543"/>
                  </a:lnTo>
                  <a:lnTo>
                    <a:pt x="1650178" y="177294"/>
                  </a:lnTo>
                  <a:lnTo>
                    <a:pt x="1658036" y="174268"/>
                  </a:lnTo>
                  <a:lnTo>
                    <a:pt x="1665894" y="171232"/>
                  </a:lnTo>
                  <a:lnTo>
                    <a:pt x="1673752" y="168189"/>
                  </a:lnTo>
                  <a:lnTo>
                    <a:pt x="1681610" y="165139"/>
                  </a:lnTo>
                  <a:lnTo>
                    <a:pt x="1689468" y="162084"/>
                  </a:lnTo>
                  <a:lnTo>
                    <a:pt x="1697326" y="159041"/>
                  </a:lnTo>
                  <a:lnTo>
                    <a:pt x="1705184" y="155992"/>
                  </a:lnTo>
                  <a:lnTo>
                    <a:pt x="1713042" y="152927"/>
                  </a:lnTo>
                  <a:lnTo>
                    <a:pt x="1720900" y="149763"/>
                  </a:lnTo>
                  <a:lnTo>
                    <a:pt x="1728758" y="145993"/>
                  </a:lnTo>
                  <a:lnTo>
                    <a:pt x="1736616" y="142205"/>
                  </a:lnTo>
                  <a:lnTo>
                    <a:pt x="1744474" y="138624"/>
                  </a:lnTo>
                  <a:lnTo>
                    <a:pt x="1752332" y="135338"/>
                  </a:lnTo>
                  <a:lnTo>
                    <a:pt x="1760190" y="131614"/>
                  </a:lnTo>
                  <a:lnTo>
                    <a:pt x="1768048" y="127876"/>
                  </a:lnTo>
                  <a:lnTo>
                    <a:pt x="1775906" y="124124"/>
                  </a:lnTo>
                  <a:lnTo>
                    <a:pt x="1783764" y="120359"/>
                  </a:lnTo>
                  <a:lnTo>
                    <a:pt x="1791622" y="116544"/>
                  </a:lnTo>
                  <a:lnTo>
                    <a:pt x="1799480" y="112693"/>
                  </a:lnTo>
                  <a:lnTo>
                    <a:pt x="1807338" y="108831"/>
                  </a:lnTo>
                  <a:lnTo>
                    <a:pt x="1815196" y="104956"/>
                  </a:lnTo>
                  <a:lnTo>
                    <a:pt x="1823054" y="101070"/>
                  </a:lnTo>
                  <a:lnTo>
                    <a:pt x="1830912" y="97185"/>
                  </a:lnTo>
                  <a:lnTo>
                    <a:pt x="1838770" y="93290"/>
                  </a:lnTo>
                  <a:lnTo>
                    <a:pt x="1846628" y="89385"/>
                  </a:lnTo>
                  <a:lnTo>
                    <a:pt x="1854486" y="85471"/>
                  </a:lnTo>
                  <a:lnTo>
                    <a:pt x="1862344" y="81665"/>
                  </a:lnTo>
                  <a:lnTo>
                    <a:pt x="1870202" y="78118"/>
                  </a:lnTo>
                  <a:lnTo>
                    <a:pt x="1878060" y="74340"/>
                  </a:lnTo>
                  <a:lnTo>
                    <a:pt x="1885918" y="70439"/>
                  </a:lnTo>
                  <a:lnTo>
                    <a:pt x="1893776" y="66530"/>
                  </a:lnTo>
                  <a:lnTo>
                    <a:pt x="1901634" y="62625"/>
                  </a:lnTo>
                  <a:lnTo>
                    <a:pt x="1909492" y="58879"/>
                  </a:lnTo>
                  <a:lnTo>
                    <a:pt x="1917350" y="54950"/>
                  </a:lnTo>
                  <a:lnTo>
                    <a:pt x="1925208" y="51014"/>
                  </a:lnTo>
                  <a:lnTo>
                    <a:pt x="1933066" y="47076"/>
                  </a:lnTo>
                  <a:lnTo>
                    <a:pt x="1940924" y="43134"/>
                  </a:lnTo>
                  <a:lnTo>
                    <a:pt x="1948782" y="39191"/>
                  </a:lnTo>
                  <a:lnTo>
                    <a:pt x="1956640" y="35246"/>
                  </a:lnTo>
                  <a:lnTo>
                    <a:pt x="1964498" y="31299"/>
                  </a:lnTo>
                  <a:lnTo>
                    <a:pt x="1972356" y="27352"/>
                  </a:lnTo>
                  <a:lnTo>
                    <a:pt x="1980214" y="23609"/>
                  </a:lnTo>
                  <a:lnTo>
                    <a:pt x="1988072" y="20476"/>
                  </a:lnTo>
                  <a:lnTo>
                    <a:pt x="1995930" y="17345"/>
                  </a:lnTo>
                  <a:lnTo>
                    <a:pt x="2003788" y="14216"/>
                  </a:lnTo>
                  <a:lnTo>
                    <a:pt x="2011646" y="11089"/>
                  </a:lnTo>
                  <a:lnTo>
                    <a:pt x="2019504" y="7767"/>
                  </a:lnTo>
                  <a:lnTo>
                    <a:pt x="2027362" y="3879"/>
                  </a:lnTo>
                  <a:lnTo>
                    <a:pt x="2035220" y="0"/>
                  </a:lnTo>
                  <a:lnTo>
                    <a:pt x="2035220" y="485718"/>
                  </a:lnTo>
                  <a:lnTo>
                    <a:pt x="2027362" y="485786"/>
                  </a:lnTo>
                  <a:lnTo>
                    <a:pt x="2019504" y="485839"/>
                  </a:lnTo>
                  <a:lnTo>
                    <a:pt x="2011646" y="485874"/>
                  </a:lnTo>
                  <a:lnTo>
                    <a:pt x="2003788" y="485909"/>
                  </a:lnTo>
                  <a:lnTo>
                    <a:pt x="1995930" y="485944"/>
                  </a:lnTo>
                  <a:lnTo>
                    <a:pt x="1988072" y="485979"/>
                  </a:lnTo>
                  <a:lnTo>
                    <a:pt x="1980214" y="486014"/>
                  </a:lnTo>
                  <a:lnTo>
                    <a:pt x="1972356" y="486075"/>
                  </a:lnTo>
                  <a:lnTo>
                    <a:pt x="1964498" y="486338"/>
                  </a:lnTo>
                  <a:lnTo>
                    <a:pt x="1956640" y="486413"/>
                  </a:lnTo>
                  <a:lnTo>
                    <a:pt x="1948782" y="486488"/>
                  </a:lnTo>
                  <a:lnTo>
                    <a:pt x="1940924" y="486563"/>
                  </a:lnTo>
                  <a:lnTo>
                    <a:pt x="1933066" y="486634"/>
                  </a:lnTo>
                  <a:lnTo>
                    <a:pt x="1925208" y="486702"/>
                  </a:lnTo>
                  <a:lnTo>
                    <a:pt x="1917350" y="486769"/>
                  </a:lnTo>
                  <a:lnTo>
                    <a:pt x="1909492" y="486837"/>
                  </a:lnTo>
                  <a:lnTo>
                    <a:pt x="1901634" y="486904"/>
                  </a:lnTo>
                  <a:lnTo>
                    <a:pt x="1893776" y="486972"/>
                  </a:lnTo>
                  <a:lnTo>
                    <a:pt x="1885918" y="487039"/>
                  </a:lnTo>
                  <a:lnTo>
                    <a:pt x="1878060" y="487106"/>
                  </a:lnTo>
                  <a:lnTo>
                    <a:pt x="1870202" y="487174"/>
                  </a:lnTo>
                  <a:lnTo>
                    <a:pt x="1862344" y="487241"/>
                  </a:lnTo>
                  <a:lnTo>
                    <a:pt x="1854486" y="487308"/>
                  </a:lnTo>
                  <a:lnTo>
                    <a:pt x="1846628" y="487375"/>
                  </a:lnTo>
                  <a:lnTo>
                    <a:pt x="1838770" y="487454"/>
                  </a:lnTo>
                  <a:lnTo>
                    <a:pt x="1830912" y="487579"/>
                  </a:lnTo>
                  <a:lnTo>
                    <a:pt x="1823054" y="487705"/>
                  </a:lnTo>
                  <a:lnTo>
                    <a:pt x="1815196" y="487830"/>
                  </a:lnTo>
                  <a:lnTo>
                    <a:pt x="1807338" y="487955"/>
                  </a:lnTo>
                  <a:lnTo>
                    <a:pt x="1799480" y="488079"/>
                  </a:lnTo>
                  <a:lnTo>
                    <a:pt x="1791622" y="488204"/>
                  </a:lnTo>
                  <a:lnTo>
                    <a:pt x="1783764" y="488328"/>
                  </a:lnTo>
                  <a:lnTo>
                    <a:pt x="1775906" y="488452"/>
                  </a:lnTo>
                  <a:lnTo>
                    <a:pt x="1768048" y="488576"/>
                  </a:lnTo>
                  <a:lnTo>
                    <a:pt x="1760190" y="488684"/>
                  </a:lnTo>
                  <a:lnTo>
                    <a:pt x="1752332" y="488736"/>
                  </a:lnTo>
                  <a:lnTo>
                    <a:pt x="1744474" y="488786"/>
                  </a:lnTo>
                  <a:lnTo>
                    <a:pt x="1736616" y="488835"/>
                  </a:lnTo>
                  <a:lnTo>
                    <a:pt x="1728758" y="488885"/>
                  </a:lnTo>
                  <a:lnTo>
                    <a:pt x="1720900" y="488997"/>
                  </a:lnTo>
                  <a:lnTo>
                    <a:pt x="1713042" y="489040"/>
                  </a:lnTo>
                  <a:lnTo>
                    <a:pt x="1705184" y="489084"/>
                  </a:lnTo>
                  <a:lnTo>
                    <a:pt x="1697326" y="489128"/>
                  </a:lnTo>
                  <a:lnTo>
                    <a:pt x="1689468" y="489169"/>
                  </a:lnTo>
                  <a:lnTo>
                    <a:pt x="1681610" y="489210"/>
                  </a:lnTo>
                  <a:lnTo>
                    <a:pt x="1673752" y="489251"/>
                  </a:lnTo>
                  <a:lnTo>
                    <a:pt x="1665894" y="489301"/>
                  </a:lnTo>
                  <a:lnTo>
                    <a:pt x="1658036" y="489348"/>
                  </a:lnTo>
                  <a:lnTo>
                    <a:pt x="1650178" y="489396"/>
                  </a:lnTo>
                  <a:lnTo>
                    <a:pt x="1642320" y="489443"/>
                  </a:lnTo>
                  <a:lnTo>
                    <a:pt x="1634462" y="489490"/>
                  </a:lnTo>
                  <a:lnTo>
                    <a:pt x="1626604" y="489538"/>
                  </a:lnTo>
                  <a:lnTo>
                    <a:pt x="1618746" y="489585"/>
                  </a:lnTo>
                  <a:lnTo>
                    <a:pt x="1610888" y="489632"/>
                  </a:lnTo>
                  <a:lnTo>
                    <a:pt x="1603030" y="489688"/>
                  </a:lnTo>
                  <a:lnTo>
                    <a:pt x="1595172" y="489803"/>
                  </a:lnTo>
                  <a:lnTo>
                    <a:pt x="1587314" y="489921"/>
                  </a:lnTo>
                  <a:lnTo>
                    <a:pt x="1579456" y="490201"/>
                  </a:lnTo>
                  <a:lnTo>
                    <a:pt x="1571598" y="490432"/>
                  </a:lnTo>
                  <a:lnTo>
                    <a:pt x="1563740" y="490661"/>
                  </a:lnTo>
                  <a:lnTo>
                    <a:pt x="1555882" y="490882"/>
                  </a:lnTo>
                  <a:lnTo>
                    <a:pt x="1548024" y="491032"/>
                  </a:lnTo>
                  <a:lnTo>
                    <a:pt x="1540166" y="491073"/>
                  </a:lnTo>
                  <a:lnTo>
                    <a:pt x="1532308" y="491113"/>
                  </a:lnTo>
                  <a:lnTo>
                    <a:pt x="1524450" y="491152"/>
                  </a:lnTo>
                  <a:lnTo>
                    <a:pt x="1516592" y="491192"/>
                  </a:lnTo>
                  <a:lnTo>
                    <a:pt x="1508734" y="491231"/>
                  </a:lnTo>
                  <a:lnTo>
                    <a:pt x="1500876" y="491270"/>
                  </a:lnTo>
                  <a:lnTo>
                    <a:pt x="1493018" y="491340"/>
                  </a:lnTo>
                  <a:lnTo>
                    <a:pt x="1485160" y="491455"/>
                  </a:lnTo>
                  <a:lnTo>
                    <a:pt x="1477302" y="491570"/>
                  </a:lnTo>
                  <a:lnTo>
                    <a:pt x="1469444" y="491633"/>
                  </a:lnTo>
                  <a:lnTo>
                    <a:pt x="1461586" y="491803"/>
                  </a:lnTo>
                  <a:lnTo>
                    <a:pt x="1453728" y="491922"/>
                  </a:lnTo>
                  <a:lnTo>
                    <a:pt x="1445870" y="492040"/>
                  </a:lnTo>
                  <a:lnTo>
                    <a:pt x="1438012" y="492158"/>
                  </a:lnTo>
                  <a:lnTo>
                    <a:pt x="1430154" y="492355"/>
                  </a:lnTo>
                  <a:lnTo>
                    <a:pt x="1422296" y="492546"/>
                  </a:lnTo>
                  <a:lnTo>
                    <a:pt x="1414438" y="492568"/>
                  </a:lnTo>
                  <a:lnTo>
                    <a:pt x="1406580" y="492621"/>
                  </a:lnTo>
                  <a:lnTo>
                    <a:pt x="1398722" y="492738"/>
                  </a:lnTo>
                  <a:lnTo>
                    <a:pt x="1390864" y="492855"/>
                  </a:lnTo>
                  <a:lnTo>
                    <a:pt x="1383006" y="492971"/>
                  </a:lnTo>
                  <a:lnTo>
                    <a:pt x="1375148" y="493088"/>
                  </a:lnTo>
                  <a:lnTo>
                    <a:pt x="1367290" y="493204"/>
                  </a:lnTo>
                  <a:lnTo>
                    <a:pt x="1359432" y="493320"/>
                  </a:lnTo>
                  <a:lnTo>
                    <a:pt x="1351574" y="493436"/>
                  </a:lnTo>
                  <a:lnTo>
                    <a:pt x="1343716" y="493552"/>
                  </a:lnTo>
                  <a:lnTo>
                    <a:pt x="1335858" y="493665"/>
                  </a:lnTo>
                  <a:lnTo>
                    <a:pt x="1328000" y="493775"/>
                  </a:lnTo>
                  <a:lnTo>
                    <a:pt x="1320142" y="493886"/>
                  </a:lnTo>
                  <a:lnTo>
                    <a:pt x="1312284" y="494002"/>
                  </a:lnTo>
                  <a:lnTo>
                    <a:pt x="1304426" y="494312"/>
                  </a:lnTo>
                  <a:lnTo>
                    <a:pt x="1296568" y="494627"/>
                  </a:lnTo>
                  <a:lnTo>
                    <a:pt x="1288710" y="494948"/>
                  </a:lnTo>
                  <a:lnTo>
                    <a:pt x="1280852" y="495266"/>
                  </a:lnTo>
                  <a:lnTo>
                    <a:pt x="1272994" y="495573"/>
                  </a:lnTo>
                  <a:lnTo>
                    <a:pt x="1265136" y="495841"/>
                  </a:lnTo>
                  <a:lnTo>
                    <a:pt x="1257278" y="495885"/>
                  </a:lnTo>
                  <a:lnTo>
                    <a:pt x="1249420" y="495944"/>
                  </a:lnTo>
                  <a:lnTo>
                    <a:pt x="1241562" y="495977"/>
                  </a:lnTo>
                  <a:lnTo>
                    <a:pt x="1233704" y="496061"/>
                  </a:lnTo>
                  <a:lnTo>
                    <a:pt x="1225846" y="496363"/>
                  </a:lnTo>
                  <a:lnTo>
                    <a:pt x="1217988" y="496429"/>
                  </a:lnTo>
                  <a:lnTo>
                    <a:pt x="1210130" y="496427"/>
                  </a:lnTo>
                  <a:lnTo>
                    <a:pt x="1202272" y="496570"/>
                  </a:lnTo>
                  <a:lnTo>
                    <a:pt x="1194414" y="496636"/>
                  </a:lnTo>
                  <a:lnTo>
                    <a:pt x="1186556" y="496919"/>
                  </a:lnTo>
                  <a:lnTo>
                    <a:pt x="1178698" y="496942"/>
                  </a:lnTo>
                  <a:lnTo>
                    <a:pt x="1170840" y="497222"/>
                  </a:lnTo>
                  <a:lnTo>
                    <a:pt x="1162982" y="497445"/>
                  </a:lnTo>
                  <a:lnTo>
                    <a:pt x="1155124" y="497472"/>
                  </a:lnTo>
                  <a:lnTo>
                    <a:pt x="1147266" y="497858"/>
                  </a:lnTo>
                  <a:lnTo>
                    <a:pt x="1139408" y="498015"/>
                  </a:lnTo>
                  <a:lnTo>
                    <a:pt x="1131550" y="498125"/>
                  </a:lnTo>
                  <a:lnTo>
                    <a:pt x="1123692" y="498318"/>
                  </a:lnTo>
                  <a:lnTo>
                    <a:pt x="1115834" y="498400"/>
                  </a:lnTo>
                  <a:lnTo>
                    <a:pt x="1107976" y="498540"/>
                  </a:lnTo>
                  <a:lnTo>
                    <a:pt x="1100118" y="498778"/>
                  </a:lnTo>
                  <a:lnTo>
                    <a:pt x="1092260" y="499036"/>
                  </a:lnTo>
                  <a:lnTo>
                    <a:pt x="1084402" y="499148"/>
                  </a:lnTo>
                  <a:lnTo>
                    <a:pt x="1076544" y="499135"/>
                  </a:lnTo>
                  <a:lnTo>
                    <a:pt x="1068686" y="499122"/>
                  </a:lnTo>
                  <a:lnTo>
                    <a:pt x="1060828" y="499157"/>
                  </a:lnTo>
                  <a:lnTo>
                    <a:pt x="1052970" y="499331"/>
                  </a:lnTo>
                  <a:lnTo>
                    <a:pt x="1045112" y="499606"/>
                  </a:lnTo>
                  <a:lnTo>
                    <a:pt x="1037254" y="499984"/>
                  </a:lnTo>
                  <a:lnTo>
                    <a:pt x="1029397" y="500016"/>
                  </a:lnTo>
                  <a:lnTo>
                    <a:pt x="1021539" y="500260"/>
                  </a:lnTo>
                  <a:lnTo>
                    <a:pt x="1013681" y="500536"/>
                  </a:lnTo>
                  <a:lnTo>
                    <a:pt x="1005823" y="500806"/>
                  </a:lnTo>
                  <a:lnTo>
                    <a:pt x="997965" y="501076"/>
                  </a:lnTo>
                  <a:lnTo>
                    <a:pt x="990107" y="501305"/>
                  </a:lnTo>
                  <a:lnTo>
                    <a:pt x="982249" y="501403"/>
                  </a:lnTo>
                  <a:lnTo>
                    <a:pt x="974391" y="501513"/>
                  </a:lnTo>
                  <a:lnTo>
                    <a:pt x="966533" y="501787"/>
                  </a:lnTo>
                  <a:lnTo>
                    <a:pt x="958675" y="502059"/>
                  </a:lnTo>
                  <a:lnTo>
                    <a:pt x="950817" y="502169"/>
                  </a:lnTo>
                  <a:lnTo>
                    <a:pt x="942959" y="502528"/>
                  </a:lnTo>
                  <a:lnTo>
                    <a:pt x="935101" y="502886"/>
                  </a:lnTo>
                  <a:lnTo>
                    <a:pt x="927243" y="503243"/>
                  </a:lnTo>
                  <a:lnTo>
                    <a:pt x="919385" y="503335"/>
                  </a:lnTo>
                  <a:lnTo>
                    <a:pt x="911527" y="503689"/>
                  </a:lnTo>
                  <a:lnTo>
                    <a:pt x="903669" y="503948"/>
                  </a:lnTo>
                  <a:lnTo>
                    <a:pt x="895811" y="503880"/>
                  </a:lnTo>
                  <a:lnTo>
                    <a:pt x="887953" y="504018"/>
                  </a:lnTo>
                  <a:lnTo>
                    <a:pt x="880095" y="504298"/>
                  </a:lnTo>
                  <a:lnTo>
                    <a:pt x="872237" y="504900"/>
                  </a:lnTo>
                  <a:lnTo>
                    <a:pt x="864379" y="505285"/>
                  </a:lnTo>
                  <a:lnTo>
                    <a:pt x="856521" y="505451"/>
                  </a:lnTo>
                  <a:lnTo>
                    <a:pt x="848663" y="505616"/>
                  </a:lnTo>
                  <a:lnTo>
                    <a:pt x="840805" y="505780"/>
                  </a:lnTo>
                  <a:lnTo>
                    <a:pt x="832947" y="505991"/>
                  </a:lnTo>
                  <a:lnTo>
                    <a:pt x="825089" y="506402"/>
                  </a:lnTo>
                  <a:lnTo>
                    <a:pt x="817231" y="506591"/>
                  </a:lnTo>
                  <a:lnTo>
                    <a:pt x="809373" y="506844"/>
                  </a:lnTo>
                  <a:lnTo>
                    <a:pt x="801515" y="507208"/>
                  </a:lnTo>
                  <a:lnTo>
                    <a:pt x="793657" y="507319"/>
                  </a:lnTo>
                  <a:lnTo>
                    <a:pt x="785799" y="507530"/>
                  </a:lnTo>
                  <a:lnTo>
                    <a:pt x="777941" y="507858"/>
                  </a:lnTo>
                  <a:lnTo>
                    <a:pt x="770083" y="508133"/>
                  </a:lnTo>
                  <a:lnTo>
                    <a:pt x="762225" y="508411"/>
                  </a:lnTo>
                  <a:lnTo>
                    <a:pt x="754367" y="508787"/>
                  </a:lnTo>
                  <a:lnTo>
                    <a:pt x="746509" y="508985"/>
                  </a:lnTo>
                  <a:lnTo>
                    <a:pt x="738651" y="509270"/>
                  </a:lnTo>
                  <a:lnTo>
                    <a:pt x="730793" y="509556"/>
                  </a:lnTo>
                  <a:lnTo>
                    <a:pt x="722935" y="509778"/>
                  </a:lnTo>
                  <a:lnTo>
                    <a:pt x="715077" y="509987"/>
                  </a:lnTo>
                  <a:lnTo>
                    <a:pt x="707219" y="510241"/>
                  </a:lnTo>
                  <a:lnTo>
                    <a:pt x="699361" y="510503"/>
                  </a:lnTo>
                  <a:lnTo>
                    <a:pt x="691503" y="510765"/>
                  </a:lnTo>
                  <a:lnTo>
                    <a:pt x="683645" y="511099"/>
                  </a:lnTo>
                  <a:lnTo>
                    <a:pt x="675787" y="511300"/>
                  </a:lnTo>
                  <a:lnTo>
                    <a:pt x="667929" y="511538"/>
                  </a:lnTo>
                  <a:lnTo>
                    <a:pt x="660071" y="511880"/>
                  </a:lnTo>
                  <a:lnTo>
                    <a:pt x="652213" y="512228"/>
                  </a:lnTo>
                  <a:lnTo>
                    <a:pt x="644355" y="512517"/>
                  </a:lnTo>
                  <a:lnTo>
                    <a:pt x="636497" y="512766"/>
                  </a:lnTo>
                  <a:lnTo>
                    <a:pt x="628639" y="513103"/>
                  </a:lnTo>
                  <a:lnTo>
                    <a:pt x="620781" y="513474"/>
                  </a:lnTo>
                  <a:lnTo>
                    <a:pt x="612923" y="513656"/>
                  </a:lnTo>
                  <a:lnTo>
                    <a:pt x="605065" y="513782"/>
                  </a:lnTo>
                  <a:lnTo>
                    <a:pt x="597207" y="513932"/>
                  </a:lnTo>
                  <a:lnTo>
                    <a:pt x="589349" y="514126"/>
                  </a:lnTo>
                  <a:lnTo>
                    <a:pt x="581491" y="514464"/>
                  </a:lnTo>
                  <a:lnTo>
                    <a:pt x="573633" y="514963"/>
                  </a:lnTo>
                  <a:lnTo>
                    <a:pt x="565775" y="515363"/>
                  </a:lnTo>
                  <a:lnTo>
                    <a:pt x="557917" y="515631"/>
                  </a:lnTo>
                  <a:lnTo>
                    <a:pt x="550059" y="515898"/>
                  </a:lnTo>
                  <a:lnTo>
                    <a:pt x="542201" y="516163"/>
                  </a:lnTo>
                  <a:lnTo>
                    <a:pt x="534343" y="516373"/>
                  </a:lnTo>
                  <a:lnTo>
                    <a:pt x="526485" y="516426"/>
                  </a:lnTo>
                  <a:lnTo>
                    <a:pt x="518627" y="516639"/>
                  </a:lnTo>
                  <a:lnTo>
                    <a:pt x="510769" y="517171"/>
                  </a:lnTo>
                  <a:lnTo>
                    <a:pt x="502911" y="517470"/>
                  </a:lnTo>
                  <a:lnTo>
                    <a:pt x="495053" y="518006"/>
                  </a:lnTo>
                  <a:lnTo>
                    <a:pt x="487195" y="518186"/>
                  </a:lnTo>
                  <a:lnTo>
                    <a:pt x="479337" y="518591"/>
                  </a:lnTo>
                  <a:lnTo>
                    <a:pt x="471479" y="518875"/>
                  </a:lnTo>
                  <a:lnTo>
                    <a:pt x="463621" y="519376"/>
                  </a:lnTo>
                  <a:lnTo>
                    <a:pt x="455763" y="519877"/>
                  </a:lnTo>
                  <a:lnTo>
                    <a:pt x="447905" y="520381"/>
                  </a:lnTo>
                  <a:lnTo>
                    <a:pt x="440047" y="521028"/>
                  </a:lnTo>
                  <a:lnTo>
                    <a:pt x="432189" y="521674"/>
                  </a:lnTo>
                  <a:lnTo>
                    <a:pt x="424331" y="522217"/>
                  </a:lnTo>
                  <a:lnTo>
                    <a:pt x="416473" y="522847"/>
                  </a:lnTo>
                  <a:lnTo>
                    <a:pt x="408615" y="523350"/>
                  </a:lnTo>
                  <a:lnTo>
                    <a:pt x="400757" y="523850"/>
                  </a:lnTo>
                  <a:lnTo>
                    <a:pt x="392899" y="524135"/>
                  </a:lnTo>
                  <a:lnTo>
                    <a:pt x="385041" y="524833"/>
                  </a:lnTo>
                  <a:lnTo>
                    <a:pt x="377183" y="525365"/>
                  </a:lnTo>
                  <a:lnTo>
                    <a:pt x="369325" y="525866"/>
                  </a:lnTo>
                  <a:lnTo>
                    <a:pt x="361467" y="526320"/>
                  </a:lnTo>
                  <a:lnTo>
                    <a:pt x="353609" y="526724"/>
                  </a:lnTo>
                  <a:lnTo>
                    <a:pt x="345751" y="527235"/>
                  </a:lnTo>
                  <a:lnTo>
                    <a:pt x="337893" y="527680"/>
                  </a:lnTo>
                  <a:lnTo>
                    <a:pt x="330035" y="528122"/>
                  </a:lnTo>
                  <a:lnTo>
                    <a:pt x="322177" y="528497"/>
                  </a:lnTo>
                  <a:lnTo>
                    <a:pt x="314319" y="528803"/>
                  </a:lnTo>
                  <a:lnTo>
                    <a:pt x="306461" y="529102"/>
                  </a:lnTo>
                  <a:lnTo>
                    <a:pt x="298603" y="529429"/>
                  </a:lnTo>
                  <a:lnTo>
                    <a:pt x="290745" y="529764"/>
                  </a:lnTo>
                  <a:lnTo>
                    <a:pt x="282887" y="530315"/>
                  </a:lnTo>
                  <a:lnTo>
                    <a:pt x="275029" y="530753"/>
                  </a:lnTo>
                  <a:lnTo>
                    <a:pt x="267171" y="531221"/>
                  </a:lnTo>
                  <a:lnTo>
                    <a:pt x="259313" y="531738"/>
                  </a:lnTo>
                  <a:lnTo>
                    <a:pt x="251455" y="532335"/>
                  </a:lnTo>
                  <a:lnTo>
                    <a:pt x="243597" y="532626"/>
                  </a:lnTo>
                  <a:lnTo>
                    <a:pt x="235739" y="533083"/>
                  </a:lnTo>
                  <a:lnTo>
                    <a:pt x="227881" y="533608"/>
                  </a:lnTo>
                  <a:lnTo>
                    <a:pt x="220023" y="534129"/>
                  </a:lnTo>
                  <a:lnTo>
                    <a:pt x="212165" y="534646"/>
                  </a:lnTo>
                  <a:lnTo>
                    <a:pt x="204307" y="535152"/>
                  </a:lnTo>
                  <a:lnTo>
                    <a:pt x="196449" y="535373"/>
                  </a:lnTo>
                  <a:lnTo>
                    <a:pt x="188591" y="535849"/>
                  </a:lnTo>
                  <a:lnTo>
                    <a:pt x="180733" y="536323"/>
                  </a:lnTo>
                  <a:lnTo>
                    <a:pt x="172875" y="536842"/>
                  </a:lnTo>
                  <a:lnTo>
                    <a:pt x="165017" y="537354"/>
                  </a:lnTo>
                  <a:lnTo>
                    <a:pt x="157159" y="537747"/>
                  </a:lnTo>
                  <a:lnTo>
                    <a:pt x="149301" y="538375"/>
                  </a:lnTo>
                  <a:lnTo>
                    <a:pt x="141443" y="538931"/>
                  </a:lnTo>
                  <a:lnTo>
                    <a:pt x="133585" y="539448"/>
                  </a:lnTo>
                  <a:lnTo>
                    <a:pt x="125727" y="539961"/>
                  </a:lnTo>
                  <a:lnTo>
                    <a:pt x="117869" y="540363"/>
                  </a:lnTo>
                  <a:lnTo>
                    <a:pt x="110011" y="540647"/>
                  </a:lnTo>
                  <a:lnTo>
                    <a:pt x="102153" y="540929"/>
                  </a:lnTo>
                  <a:lnTo>
                    <a:pt x="94295" y="541284"/>
                  </a:lnTo>
                  <a:lnTo>
                    <a:pt x="86437" y="541711"/>
                  </a:lnTo>
                  <a:lnTo>
                    <a:pt x="78579" y="542245"/>
                  </a:lnTo>
                  <a:lnTo>
                    <a:pt x="70721" y="542723"/>
                  </a:lnTo>
                  <a:lnTo>
                    <a:pt x="62863" y="543077"/>
                  </a:lnTo>
                  <a:lnTo>
                    <a:pt x="55005" y="543390"/>
                  </a:lnTo>
                  <a:lnTo>
                    <a:pt x="47147" y="543802"/>
                  </a:lnTo>
                  <a:lnTo>
                    <a:pt x="39289" y="544212"/>
                  </a:lnTo>
                  <a:lnTo>
                    <a:pt x="31431" y="544570"/>
                  </a:lnTo>
                  <a:lnTo>
                    <a:pt x="23573" y="544801"/>
                  </a:lnTo>
                  <a:lnTo>
                    <a:pt x="15715" y="545030"/>
                  </a:lnTo>
                  <a:lnTo>
                    <a:pt x="7857" y="545314"/>
                  </a:lnTo>
                  <a:lnTo>
                    <a:pt x="0" y="545756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86414" y="2526405"/>
              <a:ext cx="2035220" cy="490476"/>
            </a:xfrm>
            <a:custGeom>
              <a:avLst/>
              <a:pathLst>
                <a:path w="2035220" h="490476">
                  <a:moveTo>
                    <a:pt x="0" y="490476"/>
                  </a:moveTo>
                  <a:lnTo>
                    <a:pt x="7857" y="490405"/>
                  </a:lnTo>
                  <a:lnTo>
                    <a:pt x="15715" y="490330"/>
                  </a:lnTo>
                  <a:lnTo>
                    <a:pt x="23573" y="490226"/>
                  </a:lnTo>
                  <a:lnTo>
                    <a:pt x="31431" y="490029"/>
                  </a:lnTo>
                  <a:lnTo>
                    <a:pt x="39289" y="489831"/>
                  </a:lnTo>
                  <a:lnTo>
                    <a:pt x="47147" y="489611"/>
                  </a:lnTo>
                  <a:lnTo>
                    <a:pt x="55005" y="489435"/>
                  </a:lnTo>
                  <a:lnTo>
                    <a:pt x="62863" y="489235"/>
                  </a:lnTo>
                  <a:lnTo>
                    <a:pt x="70721" y="489034"/>
                  </a:lnTo>
                  <a:lnTo>
                    <a:pt x="78579" y="488832"/>
                  </a:lnTo>
                  <a:lnTo>
                    <a:pt x="86437" y="488630"/>
                  </a:lnTo>
                  <a:lnTo>
                    <a:pt x="94295" y="488425"/>
                  </a:lnTo>
                  <a:lnTo>
                    <a:pt x="102153" y="488196"/>
                  </a:lnTo>
                  <a:lnTo>
                    <a:pt x="110011" y="487860"/>
                  </a:lnTo>
                  <a:lnTo>
                    <a:pt x="117869" y="487563"/>
                  </a:lnTo>
                  <a:lnTo>
                    <a:pt x="125727" y="487434"/>
                  </a:lnTo>
                  <a:lnTo>
                    <a:pt x="133585" y="487266"/>
                  </a:lnTo>
                  <a:lnTo>
                    <a:pt x="141443" y="487047"/>
                  </a:lnTo>
                  <a:lnTo>
                    <a:pt x="149301" y="486740"/>
                  </a:lnTo>
                  <a:lnTo>
                    <a:pt x="157159" y="486598"/>
                  </a:lnTo>
                  <a:lnTo>
                    <a:pt x="165017" y="486434"/>
                  </a:lnTo>
                  <a:lnTo>
                    <a:pt x="172875" y="486144"/>
                  </a:lnTo>
                  <a:lnTo>
                    <a:pt x="180733" y="485925"/>
                  </a:lnTo>
                  <a:lnTo>
                    <a:pt x="188591" y="485579"/>
                  </a:lnTo>
                  <a:lnTo>
                    <a:pt x="196449" y="485394"/>
                  </a:lnTo>
                  <a:lnTo>
                    <a:pt x="204307" y="485162"/>
                  </a:lnTo>
                  <a:lnTo>
                    <a:pt x="212165" y="484907"/>
                  </a:lnTo>
                  <a:lnTo>
                    <a:pt x="220023" y="484647"/>
                  </a:lnTo>
                  <a:lnTo>
                    <a:pt x="227881" y="484384"/>
                  </a:lnTo>
                  <a:lnTo>
                    <a:pt x="235739" y="484123"/>
                  </a:lnTo>
                  <a:lnTo>
                    <a:pt x="243597" y="483947"/>
                  </a:lnTo>
                  <a:lnTo>
                    <a:pt x="251455" y="483593"/>
                  </a:lnTo>
                  <a:lnTo>
                    <a:pt x="259313" y="483305"/>
                  </a:lnTo>
                  <a:lnTo>
                    <a:pt x="267171" y="483054"/>
                  </a:lnTo>
                  <a:lnTo>
                    <a:pt x="275029" y="482663"/>
                  </a:lnTo>
                  <a:lnTo>
                    <a:pt x="282887" y="482266"/>
                  </a:lnTo>
                  <a:lnTo>
                    <a:pt x="290745" y="481800"/>
                  </a:lnTo>
                  <a:lnTo>
                    <a:pt x="298603" y="481325"/>
                  </a:lnTo>
                  <a:lnTo>
                    <a:pt x="306461" y="480898"/>
                  </a:lnTo>
                  <a:lnTo>
                    <a:pt x="314319" y="480478"/>
                  </a:lnTo>
                  <a:lnTo>
                    <a:pt x="322177" y="480196"/>
                  </a:lnTo>
                  <a:lnTo>
                    <a:pt x="330035" y="479912"/>
                  </a:lnTo>
                  <a:lnTo>
                    <a:pt x="337893" y="479564"/>
                  </a:lnTo>
                  <a:lnTo>
                    <a:pt x="345751" y="479321"/>
                  </a:lnTo>
                  <a:lnTo>
                    <a:pt x="353609" y="479052"/>
                  </a:lnTo>
                  <a:lnTo>
                    <a:pt x="361467" y="478786"/>
                  </a:lnTo>
                  <a:lnTo>
                    <a:pt x="369325" y="478523"/>
                  </a:lnTo>
                  <a:lnTo>
                    <a:pt x="377183" y="478231"/>
                  </a:lnTo>
                  <a:lnTo>
                    <a:pt x="385041" y="477994"/>
                  </a:lnTo>
                  <a:lnTo>
                    <a:pt x="392899" y="477616"/>
                  </a:lnTo>
                  <a:lnTo>
                    <a:pt x="400757" y="477357"/>
                  </a:lnTo>
                  <a:lnTo>
                    <a:pt x="408615" y="476891"/>
                  </a:lnTo>
                  <a:lnTo>
                    <a:pt x="416473" y="476314"/>
                  </a:lnTo>
                  <a:lnTo>
                    <a:pt x="424331" y="475744"/>
                  </a:lnTo>
                  <a:lnTo>
                    <a:pt x="432189" y="475367"/>
                  </a:lnTo>
                  <a:lnTo>
                    <a:pt x="440047" y="474858"/>
                  </a:lnTo>
                  <a:lnTo>
                    <a:pt x="447905" y="474435"/>
                  </a:lnTo>
                  <a:lnTo>
                    <a:pt x="455763" y="473902"/>
                  </a:lnTo>
                  <a:lnTo>
                    <a:pt x="463621" y="473522"/>
                  </a:lnTo>
                  <a:lnTo>
                    <a:pt x="471479" y="473094"/>
                  </a:lnTo>
                  <a:lnTo>
                    <a:pt x="479337" y="472693"/>
                  </a:lnTo>
                  <a:lnTo>
                    <a:pt x="487195" y="472071"/>
                  </a:lnTo>
                  <a:lnTo>
                    <a:pt x="495053" y="471406"/>
                  </a:lnTo>
                  <a:lnTo>
                    <a:pt x="502911" y="470686"/>
                  </a:lnTo>
                  <a:lnTo>
                    <a:pt x="510769" y="470423"/>
                  </a:lnTo>
                  <a:lnTo>
                    <a:pt x="518627" y="469899"/>
                  </a:lnTo>
                  <a:lnTo>
                    <a:pt x="526485" y="469314"/>
                  </a:lnTo>
                  <a:lnTo>
                    <a:pt x="534343" y="468723"/>
                  </a:lnTo>
                  <a:lnTo>
                    <a:pt x="542201" y="467998"/>
                  </a:lnTo>
                  <a:lnTo>
                    <a:pt x="550059" y="467462"/>
                  </a:lnTo>
                  <a:lnTo>
                    <a:pt x="557917" y="466714"/>
                  </a:lnTo>
                  <a:lnTo>
                    <a:pt x="565775" y="466020"/>
                  </a:lnTo>
                  <a:lnTo>
                    <a:pt x="573633" y="465249"/>
                  </a:lnTo>
                  <a:lnTo>
                    <a:pt x="581491" y="464534"/>
                  </a:lnTo>
                  <a:lnTo>
                    <a:pt x="589349" y="463772"/>
                  </a:lnTo>
                  <a:lnTo>
                    <a:pt x="597207" y="462918"/>
                  </a:lnTo>
                  <a:lnTo>
                    <a:pt x="605065" y="462101"/>
                  </a:lnTo>
                  <a:lnTo>
                    <a:pt x="612923" y="461293"/>
                  </a:lnTo>
                  <a:lnTo>
                    <a:pt x="620781" y="460452"/>
                  </a:lnTo>
                  <a:lnTo>
                    <a:pt x="628639" y="459451"/>
                  </a:lnTo>
                  <a:lnTo>
                    <a:pt x="636497" y="458746"/>
                  </a:lnTo>
                  <a:lnTo>
                    <a:pt x="644355" y="457618"/>
                  </a:lnTo>
                  <a:lnTo>
                    <a:pt x="652213" y="456648"/>
                  </a:lnTo>
                  <a:lnTo>
                    <a:pt x="660071" y="455924"/>
                  </a:lnTo>
                  <a:lnTo>
                    <a:pt x="667929" y="455126"/>
                  </a:lnTo>
                  <a:lnTo>
                    <a:pt x="675787" y="454009"/>
                  </a:lnTo>
                  <a:lnTo>
                    <a:pt x="683645" y="453203"/>
                  </a:lnTo>
                  <a:lnTo>
                    <a:pt x="691503" y="452496"/>
                  </a:lnTo>
                  <a:lnTo>
                    <a:pt x="699361" y="451543"/>
                  </a:lnTo>
                  <a:lnTo>
                    <a:pt x="707219" y="450378"/>
                  </a:lnTo>
                  <a:lnTo>
                    <a:pt x="715077" y="449104"/>
                  </a:lnTo>
                  <a:lnTo>
                    <a:pt x="722935" y="447845"/>
                  </a:lnTo>
                  <a:lnTo>
                    <a:pt x="730793" y="446430"/>
                  </a:lnTo>
                  <a:lnTo>
                    <a:pt x="738651" y="445276"/>
                  </a:lnTo>
                  <a:lnTo>
                    <a:pt x="746509" y="443948"/>
                  </a:lnTo>
                  <a:lnTo>
                    <a:pt x="754367" y="442473"/>
                  </a:lnTo>
                  <a:lnTo>
                    <a:pt x="762225" y="440978"/>
                  </a:lnTo>
                  <a:lnTo>
                    <a:pt x="770083" y="439545"/>
                  </a:lnTo>
                  <a:lnTo>
                    <a:pt x="777941" y="438049"/>
                  </a:lnTo>
                  <a:lnTo>
                    <a:pt x="785799" y="436785"/>
                  </a:lnTo>
                  <a:lnTo>
                    <a:pt x="793657" y="435505"/>
                  </a:lnTo>
                  <a:lnTo>
                    <a:pt x="801515" y="434211"/>
                  </a:lnTo>
                  <a:lnTo>
                    <a:pt x="809373" y="432774"/>
                  </a:lnTo>
                  <a:lnTo>
                    <a:pt x="817231" y="430808"/>
                  </a:lnTo>
                  <a:lnTo>
                    <a:pt x="825089" y="429531"/>
                  </a:lnTo>
                  <a:lnTo>
                    <a:pt x="832947" y="428144"/>
                  </a:lnTo>
                  <a:lnTo>
                    <a:pt x="840805" y="426520"/>
                  </a:lnTo>
                  <a:lnTo>
                    <a:pt x="848663" y="425144"/>
                  </a:lnTo>
                  <a:lnTo>
                    <a:pt x="856521" y="423650"/>
                  </a:lnTo>
                  <a:lnTo>
                    <a:pt x="864379" y="422486"/>
                  </a:lnTo>
                  <a:lnTo>
                    <a:pt x="872237" y="421146"/>
                  </a:lnTo>
                  <a:lnTo>
                    <a:pt x="880095" y="419676"/>
                  </a:lnTo>
                  <a:lnTo>
                    <a:pt x="887953" y="418415"/>
                  </a:lnTo>
                  <a:lnTo>
                    <a:pt x="895811" y="417029"/>
                  </a:lnTo>
                  <a:lnTo>
                    <a:pt x="903669" y="415552"/>
                  </a:lnTo>
                  <a:lnTo>
                    <a:pt x="911527" y="413655"/>
                  </a:lnTo>
                  <a:lnTo>
                    <a:pt x="919385" y="411734"/>
                  </a:lnTo>
                  <a:lnTo>
                    <a:pt x="927243" y="409795"/>
                  </a:lnTo>
                  <a:lnTo>
                    <a:pt x="935101" y="408227"/>
                  </a:lnTo>
                  <a:lnTo>
                    <a:pt x="942959" y="406656"/>
                  </a:lnTo>
                  <a:lnTo>
                    <a:pt x="950817" y="405070"/>
                  </a:lnTo>
                  <a:lnTo>
                    <a:pt x="958675" y="403469"/>
                  </a:lnTo>
                  <a:lnTo>
                    <a:pt x="966533" y="401620"/>
                  </a:lnTo>
                  <a:lnTo>
                    <a:pt x="974391" y="399891"/>
                  </a:lnTo>
                  <a:lnTo>
                    <a:pt x="982249" y="398238"/>
                  </a:lnTo>
                  <a:lnTo>
                    <a:pt x="990107" y="396579"/>
                  </a:lnTo>
                  <a:lnTo>
                    <a:pt x="997965" y="394704"/>
                  </a:lnTo>
                  <a:lnTo>
                    <a:pt x="1005823" y="392593"/>
                  </a:lnTo>
                  <a:lnTo>
                    <a:pt x="1013681" y="390520"/>
                  </a:lnTo>
                  <a:lnTo>
                    <a:pt x="1021539" y="388826"/>
                  </a:lnTo>
                  <a:lnTo>
                    <a:pt x="1029397" y="387119"/>
                  </a:lnTo>
                  <a:lnTo>
                    <a:pt x="1037254" y="385402"/>
                  </a:lnTo>
                  <a:lnTo>
                    <a:pt x="1045112" y="383605"/>
                  </a:lnTo>
                  <a:lnTo>
                    <a:pt x="1052970" y="381585"/>
                  </a:lnTo>
                  <a:lnTo>
                    <a:pt x="1060828" y="379544"/>
                  </a:lnTo>
                  <a:lnTo>
                    <a:pt x="1068686" y="377483"/>
                  </a:lnTo>
                  <a:lnTo>
                    <a:pt x="1076544" y="375401"/>
                  </a:lnTo>
                  <a:lnTo>
                    <a:pt x="1084402" y="373299"/>
                  </a:lnTo>
                  <a:lnTo>
                    <a:pt x="1092260" y="371001"/>
                  </a:lnTo>
                  <a:lnTo>
                    <a:pt x="1100118" y="368473"/>
                  </a:lnTo>
                  <a:lnTo>
                    <a:pt x="1107976" y="366442"/>
                  </a:lnTo>
                  <a:lnTo>
                    <a:pt x="1115834" y="364666"/>
                  </a:lnTo>
                  <a:lnTo>
                    <a:pt x="1123692" y="362470"/>
                  </a:lnTo>
                  <a:lnTo>
                    <a:pt x="1131550" y="360241"/>
                  </a:lnTo>
                  <a:lnTo>
                    <a:pt x="1139408" y="358091"/>
                  </a:lnTo>
                  <a:lnTo>
                    <a:pt x="1147266" y="355878"/>
                  </a:lnTo>
                  <a:lnTo>
                    <a:pt x="1155124" y="353675"/>
                  </a:lnTo>
                  <a:lnTo>
                    <a:pt x="1162982" y="351580"/>
                  </a:lnTo>
                  <a:lnTo>
                    <a:pt x="1170840" y="349408"/>
                  </a:lnTo>
                  <a:lnTo>
                    <a:pt x="1178698" y="347214"/>
                  </a:lnTo>
                  <a:lnTo>
                    <a:pt x="1186556" y="345005"/>
                  </a:lnTo>
                  <a:lnTo>
                    <a:pt x="1194414" y="342663"/>
                  </a:lnTo>
                  <a:lnTo>
                    <a:pt x="1202272" y="340366"/>
                  </a:lnTo>
                  <a:lnTo>
                    <a:pt x="1210130" y="338046"/>
                  </a:lnTo>
                  <a:lnTo>
                    <a:pt x="1217988" y="335705"/>
                  </a:lnTo>
                  <a:lnTo>
                    <a:pt x="1225846" y="333340"/>
                  </a:lnTo>
                  <a:lnTo>
                    <a:pt x="1233704" y="330302"/>
                  </a:lnTo>
                  <a:lnTo>
                    <a:pt x="1241562" y="327235"/>
                  </a:lnTo>
                  <a:lnTo>
                    <a:pt x="1249420" y="324692"/>
                  </a:lnTo>
                  <a:lnTo>
                    <a:pt x="1257278" y="322553"/>
                  </a:lnTo>
                  <a:lnTo>
                    <a:pt x="1265136" y="320402"/>
                  </a:lnTo>
                  <a:lnTo>
                    <a:pt x="1272994" y="318241"/>
                  </a:lnTo>
                  <a:lnTo>
                    <a:pt x="1280852" y="316070"/>
                  </a:lnTo>
                  <a:lnTo>
                    <a:pt x="1288710" y="313711"/>
                  </a:lnTo>
                  <a:lnTo>
                    <a:pt x="1296568" y="311163"/>
                  </a:lnTo>
                  <a:lnTo>
                    <a:pt x="1304426" y="308594"/>
                  </a:lnTo>
                  <a:lnTo>
                    <a:pt x="1312284" y="306003"/>
                  </a:lnTo>
                  <a:lnTo>
                    <a:pt x="1320142" y="303390"/>
                  </a:lnTo>
                  <a:lnTo>
                    <a:pt x="1328000" y="300540"/>
                  </a:lnTo>
                  <a:lnTo>
                    <a:pt x="1335858" y="297536"/>
                  </a:lnTo>
                  <a:lnTo>
                    <a:pt x="1343716" y="294801"/>
                  </a:lnTo>
                  <a:lnTo>
                    <a:pt x="1351574" y="292295"/>
                  </a:lnTo>
                  <a:lnTo>
                    <a:pt x="1359432" y="289773"/>
                  </a:lnTo>
                  <a:lnTo>
                    <a:pt x="1367290" y="287199"/>
                  </a:lnTo>
                  <a:lnTo>
                    <a:pt x="1375148" y="284418"/>
                  </a:lnTo>
                  <a:lnTo>
                    <a:pt x="1383006" y="281625"/>
                  </a:lnTo>
                  <a:lnTo>
                    <a:pt x="1390864" y="278813"/>
                  </a:lnTo>
                  <a:lnTo>
                    <a:pt x="1398722" y="275979"/>
                  </a:lnTo>
                  <a:lnTo>
                    <a:pt x="1406580" y="273124"/>
                  </a:lnTo>
                  <a:lnTo>
                    <a:pt x="1414438" y="270247"/>
                  </a:lnTo>
                  <a:lnTo>
                    <a:pt x="1422296" y="267349"/>
                  </a:lnTo>
                  <a:lnTo>
                    <a:pt x="1430154" y="264429"/>
                  </a:lnTo>
                  <a:lnTo>
                    <a:pt x="1438012" y="261488"/>
                  </a:lnTo>
                  <a:lnTo>
                    <a:pt x="1445870" y="258526"/>
                  </a:lnTo>
                  <a:lnTo>
                    <a:pt x="1453728" y="255543"/>
                  </a:lnTo>
                  <a:lnTo>
                    <a:pt x="1461586" y="252539"/>
                  </a:lnTo>
                  <a:lnTo>
                    <a:pt x="1469444" y="249513"/>
                  </a:lnTo>
                  <a:lnTo>
                    <a:pt x="1477302" y="246467"/>
                  </a:lnTo>
                  <a:lnTo>
                    <a:pt x="1485160" y="243541"/>
                  </a:lnTo>
                  <a:lnTo>
                    <a:pt x="1493018" y="240687"/>
                  </a:lnTo>
                  <a:lnTo>
                    <a:pt x="1500876" y="237819"/>
                  </a:lnTo>
                  <a:lnTo>
                    <a:pt x="1508734" y="234938"/>
                  </a:lnTo>
                  <a:lnTo>
                    <a:pt x="1516592" y="232043"/>
                  </a:lnTo>
                  <a:lnTo>
                    <a:pt x="1524450" y="229136"/>
                  </a:lnTo>
                  <a:lnTo>
                    <a:pt x="1532308" y="226218"/>
                  </a:lnTo>
                  <a:lnTo>
                    <a:pt x="1540166" y="223302"/>
                  </a:lnTo>
                  <a:lnTo>
                    <a:pt x="1548024" y="220374"/>
                  </a:lnTo>
                  <a:lnTo>
                    <a:pt x="1555882" y="217435"/>
                  </a:lnTo>
                  <a:lnTo>
                    <a:pt x="1563740" y="214485"/>
                  </a:lnTo>
                  <a:lnTo>
                    <a:pt x="1571598" y="211417"/>
                  </a:lnTo>
                  <a:lnTo>
                    <a:pt x="1579456" y="208409"/>
                  </a:lnTo>
                  <a:lnTo>
                    <a:pt x="1587314" y="205291"/>
                  </a:lnTo>
                  <a:lnTo>
                    <a:pt x="1595172" y="201802"/>
                  </a:lnTo>
                  <a:lnTo>
                    <a:pt x="1603030" y="198296"/>
                  </a:lnTo>
                  <a:lnTo>
                    <a:pt x="1610888" y="194774"/>
                  </a:lnTo>
                  <a:lnTo>
                    <a:pt x="1618746" y="191236"/>
                  </a:lnTo>
                  <a:lnTo>
                    <a:pt x="1626604" y="187682"/>
                  </a:lnTo>
                  <a:lnTo>
                    <a:pt x="1634462" y="184113"/>
                  </a:lnTo>
                  <a:lnTo>
                    <a:pt x="1642320" y="180543"/>
                  </a:lnTo>
                  <a:lnTo>
                    <a:pt x="1650178" y="177294"/>
                  </a:lnTo>
                  <a:lnTo>
                    <a:pt x="1658036" y="174268"/>
                  </a:lnTo>
                  <a:lnTo>
                    <a:pt x="1665894" y="171232"/>
                  </a:lnTo>
                  <a:lnTo>
                    <a:pt x="1673752" y="168189"/>
                  </a:lnTo>
                  <a:lnTo>
                    <a:pt x="1681610" y="165139"/>
                  </a:lnTo>
                  <a:lnTo>
                    <a:pt x="1689468" y="162084"/>
                  </a:lnTo>
                  <a:lnTo>
                    <a:pt x="1697326" y="159041"/>
                  </a:lnTo>
                  <a:lnTo>
                    <a:pt x="1705184" y="155992"/>
                  </a:lnTo>
                  <a:lnTo>
                    <a:pt x="1713042" y="152927"/>
                  </a:lnTo>
                  <a:lnTo>
                    <a:pt x="1720900" y="149763"/>
                  </a:lnTo>
                  <a:lnTo>
                    <a:pt x="1728758" y="145993"/>
                  </a:lnTo>
                  <a:lnTo>
                    <a:pt x="1736616" y="142205"/>
                  </a:lnTo>
                  <a:lnTo>
                    <a:pt x="1744474" y="138624"/>
                  </a:lnTo>
                  <a:lnTo>
                    <a:pt x="1752332" y="135338"/>
                  </a:lnTo>
                  <a:lnTo>
                    <a:pt x="1760190" y="131614"/>
                  </a:lnTo>
                  <a:lnTo>
                    <a:pt x="1768048" y="127876"/>
                  </a:lnTo>
                  <a:lnTo>
                    <a:pt x="1775906" y="124124"/>
                  </a:lnTo>
                  <a:lnTo>
                    <a:pt x="1783764" y="120359"/>
                  </a:lnTo>
                  <a:lnTo>
                    <a:pt x="1791622" y="116544"/>
                  </a:lnTo>
                  <a:lnTo>
                    <a:pt x="1799480" y="112693"/>
                  </a:lnTo>
                  <a:lnTo>
                    <a:pt x="1807338" y="108831"/>
                  </a:lnTo>
                  <a:lnTo>
                    <a:pt x="1815196" y="104956"/>
                  </a:lnTo>
                  <a:lnTo>
                    <a:pt x="1823054" y="101070"/>
                  </a:lnTo>
                  <a:lnTo>
                    <a:pt x="1830912" y="97185"/>
                  </a:lnTo>
                  <a:lnTo>
                    <a:pt x="1838770" y="93290"/>
                  </a:lnTo>
                  <a:lnTo>
                    <a:pt x="1846628" y="89385"/>
                  </a:lnTo>
                  <a:lnTo>
                    <a:pt x="1854486" y="85471"/>
                  </a:lnTo>
                  <a:lnTo>
                    <a:pt x="1862344" y="81665"/>
                  </a:lnTo>
                  <a:lnTo>
                    <a:pt x="1870202" y="78118"/>
                  </a:lnTo>
                  <a:lnTo>
                    <a:pt x="1878060" y="74340"/>
                  </a:lnTo>
                  <a:lnTo>
                    <a:pt x="1885918" y="70439"/>
                  </a:lnTo>
                  <a:lnTo>
                    <a:pt x="1893776" y="66530"/>
                  </a:lnTo>
                  <a:lnTo>
                    <a:pt x="1901634" y="62625"/>
                  </a:lnTo>
                  <a:lnTo>
                    <a:pt x="1909492" y="58879"/>
                  </a:lnTo>
                  <a:lnTo>
                    <a:pt x="1917350" y="54950"/>
                  </a:lnTo>
                  <a:lnTo>
                    <a:pt x="1925208" y="51014"/>
                  </a:lnTo>
                  <a:lnTo>
                    <a:pt x="1933066" y="47076"/>
                  </a:lnTo>
                  <a:lnTo>
                    <a:pt x="1940924" y="43134"/>
                  </a:lnTo>
                  <a:lnTo>
                    <a:pt x="1948782" y="39191"/>
                  </a:lnTo>
                  <a:lnTo>
                    <a:pt x="1956640" y="35246"/>
                  </a:lnTo>
                  <a:lnTo>
                    <a:pt x="1964498" y="31299"/>
                  </a:lnTo>
                  <a:lnTo>
                    <a:pt x="1972356" y="27352"/>
                  </a:lnTo>
                  <a:lnTo>
                    <a:pt x="1980214" y="23609"/>
                  </a:lnTo>
                  <a:lnTo>
                    <a:pt x="1988072" y="20476"/>
                  </a:lnTo>
                  <a:lnTo>
                    <a:pt x="1995930" y="17345"/>
                  </a:lnTo>
                  <a:lnTo>
                    <a:pt x="2003788" y="14216"/>
                  </a:lnTo>
                  <a:lnTo>
                    <a:pt x="2011646" y="11089"/>
                  </a:lnTo>
                  <a:lnTo>
                    <a:pt x="2019504" y="7767"/>
                  </a:lnTo>
                  <a:lnTo>
                    <a:pt x="2027362" y="3879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86414" y="3012123"/>
              <a:ext cx="2035220" cy="60038"/>
            </a:xfrm>
            <a:custGeom>
              <a:avLst/>
              <a:pathLst>
                <a:path w="2035220" h="60038">
                  <a:moveTo>
                    <a:pt x="2035220" y="0"/>
                  </a:moveTo>
                  <a:lnTo>
                    <a:pt x="2027362" y="68"/>
                  </a:lnTo>
                  <a:lnTo>
                    <a:pt x="2019504" y="121"/>
                  </a:lnTo>
                  <a:lnTo>
                    <a:pt x="2011646" y="156"/>
                  </a:lnTo>
                  <a:lnTo>
                    <a:pt x="2003788" y="191"/>
                  </a:lnTo>
                  <a:lnTo>
                    <a:pt x="1995930" y="226"/>
                  </a:lnTo>
                  <a:lnTo>
                    <a:pt x="1988072" y="261"/>
                  </a:lnTo>
                  <a:lnTo>
                    <a:pt x="1980214" y="296"/>
                  </a:lnTo>
                  <a:lnTo>
                    <a:pt x="1972356" y="357"/>
                  </a:lnTo>
                  <a:lnTo>
                    <a:pt x="1964498" y="620"/>
                  </a:lnTo>
                  <a:lnTo>
                    <a:pt x="1956640" y="695"/>
                  </a:lnTo>
                  <a:lnTo>
                    <a:pt x="1948782" y="770"/>
                  </a:lnTo>
                  <a:lnTo>
                    <a:pt x="1940924" y="845"/>
                  </a:lnTo>
                  <a:lnTo>
                    <a:pt x="1933066" y="916"/>
                  </a:lnTo>
                  <a:lnTo>
                    <a:pt x="1925208" y="984"/>
                  </a:lnTo>
                  <a:lnTo>
                    <a:pt x="1917350" y="1051"/>
                  </a:lnTo>
                  <a:lnTo>
                    <a:pt x="1909492" y="1119"/>
                  </a:lnTo>
                  <a:lnTo>
                    <a:pt x="1901634" y="1186"/>
                  </a:lnTo>
                  <a:lnTo>
                    <a:pt x="1893776" y="1254"/>
                  </a:lnTo>
                  <a:lnTo>
                    <a:pt x="1885918" y="1321"/>
                  </a:lnTo>
                  <a:lnTo>
                    <a:pt x="1878060" y="1388"/>
                  </a:lnTo>
                  <a:lnTo>
                    <a:pt x="1870202" y="1455"/>
                  </a:lnTo>
                  <a:lnTo>
                    <a:pt x="1862344" y="1523"/>
                  </a:lnTo>
                  <a:lnTo>
                    <a:pt x="1854486" y="1590"/>
                  </a:lnTo>
                  <a:lnTo>
                    <a:pt x="1846628" y="1657"/>
                  </a:lnTo>
                  <a:lnTo>
                    <a:pt x="1838770" y="1736"/>
                  </a:lnTo>
                  <a:lnTo>
                    <a:pt x="1830912" y="1861"/>
                  </a:lnTo>
                  <a:lnTo>
                    <a:pt x="1823054" y="1987"/>
                  </a:lnTo>
                  <a:lnTo>
                    <a:pt x="1815196" y="2112"/>
                  </a:lnTo>
                  <a:lnTo>
                    <a:pt x="1807338" y="2236"/>
                  </a:lnTo>
                  <a:lnTo>
                    <a:pt x="1799480" y="2361"/>
                  </a:lnTo>
                  <a:lnTo>
                    <a:pt x="1791622" y="2486"/>
                  </a:lnTo>
                  <a:lnTo>
                    <a:pt x="1783764" y="2610"/>
                  </a:lnTo>
                  <a:lnTo>
                    <a:pt x="1775906" y="2734"/>
                  </a:lnTo>
                  <a:lnTo>
                    <a:pt x="1768048" y="2858"/>
                  </a:lnTo>
                  <a:lnTo>
                    <a:pt x="1760190" y="2966"/>
                  </a:lnTo>
                  <a:lnTo>
                    <a:pt x="1752332" y="3018"/>
                  </a:lnTo>
                  <a:lnTo>
                    <a:pt x="1744474" y="3068"/>
                  </a:lnTo>
                  <a:lnTo>
                    <a:pt x="1736616" y="3117"/>
                  </a:lnTo>
                  <a:lnTo>
                    <a:pt x="1728758" y="3167"/>
                  </a:lnTo>
                  <a:lnTo>
                    <a:pt x="1720900" y="3279"/>
                  </a:lnTo>
                  <a:lnTo>
                    <a:pt x="1713042" y="3322"/>
                  </a:lnTo>
                  <a:lnTo>
                    <a:pt x="1705184" y="3366"/>
                  </a:lnTo>
                  <a:lnTo>
                    <a:pt x="1697326" y="3410"/>
                  </a:lnTo>
                  <a:lnTo>
                    <a:pt x="1689468" y="3451"/>
                  </a:lnTo>
                  <a:lnTo>
                    <a:pt x="1681610" y="3492"/>
                  </a:lnTo>
                  <a:lnTo>
                    <a:pt x="1673752" y="3533"/>
                  </a:lnTo>
                  <a:lnTo>
                    <a:pt x="1665894" y="3583"/>
                  </a:lnTo>
                  <a:lnTo>
                    <a:pt x="1658036" y="3630"/>
                  </a:lnTo>
                  <a:lnTo>
                    <a:pt x="1650178" y="3678"/>
                  </a:lnTo>
                  <a:lnTo>
                    <a:pt x="1642320" y="3725"/>
                  </a:lnTo>
                  <a:lnTo>
                    <a:pt x="1634462" y="3772"/>
                  </a:lnTo>
                  <a:lnTo>
                    <a:pt x="1626604" y="3820"/>
                  </a:lnTo>
                  <a:lnTo>
                    <a:pt x="1618746" y="3867"/>
                  </a:lnTo>
                  <a:lnTo>
                    <a:pt x="1610888" y="3914"/>
                  </a:lnTo>
                  <a:lnTo>
                    <a:pt x="1603030" y="3970"/>
                  </a:lnTo>
                  <a:lnTo>
                    <a:pt x="1595172" y="4085"/>
                  </a:lnTo>
                  <a:lnTo>
                    <a:pt x="1587314" y="4203"/>
                  </a:lnTo>
                  <a:lnTo>
                    <a:pt x="1579456" y="4483"/>
                  </a:lnTo>
                  <a:lnTo>
                    <a:pt x="1571598" y="4714"/>
                  </a:lnTo>
                  <a:lnTo>
                    <a:pt x="1563740" y="4943"/>
                  </a:lnTo>
                  <a:lnTo>
                    <a:pt x="1555882" y="5164"/>
                  </a:lnTo>
                  <a:lnTo>
                    <a:pt x="1548024" y="5314"/>
                  </a:lnTo>
                  <a:lnTo>
                    <a:pt x="1540166" y="5355"/>
                  </a:lnTo>
                  <a:lnTo>
                    <a:pt x="1532308" y="5395"/>
                  </a:lnTo>
                  <a:lnTo>
                    <a:pt x="1524450" y="5434"/>
                  </a:lnTo>
                  <a:lnTo>
                    <a:pt x="1516592" y="5474"/>
                  </a:lnTo>
                  <a:lnTo>
                    <a:pt x="1508734" y="5513"/>
                  </a:lnTo>
                  <a:lnTo>
                    <a:pt x="1500876" y="5552"/>
                  </a:lnTo>
                  <a:lnTo>
                    <a:pt x="1493018" y="5622"/>
                  </a:lnTo>
                  <a:lnTo>
                    <a:pt x="1485160" y="5737"/>
                  </a:lnTo>
                  <a:lnTo>
                    <a:pt x="1477302" y="5852"/>
                  </a:lnTo>
                  <a:lnTo>
                    <a:pt x="1469444" y="5915"/>
                  </a:lnTo>
                  <a:lnTo>
                    <a:pt x="1461586" y="6085"/>
                  </a:lnTo>
                  <a:lnTo>
                    <a:pt x="1453728" y="6204"/>
                  </a:lnTo>
                  <a:lnTo>
                    <a:pt x="1445870" y="6322"/>
                  </a:lnTo>
                  <a:lnTo>
                    <a:pt x="1438012" y="6440"/>
                  </a:lnTo>
                  <a:lnTo>
                    <a:pt x="1430154" y="6637"/>
                  </a:lnTo>
                  <a:lnTo>
                    <a:pt x="1422296" y="6828"/>
                  </a:lnTo>
                  <a:lnTo>
                    <a:pt x="1414438" y="6850"/>
                  </a:lnTo>
                  <a:lnTo>
                    <a:pt x="1406580" y="6903"/>
                  </a:lnTo>
                  <a:lnTo>
                    <a:pt x="1398722" y="7020"/>
                  </a:lnTo>
                  <a:lnTo>
                    <a:pt x="1390864" y="7137"/>
                  </a:lnTo>
                  <a:lnTo>
                    <a:pt x="1383006" y="7253"/>
                  </a:lnTo>
                  <a:lnTo>
                    <a:pt x="1375148" y="7370"/>
                  </a:lnTo>
                  <a:lnTo>
                    <a:pt x="1367290" y="7486"/>
                  </a:lnTo>
                  <a:lnTo>
                    <a:pt x="1359432" y="7602"/>
                  </a:lnTo>
                  <a:lnTo>
                    <a:pt x="1351574" y="7718"/>
                  </a:lnTo>
                  <a:lnTo>
                    <a:pt x="1343716" y="7834"/>
                  </a:lnTo>
                  <a:lnTo>
                    <a:pt x="1335858" y="7946"/>
                  </a:lnTo>
                  <a:lnTo>
                    <a:pt x="1328000" y="8057"/>
                  </a:lnTo>
                  <a:lnTo>
                    <a:pt x="1320142" y="8168"/>
                  </a:lnTo>
                  <a:lnTo>
                    <a:pt x="1312284" y="8284"/>
                  </a:lnTo>
                  <a:lnTo>
                    <a:pt x="1304426" y="8594"/>
                  </a:lnTo>
                  <a:lnTo>
                    <a:pt x="1296568" y="8908"/>
                  </a:lnTo>
                  <a:lnTo>
                    <a:pt x="1288710" y="9230"/>
                  </a:lnTo>
                  <a:lnTo>
                    <a:pt x="1280852" y="9548"/>
                  </a:lnTo>
                  <a:lnTo>
                    <a:pt x="1272994" y="9855"/>
                  </a:lnTo>
                  <a:lnTo>
                    <a:pt x="1265136" y="10123"/>
                  </a:lnTo>
                  <a:lnTo>
                    <a:pt x="1257278" y="10167"/>
                  </a:lnTo>
                  <a:lnTo>
                    <a:pt x="1249420" y="10226"/>
                  </a:lnTo>
                  <a:lnTo>
                    <a:pt x="1241562" y="10259"/>
                  </a:lnTo>
                  <a:lnTo>
                    <a:pt x="1233704" y="10343"/>
                  </a:lnTo>
                  <a:lnTo>
                    <a:pt x="1225846" y="10645"/>
                  </a:lnTo>
                  <a:lnTo>
                    <a:pt x="1217988" y="10711"/>
                  </a:lnTo>
                  <a:lnTo>
                    <a:pt x="1210130" y="10709"/>
                  </a:lnTo>
                  <a:lnTo>
                    <a:pt x="1202272" y="10852"/>
                  </a:lnTo>
                  <a:lnTo>
                    <a:pt x="1194414" y="10918"/>
                  </a:lnTo>
                  <a:lnTo>
                    <a:pt x="1186556" y="11201"/>
                  </a:lnTo>
                  <a:lnTo>
                    <a:pt x="1178698" y="11224"/>
                  </a:lnTo>
                  <a:lnTo>
                    <a:pt x="1170840" y="11504"/>
                  </a:lnTo>
                  <a:lnTo>
                    <a:pt x="1162982" y="11727"/>
                  </a:lnTo>
                  <a:lnTo>
                    <a:pt x="1155124" y="11754"/>
                  </a:lnTo>
                  <a:lnTo>
                    <a:pt x="1147266" y="12140"/>
                  </a:lnTo>
                  <a:lnTo>
                    <a:pt x="1139408" y="12297"/>
                  </a:lnTo>
                  <a:lnTo>
                    <a:pt x="1131550" y="12407"/>
                  </a:lnTo>
                  <a:lnTo>
                    <a:pt x="1123692" y="12600"/>
                  </a:lnTo>
                  <a:lnTo>
                    <a:pt x="1115834" y="12682"/>
                  </a:lnTo>
                  <a:lnTo>
                    <a:pt x="1107976" y="12822"/>
                  </a:lnTo>
                  <a:lnTo>
                    <a:pt x="1100118" y="13060"/>
                  </a:lnTo>
                  <a:lnTo>
                    <a:pt x="1092260" y="13318"/>
                  </a:lnTo>
                  <a:lnTo>
                    <a:pt x="1084402" y="13430"/>
                  </a:lnTo>
                  <a:lnTo>
                    <a:pt x="1076544" y="13417"/>
                  </a:lnTo>
                  <a:lnTo>
                    <a:pt x="1068686" y="13404"/>
                  </a:lnTo>
                  <a:lnTo>
                    <a:pt x="1060828" y="13439"/>
                  </a:lnTo>
                  <a:lnTo>
                    <a:pt x="1052970" y="13613"/>
                  </a:lnTo>
                  <a:lnTo>
                    <a:pt x="1045112" y="13888"/>
                  </a:lnTo>
                  <a:lnTo>
                    <a:pt x="1037254" y="14266"/>
                  </a:lnTo>
                  <a:lnTo>
                    <a:pt x="1029397" y="14298"/>
                  </a:lnTo>
                  <a:lnTo>
                    <a:pt x="1021539" y="14542"/>
                  </a:lnTo>
                  <a:lnTo>
                    <a:pt x="1013681" y="14818"/>
                  </a:lnTo>
                  <a:lnTo>
                    <a:pt x="1005823" y="15088"/>
                  </a:lnTo>
                  <a:lnTo>
                    <a:pt x="997965" y="15358"/>
                  </a:lnTo>
                  <a:lnTo>
                    <a:pt x="990107" y="15587"/>
                  </a:lnTo>
                  <a:lnTo>
                    <a:pt x="982249" y="15685"/>
                  </a:lnTo>
                  <a:lnTo>
                    <a:pt x="974391" y="15795"/>
                  </a:lnTo>
                  <a:lnTo>
                    <a:pt x="966533" y="16069"/>
                  </a:lnTo>
                  <a:lnTo>
                    <a:pt x="958675" y="16341"/>
                  </a:lnTo>
                  <a:lnTo>
                    <a:pt x="950817" y="16451"/>
                  </a:lnTo>
                  <a:lnTo>
                    <a:pt x="942959" y="16810"/>
                  </a:lnTo>
                  <a:lnTo>
                    <a:pt x="935101" y="17168"/>
                  </a:lnTo>
                  <a:lnTo>
                    <a:pt x="927243" y="17525"/>
                  </a:lnTo>
                  <a:lnTo>
                    <a:pt x="919385" y="17617"/>
                  </a:lnTo>
                  <a:lnTo>
                    <a:pt x="911527" y="17971"/>
                  </a:lnTo>
                  <a:lnTo>
                    <a:pt x="903669" y="18230"/>
                  </a:lnTo>
                  <a:lnTo>
                    <a:pt x="895811" y="18162"/>
                  </a:lnTo>
                  <a:lnTo>
                    <a:pt x="887953" y="18300"/>
                  </a:lnTo>
                  <a:lnTo>
                    <a:pt x="880095" y="18580"/>
                  </a:lnTo>
                  <a:lnTo>
                    <a:pt x="872237" y="19182"/>
                  </a:lnTo>
                  <a:lnTo>
                    <a:pt x="864379" y="19567"/>
                  </a:lnTo>
                  <a:lnTo>
                    <a:pt x="856521" y="19733"/>
                  </a:lnTo>
                  <a:lnTo>
                    <a:pt x="848663" y="19898"/>
                  </a:lnTo>
                  <a:lnTo>
                    <a:pt x="840805" y="20062"/>
                  </a:lnTo>
                  <a:lnTo>
                    <a:pt x="832947" y="20273"/>
                  </a:lnTo>
                  <a:lnTo>
                    <a:pt x="825089" y="20684"/>
                  </a:lnTo>
                  <a:lnTo>
                    <a:pt x="817231" y="20873"/>
                  </a:lnTo>
                  <a:lnTo>
                    <a:pt x="809373" y="21126"/>
                  </a:lnTo>
                  <a:lnTo>
                    <a:pt x="801515" y="21490"/>
                  </a:lnTo>
                  <a:lnTo>
                    <a:pt x="793657" y="21601"/>
                  </a:lnTo>
                  <a:lnTo>
                    <a:pt x="785799" y="21812"/>
                  </a:lnTo>
                  <a:lnTo>
                    <a:pt x="777941" y="22140"/>
                  </a:lnTo>
                  <a:lnTo>
                    <a:pt x="770083" y="22415"/>
                  </a:lnTo>
                  <a:lnTo>
                    <a:pt x="762225" y="22693"/>
                  </a:lnTo>
                  <a:lnTo>
                    <a:pt x="754367" y="23069"/>
                  </a:lnTo>
                  <a:lnTo>
                    <a:pt x="746509" y="23267"/>
                  </a:lnTo>
                  <a:lnTo>
                    <a:pt x="738651" y="23552"/>
                  </a:lnTo>
                  <a:lnTo>
                    <a:pt x="730793" y="23837"/>
                  </a:lnTo>
                  <a:lnTo>
                    <a:pt x="722935" y="24060"/>
                  </a:lnTo>
                  <a:lnTo>
                    <a:pt x="715077" y="24269"/>
                  </a:lnTo>
                  <a:lnTo>
                    <a:pt x="707219" y="24523"/>
                  </a:lnTo>
                  <a:lnTo>
                    <a:pt x="699361" y="24785"/>
                  </a:lnTo>
                  <a:lnTo>
                    <a:pt x="691503" y="25047"/>
                  </a:lnTo>
                  <a:lnTo>
                    <a:pt x="683645" y="25381"/>
                  </a:lnTo>
                  <a:lnTo>
                    <a:pt x="675787" y="25582"/>
                  </a:lnTo>
                  <a:lnTo>
                    <a:pt x="667929" y="25820"/>
                  </a:lnTo>
                  <a:lnTo>
                    <a:pt x="660071" y="26162"/>
                  </a:lnTo>
                  <a:lnTo>
                    <a:pt x="652213" y="26509"/>
                  </a:lnTo>
                  <a:lnTo>
                    <a:pt x="644355" y="26799"/>
                  </a:lnTo>
                  <a:lnTo>
                    <a:pt x="636497" y="27048"/>
                  </a:lnTo>
                  <a:lnTo>
                    <a:pt x="628639" y="27385"/>
                  </a:lnTo>
                  <a:lnTo>
                    <a:pt x="620781" y="27756"/>
                  </a:lnTo>
                  <a:lnTo>
                    <a:pt x="612923" y="27938"/>
                  </a:lnTo>
                  <a:lnTo>
                    <a:pt x="605065" y="28064"/>
                  </a:lnTo>
                  <a:lnTo>
                    <a:pt x="597207" y="28214"/>
                  </a:lnTo>
                  <a:lnTo>
                    <a:pt x="589349" y="28408"/>
                  </a:lnTo>
                  <a:lnTo>
                    <a:pt x="581491" y="28746"/>
                  </a:lnTo>
                  <a:lnTo>
                    <a:pt x="573633" y="29245"/>
                  </a:lnTo>
                  <a:lnTo>
                    <a:pt x="565775" y="29645"/>
                  </a:lnTo>
                  <a:lnTo>
                    <a:pt x="557917" y="29913"/>
                  </a:lnTo>
                  <a:lnTo>
                    <a:pt x="550059" y="30179"/>
                  </a:lnTo>
                  <a:lnTo>
                    <a:pt x="542201" y="30445"/>
                  </a:lnTo>
                  <a:lnTo>
                    <a:pt x="534343" y="30655"/>
                  </a:lnTo>
                  <a:lnTo>
                    <a:pt x="526485" y="30708"/>
                  </a:lnTo>
                  <a:lnTo>
                    <a:pt x="518627" y="30920"/>
                  </a:lnTo>
                  <a:lnTo>
                    <a:pt x="510769" y="31453"/>
                  </a:lnTo>
                  <a:lnTo>
                    <a:pt x="502911" y="31752"/>
                  </a:lnTo>
                  <a:lnTo>
                    <a:pt x="495053" y="32288"/>
                  </a:lnTo>
                  <a:lnTo>
                    <a:pt x="487195" y="32468"/>
                  </a:lnTo>
                  <a:lnTo>
                    <a:pt x="479337" y="32873"/>
                  </a:lnTo>
                  <a:lnTo>
                    <a:pt x="471479" y="33157"/>
                  </a:lnTo>
                  <a:lnTo>
                    <a:pt x="463621" y="33658"/>
                  </a:lnTo>
                  <a:lnTo>
                    <a:pt x="455763" y="34159"/>
                  </a:lnTo>
                  <a:lnTo>
                    <a:pt x="447905" y="34663"/>
                  </a:lnTo>
                  <a:lnTo>
                    <a:pt x="440047" y="35310"/>
                  </a:lnTo>
                  <a:lnTo>
                    <a:pt x="432189" y="35956"/>
                  </a:lnTo>
                  <a:lnTo>
                    <a:pt x="424331" y="36499"/>
                  </a:lnTo>
                  <a:lnTo>
                    <a:pt x="416473" y="37129"/>
                  </a:lnTo>
                  <a:lnTo>
                    <a:pt x="408615" y="37632"/>
                  </a:lnTo>
                  <a:lnTo>
                    <a:pt x="400757" y="38132"/>
                  </a:lnTo>
                  <a:lnTo>
                    <a:pt x="392899" y="38417"/>
                  </a:lnTo>
                  <a:lnTo>
                    <a:pt x="385041" y="39115"/>
                  </a:lnTo>
                  <a:lnTo>
                    <a:pt x="377183" y="39647"/>
                  </a:lnTo>
                  <a:lnTo>
                    <a:pt x="369325" y="40148"/>
                  </a:lnTo>
                  <a:lnTo>
                    <a:pt x="361467" y="40602"/>
                  </a:lnTo>
                  <a:lnTo>
                    <a:pt x="353609" y="41006"/>
                  </a:lnTo>
                  <a:lnTo>
                    <a:pt x="345751" y="41517"/>
                  </a:lnTo>
                  <a:lnTo>
                    <a:pt x="337893" y="41962"/>
                  </a:lnTo>
                  <a:lnTo>
                    <a:pt x="330035" y="42404"/>
                  </a:lnTo>
                  <a:lnTo>
                    <a:pt x="322177" y="42779"/>
                  </a:lnTo>
                  <a:lnTo>
                    <a:pt x="314319" y="43085"/>
                  </a:lnTo>
                  <a:lnTo>
                    <a:pt x="306461" y="43384"/>
                  </a:lnTo>
                  <a:lnTo>
                    <a:pt x="298603" y="43711"/>
                  </a:lnTo>
                  <a:lnTo>
                    <a:pt x="290745" y="44046"/>
                  </a:lnTo>
                  <a:lnTo>
                    <a:pt x="282887" y="44597"/>
                  </a:lnTo>
                  <a:lnTo>
                    <a:pt x="275029" y="45035"/>
                  </a:lnTo>
                  <a:lnTo>
                    <a:pt x="267171" y="45503"/>
                  </a:lnTo>
                  <a:lnTo>
                    <a:pt x="259313" y="46020"/>
                  </a:lnTo>
                  <a:lnTo>
                    <a:pt x="251455" y="46617"/>
                  </a:lnTo>
                  <a:lnTo>
                    <a:pt x="243597" y="46908"/>
                  </a:lnTo>
                  <a:lnTo>
                    <a:pt x="235739" y="47365"/>
                  </a:lnTo>
                  <a:lnTo>
                    <a:pt x="227881" y="47890"/>
                  </a:lnTo>
                  <a:lnTo>
                    <a:pt x="220023" y="48411"/>
                  </a:lnTo>
                  <a:lnTo>
                    <a:pt x="212165" y="48928"/>
                  </a:lnTo>
                  <a:lnTo>
                    <a:pt x="204307" y="49434"/>
                  </a:lnTo>
                  <a:lnTo>
                    <a:pt x="196449" y="49655"/>
                  </a:lnTo>
                  <a:lnTo>
                    <a:pt x="188591" y="50131"/>
                  </a:lnTo>
                  <a:lnTo>
                    <a:pt x="180733" y="50605"/>
                  </a:lnTo>
                  <a:lnTo>
                    <a:pt x="172875" y="51124"/>
                  </a:lnTo>
                  <a:lnTo>
                    <a:pt x="165017" y="51636"/>
                  </a:lnTo>
                  <a:lnTo>
                    <a:pt x="157159" y="52029"/>
                  </a:lnTo>
                  <a:lnTo>
                    <a:pt x="149301" y="52657"/>
                  </a:lnTo>
                  <a:lnTo>
                    <a:pt x="141443" y="53213"/>
                  </a:lnTo>
                  <a:lnTo>
                    <a:pt x="133585" y="53730"/>
                  </a:lnTo>
                  <a:lnTo>
                    <a:pt x="125727" y="54243"/>
                  </a:lnTo>
                  <a:lnTo>
                    <a:pt x="117869" y="54645"/>
                  </a:lnTo>
                  <a:lnTo>
                    <a:pt x="110011" y="54929"/>
                  </a:lnTo>
                  <a:lnTo>
                    <a:pt x="102153" y="55211"/>
                  </a:lnTo>
                  <a:lnTo>
                    <a:pt x="94295" y="55566"/>
                  </a:lnTo>
                  <a:lnTo>
                    <a:pt x="86437" y="55993"/>
                  </a:lnTo>
                  <a:lnTo>
                    <a:pt x="78579" y="56527"/>
                  </a:lnTo>
                  <a:lnTo>
                    <a:pt x="70721" y="57005"/>
                  </a:lnTo>
                  <a:lnTo>
                    <a:pt x="62863" y="57359"/>
                  </a:lnTo>
                  <a:lnTo>
                    <a:pt x="55005" y="57672"/>
                  </a:lnTo>
                  <a:lnTo>
                    <a:pt x="47147" y="58084"/>
                  </a:lnTo>
                  <a:lnTo>
                    <a:pt x="39289" y="58494"/>
                  </a:lnTo>
                  <a:lnTo>
                    <a:pt x="31431" y="58852"/>
                  </a:lnTo>
                  <a:lnTo>
                    <a:pt x="23573" y="59082"/>
                  </a:lnTo>
                  <a:lnTo>
                    <a:pt x="15715" y="59312"/>
                  </a:lnTo>
                  <a:lnTo>
                    <a:pt x="7857" y="59596"/>
                  </a:lnTo>
                  <a:lnTo>
                    <a:pt x="0" y="600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1186414" y="2986484"/>
              <a:ext cx="2035220" cy="119079"/>
            </a:xfrm>
            <a:custGeom>
              <a:avLst/>
              <a:pathLst>
                <a:path w="2035220" h="119079">
                  <a:moveTo>
                    <a:pt x="0" y="0"/>
                  </a:moveTo>
                  <a:lnTo>
                    <a:pt x="7857" y="727"/>
                  </a:lnTo>
                  <a:lnTo>
                    <a:pt x="15715" y="1738"/>
                  </a:lnTo>
                  <a:lnTo>
                    <a:pt x="23573" y="2437"/>
                  </a:lnTo>
                  <a:lnTo>
                    <a:pt x="31431" y="3111"/>
                  </a:lnTo>
                  <a:lnTo>
                    <a:pt x="39289" y="3730"/>
                  </a:lnTo>
                  <a:lnTo>
                    <a:pt x="47147" y="4368"/>
                  </a:lnTo>
                  <a:lnTo>
                    <a:pt x="55005" y="5192"/>
                  </a:lnTo>
                  <a:lnTo>
                    <a:pt x="62863" y="6291"/>
                  </a:lnTo>
                  <a:lnTo>
                    <a:pt x="70721" y="7050"/>
                  </a:lnTo>
                  <a:lnTo>
                    <a:pt x="78579" y="7624"/>
                  </a:lnTo>
                  <a:lnTo>
                    <a:pt x="86437" y="8412"/>
                  </a:lnTo>
                  <a:lnTo>
                    <a:pt x="94295" y="9055"/>
                  </a:lnTo>
                  <a:lnTo>
                    <a:pt x="102153" y="9885"/>
                  </a:lnTo>
                  <a:lnTo>
                    <a:pt x="110011" y="10751"/>
                  </a:lnTo>
                  <a:lnTo>
                    <a:pt x="117869" y="11505"/>
                  </a:lnTo>
                  <a:lnTo>
                    <a:pt x="125727" y="12230"/>
                  </a:lnTo>
                  <a:lnTo>
                    <a:pt x="133585" y="12950"/>
                  </a:lnTo>
                  <a:lnTo>
                    <a:pt x="141443" y="13724"/>
                  </a:lnTo>
                  <a:lnTo>
                    <a:pt x="149301" y="14347"/>
                  </a:lnTo>
                  <a:lnTo>
                    <a:pt x="157159" y="15083"/>
                  </a:lnTo>
                  <a:lnTo>
                    <a:pt x="165017" y="15612"/>
                  </a:lnTo>
                  <a:lnTo>
                    <a:pt x="172875" y="16207"/>
                  </a:lnTo>
                  <a:lnTo>
                    <a:pt x="180733" y="16750"/>
                  </a:lnTo>
                  <a:lnTo>
                    <a:pt x="188591" y="17277"/>
                  </a:lnTo>
                  <a:lnTo>
                    <a:pt x="196449" y="17972"/>
                  </a:lnTo>
                  <a:lnTo>
                    <a:pt x="204307" y="18658"/>
                  </a:lnTo>
                  <a:lnTo>
                    <a:pt x="212165" y="19043"/>
                  </a:lnTo>
                  <a:lnTo>
                    <a:pt x="220023" y="19430"/>
                  </a:lnTo>
                  <a:lnTo>
                    <a:pt x="227881" y="19948"/>
                  </a:lnTo>
                  <a:lnTo>
                    <a:pt x="235739" y="20485"/>
                  </a:lnTo>
                  <a:lnTo>
                    <a:pt x="243597" y="21082"/>
                  </a:lnTo>
                  <a:lnTo>
                    <a:pt x="251455" y="21666"/>
                  </a:lnTo>
                  <a:lnTo>
                    <a:pt x="259313" y="21973"/>
                  </a:lnTo>
                  <a:lnTo>
                    <a:pt x="267171" y="22409"/>
                  </a:lnTo>
                  <a:lnTo>
                    <a:pt x="275029" y="22944"/>
                  </a:lnTo>
                  <a:lnTo>
                    <a:pt x="282887" y="23366"/>
                  </a:lnTo>
                  <a:lnTo>
                    <a:pt x="290745" y="23909"/>
                  </a:lnTo>
                  <a:lnTo>
                    <a:pt x="298603" y="24259"/>
                  </a:lnTo>
                  <a:lnTo>
                    <a:pt x="306461" y="24638"/>
                  </a:lnTo>
                  <a:lnTo>
                    <a:pt x="314319" y="24971"/>
                  </a:lnTo>
                  <a:lnTo>
                    <a:pt x="322177" y="25294"/>
                  </a:lnTo>
                  <a:lnTo>
                    <a:pt x="330035" y="25624"/>
                  </a:lnTo>
                  <a:lnTo>
                    <a:pt x="337893" y="25987"/>
                  </a:lnTo>
                  <a:lnTo>
                    <a:pt x="345751" y="26292"/>
                  </a:lnTo>
                  <a:lnTo>
                    <a:pt x="353609" y="26643"/>
                  </a:lnTo>
                  <a:lnTo>
                    <a:pt x="361467" y="26937"/>
                  </a:lnTo>
                  <a:lnTo>
                    <a:pt x="369325" y="27247"/>
                  </a:lnTo>
                  <a:lnTo>
                    <a:pt x="377183" y="27585"/>
                  </a:lnTo>
                  <a:lnTo>
                    <a:pt x="385041" y="27897"/>
                  </a:lnTo>
                  <a:lnTo>
                    <a:pt x="392899" y="28064"/>
                  </a:lnTo>
                  <a:lnTo>
                    <a:pt x="400757" y="28432"/>
                  </a:lnTo>
                  <a:lnTo>
                    <a:pt x="408615" y="28655"/>
                  </a:lnTo>
                  <a:lnTo>
                    <a:pt x="416473" y="28887"/>
                  </a:lnTo>
                  <a:lnTo>
                    <a:pt x="424331" y="29182"/>
                  </a:lnTo>
                  <a:lnTo>
                    <a:pt x="432189" y="29290"/>
                  </a:lnTo>
                  <a:lnTo>
                    <a:pt x="440047" y="29687"/>
                  </a:lnTo>
                  <a:lnTo>
                    <a:pt x="447905" y="30000"/>
                  </a:lnTo>
                  <a:lnTo>
                    <a:pt x="455763" y="30376"/>
                  </a:lnTo>
                  <a:lnTo>
                    <a:pt x="463621" y="30596"/>
                  </a:lnTo>
                  <a:lnTo>
                    <a:pt x="471479" y="30814"/>
                  </a:lnTo>
                  <a:lnTo>
                    <a:pt x="479337" y="31089"/>
                  </a:lnTo>
                  <a:lnTo>
                    <a:pt x="487195" y="31397"/>
                  </a:lnTo>
                  <a:lnTo>
                    <a:pt x="495053" y="31593"/>
                  </a:lnTo>
                  <a:lnTo>
                    <a:pt x="502911" y="31825"/>
                  </a:lnTo>
                  <a:lnTo>
                    <a:pt x="510769" y="32004"/>
                  </a:lnTo>
                  <a:lnTo>
                    <a:pt x="518627" y="32245"/>
                  </a:lnTo>
                  <a:lnTo>
                    <a:pt x="526485" y="32511"/>
                  </a:lnTo>
                  <a:lnTo>
                    <a:pt x="534343" y="32681"/>
                  </a:lnTo>
                  <a:lnTo>
                    <a:pt x="542201" y="32824"/>
                  </a:lnTo>
                  <a:lnTo>
                    <a:pt x="550059" y="32968"/>
                  </a:lnTo>
                  <a:lnTo>
                    <a:pt x="557917" y="33203"/>
                  </a:lnTo>
                  <a:lnTo>
                    <a:pt x="565775" y="33343"/>
                  </a:lnTo>
                  <a:lnTo>
                    <a:pt x="573633" y="33538"/>
                  </a:lnTo>
                  <a:lnTo>
                    <a:pt x="581491" y="33690"/>
                  </a:lnTo>
                  <a:lnTo>
                    <a:pt x="589349" y="33884"/>
                  </a:lnTo>
                  <a:lnTo>
                    <a:pt x="597207" y="34077"/>
                  </a:lnTo>
                  <a:lnTo>
                    <a:pt x="605065" y="34199"/>
                  </a:lnTo>
                  <a:lnTo>
                    <a:pt x="612923" y="34303"/>
                  </a:lnTo>
                  <a:lnTo>
                    <a:pt x="620781" y="34407"/>
                  </a:lnTo>
                  <a:lnTo>
                    <a:pt x="628639" y="34532"/>
                  </a:lnTo>
                  <a:lnTo>
                    <a:pt x="636497" y="34691"/>
                  </a:lnTo>
                  <a:lnTo>
                    <a:pt x="644355" y="34852"/>
                  </a:lnTo>
                  <a:lnTo>
                    <a:pt x="652213" y="35054"/>
                  </a:lnTo>
                  <a:lnTo>
                    <a:pt x="660071" y="35174"/>
                  </a:lnTo>
                  <a:lnTo>
                    <a:pt x="667929" y="35390"/>
                  </a:lnTo>
                  <a:lnTo>
                    <a:pt x="675787" y="35496"/>
                  </a:lnTo>
                  <a:lnTo>
                    <a:pt x="683645" y="35614"/>
                  </a:lnTo>
                  <a:lnTo>
                    <a:pt x="691503" y="35704"/>
                  </a:lnTo>
                  <a:lnTo>
                    <a:pt x="699361" y="35807"/>
                  </a:lnTo>
                  <a:lnTo>
                    <a:pt x="707219" y="36047"/>
                  </a:lnTo>
                  <a:lnTo>
                    <a:pt x="715077" y="36251"/>
                  </a:lnTo>
                  <a:lnTo>
                    <a:pt x="722935" y="36403"/>
                  </a:lnTo>
                  <a:lnTo>
                    <a:pt x="730793" y="36525"/>
                  </a:lnTo>
                  <a:lnTo>
                    <a:pt x="738651" y="36643"/>
                  </a:lnTo>
                  <a:lnTo>
                    <a:pt x="746509" y="36761"/>
                  </a:lnTo>
                  <a:lnTo>
                    <a:pt x="754367" y="36889"/>
                  </a:lnTo>
                  <a:lnTo>
                    <a:pt x="762225" y="37063"/>
                  </a:lnTo>
                  <a:lnTo>
                    <a:pt x="770083" y="37235"/>
                  </a:lnTo>
                  <a:lnTo>
                    <a:pt x="777941" y="37363"/>
                  </a:lnTo>
                  <a:lnTo>
                    <a:pt x="785799" y="37472"/>
                  </a:lnTo>
                  <a:lnTo>
                    <a:pt x="793657" y="37600"/>
                  </a:lnTo>
                  <a:lnTo>
                    <a:pt x="801515" y="37724"/>
                  </a:lnTo>
                  <a:lnTo>
                    <a:pt x="809373" y="37821"/>
                  </a:lnTo>
                  <a:lnTo>
                    <a:pt x="817231" y="37910"/>
                  </a:lnTo>
                  <a:lnTo>
                    <a:pt x="825089" y="38004"/>
                  </a:lnTo>
                  <a:lnTo>
                    <a:pt x="832947" y="38109"/>
                  </a:lnTo>
                  <a:lnTo>
                    <a:pt x="840805" y="38214"/>
                  </a:lnTo>
                  <a:lnTo>
                    <a:pt x="848663" y="38317"/>
                  </a:lnTo>
                  <a:lnTo>
                    <a:pt x="856521" y="38421"/>
                  </a:lnTo>
                  <a:lnTo>
                    <a:pt x="864379" y="38524"/>
                  </a:lnTo>
                  <a:lnTo>
                    <a:pt x="872237" y="38627"/>
                  </a:lnTo>
                  <a:lnTo>
                    <a:pt x="880095" y="38834"/>
                  </a:lnTo>
                  <a:lnTo>
                    <a:pt x="887953" y="38975"/>
                  </a:lnTo>
                  <a:lnTo>
                    <a:pt x="895811" y="39067"/>
                  </a:lnTo>
                  <a:lnTo>
                    <a:pt x="903669" y="39159"/>
                  </a:lnTo>
                  <a:lnTo>
                    <a:pt x="911527" y="39251"/>
                  </a:lnTo>
                  <a:lnTo>
                    <a:pt x="919385" y="39342"/>
                  </a:lnTo>
                  <a:lnTo>
                    <a:pt x="927243" y="39433"/>
                  </a:lnTo>
                  <a:lnTo>
                    <a:pt x="935101" y="39524"/>
                  </a:lnTo>
                  <a:lnTo>
                    <a:pt x="942959" y="39615"/>
                  </a:lnTo>
                  <a:lnTo>
                    <a:pt x="950817" y="39728"/>
                  </a:lnTo>
                  <a:lnTo>
                    <a:pt x="958675" y="39925"/>
                  </a:lnTo>
                  <a:lnTo>
                    <a:pt x="966533" y="40021"/>
                  </a:lnTo>
                  <a:lnTo>
                    <a:pt x="974391" y="40113"/>
                  </a:lnTo>
                  <a:lnTo>
                    <a:pt x="982249" y="40274"/>
                  </a:lnTo>
                  <a:lnTo>
                    <a:pt x="990107" y="40435"/>
                  </a:lnTo>
                  <a:lnTo>
                    <a:pt x="997965" y="40513"/>
                  </a:lnTo>
                  <a:lnTo>
                    <a:pt x="1005823" y="40575"/>
                  </a:lnTo>
                  <a:lnTo>
                    <a:pt x="1013681" y="40649"/>
                  </a:lnTo>
                  <a:lnTo>
                    <a:pt x="1021539" y="40760"/>
                  </a:lnTo>
                  <a:lnTo>
                    <a:pt x="1029397" y="40870"/>
                  </a:lnTo>
                  <a:lnTo>
                    <a:pt x="1037254" y="40980"/>
                  </a:lnTo>
                  <a:lnTo>
                    <a:pt x="1045112" y="41090"/>
                  </a:lnTo>
                  <a:lnTo>
                    <a:pt x="1052970" y="41199"/>
                  </a:lnTo>
                  <a:lnTo>
                    <a:pt x="1060828" y="41307"/>
                  </a:lnTo>
                  <a:lnTo>
                    <a:pt x="1068686" y="41397"/>
                  </a:lnTo>
                  <a:lnTo>
                    <a:pt x="1076544" y="41351"/>
                  </a:lnTo>
                  <a:lnTo>
                    <a:pt x="1084402" y="41439"/>
                  </a:lnTo>
                  <a:lnTo>
                    <a:pt x="1092260" y="41522"/>
                  </a:lnTo>
                  <a:lnTo>
                    <a:pt x="1100118" y="41529"/>
                  </a:lnTo>
                  <a:lnTo>
                    <a:pt x="1107976" y="41536"/>
                  </a:lnTo>
                  <a:lnTo>
                    <a:pt x="1115834" y="41615"/>
                  </a:lnTo>
                  <a:lnTo>
                    <a:pt x="1123692" y="41704"/>
                  </a:lnTo>
                  <a:lnTo>
                    <a:pt x="1131550" y="41794"/>
                  </a:lnTo>
                  <a:lnTo>
                    <a:pt x="1139408" y="41884"/>
                  </a:lnTo>
                  <a:lnTo>
                    <a:pt x="1147266" y="41973"/>
                  </a:lnTo>
                  <a:lnTo>
                    <a:pt x="1155124" y="42063"/>
                  </a:lnTo>
                  <a:lnTo>
                    <a:pt x="1162982" y="42152"/>
                  </a:lnTo>
                  <a:lnTo>
                    <a:pt x="1170840" y="42241"/>
                  </a:lnTo>
                  <a:lnTo>
                    <a:pt x="1178698" y="42329"/>
                  </a:lnTo>
                  <a:lnTo>
                    <a:pt x="1186556" y="42417"/>
                  </a:lnTo>
                  <a:lnTo>
                    <a:pt x="1194414" y="42505"/>
                  </a:lnTo>
                  <a:lnTo>
                    <a:pt x="1202272" y="42612"/>
                  </a:lnTo>
                  <a:lnTo>
                    <a:pt x="1210130" y="42687"/>
                  </a:lnTo>
                  <a:lnTo>
                    <a:pt x="1217988" y="42788"/>
                  </a:lnTo>
                  <a:lnTo>
                    <a:pt x="1225846" y="42889"/>
                  </a:lnTo>
                  <a:lnTo>
                    <a:pt x="1233704" y="42989"/>
                  </a:lnTo>
                  <a:lnTo>
                    <a:pt x="1241562" y="43088"/>
                  </a:lnTo>
                  <a:lnTo>
                    <a:pt x="1249420" y="43187"/>
                  </a:lnTo>
                  <a:lnTo>
                    <a:pt x="1257278" y="43284"/>
                  </a:lnTo>
                  <a:lnTo>
                    <a:pt x="1265136" y="43274"/>
                  </a:lnTo>
                  <a:lnTo>
                    <a:pt x="1272994" y="43358"/>
                  </a:lnTo>
                  <a:lnTo>
                    <a:pt x="1280852" y="43452"/>
                  </a:lnTo>
                  <a:lnTo>
                    <a:pt x="1288710" y="43552"/>
                  </a:lnTo>
                  <a:lnTo>
                    <a:pt x="1296568" y="43652"/>
                  </a:lnTo>
                  <a:lnTo>
                    <a:pt x="1304426" y="43690"/>
                  </a:lnTo>
                  <a:lnTo>
                    <a:pt x="1312284" y="43770"/>
                  </a:lnTo>
                  <a:lnTo>
                    <a:pt x="1320142" y="43851"/>
                  </a:lnTo>
                  <a:lnTo>
                    <a:pt x="1328000" y="43843"/>
                  </a:lnTo>
                  <a:lnTo>
                    <a:pt x="1335858" y="43938"/>
                  </a:lnTo>
                  <a:lnTo>
                    <a:pt x="1343716" y="44031"/>
                  </a:lnTo>
                  <a:lnTo>
                    <a:pt x="1351574" y="44127"/>
                  </a:lnTo>
                  <a:lnTo>
                    <a:pt x="1359432" y="44108"/>
                  </a:lnTo>
                  <a:lnTo>
                    <a:pt x="1367290" y="44022"/>
                  </a:lnTo>
                  <a:lnTo>
                    <a:pt x="1375148" y="44077"/>
                  </a:lnTo>
                  <a:lnTo>
                    <a:pt x="1383006" y="44152"/>
                  </a:lnTo>
                  <a:lnTo>
                    <a:pt x="1390864" y="44228"/>
                  </a:lnTo>
                  <a:lnTo>
                    <a:pt x="1398722" y="44302"/>
                  </a:lnTo>
                  <a:lnTo>
                    <a:pt x="1406580" y="44377"/>
                  </a:lnTo>
                  <a:lnTo>
                    <a:pt x="1414438" y="44451"/>
                  </a:lnTo>
                  <a:lnTo>
                    <a:pt x="1422296" y="44524"/>
                  </a:lnTo>
                  <a:lnTo>
                    <a:pt x="1430154" y="44597"/>
                  </a:lnTo>
                  <a:lnTo>
                    <a:pt x="1438012" y="44670"/>
                  </a:lnTo>
                  <a:lnTo>
                    <a:pt x="1445870" y="44742"/>
                  </a:lnTo>
                  <a:lnTo>
                    <a:pt x="1453728" y="44814"/>
                  </a:lnTo>
                  <a:lnTo>
                    <a:pt x="1461586" y="44871"/>
                  </a:lnTo>
                  <a:lnTo>
                    <a:pt x="1469444" y="44944"/>
                  </a:lnTo>
                  <a:lnTo>
                    <a:pt x="1477302" y="45018"/>
                  </a:lnTo>
                  <a:lnTo>
                    <a:pt x="1485160" y="45091"/>
                  </a:lnTo>
                  <a:lnTo>
                    <a:pt x="1493018" y="45165"/>
                  </a:lnTo>
                  <a:lnTo>
                    <a:pt x="1500876" y="45214"/>
                  </a:lnTo>
                  <a:lnTo>
                    <a:pt x="1508734" y="45270"/>
                  </a:lnTo>
                  <a:lnTo>
                    <a:pt x="1516592" y="45340"/>
                  </a:lnTo>
                  <a:lnTo>
                    <a:pt x="1524450" y="45411"/>
                  </a:lnTo>
                  <a:lnTo>
                    <a:pt x="1532308" y="45431"/>
                  </a:lnTo>
                  <a:lnTo>
                    <a:pt x="1540166" y="45444"/>
                  </a:lnTo>
                  <a:lnTo>
                    <a:pt x="1548024" y="45465"/>
                  </a:lnTo>
                  <a:lnTo>
                    <a:pt x="1555882" y="45528"/>
                  </a:lnTo>
                  <a:lnTo>
                    <a:pt x="1563740" y="45592"/>
                  </a:lnTo>
                  <a:lnTo>
                    <a:pt x="1571598" y="45624"/>
                  </a:lnTo>
                  <a:lnTo>
                    <a:pt x="1579456" y="45695"/>
                  </a:lnTo>
                  <a:lnTo>
                    <a:pt x="1587314" y="45768"/>
                  </a:lnTo>
                  <a:lnTo>
                    <a:pt x="1595172" y="45840"/>
                  </a:lnTo>
                  <a:lnTo>
                    <a:pt x="1603030" y="45901"/>
                  </a:lnTo>
                  <a:lnTo>
                    <a:pt x="1610888" y="45963"/>
                  </a:lnTo>
                  <a:lnTo>
                    <a:pt x="1618746" y="46025"/>
                  </a:lnTo>
                  <a:lnTo>
                    <a:pt x="1626604" y="46086"/>
                  </a:lnTo>
                  <a:lnTo>
                    <a:pt x="1634462" y="46076"/>
                  </a:lnTo>
                  <a:lnTo>
                    <a:pt x="1642320" y="46064"/>
                  </a:lnTo>
                  <a:lnTo>
                    <a:pt x="1650178" y="46133"/>
                  </a:lnTo>
                  <a:lnTo>
                    <a:pt x="1658036" y="46201"/>
                  </a:lnTo>
                  <a:lnTo>
                    <a:pt x="1665894" y="46268"/>
                  </a:lnTo>
                  <a:lnTo>
                    <a:pt x="1673752" y="46336"/>
                  </a:lnTo>
                  <a:lnTo>
                    <a:pt x="1681610" y="46403"/>
                  </a:lnTo>
                  <a:lnTo>
                    <a:pt x="1689468" y="46467"/>
                  </a:lnTo>
                  <a:lnTo>
                    <a:pt x="1697326" y="46495"/>
                  </a:lnTo>
                  <a:lnTo>
                    <a:pt x="1705184" y="46523"/>
                  </a:lnTo>
                  <a:lnTo>
                    <a:pt x="1713042" y="46551"/>
                  </a:lnTo>
                  <a:lnTo>
                    <a:pt x="1720900" y="46579"/>
                  </a:lnTo>
                  <a:lnTo>
                    <a:pt x="1728758" y="46607"/>
                  </a:lnTo>
                  <a:lnTo>
                    <a:pt x="1736616" y="46635"/>
                  </a:lnTo>
                  <a:lnTo>
                    <a:pt x="1744474" y="46663"/>
                  </a:lnTo>
                  <a:lnTo>
                    <a:pt x="1752332" y="46691"/>
                  </a:lnTo>
                  <a:lnTo>
                    <a:pt x="1760190" y="46719"/>
                  </a:lnTo>
                  <a:lnTo>
                    <a:pt x="1768048" y="46747"/>
                  </a:lnTo>
                  <a:lnTo>
                    <a:pt x="1775906" y="46759"/>
                  </a:lnTo>
                  <a:lnTo>
                    <a:pt x="1783764" y="46801"/>
                  </a:lnTo>
                  <a:lnTo>
                    <a:pt x="1791622" y="46827"/>
                  </a:lnTo>
                  <a:lnTo>
                    <a:pt x="1799480" y="46852"/>
                  </a:lnTo>
                  <a:lnTo>
                    <a:pt x="1807338" y="46878"/>
                  </a:lnTo>
                  <a:lnTo>
                    <a:pt x="1815196" y="46904"/>
                  </a:lnTo>
                  <a:lnTo>
                    <a:pt x="1823054" y="46925"/>
                  </a:lnTo>
                  <a:lnTo>
                    <a:pt x="1830912" y="46944"/>
                  </a:lnTo>
                  <a:lnTo>
                    <a:pt x="1838770" y="46963"/>
                  </a:lnTo>
                  <a:lnTo>
                    <a:pt x="1846628" y="46983"/>
                  </a:lnTo>
                  <a:lnTo>
                    <a:pt x="1854486" y="47003"/>
                  </a:lnTo>
                  <a:lnTo>
                    <a:pt x="1862344" y="47022"/>
                  </a:lnTo>
                  <a:lnTo>
                    <a:pt x="1870202" y="47042"/>
                  </a:lnTo>
                  <a:lnTo>
                    <a:pt x="1878060" y="47071"/>
                  </a:lnTo>
                  <a:lnTo>
                    <a:pt x="1885918" y="47123"/>
                  </a:lnTo>
                  <a:lnTo>
                    <a:pt x="1893776" y="47172"/>
                  </a:lnTo>
                  <a:lnTo>
                    <a:pt x="1901634" y="47198"/>
                  </a:lnTo>
                  <a:lnTo>
                    <a:pt x="1909492" y="47224"/>
                  </a:lnTo>
                  <a:lnTo>
                    <a:pt x="1917350" y="47250"/>
                  </a:lnTo>
                  <a:lnTo>
                    <a:pt x="1925208" y="47276"/>
                  </a:lnTo>
                  <a:lnTo>
                    <a:pt x="1933066" y="47302"/>
                  </a:lnTo>
                  <a:lnTo>
                    <a:pt x="1940924" y="47328"/>
                  </a:lnTo>
                  <a:lnTo>
                    <a:pt x="1948782" y="47354"/>
                  </a:lnTo>
                  <a:lnTo>
                    <a:pt x="1956640" y="47380"/>
                  </a:lnTo>
                  <a:lnTo>
                    <a:pt x="1964498" y="47406"/>
                  </a:lnTo>
                  <a:lnTo>
                    <a:pt x="1972356" y="47432"/>
                  </a:lnTo>
                  <a:lnTo>
                    <a:pt x="1980214" y="47458"/>
                  </a:lnTo>
                  <a:lnTo>
                    <a:pt x="1988072" y="47484"/>
                  </a:lnTo>
                  <a:lnTo>
                    <a:pt x="1995930" y="47510"/>
                  </a:lnTo>
                  <a:lnTo>
                    <a:pt x="2003788" y="47536"/>
                  </a:lnTo>
                  <a:lnTo>
                    <a:pt x="2011646" y="47561"/>
                  </a:lnTo>
                  <a:lnTo>
                    <a:pt x="2019504" y="47588"/>
                  </a:lnTo>
                  <a:lnTo>
                    <a:pt x="2027362" y="47614"/>
                  </a:lnTo>
                  <a:lnTo>
                    <a:pt x="2035220" y="47641"/>
                  </a:lnTo>
                  <a:lnTo>
                    <a:pt x="2035220" y="119079"/>
                  </a:lnTo>
                  <a:lnTo>
                    <a:pt x="2027362" y="119028"/>
                  </a:lnTo>
                  <a:lnTo>
                    <a:pt x="2019504" y="118976"/>
                  </a:lnTo>
                  <a:lnTo>
                    <a:pt x="2011646" y="118924"/>
                  </a:lnTo>
                  <a:lnTo>
                    <a:pt x="2003788" y="118853"/>
                  </a:lnTo>
                  <a:lnTo>
                    <a:pt x="1995930" y="118730"/>
                  </a:lnTo>
                  <a:lnTo>
                    <a:pt x="1988072" y="118607"/>
                  </a:lnTo>
                  <a:lnTo>
                    <a:pt x="1980214" y="118483"/>
                  </a:lnTo>
                  <a:lnTo>
                    <a:pt x="1972356" y="118358"/>
                  </a:lnTo>
                  <a:lnTo>
                    <a:pt x="1964498" y="118233"/>
                  </a:lnTo>
                  <a:lnTo>
                    <a:pt x="1956640" y="118107"/>
                  </a:lnTo>
                  <a:lnTo>
                    <a:pt x="1948782" y="117980"/>
                  </a:lnTo>
                  <a:lnTo>
                    <a:pt x="1940924" y="117853"/>
                  </a:lnTo>
                  <a:lnTo>
                    <a:pt x="1933066" y="117725"/>
                  </a:lnTo>
                  <a:lnTo>
                    <a:pt x="1925208" y="117596"/>
                  </a:lnTo>
                  <a:lnTo>
                    <a:pt x="1917350" y="117495"/>
                  </a:lnTo>
                  <a:lnTo>
                    <a:pt x="1909492" y="117416"/>
                  </a:lnTo>
                  <a:lnTo>
                    <a:pt x="1901634" y="117337"/>
                  </a:lnTo>
                  <a:lnTo>
                    <a:pt x="1893776" y="117257"/>
                  </a:lnTo>
                  <a:lnTo>
                    <a:pt x="1885918" y="117176"/>
                  </a:lnTo>
                  <a:lnTo>
                    <a:pt x="1878060" y="117095"/>
                  </a:lnTo>
                  <a:lnTo>
                    <a:pt x="1870202" y="117012"/>
                  </a:lnTo>
                  <a:lnTo>
                    <a:pt x="1862344" y="116927"/>
                  </a:lnTo>
                  <a:lnTo>
                    <a:pt x="1854486" y="116841"/>
                  </a:lnTo>
                  <a:lnTo>
                    <a:pt x="1846628" y="116753"/>
                  </a:lnTo>
                  <a:lnTo>
                    <a:pt x="1838770" y="116665"/>
                  </a:lnTo>
                  <a:lnTo>
                    <a:pt x="1830912" y="116576"/>
                  </a:lnTo>
                  <a:lnTo>
                    <a:pt x="1823054" y="116486"/>
                  </a:lnTo>
                  <a:lnTo>
                    <a:pt x="1815196" y="116395"/>
                  </a:lnTo>
                  <a:lnTo>
                    <a:pt x="1807338" y="116304"/>
                  </a:lnTo>
                  <a:lnTo>
                    <a:pt x="1799480" y="116211"/>
                  </a:lnTo>
                  <a:lnTo>
                    <a:pt x="1791622" y="116117"/>
                  </a:lnTo>
                  <a:lnTo>
                    <a:pt x="1783764" y="116022"/>
                  </a:lnTo>
                  <a:lnTo>
                    <a:pt x="1775906" y="115926"/>
                  </a:lnTo>
                  <a:lnTo>
                    <a:pt x="1768048" y="115829"/>
                  </a:lnTo>
                  <a:lnTo>
                    <a:pt x="1760190" y="115731"/>
                  </a:lnTo>
                  <a:lnTo>
                    <a:pt x="1752332" y="115631"/>
                  </a:lnTo>
                  <a:lnTo>
                    <a:pt x="1744474" y="115531"/>
                  </a:lnTo>
                  <a:lnTo>
                    <a:pt x="1736616" y="115430"/>
                  </a:lnTo>
                  <a:lnTo>
                    <a:pt x="1728758" y="115327"/>
                  </a:lnTo>
                  <a:lnTo>
                    <a:pt x="1720900" y="115174"/>
                  </a:lnTo>
                  <a:lnTo>
                    <a:pt x="1713042" y="115021"/>
                  </a:lnTo>
                  <a:lnTo>
                    <a:pt x="1705184" y="114866"/>
                  </a:lnTo>
                  <a:lnTo>
                    <a:pt x="1697326" y="114710"/>
                  </a:lnTo>
                  <a:lnTo>
                    <a:pt x="1689468" y="114552"/>
                  </a:lnTo>
                  <a:lnTo>
                    <a:pt x="1681610" y="114393"/>
                  </a:lnTo>
                  <a:lnTo>
                    <a:pt x="1673752" y="114233"/>
                  </a:lnTo>
                  <a:lnTo>
                    <a:pt x="1665894" y="114072"/>
                  </a:lnTo>
                  <a:lnTo>
                    <a:pt x="1658036" y="113909"/>
                  </a:lnTo>
                  <a:lnTo>
                    <a:pt x="1650178" y="113745"/>
                  </a:lnTo>
                  <a:lnTo>
                    <a:pt x="1642320" y="113580"/>
                  </a:lnTo>
                  <a:lnTo>
                    <a:pt x="1634462" y="113398"/>
                  </a:lnTo>
                  <a:lnTo>
                    <a:pt x="1626604" y="113194"/>
                  </a:lnTo>
                  <a:lnTo>
                    <a:pt x="1618746" y="112989"/>
                  </a:lnTo>
                  <a:lnTo>
                    <a:pt x="1610888" y="112870"/>
                  </a:lnTo>
                  <a:lnTo>
                    <a:pt x="1603030" y="112734"/>
                  </a:lnTo>
                  <a:lnTo>
                    <a:pt x="1595172" y="112561"/>
                  </a:lnTo>
                  <a:lnTo>
                    <a:pt x="1587314" y="112386"/>
                  </a:lnTo>
                  <a:lnTo>
                    <a:pt x="1579456" y="112242"/>
                  </a:lnTo>
                  <a:lnTo>
                    <a:pt x="1571598" y="112070"/>
                  </a:lnTo>
                  <a:lnTo>
                    <a:pt x="1563740" y="111897"/>
                  </a:lnTo>
                  <a:lnTo>
                    <a:pt x="1555882" y="111724"/>
                  </a:lnTo>
                  <a:lnTo>
                    <a:pt x="1548024" y="111550"/>
                  </a:lnTo>
                  <a:lnTo>
                    <a:pt x="1540166" y="111374"/>
                  </a:lnTo>
                  <a:lnTo>
                    <a:pt x="1532308" y="111197"/>
                  </a:lnTo>
                  <a:lnTo>
                    <a:pt x="1524450" y="111018"/>
                  </a:lnTo>
                  <a:lnTo>
                    <a:pt x="1516592" y="110837"/>
                  </a:lnTo>
                  <a:lnTo>
                    <a:pt x="1508734" y="110656"/>
                  </a:lnTo>
                  <a:lnTo>
                    <a:pt x="1500876" y="110523"/>
                  </a:lnTo>
                  <a:lnTo>
                    <a:pt x="1493018" y="110403"/>
                  </a:lnTo>
                  <a:lnTo>
                    <a:pt x="1485160" y="110282"/>
                  </a:lnTo>
                  <a:lnTo>
                    <a:pt x="1477302" y="110160"/>
                  </a:lnTo>
                  <a:lnTo>
                    <a:pt x="1469444" y="110038"/>
                  </a:lnTo>
                  <a:lnTo>
                    <a:pt x="1461586" y="109855"/>
                  </a:lnTo>
                  <a:lnTo>
                    <a:pt x="1453728" y="109652"/>
                  </a:lnTo>
                  <a:lnTo>
                    <a:pt x="1445870" y="109446"/>
                  </a:lnTo>
                  <a:lnTo>
                    <a:pt x="1438012" y="109303"/>
                  </a:lnTo>
                  <a:lnTo>
                    <a:pt x="1430154" y="109172"/>
                  </a:lnTo>
                  <a:lnTo>
                    <a:pt x="1422296" y="109040"/>
                  </a:lnTo>
                  <a:lnTo>
                    <a:pt x="1414438" y="108870"/>
                  </a:lnTo>
                  <a:lnTo>
                    <a:pt x="1406580" y="108674"/>
                  </a:lnTo>
                  <a:lnTo>
                    <a:pt x="1398722" y="108476"/>
                  </a:lnTo>
                  <a:lnTo>
                    <a:pt x="1390864" y="108275"/>
                  </a:lnTo>
                  <a:lnTo>
                    <a:pt x="1383006" y="108074"/>
                  </a:lnTo>
                  <a:lnTo>
                    <a:pt x="1375148" y="107917"/>
                  </a:lnTo>
                  <a:lnTo>
                    <a:pt x="1367290" y="107782"/>
                  </a:lnTo>
                  <a:lnTo>
                    <a:pt x="1359432" y="107645"/>
                  </a:lnTo>
                  <a:lnTo>
                    <a:pt x="1351574" y="107462"/>
                  </a:lnTo>
                  <a:lnTo>
                    <a:pt x="1343716" y="107269"/>
                  </a:lnTo>
                  <a:lnTo>
                    <a:pt x="1335858" y="107072"/>
                  </a:lnTo>
                  <a:lnTo>
                    <a:pt x="1328000" y="106888"/>
                  </a:lnTo>
                  <a:lnTo>
                    <a:pt x="1320142" y="106703"/>
                  </a:lnTo>
                  <a:lnTo>
                    <a:pt x="1312284" y="106475"/>
                  </a:lnTo>
                  <a:lnTo>
                    <a:pt x="1304426" y="106274"/>
                  </a:lnTo>
                  <a:lnTo>
                    <a:pt x="1296568" y="106072"/>
                  </a:lnTo>
                  <a:lnTo>
                    <a:pt x="1288710" y="105869"/>
                  </a:lnTo>
                  <a:lnTo>
                    <a:pt x="1280852" y="105665"/>
                  </a:lnTo>
                  <a:lnTo>
                    <a:pt x="1272994" y="105459"/>
                  </a:lnTo>
                  <a:lnTo>
                    <a:pt x="1265136" y="105252"/>
                  </a:lnTo>
                  <a:lnTo>
                    <a:pt x="1257278" y="105044"/>
                  </a:lnTo>
                  <a:lnTo>
                    <a:pt x="1249420" y="104835"/>
                  </a:lnTo>
                  <a:lnTo>
                    <a:pt x="1241562" y="104624"/>
                  </a:lnTo>
                  <a:lnTo>
                    <a:pt x="1233704" y="104412"/>
                  </a:lnTo>
                  <a:lnTo>
                    <a:pt x="1225846" y="104198"/>
                  </a:lnTo>
                  <a:lnTo>
                    <a:pt x="1217988" y="103984"/>
                  </a:lnTo>
                  <a:lnTo>
                    <a:pt x="1210130" y="103768"/>
                  </a:lnTo>
                  <a:lnTo>
                    <a:pt x="1202272" y="103550"/>
                  </a:lnTo>
                  <a:lnTo>
                    <a:pt x="1194414" y="103338"/>
                  </a:lnTo>
                  <a:lnTo>
                    <a:pt x="1186556" y="103129"/>
                  </a:lnTo>
                  <a:lnTo>
                    <a:pt x="1178698" y="102919"/>
                  </a:lnTo>
                  <a:lnTo>
                    <a:pt x="1170840" y="102707"/>
                  </a:lnTo>
                  <a:lnTo>
                    <a:pt x="1162982" y="102493"/>
                  </a:lnTo>
                  <a:lnTo>
                    <a:pt x="1155124" y="102278"/>
                  </a:lnTo>
                  <a:lnTo>
                    <a:pt x="1147266" y="102061"/>
                  </a:lnTo>
                  <a:lnTo>
                    <a:pt x="1139408" y="101843"/>
                  </a:lnTo>
                  <a:lnTo>
                    <a:pt x="1131550" y="101628"/>
                  </a:lnTo>
                  <a:lnTo>
                    <a:pt x="1123692" y="101474"/>
                  </a:lnTo>
                  <a:lnTo>
                    <a:pt x="1115834" y="101319"/>
                  </a:lnTo>
                  <a:lnTo>
                    <a:pt x="1107976" y="101163"/>
                  </a:lnTo>
                  <a:lnTo>
                    <a:pt x="1100118" y="101007"/>
                  </a:lnTo>
                  <a:lnTo>
                    <a:pt x="1092260" y="100850"/>
                  </a:lnTo>
                  <a:lnTo>
                    <a:pt x="1084402" y="100693"/>
                  </a:lnTo>
                  <a:lnTo>
                    <a:pt x="1076544" y="100535"/>
                  </a:lnTo>
                  <a:lnTo>
                    <a:pt x="1068686" y="100376"/>
                  </a:lnTo>
                  <a:lnTo>
                    <a:pt x="1060828" y="100216"/>
                  </a:lnTo>
                  <a:lnTo>
                    <a:pt x="1052970" y="100056"/>
                  </a:lnTo>
                  <a:lnTo>
                    <a:pt x="1045112" y="99895"/>
                  </a:lnTo>
                  <a:lnTo>
                    <a:pt x="1037254" y="99734"/>
                  </a:lnTo>
                  <a:lnTo>
                    <a:pt x="1029397" y="99572"/>
                  </a:lnTo>
                  <a:lnTo>
                    <a:pt x="1021539" y="99409"/>
                  </a:lnTo>
                  <a:lnTo>
                    <a:pt x="1013681" y="99245"/>
                  </a:lnTo>
                  <a:lnTo>
                    <a:pt x="1005823" y="99081"/>
                  </a:lnTo>
                  <a:lnTo>
                    <a:pt x="997965" y="98916"/>
                  </a:lnTo>
                  <a:lnTo>
                    <a:pt x="990107" y="98735"/>
                  </a:lnTo>
                  <a:lnTo>
                    <a:pt x="982249" y="98467"/>
                  </a:lnTo>
                  <a:lnTo>
                    <a:pt x="974391" y="98185"/>
                  </a:lnTo>
                  <a:lnTo>
                    <a:pt x="966533" y="97998"/>
                  </a:lnTo>
                  <a:lnTo>
                    <a:pt x="958675" y="97825"/>
                  </a:lnTo>
                  <a:lnTo>
                    <a:pt x="950817" y="97593"/>
                  </a:lnTo>
                  <a:lnTo>
                    <a:pt x="942959" y="97340"/>
                  </a:lnTo>
                  <a:lnTo>
                    <a:pt x="935101" y="97071"/>
                  </a:lnTo>
                  <a:lnTo>
                    <a:pt x="927243" y="96880"/>
                  </a:lnTo>
                  <a:lnTo>
                    <a:pt x="919385" y="96606"/>
                  </a:lnTo>
                  <a:lnTo>
                    <a:pt x="911527" y="96331"/>
                  </a:lnTo>
                  <a:lnTo>
                    <a:pt x="903669" y="96054"/>
                  </a:lnTo>
                  <a:lnTo>
                    <a:pt x="895811" y="95776"/>
                  </a:lnTo>
                  <a:lnTo>
                    <a:pt x="887953" y="95496"/>
                  </a:lnTo>
                  <a:lnTo>
                    <a:pt x="880095" y="95215"/>
                  </a:lnTo>
                  <a:lnTo>
                    <a:pt x="872237" y="94929"/>
                  </a:lnTo>
                  <a:lnTo>
                    <a:pt x="864379" y="94618"/>
                  </a:lnTo>
                  <a:lnTo>
                    <a:pt x="856521" y="94355"/>
                  </a:lnTo>
                  <a:lnTo>
                    <a:pt x="848663" y="94069"/>
                  </a:lnTo>
                  <a:lnTo>
                    <a:pt x="840805" y="93780"/>
                  </a:lnTo>
                  <a:lnTo>
                    <a:pt x="832947" y="93487"/>
                  </a:lnTo>
                  <a:lnTo>
                    <a:pt x="825089" y="93195"/>
                  </a:lnTo>
                  <a:lnTo>
                    <a:pt x="817231" y="92904"/>
                  </a:lnTo>
                  <a:lnTo>
                    <a:pt x="809373" y="92608"/>
                  </a:lnTo>
                  <a:lnTo>
                    <a:pt x="801515" y="92311"/>
                  </a:lnTo>
                  <a:lnTo>
                    <a:pt x="793657" y="92012"/>
                  </a:lnTo>
                  <a:lnTo>
                    <a:pt x="785799" y="91712"/>
                  </a:lnTo>
                  <a:lnTo>
                    <a:pt x="777941" y="91410"/>
                  </a:lnTo>
                  <a:lnTo>
                    <a:pt x="770083" y="91150"/>
                  </a:lnTo>
                  <a:lnTo>
                    <a:pt x="762225" y="90821"/>
                  </a:lnTo>
                  <a:lnTo>
                    <a:pt x="754367" y="90629"/>
                  </a:lnTo>
                  <a:lnTo>
                    <a:pt x="746509" y="90247"/>
                  </a:lnTo>
                  <a:lnTo>
                    <a:pt x="738651" y="89903"/>
                  </a:lnTo>
                  <a:lnTo>
                    <a:pt x="730793" y="89675"/>
                  </a:lnTo>
                  <a:lnTo>
                    <a:pt x="722935" y="89362"/>
                  </a:lnTo>
                  <a:lnTo>
                    <a:pt x="715077" y="89007"/>
                  </a:lnTo>
                  <a:lnTo>
                    <a:pt x="707219" y="88647"/>
                  </a:lnTo>
                  <a:lnTo>
                    <a:pt x="699361" y="88363"/>
                  </a:lnTo>
                  <a:lnTo>
                    <a:pt x="691503" y="88051"/>
                  </a:lnTo>
                  <a:lnTo>
                    <a:pt x="683645" y="87675"/>
                  </a:lnTo>
                  <a:lnTo>
                    <a:pt x="675787" y="87351"/>
                  </a:lnTo>
                  <a:lnTo>
                    <a:pt x="667929" y="87029"/>
                  </a:lnTo>
                  <a:lnTo>
                    <a:pt x="660071" y="86705"/>
                  </a:lnTo>
                  <a:lnTo>
                    <a:pt x="652213" y="86421"/>
                  </a:lnTo>
                  <a:lnTo>
                    <a:pt x="644355" y="86241"/>
                  </a:lnTo>
                  <a:lnTo>
                    <a:pt x="636497" y="85819"/>
                  </a:lnTo>
                  <a:lnTo>
                    <a:pt x="628639" y="85555"/>
                  </a:lnTo>
                  <a:lnTo>
                    <a:pt x="620781" y="85293"/>
                  </a:lnTo>
                  <a:lnTo>
                    <a:pt x="612923" y="85033"/>
                  </a:lnTo>
                  <a:lnTo>
                    <a:pt x="605065" y="84768"/>
                  </a:lnTo>
                  <a:lnTo>
                    <a:pt x="597207" y="84497"/>
                  </a:lnTo>
                  <a:lnTo>
                    <a:pt x="589349" y="84193"/>
                  </a:lnTo>
                  <a:lnTo>
                    <a:pt x="581491" y="83956"/>
                  </a:lnTo>
                  <a:lnTo>
                    <a:pt x="573633" y="83685"/>
                  </a:lnTo>
                  <a:lnTo>
                    <a:pt x="565775" y="83408"/>
                  </a:lnTo>
                  <a:lnTo>
                    <a:pt x="557917" y="82838"/>
                  </a:lnTo>
                  <a:lnTo>
                    <a:pt x="550059" y="82793"/>
                  </a:lnTo>
                  <a:lnTo>
                    <a:pt x="542201" y="82563"/>
                  </a:lnTo>
                  <a:lnTo>
                    <a:pt x="534343" y="82144"/>
                  </a:lnTo>
                  <a:lnTo>
                    <a:pt x="526485" y="81721"/>
                  </a:lnTo>
                  <a:lnTo>
                    <a:pt x="518627" y="81293"/>
                  </a:lnTo>
                  <a:lnTo>
                    <a:pt x="510769" y="80862"/>
                  </a:lnTo>
                  <a:lnTo>
                    <a:pt x="502911" y="80428"/>
                  </a:lnTo>
                  <a:lnTo>
                    <a:pt x="495053" y="79988"/>
                  </a:lnTo>
                  <a:lnTo>
                    <a:pt x="487195" y="79704"/>
                  </a:lnTo>
                  <a:lnTo>
                    <a:pt x="479337" y="79416"/>
                  </a:lnTo>
                  <a:lnTo>
                    <a:pt x="471479" y="79050"/>
                  </a:lnTo>
                  <a:lnTo>
                    <a:pt x="463621" y="78843"/>
                  </a:lnTo>
                  <a:lnTo>
                    <a:pt x="455763" y="78501"/>
                  </a:lnTo>
                  <a:lnTo>
                    <a:pt x="447905" y="78199"/>
                  </a:lnTo>
                  <a:lnTo>
                    <a:pt x="440047" y="77914"/>
                  </a:lnTo>
                  <a:lnTo>
                    <a:pt x="432189" y="77630"/>
                  </a:lnTo>
                  <a:lnTo>
                    <a:pt x="424331" y="77339"/>
                  </a:lnTo>
                  <a:lnTo>
                    <a:pt x="416473" y="77040"/>
                  </a:lnTo>
                  <a:lnTo>
                    <a:pt x="408615" y="76551"/>
                  </a:lnTo>
                  <a:lnTo>
                    <a:pt x="400757" y="76248"/>
                  </a:lnTo>
                  <a:lnTo>
                    <a:pt x="392899" y="75944"/>
                  </a:lnTo>
                  <a:lnTo>
                    <a:pt x="385041" y="75704"/>
                  </a:lnTo>
                  <a:lnTo>
                    <a:pt x="377183" y="75526"/>
                  </a:lnTo>
                  <a:lnTo>
                    <a:pt x="369325" y="75241"/>
                  </a:lnTo>
                  <a:lnTo>
                    <a:pt x="361467" y="74854"/>
                  </a:lnTo>
                  <a:lnTo>
                    <a:pt x="353609" y="74561"/>
                  </a:lnTo>
                  <a:lnTo>
                    <a:pt x="345751" y="74312"/>
                  </a:lnTo>
                  <a:lnTo>
                    <a:pt x="337893" y="74080"/>
                  </a:lnTo>
                  <a:lnTo>
                    <a:pt x="330035" y="73775"/>
                  </a:lnTo>
                  <a:lnTo>
                    <a:pt x="322177" y="73426"/>
                  </a:lnTo>
                  <a:lnTo>
                    <a:pt x="314319" y="73075"/>
                  </a:lnTo>
                  <a:lnTo>
                    <a:pt x="306461" y="72733"/>
                  </a:lnTo>
                  <a:lnTo>
                    <a:pt x="298603" y="72410"/>
                  </a:lnTo>
                  <a:lnTo>
                    <a:pt x="290745" y="72218"/>
                  </a:lnTo>
                  <a:lnTo>
                    <a:pt x="282887" y="72114"/>
                  </a:lnTo>
                  <a:lnTo>
                    <a:pt x="275029" y="71878"/>
                  </a:lnTo>
                  <a:lnTo>
                    <a:pt x="267171" y="71618"/>
                  </a:lnTo>
                  <a:lnTo>
                    <a:pt x="259313" y="71337"/>
                  </a:lnTo>
                  <a:lnTo>
                    <a:pt x="251455" y="71286"/>
                  </a:lnTo>
                  <a:lnTo>
                    <a:pt x="243597" y="71203"/>
                  </a:lnTo>
                  <a:lnTo>
                    <a:pt x="235739" y="70712"/>
                  </a:lnTo>
                  <a:lnTo>
                    <a:pt x="227881" y="70129"/>
                  </a:lnTo>
                  <a:lnTo>
                    <a:pt x="220023" y="69539"/>
                  </a:lnTo>
                  <a:lnTo>
                    <a:pt x="212165" y="69271"/>
                  </a:lnTo>
                  <a:lnTo>
                    <a:pt x="204307" y="68856"/>
                  </a:lnTo>
                  <a:lnTo>
                    <a:pt x="196449" y="68491"/>
                  </a:lnTo>
                  <a:lnTo>
                    <a:pt x="188591" y="68089"/>
                  </a:lnTo>
                  <a:lnTo>
                    <a:pt x="180733" y="67907"/>
                  </a:lnTo>
                  <a:lnTo>
                    <a:pt x="172875" y="67639"/>
                  </a:lnTo>
                  <a:lnTo>
                    <a:pt x="165017" y="67311"/>
                  </a:lnTo>
                  <a:lnTo>
                    <a:pt x="157159" y="67024"/>
                  </a:lnTo>
                  <a:lnTo>
                    <a:pt x="149301" y="66760"/>
                  </a:lnTo>
                  <a:lnTo>
                    <a:pt x="141443" y="66473"/>
                  </a:lnTo>
                  <a:lnTo>
                    <a:pt x="133585" y="66200"/>
                  </a:lnTo>
                  <a:lnTo>
                    <a:pt x="125727" y="65863"/>
                  </a:lnTo>
                  <a:lnTo>
                    <a:pt x="117869" y="65634"/>
                  </a:lnTo>
                  <a:lnTo>
                    <a:pt x="110011" y="65487"/>
                  </a:lnTo>
                  <a:lnTo>
                    <a:pt x="102153" y="65339"/>
                  </a:lnTo>
                  <a:lnTo>
                    <a:pt x="94295" y="65111"/>
                  </a:lnTo>
                  <a:lnTo>
                    <a:pt x="86437" y="64659"/>
                  </a:lnTo>
                  <a:lnTo>
                    <a:pt x="78579" y="64538"/>
                  </a:lnTo>
                  <a:lnTo>
                    <a:pt x="70721" y="64139"/>
                  </a:lnTo>
                  <a:lnTo>
                    <a:pt x="62863" y="63734"/>
                  </a:lnTo>
                  <a:lnTo>
                    <a:pt x="55005" y="63327"/>
                  </a:lnTo>
                  <a:lnTo>
                    <a:pt x="47147" y="62933"/>
                  </a:lnTo>
                  <a:lnTo>
                    <a:pt x="39289" y="62900"/>
                  </a:lnTo>
                  <a:lnTo>
                    <a:pt x="31431" y="62712"/>
                  </a:lnTo>
                  <a:lnTo>
                    <a:pt x="23573" y="62734"/>
                  </a:lnTo>
                  <a:lnTo>
                    <a:pt x="15715" y="62756"/>
                  </a:lnTo>
                  <a:lnTo>
                    <a:pt x="7857" y="62600"/>
                  </a:lnTo>
                  <a:lnTo>
                    <a:pt x="0" y="62368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86414" y="2986484"/>
              <a:ext cx="2035220" cy="47641"/>
            </a:xfrm>
            <a:custGeom>
              <a:avLst/>
              <a:pathLst>
                <a:path w="2035220" h="47641">
                  <a:moveTo>
                    <a:pt x="0" y="0"/>
                  </a:moveTo>
                  <a:lnTo>
                    <a:pt x="7857" y="727"/>
                  </a:lnTo>
                  <a:lnTo>
                    <a:pt x="15715" y="1738"/>
                  </a:lnTo>
                  <a:lnTo>
                    <a:pt x="23573" y="2437"/>
                  </a:lnTo>
                  <a:lnTo>
                    <a:pt x="31431" y="3111"/>
                  </a:lnTo>
                  <a:lnTo>
                    <a:pt x="39289" y="3730"/>
                  </a:lnTo>
                  <a:lnTo>
                    <a:pt x="47147" y="4368"/>
                  </a:lnTo>
                  <a:lnTo>
                    <a:pt x="55005" y="5192"/>
                  </a:lnTo>
                  <a:lnTo>
                    <a:pt x="62863" y="6291"/>
                  </a:lnTo>
                  <a:lnTo>
                    <a:pt x="70721" y="7050"/>
                  </a:lnTo>
                  <a:lnTo>
                    <a:pt x="78579" y="7624"/>
                  </a:lnTo>
                  <a:lnTo>
                    <a:pt x="86437" y="8412"/>
                  </a:lnTo>
                  <a:lnTo>
                    <a:pt x="94295" y="9055"/>
                  </a:lnTo>
                  <a:lnTo>
                    <a:pt x="102153" y="9885"/>
                  </a:lnTo>
                  <a:lnTo>
                    <a:pt x="110011" y="10751"/>
                  </a:lnTo>
                  <a:lnTo>
                    <a:pt x="117869" y="11505"/>
                  </a:lnTo>
                  <a:lnTo>
                    <a:pt x="125727" y="12230"/>
                  </a:lnTo>
                  <a:lnTo>
                    <a:pt x="133585" y="12950"/>
                  </a:lnTo>
                  <a:lnTo>
                    <a:pt x="141443" y="13724"/>
                  </a:lnTo>
                  <a:lnTo>
                    <a:pt x="149301" y="14347"/>
                  </a:lnTo>
                  <a:lnTo>
                    <a:pt x="157159" y="15083"/>
                  </a:lnTo>
                  <a:lnTo>
                    <a:pt x="165017" y="15612"/>
                  </a:lnTo>
                  <a:lnTo>
                    <a:pt x="172875" y="16207"/>
                  </a:lnTo>
                  <a:lnTo>
                    <a:pt x="180733" y="16750"/>
                  </a:lnTo>
                  <a:lnTo>
                    <a:pt x="188591" y="17277"/>
                  </a:lnTo>
                  <a:lnTo>
                    <a:pt x="196449" y="17972"/>
                  </a:lnTo>
                  <a:lnTo>
                    <a:pt x="204307" y="18658"/>
                  </a:lnTo>
                  <a:lnTo>
                    <a:pt x="212165" y="19043"/>
                  </a:lnTo>
                  <a:lnTo>
                    <a:pt x="220023" y="19430"/>
                  </a:lnTo>
                  <a:lnTo>
                    <a:pt x="227881" y="19948"/>
                  </a:lnTo>
                  <a:lnTo>
                    <a:pt x="235739" y="20485"/>
                  </a:lnTo>
                  <a:lnTo>
                    <a:pt x="243597" y="21082"/>
                  </a:lnTo>
                  <a:lnTo>
                    <a:pt x="251455" y="21666"/>
                  </a:lnTo>
                  <a:lnTo>
                    <a:pt x="259313" y="21973"/>
                  </a:lnTo>
                  <a:lnTo>
                    <a:pt x="267171" y="22409"/>
                  </a:lnTo>
                  <a:lnTo>
                    <a:pt x="275029" y="22944"/>
                  </a:lnTo>
                  <a:lnTo>
                    <a:pt x="282887" y="23366"/>
                  </a:lnTo>
                  <a:lnTo>
                    <a:pt x="290745" y="23909"/>
                  </a:lnTo>
                  <a:lnTo>
                    <a:pt x="298603" y="24259"/>
                  </a:lnTo>
                  <a:lnTo>
                    <a:pt x="306461" y="24638"/>
                  </a:lnTo>
                  <a:lnTo>
                    <a:pt x="314319" y="24971"/>
                  </a:lnTo>
                  <a:lnTo>
                    <a:pt x="322177" y="25294"/>
                  </a:lnTo>
                  <a:lnTo>
                    <a:pt x="330035" y="25624"/>
                  </a:lnTo>
                  <a:lnTo>
                    <a:pt x="337893" y="25987"/>
                  </a:lnTo>
                  <a:lnTo>
                    <a:pt x="345751" y="26292"/>
                  </a:lnTo>
                  <a:lnTo>
                    <a:pt x="353609" y="26643"/>
                  </a:lnTo>
                  <a:lnTo>
                    <a:pt x="361467" y="26937"/>
                  </a:lnTo>
                  <a:lnTo>
                    <a:pt x="369325" y="27247"/>
                  </a:lnTo>
                  <a:lnTo>
                    <a:pt x="377183" y="27585"/>
                  </a:lnTo>
                  <a:lnTo>
                    <a:pt x="385041" y="27897"/>
                  </a:lnTo>
                  <a:lnTo>
                    <a:pt x="392899" y="28064"/>
                  </a:lnTo>
                  <a:lnTo>
                    <a:pt x="400757" y="28432"/>
                  </a:lnTo>
                  <a:lnTo>
                    <a:pt x="408615" y="28655"/>
                  </a:lnTo>
                  <a:lnTo>
                    <a:pt x="416473" y="28887"/>
                  </a:lnTo>
                  <a:lnTo>
                    <a:pt x="424331" y="29182"/>
                  </a:lnTo>
                  <a:lnTo>
                    <a:pt x="432189" y="29290"/>
                  </a:lnTo>
                  <a:lnTo>
                    <a:pt x="440047" y="29687"/>
                  </a:lnTo>
                  <a:lnTo>
                    <a:pt x="447905" y="30000"/>
                  </a:lnTo>
                  <a:lnTo>
                    <a:pt x="455763" y="30376"/>
                  </a:lnTo>
                  <a:lnTo>
                    <a:pt x="463621" y="30596"/>
                  </a:lnTo>
                  <a:lnTo>
                    <a:pt x="471479" y="30814"/>
                  </a:lnTo>
                  <a:lnTo>
                    <a:pt x="479337" y="31089"/>
                  </a:lnTo>
                  <a:lnTo>
                    <a:pt x="487195" y="31397"/>
                  </a:lnTo>
                  <a:lnTo>
                    <a:pt x="495053" y="31593"/>
                  </a:lnTo>
                  <a:lnTo>
                    <a:pt x="502911" y="31825"/>
                  </a:lnTo>
                  <a:lnTo>
                    <a:pt x="510769" y="32004"/>
                  </a:lnTo>
                  <a:lnTo>
                    <a:pt x="518627" y="32245"/>
                  </a:lnTo>
                  <a:lnTo>
                    <a:pt x="526485" y="32511"/>
                  </a:lnTo>
                  <a:lnTo>
                    <a:pt x="534343" y="32681"/>
                  </a:lnTo>
                  <a:lnTo>
                    <a:pt x="542201" y="32824"/>
                  </a:lnTo>
                  <a:lnTo>
                    <a:pt x="550059" y="32968"/>
                  </a:lnTo>
                  <a:lnTo>
                    <a:pt x="557917" y="33203"/>
                  </a:lnTo>
                  <a:lnTo>
                    <a:pt x="565775" y="33343"/>
                  </a:lnTo>
                  <a:lnTo>
                    <a:pt x="573633" y="33538"/>
                  </a:lnTo>
                  <a:lnTo>
                    <a:pt x="581491" y="33690"/>
                  </a:lnTo>
                  <a:lnTo>
                    <a:pt x="589349" y="33884"/>
                  </a:lnTo>
                  <a:lnTo>
                    <a:pt x="597207" y="34077"/>
                  </a:lnTo>
                  <a:lnTo>
                    <a:pt x="605065" y="34199"/>
                  </a:lnTo>
                  <a:lnTo>
                    <a:pt x="612923" y="34303"/>
                  </a:lnTo>
                  <a:lnTo>
                    <a:pt x="620781" y="34407"/>
                  </a:lnTo>
                  <a:lnTo>
                    <a:pt x="628639" y="34532"/>
                  </a:lnTo>
                  <a:lnTo>
                    <a:pt x="636497" y="34691"/>
                  </a:lnTo>
                  <a:lnTo>
                    <a:pt x="644355" y="34852"/>
                  </a:lnTo>
                  <a:lnTo>
                    <a:pt x="652213" y="35054"/>
                  </a:lnTo>
                  <a:lnTo>
                    <a:pt x="660071" y="35174"/>
                  </a:lnTo>
                  <a:lnTo>
                    <a:pt x="667929" y="35390"/>
                  </a:lnTo>
                  <a:lnTo>
                    <a:pt x="675787" y="35496"/>
                  </a:lnTo>
                  <a:lnTo>
                    <a:pt x="683645" y="35614"/>
                  </a:lnTo>
                  <a:lnTo>
                    <a:pt x="691503" y="35704"/>
                  </a:lnTo>
                  <a:lnTo>
                    <a:pt x="699361" y="35807"/>
                  </a:lnTo>
                  <a:lnTo>
                    <a:pt x="707219" y="36047"/>
                  </a:lnTo>
                  <a:lnTo>
                    <a:pt x="715077" y="36251"/>
                  </a:lnTo>
                  <a:lnTo>
                    <a:pt x="722935" y="36403"/>
                  </a:lnTo>
                  <a:lnTo>
                    <a:pt x="730793" y="36525"/>
                  </a:lnTo>
                  <a:lnTo>
                    <a:pt x="738651" y="36643"/>
                  </a:lnTo>
                  <a:lnTo>
                    <a:pt x="746509" y="36761"/>
                  </a:lnTo>
                  <a:lnTo>
                    <a:pt x="754367" y="36889"/>
                  </a:lnTo>
                  <a:lnTo>
                    <a:pt x="762225" y="37063"/>
                  </a:lnTo>
                  <a:lnTo>
                    <a:pt x="770083" y="37235"/>
                  </a:lnTo>
                  <a:lnTo>
                    <a:pt x="777941" y="37363"/>
                  </a:lnTo>
                  <a:lnTo>
                    <a:pt x="785799" y="37472"/>
                  </a:lnTo>
                  <a:lnTo>
                    <a:pt x="793657" y="37600"/>
                  </a:lnTo>
                  <a:lnTo>
                    <a:pt x="801515" y="37724"/>
                  </a:lnTo>
                  <a:lnTo>
                    <a:pt x="809373" y="37821"/>
                  </a:lnTo>
                  <a:lnTo>
                    <a:pt x="817231" y="37910"/>
                  </a:lnTo>
                  <a:lnTo>
                    <a:pt x="825089" y="38004"/>
                  </a:lnTo>
                  <a:lnTo>
                    <a:pt x="832947" y="38109"/>
                  </a:lnTo>
                  <a:lnTo>
                    <a:pt x="840805" y="38214"/>
                  </a:lnTo>
                  <a:lnTo>
                    <a:pt x="848663" y="38317"/>
                  </a:lnTo>
                  <a:lnTo>
                    <a:pt x="856521" y="38421"/>
                  </a:lnTo>
                  <a:lnTo>
                    <a:pt x="864379" y="38524"/>
                  </a:lnTo>
                  <a:lnTo>
                    <a:pt x="872237" y="38627"/>
                  </a:lnTo>
                  <a:lnTo>
                    <a:pt x="880095" y="38834"/>
                  </a:lnTo>
                  <a:lnTo>
                    <a:pt x="887953" y="38975"/>
                  </a:lnTo>
                  <a:lnTo>
                    <a:pt x="895811" y="39067"/>
                  </a:lnTo>
                  <a:lnTo>
                    <a:pt x="903669" y="39159"/>
                  </a:lnTo>
                  <a:lnTo>
                    <a:pt x="911527" y="39251"/>
                  </a:lnTo>
                  <a:lnTo>
                    <a:pt x="919385" y="39342"/>
                  </a:lnTo>
                  <a:lnTo>
                    <a:pt x="927243" y="39433"/>
                  </a:lnTo>
                  <a:lnTo>
                    <a:pt x="935101" y="39524"/>
                  </a:lnTo>
                  <a:lnTo>
                    <a:pt x="942959" y="39615"/>
                  </a:lnTo>
                  <a:lnTo>
                    <a:pt x="950817" y="39728"/>
                  </a:lnTo>
                  <a:lnTo>
                    <a:pt x="958675" y="39925"/>
                  </a:lnTo>
                  <a:lnTo>
                    <a:pt x="966533" y="40021"/>
                  </a:lnTo>
                  <a:lnTo>
                    <a:pt x="974391" y="40113"/>
                  </a:lnTo>
                  <a:lnTo>
                    <a:pt x="982249" y="40274"/>
                  </a:lnTo>
                  <a:lnTo>
                    <a:pt x="990107" y="40435"/>
                  </a:lnTo>
                  <a:lnTo>
                    <a:pt x="997965" y="40513"/>
                  </a:lnTo>
                  <a:lnTo>
                    <a:pt x="1005823" y="40575"/>
                  </a:lnTo>
                  <a:lnTo>
                    <a:pt x="1013681" y="40649"/>
                  </a:lnTo>
                  <a:lnTo>
                    <a:pt x="1021539" y="40760"/>
                  </a:lnTo>
                  <a:lnTo>
                    <a:pt x="1029397" y="40870"/>
                  </a:lnTo>
                  <a:lnTo>
                    <a:pt x="1037254" y="40980"/>
                  </a:lnTo>
                  <a:lnTo>
                    <a:pt x="1045112" y="41090"/>
                  </a:lnTo>
                  <a:lnTo>
                    <a:pt x="1052970" y="41199"/>
                  </a:lnTo>
                  <a:lnTo>
                    <a:pt x="1060828" y="41307"/>
                  </a:lnTo>
                  <a:lnTo>
                    <a:pt x="1068686" y="41397"/>
                  </a:lnTo>
                  <a:lnTo>
                    <a:pt x="1076544" y="41351"/>
                  </a:lnTo>
                  <a:lnTo>
                    <a:pt x="1084402" y="41439"/>
                  </a:lnTo>
                  <a:lnTo>
                    <a:pt x="1092260" y="41522"/>
                  </a:lnTo>
                  <a:lnTo>
                    <a:pt x="1100118" y="41529"/>
                  </a:lnTo>
                  <a:lnTo>
                    <a:pt x="1107976" y="41536"/>
                  </a:lnTo>
                  <a:lnTo>
                    <a:pt x="1115834" y="41615"/>
                  </a:lnTo>
                  <a:lnTo>
                    <a:pt x="1123692" y="41704"/>
                  </a:lnTo>
                  <a:lnTo>
                    <a:pt x="1131550" y="41794"/>
                  </a:lnTo>
                  <a:lnTo>
                    <a:pt x="1139408" y="41884"/>
                  </a:lnTo>
                  <a:lnTo>
                    <a:pt x="1147266" y="41973"/>
                  </a:lnTo>
                  <a:lnTo>
                    <a:pt x="1155124" y="42063"/>
                  </a:lnTo>
                  <a:lnTo>
                    <a:pt x="1162982" y="42152"/>
                  </a:lnTo>
                  <a:lnTo>
                    <a:pt x="1170840" y="42241"/>
                  </a:lnTo>
                  <a:lnTo>
                    <a:pt x="1178698" y="42329"/>
                  </a:lnTo>
                  <a:lnTo>
                    <a:pt x="1186556" y="42417"/>
                  </a:lnTo>
                  <a:lnTo>
                    <a:pt x="1194414" y="42505"/>
                  </a:lnTo>
                  <a:lnTo>
                    <a:pt x="1202272" y="42612"/>
                  </a:lnTo>
                  <a:lnTo>
                    <a:pt x="1210130" y="42687"/>
                  </a:lnTo>
                  <a:lnTo>
                    <a:pt x="1217988" y="42788"/>
                  </a:lnTo>
                  <a:lnTo>
                    <a:pt x="1225846" y="42889"/>
                  </a:lnTo>
                  <a:lnTo>
                    <a:pt x="1233704" y="42989"/>
                  </a:lnTo>
                  <a:lnTo>
                    <a:pt x="1241562" y="43088"/>
                  </a:lnTo>
                  <a:lnTo>
                    <a:pt x="1249420" y="43187"/>
                  </a:lnTo>
                  <a:lnTo>
                    <a:pt x="1257278" y="43284"/>
                  </a:lnTo>
                  <a:lnTo>
                    <a:pt x="1265136" y="43274"/>
                  </a:lnTo>
                  <a:lnTo>
                    <a:pt x="1272994" y="43358"/>
                  </a:lnTo>
                  <a:lnTo>
                    <a:pt x="1280852" y="43452"/>
                  </a:lnTo>
                  <a:lnTo>
                    <a:pt x="1288710" y="43552"/>
                  </a:lnTo>
                  <a:lnTo>
                    <a:pt x="1296568" y="43652"/>
                  </a:lnTo>
                  <a:lnTo>
                    <a:pt x="1304426" y="43690"/>
                  </a:lnTo>
                  <a:lnTo>
                    <a:pt x="1312284" y="43770"/>
                  </a:lnTo>
                  <a:lnTo>
                    <a:pt x="1320142" y="43851"/>
                  </a:lnTo>
                  <a:lnTo>
                    <a:pt x="1328000" y="43843"/>
                  </a:lnTo>
                  <a:lnTo>
                    <a:pt x="1335858" y="43938"/>
                  </a:lnTo>
                  <a:lnTo>
                    <a:pt x="1343716" y="44031"/>
                  </a:lnTo>
                  <a:lnTo>
                    <a:pt x="1351574" y="44127"/>
                  </a:lnTo>
                  <a:lnTo>
                    <a:pt x="1359432" y="44108"/>
                  </a:lnTo>
                  <a:lnTo>
                    <a:pt x="1367290" y="44022"/>
                  </a:lnTo>
                  <a:lnTo>
                    <a:pt x="1375148" y="44077"/>
                  </a:lnTo>
                  <a:lnTo>
                    <a:pt x="1383006" y="44152"/>
                  </a:lnTo>
                  <a:lnTo>
                    <a:pt x="1390864" y="44228"/>
                  </a:lnTo>
                  <a:lnTo>
                    <a:pt x="1398722" y="44302"/>
                  </a:lnTo>
                  <a:lnTo>
                    <a:pt x="1406580" y="44377"/>
                  </a:lnTo>
                  <a:lnTo>
                    <a:pt x="1414438" y="44451"/>
                  </a:lnTo>
                  <a:lnTo>
                    <a:pt x="1422296" y="44524"/>
                  </a:lnTo>
                  <a:lnTo>
                    <a:pt x="1430154" y="44597"/>
                  </a:lnTo>
                  <a:lnTo>
                    <a:pt x="1438012" y="44670"/>
                  </a:lnTo>
                  <a:lnTo>
                    <a:pt x="1445870" y="44742"/>
                  </a:lnTo>
                  <a:lnTo>
                    <a:pt x="1453728" y="44814"/>
                  </a:lnTo>
                  <a:lnTo>
                    <a:pt x="1461586" y="44871"/>
                  </a:lnTo>
                  <a:lnTo>
                    <a:pt x="1469444" y="44944"/>
                  </a:lnTo>
                  <a:lnTo>
                    <a:pt x="1477302" y="45018"/>
                  </a:lnTo>
                  <a:lnTo>
                    <a:pt x="1485160" y="45091"/>
                  </a:lnTo>
                  <a:lnTo>
                    <a:pt x="1493018" y="45165"/>
                  </a:lnTo>
                  <a:lnTo>
                    <a:pt x="1500876" y="45214"/>
                  </a:lnTo>
                  <a:lnTo>
                    <a:pt x="1508734" y="45270"/>
                  </a:lnTo>
                  <a:lnTo>
                    <a:pt x="1516592" y="45340"/>
                  </a:lnTo>
                  <a:lnTo>
                    <a:pt x="1524450" y="45411"/>
                  </a:lnTo>
                  <a:lnTo>
                    <a:pt x="1532308" y="45431"/>
                  </a:lnTo>
                  <a:lnTo>
                    <a:pt x="1540166" y="45444"/>
                  </a:lnTo>
                  <a:lnTo>
                    <a:pt x="1548024" y="45465"/>
                  </a:lnTo>
                  <a:lnTo>
                    <a:pt x="1555882" y="45528"/>
                  </a:lnTo>
                  <a:lnTo>
                    <a:pt x="1563740" y="45592"/>
                  </a:lnTo>
                  <a:lnTo>
                    <a:pt x="1571598" y="45624"/>
                  </a:lnTo>
                  <a:lnTo>
                    <a:pt x="1579456" y="45695"/>
                  </a:lnTo>
                  <a:lnTo>
                    <a:pt x="1587314" y="45768"/>
                  </a:lnTo>
                  <a:lnTo>
                    <a:pt x="1595172" y="45840"/>
                  </a:lnTo>
                  <a:lnTo>
                    <a:pt x="1603030" y="45901"/>
                  </a:lnTo>
                  <a:lnTo>
                    <a:pt x="1610888" y="45963"/>
                  </a:lnTo>
                  <a:lnTo>
                    <a:pt x="1618746" y="46025"/>
                  </a:lnTo>
                  <a:lnTo>
                    <a:pt x="1626604" y="46086"/>
                  </a:lnTo>
                  <a:lnTo>
                    <a:pt x="1634462" y="46076"/>
                  </a:lnTo>
                  <a:lnTo>
                    <a:pt x="1642320" y="46064"/>
                  </a:lnTo>
                  <a:lnTo>
                    <a:pt x="1650178" y="46133"/>
                  </a:lnTo>
                  <a:lnTo>
                    <a:pt x="1658036" y="46201"/>
                  </a:lnTo>
                  <a:lnTo>
                    <a:pt x="1665894" y="46268"/>
                  </a:lnTo>
                  <a:lnTo>
                    <a:pt x="1673752" y="46336"/>
                  </a:lnTo>
                  <a:lnTo>
                    <a:pt x="1681610" y="46403"/>
                  </a:lnTo>
                  <a:lnTo>
                    <a:pt x="1689468" y="46467"/>
                  </a:lnTo>
                  <a:lnTo>
                    <a:pt x="1697326" y="46495"/>
                  </a:lnTo>
                  <a:lnTo>
                    <a:pt x="1705184" y="46523"/>
                  </a:lnTo>
                  <a:lnTo>
                    <a:pt x="1713042" y="46551"/>
                  </a:lnTo>
                  <a:lnTo>
                    <a:pt x="1720900" y="46579"/>
                  </a:lnTo>
                  <a:lnTo>
                    <a:pt x="1728758" y="46607"/>
                  </a:lnTo>
                  <a:lnTo>
                    <a:pt x="1736616" y="46635"/>
                  </a:lnTo>
                  <a:lnTo>
                    <a:pt x="1744474" y="46663"/>
                  </a:lnTo>
                  <a:lnTo>
                    <a:pt x="1752332" y="46691"/>
                  </a:lnTo>
                  <a:lnTo>
                    <a:pt x="1760190" y="46719"/>
                  </a:lnTo>
                  <a:lnTo>
                    <a:pt x="1768048" y="46747"/>
                  </a:lnTo>
                  <a:lnTo>
                    <a:pt x="1775906" y="46759"/>
                  </a:lnTo>
                  <a:lnTo>
                    <a:pt x="1783764" y="46801"/>
                  </a:lnTo>
                  <a:lnTo>
                    <a:pt x="1791622" y="46827"/>
                  </a:lnTo>
                  <a:lnTo>
                    <a:pt x="1799480" y="46852"/>
                  </a:lnTo>
                  <a:lnTo>
                    <a:pt x="1807338" y="46878"/>
                  </a:lnTo>
                  <a:lnTo>
                    <a:pt x="1815196" y="46904"/>
                  </a:lnTo>
                  <a:lnTo>
                    <a:pt x="1823054" y="46925"/>
                  </a:lnTo>
                  <a:lnTo>
                    <a:pt x="1830912" y="46944"/>
                  </a:lnTo>
                  <a:lnTo>
                    <a:pt x="1838770" y="46963"/>
                  </a:lnTo>
                  <a:lnTo>
                    <a:pt x="1846628" y="46983"/>
                  </a:lnTo>
                  <a:lnTo>
                    <a:pt x="1854486" y="47003"/>
                  </a:lnTo>
                  <a:lnTo>
                    <a:pt x="1862344" y="47022"/>
                  </a:lnTo>
                  <a:lnTo>
                    <a:pt x="1870202" y="47042"/>
                  </a:lnTo>
                  <a:lnTo>
                    <a:pt x="1878060" y="47071"/>
                  </a:lnTo>
                  <a:lnTo>
                    <a:pt x="1885918" y="47123"/>
                  </a:lnTo>
                  <a:lnTo>
                    <a:pt x="1893776" y="47172"/>
                  </a:lnTo>
                  <a:lnTo>
                    <a:pt x="1901634" y="47198"/>
                  </a:lnTo>
                  <a:lnTo>
                    <a:pt x="1909492" y="47224"/>
                  </a:lnTo>
                  <a:lnTo>
                    <a:pt x="1917350" y="47250"/>
                  </a:lnTo>
                  <a:lnTo>
                    <a:pt x="1925208" y="47276"/>
                  </a:lnTo>
                  <a:lnTo>
                    <a:pt x="1933066" y="47302"/>
                  </a:lnTo>
                  <a:lnTo>
                    <a:pt x="1940924" y="47328"/>
                  </a:lnTo>
                  <a:lnTo>
                    <a:pt x="1948782" y="47354"/>
                  </a:lnTo>
                  <a:lnTo>
                    <a:pt x="1956640" y="47380"/>
                  </a:lnTo>
                  <a:lnTo>
                    <a:pt x="1964498" y="47406"/>
                  </a:lnTo>
                  <a:lnTo>
                    <a:pt x="1972356" y="47432"/>
                  </a:lnTo>
                  <a:lnTo>
                    <a:pt x="1980214" y="47458"/>
                  </a:lnTo>
                  <a:lnTo>
                    <a:pt x="1988072" y="47484"/>
                  </a:lnTo>
                  <a:lnTo>
                    <a:pt x="1995930" y="47510"/>
                  </a:lnTo>
                  <a:lnTo>
                    <a:pt x="2003788" y="47536"/>
                  </a:lnTo>
                  <a:lnTo>
                    <a:pt x="2011646" y="47561"/>
                  </a:lnTo>
                  <a:lnTo>
                    <a:pt x="2019504" y="47588"/>
                  </a:lnTo>
                  <a:lnTo>
                    <a:pt x="2027362" y="47614"/>
                  </a:lnTo>
                  <a:lnTo>
                    <a:pt x="2035220" y="47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86414" y="3048853"/>
              <a:ext cx="2035220" cy="56711"/>
            </a:xfrm>
            <a:custGeom>
              <a:avLst/>
              <a:pathLst>
                <a:path w="2035220" h="56711">
                  <a:moveTo>
                    <a:pt x="2035220" y="56711"/>
                  </a:moveTo>
                  <a:lnTo>
                    <a:pt x="2027362" y="56660"/>
                  </a:lnTo>
                  <a:lnTo>
                    <a:pt x="2019504" y="56608"/>
                  </a:lnTo>
                  <a:lnTo>
                    <a:pt x="2011646" y="56555"/>
                  </a:lnTo>
                  <a:lnTo>
                    <a:pt x="2003788" y="56485"/>
                  </a:lnTo>
                  <a:lnTo>
                    <a:pt x="1995930" y="56362"/>
                  </a:lnTo>
                  <a:lnTo>
                    <a:pt x="1988072" y="56239"/>
                  </a:lnTo>
                  <a:lnTo>
                    <a:pt x="1980214" y="56115"/>
                  </a:lnTo>
                  <a:lnTo>
                    <a:pt x="1972356" y="55990"/>
                  </a:lnTo>
                  <a:lnTo>
                    <a:pt x="1964498" y="55865"/>
                  </a:lnTo>
                  <a:lnTo>
                    <a:pt x="1956640" y="55738"/>
                  </a:lnTo>
                  <a:lnTo>
                    <a:pt x="1948782" y="55612"/>
                  </a:lnTo>
                  <a:lnTo>
                    <a:pt x="1940924" y="55484"/>
                  </a:lnTo>
                  <a:lnTo>
                    <a:pt x="1933066" y="55356"/>
                  </a:lnTo>
                  <a:lnTo>
                    <a:pt x="1925208" y="55228"/>
                  </a:lnTo>
                  <a:lnTo>
                    <a:pt x="1917350" y="55126"/>
                  </a:lnTo>
                  <a:lnTo>
                    <a:pt x="1909492" y="55048"/>
                  </a:lnTo>
                  <a:lnTo>
                    <a:pt x="1901634" y="54969"/>
                  </a:lnTo>
                  <a:lnTo>
                    <a:pt x="1893776" y="54889"/>
                  </a:lnTo>
                  <a:lnTo>
                    <a:pt x="1885918" y="54808"/>
                  </a:lnTo>
                  <a:lnTo>
                    <a:pt x="1878060" y="54726"/>
                  </a:lnTo>
                  <a:lnTo>
                    <a:pt x="1870202" y="54644"/>
                  </a:lnTo>
                  <a:lnTo>
                    <a:pt x="1862344" y="54558"/>
                  </a:lnTo>
                  <a:lnTo>
                    <a:pt x="1854486" y="54472"/>
                  </a:lnTo>
                  <a:lnTo>
                    <a:pt x="1846628" y="54385"/>
                  </a:lnTo>
                  <a:lnTo>
                    <a:pt x="1838770" y="54297"/>
                  </a:lnTo>
                  <a:lnTo>
                    <a:pt x="1830912" y="54208"/>
                  </a:lnTo>
                  <a:lnTo>
                    <a:pt x="1823054" y="54118"/>
                  </a:lnTo>
                  <a:lnTo>
                    <a:pt x="1815196" y="54027"/>
                  </a:lnTo>
                  <a:lnTo>
                    <a:pt x="1807338" y="53935"/>
                  </a:lnTo>
                  <a:lnTo>
                    <a:pt x="1799480" y="53842"/>
                  </a:lnTo>
                  <a:lnTo>
                    <a:pt x="1791622" y="53748"/>
                  </a:lnTo>
                  <a:lnTo>
                    <a:pt x="1783764" y="53653"/>
                  </a:lnTo>
                  <a:lnTo>
                    <a:pt x="1775906" y="53557"/>
                  </a:lnTo>
                  <a:lnTo>
                    <a:pt x="1768048" y="53460"/>
                  </a:lnTo>
                  <a:lnTo>
                    <a:pt x="1760190" y="53362"/>
                  </a:lnTo>
                  <a:lnTo>
                    <a:pt x="1752332" y="53263"/>
                  </a:lnTo>
                  <a:lnTo>
                    <a:pt x="1744474" y="53163"/>
                  </a:lnTo>
                  <a:lnTo>
                    <a:pt x="1736616" y="53062"/>
                  </a:lnTo>
                  <a:lnTo>
                    <a:pt x="1728758" y="52959"/>
                  </a:lnTo>
                  <a:lnTo>
                    <a:pt x="1720900" y="52806"/>
                  </a:lnTo>
                  <a:lnTo>
                    <a:pt x="1713042" y="52653"/>
                  </a:lnTo>
                  <a:lnTo>
                    <a:pt x="1705184" y="52498"/>
                  </a:lnTo>
                  <a:lnTo>
                    <a:pt x="1697326" y="52341"/>
                  </a:lnTo>
                  <a:lnTo>
                    <a:pt x="1689468" y="52184"/>
                  </a:lnTo>
                  <a:lnTo>
                    <a:pt x="1681610" y="52025"/>
                  </a:lnTo>
                  <a:lnTo>
                    <a:pt x="1673752" y="51865"/>
                  </a:lnTo>
                  <a:lnTo>
                    <a:pt x="1665894" y="51703"/>
                  </a:lnTo>
                  <a:lnTo>
                    <a:pt x="1658036" y="51541"/>
                  </a:lnTo>
                  <a:lnTo>
                    <a:pt x="1650178" y="51377"/>
                  </a:lnTo>
                  <a:lnTo>
                    <a:pt x="1642320" y="51212"/>
                  </a:lnTo>
                  <a:lnTo>
                    <a:pt x="1634462" y="51029"/>
                  </a:lnTo>
                  <a:lnTo>
                    <a:pt x="1626604" y="50826"/>
                  </a:lnTo>
                  <a:lnTo>
                    <a:pt x="1618746" y="50621"/>
                  </a:lnTo>
                  <a:lnTo>
                    <a:pt x="1610888" y="50501"/>
                  </a:lnTo>
                  <a:lnTo>
                    <a:pt x="1603030" y="50365"/>
                  </a:lnTo>
                  <a:lnTo>
                    <a:pt x="1595172" y="50192"/>
                  </a:lnTo>
                  <a:lnTo>
                    <a:pt x="1587314" y="50018"/>
                  </a:lnTo>
                  <a:lnTo>
                    <a:pt x="1579456" y="49873"/>
                  </a:lnTo>
                  <a:lnTo>
                    <a:pt x="1571598" y="49702"/>
                  </a:lnTo>
                  <a:lnTo>
                    <a:pt x="1563740" y="49529"/>
                  </a:lnTo>
                  <a:lnTo>
                    <a:pt x="1555882" y="49356"/>
                  </a:lnTo>
                  <a:lnTo>
                    <a:pt x="1548024" y="49181"/>
                  </a:lnTo>
                  <a:lnTo>
                    <a:pt x="1540166" y="49006"/>
                  </a:lnTo>
                  <a:lnTo>
                    <a:pt x="1532308" y="48828"/>
                  </a:lnTo>
                  <a:lnTo>
                    <a:pt x="1524450" y="48649"/>
                  </a:lnTo>
                  <a:lnTo>
                    <a:pt x="1516592" y="48469"/>
                  </a:lnTo>
                  <a:lnTo>
                    <a:pt x="1508734" y="48288"/>
                  </a:lnTo>
                  <a:lnTo>
                    <a:pt x="1500876" y="48154"/>
                  </a:lnTo>
                  <a:lnTo>
                    <a:pt x="1493018" y="48034"/>
                  </a:lnTo>
                  <a:lnTo>
                    <a:pt x="1485160" y="47914"/>
                  </a:lnTo>
                  <a:lnTo>
                    <a:pt x="1477302" y="47792"/>
                  </a:lnTo>
                  <a:lnTo>
                    <a:pt x="1469444" y="47670"/>
                  </a:lnTo>
                  <a:lnTo>
                    <a:pt x="1461586" y="47487"/>
                  </a:lnTo>
                  <a:lnTo>
                    <a:pt x="1453728" y="47284"/>
                  </a:lnTo>
                  <a:lnTo>
                    <a:pt x="1445870" y="47078"/>
                  </a:lnTo>
                  <a:lnTo>
                    <a:pt x="1438012" y="46935"/>
                  </a:lnTo>
                  <a:lnTo>
                    <a:pt x="1430154" y="46804"/>
                  </a:lnTo>
                  <a:lnTo>
                    <a:pt x="1422296" y="46672"/>
                  </a:lnTo>
                  <a:lnTo>
                    <a:pt x="1414438" y="46502"/>
                  </a:lnTo>
                  <a:lnTo>
                    <a:pt x="1406580" y="46306"/>
                  </a:lnTo>
                  <a:lnTo>
                    <a:pt x="1398722" y="46107"/>
                  </a:lnTo>
                  <a:lnTo>
                    <a:pt x="1390864" y="45907"/>
                  </a:lnTo>
                  <a:lnTo>
                    <a:pt x="1383006" y="45705"/>
                  </a:lnTo>
                  <a:lnTo>
                    <a:pt x="1375148" y="45548"/>
                  </a:lnTo>
                  <a:lnTo>
                    <a:pt x="1367290" y="45414"/>
                  </a:lnTo>
                  <a:lnTo>
                    <a:pt x="1359432" y="45277"/>
                  </a:lnTo>
                  <a:lnTo>
                    <a:pt x="1351574" y="45094"/>
                  </a:lnTo>
                  <a:lnTo>
                    <a:pt x="1343716" y="44900"/>
                  </a:lnTo>
                  <a:lnTo>
                    <a:pt x="1335858" y="44704"/>
                  </a:lnTo>
                  <a:lnTo>
                    <a:pt x="1328000" y="44520"/>
                  </a:lnTo>
                  <a:lnTo>
                    <a:pt x="1320142" y="44334"/>
                  </a:lnTo>
                  <a:lnTo>
                    <a:pt x="1312284" y="44106"/>
                  </a:lnTo>
                  <a:lnTo>
                    <a:pt x="1304426" y="43906"/>
                  </a:lnTo>
                  <a:lnTo>
                    <a:pt x="1296568" y="43704"/>
                  </a:lnTo>
                  <a:lnTo>
                    <a:pt x="1288710" y="43501"/>
                  </a:lnTo>
                  <a:lnTo>
                    <a:pt x="1280852" y="43297"/>
                  </a:lnTo>
                  <a:lnTo>
                    <a:pt x="1272994" y="43091"/>
                  </a:lnTo>
                  <a:lnTo>
                    <a:pt x="1265136" y="42884"/>
                  </a:lnTo>
                  <a:lnTo>
                    <a:pt x="1257278" y="42676"/>
                  </a:lnTo>
                  <a:lnTo>
                    <a:pt x="1249420" y="42466"/>
                  </a:lnTo>
                  <a:lnTo>
                    <a:pt x="1241562" y="42256"/>
                  </a:lnTo>
                  <a:lnTo>
                    <a:pt x="1233704" y="42044"/>
                  </a:lnTo>
                  <a:lnTo>
                    <a:pt x="1225846" y="41830"/>
                  </a:lnTo>
                  <a:lnTo>
                    <a:pt x="1217988" y="41615"/>
                  </a:lnTo>
                  <a:lnTo>
                    <a:pt x="1210130" y="41399"/>
                  </a:lnTo>
                  <a:lnTo>
                    <a:pt x="1202272" y="41182"/>
                  </a:lnTo>
                  <a:lnTo>
                    <a:pt x="1194414" y="40970"/>
                  </a:lnTo>
                  <a:lnTo>
                    <a:pt x="1186556" y="40761"/>
                  </a:lnTo>
                  <a:lnTo>
                    <a:pt x="1178698" y="40550"/>
                  </a:lnTo>
                  <a:lnTo>
                    <a:pt x="1170840" y="40338"/>
                  </a:lnTo>
                  <a:lnTo>
                    <a:pt x="1162982" y="40125"/>
                  </a:lnTo>
                  <a:lnTo>
                    <a:pt x="1155124" y="39910"/>
                  </a:lnTo>
                  <a:lnTo>
                    <a:pt x="1147266" y="39693"/>
                  </a:lnTo>
                  <a:lnTo>
                    <a:pt x="1139408" y="39474"/>
                  </a:lnTo>
                  <a:lnTo>
                    <a:pt x="1131550" y="39260"/>
                  </a:lnTo>
                  <a:lnTo>
                    <a:pt x="1123692" y="39105"/>
                  </a:lnTo>
                  <a:lnTo>
                    <a:pt x="1115834" y="38951"/>
                  </a:lnTo>
                  <a:lnTo>
                    <a:pt x="1107976" y="38795"/>
                  </a:lnTo>
                  <a:lnTo>
                    <a:pt x="1100118" y="38639"/>
                  </a:lnTo>
                  <a:lnTo>
                    <a:pt x="1092260" y="38482"/>
                  </a:lnTo>
                  <a:lnTo>
                    <a:pt x="1084402" y="38325"/>
                  </a:lnTo>
                  <a:lnTo>
                    <a:pt x="1076544" y="38166"/>
                  </a:lnTo>
                  <a:lnTo>
                    <a:pt x="1068686" y="38008"/>
                  </a:lnTo>
                  <a:lnTo>
                    <a:pt x="1060828" y="37848"/>
                  </a:lnTo>
                  <a:lnTo>
                    <a:pt x="1052970" y="37688"/>
                  </a:lnTo>
                  <a:lnTo>
                    <a:pt x="1045112" y="37527"/>
                  </a:lnTo>
                  <a:lnTo>
                    <a:pt x="1037254" y="37366"/>
                  </a:lnTo>
                  <a:lnTo>
                    <a:pt x="1029397" y="37203"/>
                  </a:lnTo>
                  <a:lnTo>
                    <a:pt x="1021539" y="37040"/>
                  </a:lnTo>
                  <a:lnTo>
                    <a:pt x="1013681" y="36877"/>
                  </a:lnTo>
                  <a:lnTo>
                    <a:pt x="1005823" y="36712"/>
                  </a:lnTo>
                  <a:lnTo>
                    <a:pt x="997965" y="36547"/>
                  </a:lnTo>
                  <a:lnTo>
                    <a:pt x="990107" y="36367"/>
                  </a:lnTo>
                  <a:lnTo>
                    <a:pt x="982249" y="36099"/>
                  </a:lnTo>
                  <a:lnTo>
                    <a:pt x="974391" y="35817"/>
                  </a:lnTo>
                  <a:lnTo>
                    <a:pt x="966533" y="35629"/>
                  </a:lnTo>
                  <a:lnTo>
                    <a:pt x="958675" y="35457"/>
                  </a:lnTo>
                  <a:lnTo>
                    <a:pt x="950817" y="35225"/>
                  </a:lnTo>
                  <a:lnTo>
                    <a:pt x="942959" y="34971"/>
                  </a:lnTo>
                  <a:lnTo>
                    <a:pt x="935101" y="34703"/>
                  </a:lnTo>
                  <a:lnTo>
                    <a:pt x="927243" y="34512"/>
                  </a:lnTo>
                  <a:lnTo>
                    <a:pt x="919385" y="34238"/>
                  </a:lnTo>
                  <a:lnTo>
                    <a:pt x="911527" y="33963"/>
                  </a:lnTo>
                  <a:lnTo>
                    <a:pt x="903669" y="33686"/>
                  </a:lnTo>
                  <a:lnTo>
                    <a:pt x="895811" y="33407"/>
                  </a:lnTo>
                  <a:lnTo>
                    <a:pt x="887953" y="33128"/>
                  </a:lnTo>
                  <a:lnTo>
                    <a:pt x="880095" y="32846"/>
                  </a:lnTo>
                  <a:lnTo>
                    <a:pt x="872237" y="32560"/>
                  </a:lnTo>
                  <a:lnTo>
                    <a:pt x="864379" y="32249"/>
                  </a:lnTo>
                  <a:lnTo>
                    <a:pt x="856521" y="31987"/>
                  </a:lnTo>
                  <a:lnTo>
                    <a:pt x="848663" y="31701"/>
                  </a:lnTo>
                  <a:lnTo>
                    <a:pt x="840805" y="31412"/>
                  </a:lnTo>
                  <a:lnTo>
                    <a:pt x="832947" y="31119"/>
                  </a:lnTo>
                  <a:lnTo>
                    <a:pt x="825089" y="30827"/>
                  </a:lnTo>
                  <a:lnTo>
                    <a:pt x="817231" y="30536"/>
                  </a:lnTo>
                  <a:lnTo>
                    <a:pt x="809373" y="30240"/>
                  </a:lnTo>
                  <a:lnTo>
                    <a:pt x="801515" y="29943"/>
                  </a:lnTo>
                  <a:lnTo>
                    <a:pt x="793657" y="29644"/>
                  </a:lnTo>
                  <a:lnTo>
                    <a:pt x="785799" y="29343"/>
                  </a:lnTo>
                  <a:lnTo>
                    <a:pt x="777941" y="29041"/>
                  </a:lnTo>
                  <a:lnTo>
                    <a:pt x="770083" y="28782"/>
                  </a:lnTo>
                  <a:lnTo>
                    <a:pt x="762225" y="28452"/>
                  </a:lnTo>
                  <a:lnTo>
                    <a:pt x="754367" y="28261"/>
                  </a:lnTo>
                  <a:lnTo>
                    <a:pt x="746509" y="27878"/>
                  </a:lnTo>
                  <a:lnTo>
                    <a:pt x="738651" y="27535"/>
                  </a:lnTo>
                  <a:lnTo>
                    <a:pt x="730793" y="27306"/>
                  </a:lnTo>
                  <a:lnTo>
                    <a:pt x="722935" y="26993"/>
                  </a:lnTo>
                  <a:lnTo>
                    <a:pt x="715077" y="26639"/>
                  </a:lnTo>
                  <a:lnTo>
                    <a:pt x="707219" y="26279"/>
                  </a:lnTo>
                  <a:lnTo>
                    <a:pt x="699361" y="25994"/>
                  </a:lnTo>
                  <a:lnTo>
                    <a:pt x="691503" y="25683"/>
                  </a:lnTo>
                  <a:lnTo>
                    <a:pt x="683645" y="25306"/>
                  </a:lnTo>
                  <a:lnTo>
                    <a:pt x="675787" y="24983"/>
                  </a:lnTo>
                  <a:lnTo>
                    <a:pt x="667929" y="24660"/>
                  </a:lnTo>
                  <a:lnTo>
                    <a:pt x="660071" y="24336"/>
                  </a:lnTo>
                  <a:lnTo>
                    <a:pt x="652213" y="24053"/>
                  </a:lnTo>
                  <a:lnTo>
                    <a:pt x="644355" y="23873"/>
                  </a:lnTo>
                  <a:lnTo>
                    <a:pt x="636497" y="23451"/>
                  </a:lnTo>
                  <a:lnTo>
                    <a:pt x="628639" y="23187"/>
                  </a:lnTo>
                  <a:lnTo>
                    <a:pt x="620781" y="22925"/>
                  </a:lnTo>
                  <a:lnTo>
                    <a:pt x="612923" y="22665"/>
                  </a:lnTo>
                  <a:lnTo>
                    <a:pt x="605065" y="22399"/>
                  </a:lnTo>
                  <a:lnTo>
                    <a:pt x="597207" y="22129"/>
                  </a:lnTo>
                  <a:lnTo>
                    <a:pt x="589349" y="21824"/>
                  </a:lnTo>
                  <a:lnTo>
                    <a:pt x="581491" y="21587"/>
                  </a:lnTo>
                  <a:lnTo>
                    <a:pt x="573633" y="21317"/>
                  </a:lnTo>
                  <a:lnTo>
                    <a:pt x="565775" y="21040"/>
                  </a:lnTo>
                  <a:lnTo>
                    <a:pt x="557917" y="20470"/>
                  </a:lnTo>
                  <a:lnTo>
                    <a:pt x="550059" y="20425"/>
                  </a:lnTo>
                  <a:lnTo>
                    <a:pt x="542201" y="20195"/>
                  </a:lnTo>
                  <a:lnTo>
                    <a:pt x="534343" y="19776"/>
                  </a:lnTo>
                  <a:lnTo>
                    <a:pt x="526485" y="19352"/>
                  </a:lnTo>
                  <a:lnTo>
                    <a:pt x="518627" y="18925"/>
                  </a:lnTo>
                  <a:lnTo>
                    <a:pt x="510769" y="18494"/>
                  </a:lnTo>
                  <a:lnTo>
                    <a:pt x="502911" y="18060"/>
                  </a:lnTo>
                  <a:lnTo>
                    <a:pt x="495053" y="17620"/>
                  </a:lnTo>
                  <a:lnTo>
                    <a:pt x="487195" y="17336"/>
                  </a:lnTo>
                  <a:lnTo>
                    <a:pt x="479337" y="17048"/>
                  </a:lnTo>
                  <a:lnTo>
                    <a:pt x="471479" y="16682"/>
                  </a:lnTo>
                  <a:lnTo>
                    <a:pt x="463621" y="16474"/>
                  </a:lnTo>
                  <a:lnTo>
                    <a:pt x="455763" y="16133"/>
                  </a:lnTo>
                  <a:lnTo>
                    <a:pt x="447905" y="15831"/>
                  </a:lnTo>
                  <a:lnTo>
                    <a:pt x="440047" y="15546"/>
                  </a:lnTo>
                  <a:lnTo>
                    <a:pt x="432189" y="15261"/>
                  </a:lnTo>
                  <a:lnTo>
                    <a:pt x="424331" y="14971"/>
                  </a:lnTo>
                  <a:lnTo>
                    <a:pt x="416473" y="14672"/>
                  </a:lnTo>
                  <a:lnTo>
                    <a:pt x="408615" y="14183"/>
                  </a:lnTo>
                  <a:lnTo>
                    <a:pt x="400757" y="13880"/>
                  </a:lnTo>
                  <a:lnTo>
                    <a:pt x="392899" y="13576"/>
                  </a:lnTo>
                  <a:lnTo>
                    <a:pt x="385041" y="13336"/>
                  </a:lnTo>
                  <a:lnTo>
                    <a:pt x="377183" y="13157"/>
                  </a:lnTo>
                  <a:lnTo>
                    <a:pt x="369325" y="12873"/>
                  </a:lnTo>
                  <a:lnTo>
                    <a:pt x="361467" y="12486"/>
                  </a:lnTo>
                  <a:lnTo>
                    <a:pt x="353609" y="12192"/>
                  </a:lnTo>
                  <a:lnTo>
                    <a:pt x="345751" y="11944"/>
                  </a:lnTo>
                  <a:lnTo>
                    <a:pt x="337893" y="11712"/>
                  </a:lnTo>
                  <a:lnTo>
                    <a:pt x="330035" y="11407"/>
                  </a:lnTo>
                  <a:lnTo>
                    <a:pt x="322177" y="11058"/>
                  </a:lnTo>
                  <a:lnTo>
                    <a:pt x="314319" y="10707"/>
                  </a:lnTo>
                  <a:lnTo>
                    <a:pt x="306461" y="10364"/>
                  </a:lnTo>
                  <a:lnTo>
                    <a:pt x="298603" y="10042"/>
                  </a:lnTo>
                  <a:lnTo>
                    <a:pt x="290745" y="9850"/>
                  </a:lnTo>
                  <a:lnTo>
                    <a:pt x="282887" y="9746"/>
                  </a:lnTo>
                  <a:lnTo>
                    <a:pt x="275029" y="9509"/>
                  </a:lnTo>
                  <a:lnTo>
                    <a:pt x="267171" y="9249"/>
                  </a:lnTo>
                  <a:lnTo>
                    <a:pt x="259313" y="8969"/>
                  </a:lnTo>
                  <a:lnTo>
                    <a:pt x="251455" y="8918"/>
                  </a:lnTo>
                  <a:lnTo>
                    <a:pt x="243597" y="8834"/>
                  </a:lnTo>
                  <a:lnTo>
                    <a:pt x="235739" y="8344"/>
                  </a:lnTo>
                  <a:lnTo>
                    <a:pt x="227881" y="7760"/>
                  </a:lnTo>
                  <a:lnTo>
                    <a:pt x="220023" y="7171"/>
                  </a:lnTo>
                  <a:lnTo>
                    <a:pt x="212165" y="6903"/>
                  </a:lnTo>
                  <a:lnTo>
                    <a:pt x="204307" y="6488"/>
                  </a:lnTo>
                  <a:lnTo>
                    <a:pt x="196449" y="6123"/>
                  </a:lnTo>
                  <a:lnTo>
                    <a:pt x="188591" y="5720"/>
                  </a:lnTo>
                  <a:lnTo>
                    <a:pt x="180733" y="5539"/>
                  </a:lnTo>
                  <a:lnTo>
                    <a:pt x="172875" y="5271"/>
                  </a:lnTo>
                  <a:lnTo>
                    <a:pt x="165017" y="4943"/>
                  </a:lnTo>
                  <a:lnTo>
                    <a:pt x="157159" y="4656"/>
                  </a:lnTo>
                  <a:lnTo>
                    <a:pt x="149301" y="4392"/>
                  </a:lnTo>
                  <a:lnTo>
                    <a:pt x="141443" y="4105"/>
                  </a:lnTo>
                  <a:lnTo>
                    <a:pt x="133585" y="3832"/>
                  </a:lnTo>
                  <a:lnTo>
                    <a:pt x="125727" y="3494"/>
                  </a:lnTo>
                  <a:lnTo>
                    <a:pt x="117869" y="3266"/>
                  </a:lnTo>
                  <a:lnTo>
                    <a:pt x="110011" y="3119"/>
                  </a:lnTo>
                  <a:lnTo>
                    <a:pt x="102153" y="2971"/>
                  </a:lnTo>
                  <a:lnTo>
                    <a:pt x="94295" y="2743"/>
                  </a:lnTo>
                  <a:lnTo>
                    <a:pt x="86437" y="2290"/>
                  </a:lnTo>
                  <a:lnTo>
                    <a:pt x="78579" y="2169"/>
                  </a:lnTo>
                  <a:lnTo>
                    <a:pt x="70721" y="1771"/>
                  </a:lnTo>
                  <a:lnTo>
                    <a:pt x="62863" y="1366"/>
                  </a:lnTo>
                  <a:lnTo>
                    <a:pt x="55005" y="959"/>
                  </a:lnTo>
                  <a:lnTo>
                    <a:pt x="47147" y="565"/>
                  </a:lnTo>
                  <a:lnTo>
                    <a:pt x="39289" y="532"/>
                  </a:lnTo>
                  <a:lnTo>
                    <a:pt x="31431" y="343"/>
                  </a:lnTo>
                  <a:lnTo>
                    <a:pt x="23573" y="365"/>
                  </a:lnTo>
                  <a:lnTo>
                    <a:pt x="15715" y="387"/>
                  </a:lnTo>
                  <a:lnTo>
                    <a:pt x="7857" y="23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1186414" y="2949712"/>
              <a:ext cx="2035220" cy="125221"/>
            </a:xfrm>
            <a:custGeom>
              <a:avLst/>
              <a:pathLst>
                <a:path w="2035220" h="125221">
                  <a:moveTo>
                    <a:pt x="0" y="0"/>
                  </a:moveTo>
                  <a:lnTo>
                    <a:pt x="7857" y="854"/>
                  </a:lnTo>
                  <a:lnTo>
                    <a:pt x="15715" y="1698"/>
                  </a:lnTo>
                  <a:lnTo>
                    <a:pt x="23573" y="2346"/>
                  </a:lnTo>
                  <a:lnTo>
                    <a:pt x="31431" y="2645"/>
                  </a:lnTo>
                  <a:lnTo>
                    <a:pt x="39289" y="3568"/>
                  </a:lnTo>
                  <a:lnTo>
                    <a:pt x="47147" y="4365"/>
                  </a:lnTo>
                  <a:lnTo>
                    <a:pt x="55005" y="4965"/>
                  </a:lnTo>
                  <a:lnTo>
                    <a:pt x="62863" y="5562"/>
                  </a:lnTo>
                  <a:lnTo>
                    <a:pt x="70721" y="6180"/>
                  </a:lnTo>
                  <a:lnTo>
                    <a:pt x="78579" y="6738"/>
                  </a:lnTo>
                  <a:lnTo>
                    <a:pt x="86437" y="7413"/>
                  </a:lnTo>
                  <a:lnTo>
                    <a:pt x="94295" y="8328"/>
                  </a:lnTo>
                  <a:lnTo>
                    <a:pt x="102153" y="8943"/>
                  </a:lnTo>
                  <a:lnTo>
                    <a:pt x="110011" y="9421"/>
                  </a:lnTo>
                  <a:lnTo>
                    <a:pt x="117869" y="9994"/>
                  </a:lnTo>
                  <a:lnTo>
                    <a:pt x="125727" y="10629"/>
                  </a:lnTo>
                  <a:lnTo>
                    <a:pt x="133585" y="11016"/>
                  </a:lnTo>
                  <a:lnTo>
                    <a:pt x="141443" y="11944"/>
                  </a:lnTo>
                  <a:lnTo>
                    <a:pt x="149301" y="12164"/>
                  </a:lnTo>
                  <a:lnTo>
                    <a:pt x="157159" y="12453"/>
                  </a:lnTo>
                  <a:lnTo>
                    <a:pt x="165017" y="13010"/>
                  </a:lnTo>
                  <a:lnTo>
                    <a:pt x="172875" y="13756"/>
                  </a:lnTo>
                  <a:lnTo>
                    <a:pt x="180733" y="14607"/>
                  </a:lnTo>
                  <a:lnTo>
                    <a:pt x="188591" y="15303"/>
                  </a:lnTo>
                  <a:lnTo>
                    <a:pt x="196449" y="15543"/>
                  </a:lnTo>
                  <a:lnTo>
                    <a:pt x="204307" y="16290"/>
                  </a:lnTo>
                  <a:lnTo>
                    <a:pt x="212165" y="16542"/>
                  </a:lnTo>
                  <a:lnTo>
                    <a:pt x="220023" y="17387"/>
                  </a:lnTo>
                  <a:lnTo>
                    <a:pt x="227881" y="17794"/>
                  </a:lnTo>
                  <a:lnTo>
                    <a:pt x="235739" y="18443"/>
                  </a:lnTo>
                  <a:lnTo>
                    <a:pt x="243597" y="18754"/>
                  </a:lnTo>
                  <a:lnTo>
                    <a:pt x="251455" y="19065"/>
                  </a:lnTo>
                  <a:lnTo>
                    <a:pt x="259313" y="19487"/>
                  </a:lnTo>
                  <a:lnTo>
                    <a:pt x="267171" y="20041"/>
                  </a:lnTo>
                  <a:lnTo>
                    <a:pt x="275029" y="20688"/>
                  </a:lnTo>
                  <a:lnTo>
                    <a:pt x="282887" y="21062"/>
                  </a:lnTo>
                  <a:lnTo>
                    <a:pt x="290745" y="21570"/>
                  </a:lnTo>
                  <a:lnTo>
                    <a:pt x="298603" y="22092"/>
                  </a:lnTo>
                  <a:lnTo>
                    <a:pt x="306461" y="22620"/>
                  </a:lnTo>
                  <a:lnTo>
                    <a:pt x="314319" y="23064"/>
                  </a:lnTo>
                  <a:lnTo>
                    <a:pt x="322177" y="23446"/>
                  </a:lnTo>
                  <a:lnTo>
                    <a:pt x="330035" y="23737"/>
                  </a:lnTo>
                  <a:lnTo>
                    <a:pt x="337893" y="24328"/>
                  </a:lnTo>
                  <a:lnTo>
                    <a:pt x="345751" y="24676"/>
                  </a:lnTo>
                  <a:lnTo>
                    <a:pt x="353609" y="25033"/>
                  </a:lnTo>
                  <a:lnTo>
                    <a:pt x="361467" y="25411"/>
                  </a:lnTo>
                  <a:lnTo>
                    <a:pt x="369325" y="25628"/>
                  </a:lnTo>
                  <a:lnTo>
                    <a:pt x="377183" y="26107"/>
                  </a:lnTo>
                  <a:lnTo>
                    <a:pt x="385041" y="26583"/>
                  </a:lnTo>
                  <a:lnTo>
                    <a:pt x="392899" y="27060"/>
                  </a:lnTo>
                  <a:lnTo>
                    <a:pt x="400757" y="27411"/>
                  </a:lnTo>
                  <a:lnTo>
                    <a:pt x="408615" y="27614"/>
                  </a:lnTo>
                  <a:lnTo>
                    <a:pt x="416473" y="27780"/>
                  </a:lnTo>
                  <a:lnTo>
                    <a:pt x="424331" y="28005"/>
                  </a:lnTo>
                  <a:lnTo>
                    <a:pt x="432189" y="28441"/>
                  </a:lnTo>
                  <a:lnTo>
                    <a:pt x="440047" y="28866"/>
                  </a:lnTo>
                  <a:lnTo>
                    <a:pt x="447905" y="29258"/>
                  </a:lnTo>
                  <a:lnTo>
                    <a:pt x="455763" y="29654"/>
                  </a:lnTo>
                  <a:lnTo>
                    <a:pt x="463621" y="29925"/>
                  </a:lnTo>
                  <a:lnTo>
                    <a:pt x="471479" y="30186"/>
                  </a:lnTo>
                  <a:lnTo>
                    <a:pt x="479337" y="30444"/>
                  </a:lnTo>
                  <a:lnTo>
                    <a:pt x="487195" y="30710"/>
                  </a:lnTo>
                  <a:lnTo>
                    <a:pt x="495053" y="30971"/>
                  </a:lnTo>
                  <a:lnTo>
                    <a:pt x="502911" y="31247"/>
                  </a:lnTo>
                  <a:lnTo>
                    <a:pt x="510769" y="31531"/>
                  </a:lnTo>
                  <a:lnTo>
                    <a:pt x="518627" y="31753"/>
                  </a:lnTo>
                  <a:lnTo>
                    <a:pt x="526485" y="32220"/>
                  </a:lnTo>
                  <a:lnTo>
                    <a:pt x="534343" y="32518"/>
                  </a:lnTo>
                  <a:lnTo>
                    <a:pt x="542201" y="32720"/>
                  </a:lnTo>
                  <a:lnTo>
                    <a:pt x="550059" y="33014"/>
                  </a:lnTo>
                  <a:lnTo>
                    <a:pt x="557917" y="33304"/>
                  </a:lnTo>
                  <a:lnTo>
                    <a:pt x="565775" y="33556"/>
                  </a:lnTo>
                  <a:lnTo>
                    <a:pt x="573633" y="33796"/>
                  </a:lnTo>
                  <a:lnTo>
                    <a:pt x="581491" y="33837"/>
                  </a:lnTo>
                  <a:lnTo>
                    <a:pt x="589349" y="34056"/>
                  </a:lnTo>
                  <a:lnTo>
                    <a:pt x="597207" y="34314"/>
                  </a:lnTo>
                  <a:lnTo>
                    <a:pt x="605065" y="34562"/>
                  </a:lnTo>
                  <a:lnTo>
                    <a:pt x="612923" y="34721"/>
                  </a:lnTo>
                  <a:lnTo>
                    <a:pt x="620781" y="35065"/>
                  </a:lnTo>
                  <a:lnTo>
                    <a:pt x="628639" y="35322"/>
                  </a:lnTo>
                  <a:lnTo>
                    <a:pt x="636497" y="35280"/>
                  </a:lnTo>
                  <a:lnTo>
                    <a:pt x="644355" y="35233"/>
                  </a:lnTo>
                  <a:lnTo>
                    <a:pt x="652213" y="35459"/>
                  </a:lnTo>
                  <a:lnTo>
                    <a:pt x="660071" y="35719"/>
                  </a:lnTo>
                  <a:lnTo>
                    <a:pt x="667929" y="35741"/>
                  </a:lnTo>
                  <a:lnTo>
                    <a:pt x="675787" y="35479"/>
                  </a:lnTo>
                  <a:lnTo>
                    <a:pt x="683645" y="35219"/>
                  </a:lnTo>
                  <a:lnTo>
                    <a:pt x="691503" y="35327"/>
                  </a:lnTo>
                  <a:lnTo>
                    <a:pt x="699361" y="35464"/>
                  </a:lnTo>
                  <a:lnTo>
                    <a:pt x="707219" y="35721"/>
                  </a:lnTo>
                  <a:lnTo>
                    <a:pt x="715077" y="35903"/>
                  </a:lnTo>
                  <a:lnTo>
                    <a:pt x="722935" y="36145"/>
                  </a:lnTo>
                  <a:lnTo>
                    <a:pt x="730793" y="36235"/>
                  </a:lnTo>
                  <a:lnTo>
                    <a:pt x="738651" y="36589"/>
                  </a:lnTo>
                  <a:lnTo>
                    <a:pt x="746509" y="36799"/>
                  </a:lnTo>
                  <a:lnTo>
                    <a:pt x="754367" y="37015"/>
                  </a:lnTo>
                  <a:lnTo>
                    <a:pt x="762225" y="37151"/>
                  </a:lnTo>
                  <a:lnTo>
                    <a:pt x="770083" y="37129"/>
                  </a:lnTo>
                  <a:lnTo>
                    <a:pt x="777941" y="37109"/>
                  </a:lnTo>
                  <a:lnTo>
                    <a:pt x="785799" y="37087"/>
                  </a:lnTo>
                  <a:lnTo>
                    <a:pt x="793657" y="37074"/>
                  </a:lnTo>
                  <a:lnTo>
                    <a:pt x="801515" y="37109"/>
                  </a:lnTo>
                  <a:lnTo>
                    <a:pt x="809373" y="37019"/>
                  </a:lnTo>
                  <a:lnTo>
                    <a:pt x="817231" y="36991"/>
                  </a:lnTo>
                  <a:lnTo>
                    <a:pt x="825089" y="36968"/>
                  </a:lnTo>
                  <a:lnTo>
                    <a:pt x="832947" y="36952"/>
                  </a:lnTo>
                  <a:lnTo>
                    <a:pt x="840805" y="36952"/>
                  </a:lnTo>
                  <a:lnTo>
                    <a:pt x="848663" y="36933"/>
                  </a:lnTo>
                  <a:lnTo>
                    <a:pt x="856521" y="36912"/>
                  </a:lnTo>
                  <a:lnTo>
                    <a:pt x="864379" y="36865"/>
                  </a:lnTo>
                  <a:lnTo>
                    <a:pt x="872237" y="36845"/>
                  </a:lnTo>
                  <a:lnTo>
                    <a:pt x="880095" y="36823"/>
                  </a:lnTo>
                  <a:lnTo>
                    <a:pt x="887953" y="36953"/>
                  </a:lnTo>
                  <a:lnTo>
                    <a:pt x="895811" y="36990"/>
                  </a:lnTo>
                  <a:lnTo>
                    <a:pt x="903669" y="36757"/>
                  </a:lnTo>
                  <a:lnTo>
                    <a:pt x="911527" y="36775"/>
                  </a:lnTo>
                  <a:lnTo>
                    <a:pt x="919385" y="36713"/>
                  </a:lnTo>
                  <a:lnTo>
                    <a:pt x="927243" y="36815"/>
                  </a:lnTo>
                  <a:lnTo>
                    <a:pt x="935101" y="36747"/>
                  </a:lnTo>
                  <a:lnTo>
                    <a:pt x="942959" y="36874"/>
                  </a:lnTo>
                  <a:lnTo>
                    <a:pt x="950817" y="36898"/>
                  </a:lnTo>
                  <a:lnTo>
                    <a:pt x="958675" y="36696"/>
                  </a:lnTo>
                  <a:lnTo>
                    <a:pt x="966533" y="36797"/>
                  </a:lnTo>
                  <a:lnTo>
                    <a:pt x="974391" y="36728"/>
                  </a:lnTo>
                  <a:lnTo>
                    <a:pt x="982249" y="36686"/>
                  </a:lnTo>
                  <a:lnTo>
                    <a:pt x="990107" y="36666"/>
                  </a:lnTo>
                  <a:lnTo>
                    <a:pt x="997965" y="36546"/>
                  </a:lnTo>
                  <a:lnTo>
                    <a:pt x="1005823" y="36532"/>
                  </a:lnTo>
                  <a:lnTo>
                    <a:pt x="1013681" y="36445"/>
                  </a:lnTo>
                  <a:lnTo>
                    <a:pt x="1021539" y="36452"/>
                  </a:lnTo>
                  <a:lnTo>
                    <a:pt x="1029397" y="36604"/>
                  </a:lnTo>
                  <a:lnTo>
                    <a:pt x="1037254" y="36482"/>
                  </a:lnTo>
                  <a:lnTo>
                    <a:pt x="1045112" y="36359"/>
                  </a:lnTo>
                  <a:lnTo>
                    <a:pt x="1052970" y="36235"/>
                  </a:lnTo>
                  <a:lnTo>
                    <a:pt x="1060828" y="36110"/>
                  </a:lnTo>
                  <a:lnTo>
                    <a:pt x="1068686" y="36050"/>
                  </a:lnTo>
                  <a:lnTo>
                    <a:pt x="1076544" y="35991"/>
                  </a:lnTo>
                  <a:lnTo>
                    <a:pt x="1084402" y="35867"/>
                  </a:lnTo>
                  <a:lnTo>
                    <a:pt x="1092260" y="35949"/>
                  </a:lnTo>
                  <a:lnTo>
                    <a:pt x="1100118" y="35851"/>
                  </a:lnTo>
                  <a:lnTo>
                    <a:pt x="1107976" y="35768"/>
                  </a:lnTo>
                  <a:lnTo>
                    <a:pt x="1115834" y="35673"/>
                  </a:lnTo>
                  <a:lnTo>
                    <a:pt x="1123692" y="35579"/>
                  </a:lnTo>
                  <a:lnTo>
                    <a:pt x="1131550" y="35442"/>
                  </a:lnTo>
                  <a:lnTo>
                    <a:pt x="1139408" y="35349"/>
                  </a:lnTo>
                  <a:lnTo>
                    <a:pt x="1147266" y="35295"/>
                  </a:lnTo>
                  <a:lnTo>
                    <a:pt x="1155124" y="35200"/>
                  </a:lnTo>
                  <a:lnTo>
                    <a:pt x="1162982" y="35072"/>
                  </a:lnTo>
                  <a:lnTo>
                    <a:pt x="1170840" y="34842"/>
                  </a:lnTo>
                  <a:lnTo>
                    <a:pt x="1178698" y="34724"/>
                  </a:lnTo>
                  <a:lnTo>
                    <a:pt x="1186556" y="34425"/>
                  </a:lnTo>
                  <a:lnTo>
                    <a:pt x="1194414" y="34205"/>
                  </a:lnTo>
                  <a:lnTo>
                    <a:pt x="1202272" y="34011"/>
                  </a:lnTo>
                  <a:lnTo>
                    <a:pt x="1210130" y="33938"/>
                  </a:lnTo>
                  <a:lnTo>
                    <a:pt x="1217988" y="33837"/>
                  </a:lnTo>
                  <a:lnTo>
                    <a:pt x="1225846" y="33799"/>
                  </a:lnTo>
                  <a:lnTo>
                    <a:pt x="1233704" y="33643"/>
                  </a:lnTo>
                  <a:lnTo>
                    <a:pt x="1241562" y="33401"/>
                  </a:lnTo>
                  <a:lnTo>
                    <a:pt x="1249420" y="33160"/>
                  </a:lnTo>
                  <a:lnTo>
                    <a:pt x="1257278" y="32969"/>
                  </a:lnTo>
                  <a:lnTo>
                    <a:pt x="1265136" y="32816"/>
                  </a:lnTo>
                  <a:lnTo>
                    <a:pt x="1272994" y="32636"/>
                  </a:lnTo>
                  <a:lnTo>
                    <a:pt x="1280852" y="32381"/>
                  </a:lnTo>
                  <a:lnTo>
                    <a:pt x="1288710" y="32157"/>
                  </a:lnTo>
                  <a:lnTo>
                    <a:pt x="1296568" y="31876"/>
                  </a:lnTo>
                  <a:lnTo>
                    <a:pt x="1304426" y="31620"/>
                  </a:lnTo>
                  <a:lnTo>
                    <a:pt x="1312284" y="31364"/>
                  </a:lnTo>
                  <a:lnTo>
                    <a:pt x="1320142" y="31207"/>
                  </a:lnTo>
                  <a:lnTo>
                    <a:pt x="1328000" y="31019"/>
                  </a:lnTo>
                  <a:lnTo>
                    <a:pt x="1335858" y="30925"/>
                  </a:lnTo>
                  <a:lnTo>
                    <a:pt x="1343716" y="30783"/>
                  </a:lnTo>
                  <a:lnTo>
                    <a:pt x="1351574" y="30616"/>
                  </a:lnTo>
                  <a:lnTo>
                    <a:pt x="1359432" y="30444"/>
                  </a:lnTo>
                  <a:lnTo>
                    <a:pt x="1367290" y="30256"/>
                  </a:lnTo>
                  <a:lnTo>
                    <a:pt x="1375148" y="30035"/>
                  </a:lnTo>
                  <a:lnTo>
                    <a:pt x="1383006" y="29817"/>
                  </a:lnTo>
                  <a:lnTo>
                    <a:pt x="1390864" y="29605"/>
                  </a:lnTo>
                  <a:lnTo>
                    <a:pt x="1398722" y="29386"/>
                  </a:lnTo>
                  <a:lnTo>
                    <a:pt x="1406580" y="29165"/>
                  </a:lnTo>
                  <a:lnTo>
                    <a:pt x="1414438" y="28947"/>
                  </a:lnTo>
                  <a:lnTo>
                    <a:pt x="1422296" y="28729"/>
                  </a:lnTo>
                  <a:lnTo>
                    <a:pt x="1430154" y="28585"/>
                  </a:lnTo>
                  <a:lnTo>
                    <a:pt x="1438012" y="28549"/>
                  </a:lnTo>
                  <a:lnTo>
                    <a:pt x="1445870" y="28470"/>
                  </a:lnTo>
                  <a:lnTo>
                    <a:pt x="1453728" y="28289"/>
                  </a:lnTo>
                  <a:lnTo>
                    <a:pt x="1461586" y="28108"/>
                  </a:lnTo>
                  <a:lnTo>
                    <a:pt x="1469444" y="27894"/>
                  </a:lnTo>
                  <a:lnTo>
                    <a:pt x="1477302" y="27681"/>
                  </a:lnTo>
                  <a:lnTo>
                    <a:pt x="1485160" y="27466"/>
                  </a:lnTo>
                  <a:lnTo>
                    <a:pt x="1493018" y="27204"/>
                  </a:lnTo>
                  <a:lnTo>
                    <a:pt x="1500876" y="26887"/>
                  </a:lnTo>
                  <a:lnTo>
                    <a:pt x="1508734" y="26620"/>
                  </a:lnTo>
                  <a:lnTo>
                    <a:pt x="1516592" y="26472"/>
                  </a:lnTo>
                  <a:lnTo>
                    <a:pt x="1524450" y="26326"/>
                  </a:lnTo>
                  <a:lnTo>
                    <a:pt x="1532308" y="26074"/>
                  </a:lnTo>
                  <a:lnTo>
                    <a:pt x="1540166" y="25886"/>
                  </a:lnTo>
                  <a:lnTo>
                    <a:pt x="1548024" y="25720"/>
                  </a:lnTo>
                  <a:lnTo>
                    <a:pt x="1555882" y="25499"/>
                  </a:lnTo>
                  <a:lnTo>
                    <a:pt x="1563740" y="25280"/>
                  </a:lnTo>
                  <a:lnTo>
                    <a:pt x="1571598" y="25062"/>
                  </a:lnTo>
                  <a:lnTo>
                    <a:pt x="1579456" y="24842"/>
                  </a:lnTo>
                  <a:lnTo>
                    <a:pt x="1587314" y="24630"/>
                  </a:lnTo>
                  <a:lnTo>
                    <a:pt x="1595172" y="24472"/>
                  </a:lnTo>
                  <a:lnTo>
                    <a:pt x="1603030" y="24314"/>
                  </a:lnTo>
                  <a:lnTo>
                    <a:pt x="1610888" y="24158"/>
                  </a:lnTo>
                  <a:lnTo>
                    <a:pt x="1618746" y="24004"/>
                  </a:lnTo>
                  <a:lnTo>
                    <a:pt x="1626604" y="23795"/>
                  </a:lnTo>
                  <a:lnTo>
                    <a:pt x="1634462" y="23498"/>
                  </a:lnTo>
                  <a:lnTo>
                    <a:pt x="1642320" y="23201"/>
                  </a:lnTo>
                  <a:lnTo>
                    <a:pt x="1650178" y="22904"/>
                  </a:lnTo>
                  <a:lnTo>
                    <a:pt x="1658036" y="22612"/>
                  </a:lnTo>
                  <a:lnTo>
                    <a:pt x="1665894" y="22384"/>
                  </a:lnTo>
                  <a:lnTo>
                    <a:pt x="1673752" y="22157"/>
                  </a:lnTo>
                  <a:lnTo>
                    <a:pt x="1681610" y="21928"/>
                  </a:lnTo>
                  <a:lnTo>
                    <a:pt x="1689468" y="21701"/>
                  </a:lnTo>
                  <a:lnTo>
                    <a:pt x="1697326" y="21475"/>
                  </a:lnTo>
                  <a:lnTo>
                    <a:pt x="1705184" y="21194"/>
                  </a:lnTo>
                  <a:lnTo>
                    <a:pt x="1713042" y="20924"/>
                  </a:lnTo>
                  <a:lnTo>
                    <a:pt x="1720900" y="20739"/>
                  </a:lnTo>
                  <a:lnTo>
                    <a:pt x="1728758" y="20556"/>
                  </a:lnTo>
                  <a:lnTo>
                    <a:pt x="1736616" y="20334"/>
                  </a:lnTo>
                  <a:lnTo>
                    <a:pt x="1744474" y="20105"/>
                  </a:lnTo>
                  <a:lnTo>
                    <a:pt x="1752332" y="19876"/>
                  </a:lnTo>
                  <a:lnTo>
                    <a:pt x="1760190" y="19681"/>
                  </a:lnTo>
                  <a:lnTo>
                    <a:pt x="1768048" y="19529"/>
                  </a:lnTo>
                  <a:lnTo>
                    <a:pt x="1775906" y="19377"/>
                  </a:lnTo>
                  <a:lnTo>
                    <a:pt x="1783764" y="19225"/>
                  </a:lnTo>
                  <a:lnTo>
                    <a:pt x="1791622" y="19073"/>
                  </a:lnTo>
                  <a:lnTo>
                    <a:pt x="1799480" y="18900"/>
                  </a:lnTo>
                  <a:lnTo>
                    <a:pt x="1807338" y="18715"/>
                  </a:lnTo>
                  <a:lnTo>
                    <a:pt x="1815196" y="18529"/>
                  </a:lnTo>
                  <a:lnTo>
                    <a:pt x="1823054" y="18343"/>
                  </a:lnTo>
                  <a:lnTo>
                    <a:pt x="1830912" y="18156"/>
                  </a:lnTo>
                  <a:lnTo>
                    <a:pt x="1838770" y="17969"/>
                  </a:lnTo>
                  <a:lnTo>
                    <a:pt x="1846628" y="17782"/>
                  </a:lnTo>
                  <a:lnTo>
                    <a:pt x="1854486" y="17595"/>
                  </a:lnTo>
                  <a:lnTo>
                    <a:pt x="1862344" y="17407"/>
                  </a:lnTo>
                  <a:lnTo>
                    <a:pt x="1870202" y="17219"/>
                  </a:lnTo>
                  <a:lnTo>
                    <a:pt x="1878060" y="17031"/>
                  </a:lnTo>
                  <a:lnTo>
                    <a:pt x="1885918" y="16802"/>
                  </a:lnTo>
                  <a:lnTo>
                    <a:pt x="1893776" y="16483"/>
                  </a:lnTo>
                  <a:lnTo>
                    <a:pt x="1901634" y="16164"/>
                  </a:lnTo>
                  <a:lnTo>
                    <a:pt x="1909492" y="15861"/>
                  </a:lnTo>
                  <a:lnTo>
                    <a:pt x="1917350" y="15657"/>
                  </a:lnTo>
                  <a:lnTo>
                    <a:pt x="1925208" y="15453"/>
                  </a:lnTo>
                  <a:lnTo>
                    <a:pt x="1933066" y="15253"/>
                  </a:lnTo>
                  <a:lnTo>
                    <a:pt x="1940924" y="15053"/>
                  </a:lnTo>
                  <a:lnTo>
                    <a:pt x="1948782" y="14853"/>
                  </a:lnTo>
                  <a:lnTo>
                    <a:pt x="1956640" y="14653"/>
                  </a:lnTo>
                  <a:lnTo>
                    <a:pt x="1964498" y="14462"/>
                  </a:lnTo>
                  <a:lnTo>
                    <a:pt x="1972356" y="14313"/>
                  </a:lnTo>
                  <a:lnTo>
                    <a:pt x="1980214" y="14164"/>
                  </a:lnTo>
                  <a:lnTo>
                    <a:pt x="1988072" y="14014"/>
                  </a:lnTo>
                  <a:lnTo>
                    <a:pt x="1995930" y="13865"/>
                  </a:lnTo>
                  <a:lnTo>
                    <a:pt x="2003788" y="13715"/>
                  </a:lnTo>
                  <a:lnTo>
                    <a:pt x="2011646" y="13565"/>
                  </a:lnTo>
                  <a:lnTo>
                    <a:pt x="2019504" y="13415"/>
                  </a:lnTo>
                  <a:lnTo>
                    <a:pt x="2027362" y="13156"/>
                  </a:lnTo>
                  <a:lnTo>
                    <a:pt x="2035220" y="12873"/>
                  </a:lnTo>
                  <a:lnTo>
                    <a:pt x="2035220" y="125221"/>
                  </a:lnTo>
                  <a:lnTo>
                    <a:pt x="2027362" y="125044"/>
                  </a:lnTo>
                  <a:lnTo>
                    <a:pt x="2019504" y="124850"/>
                  </a:lnTo>
                  <a:lnTo>
                    <a:pt x="2011646" y="124671"/>
                  </a:lnTo>
                  <a:lnTo>
                    <a:pt x="2003788" y="124490"/>
                  </a:lnTo>
                  <a:lnTo>
                    <a:pt x="1995930" y="124309"/>
                  </a:lnTo>
                  <a:lnTo>
                    <a:pt x="1988072" y="124126"/>
                  </a:lnTo>
                  <a:lnTo>
                    <a:pt x="1980214" y="123943"/>
                  </a:lnTo>
                  <a:lnTo>
                    <a:pt x="1972356" y="123759"/>
                  </a:lnTo>
                  <a:lnTo>
                    <a:pt x="1964498" y="123574"/>
                  </a:lnTo>
                  <a:lnTo>
                    <a:pt x="1956640" y="123388"/>
                  </a:lnTo>
                  <a:lnTo>
                    <a:pt x="1948782" y="123201"/>
                  </a:lnTo>
                  <a:lnTo>
                    <a:pt x="1940924" y="123020"/>
                  </a:lnTo>
                  <a:lnTo>
                    <a:pt x="1933066" y="122830"/>
                  </a:lnTo>
                  <a:lnTo>
                    <a:pt x="1925208" y="122638"/>
                  </a:lnTo>
                  <a:lnTo>
                    <a:pt x="1917350" y="122484"/>
                  </a:lnTo>
                  <a:lnTo>
                    <a:pt x="1909492" y="122353"/>
                  </a:lnTo>
                  <a:lnTo>
                    <a:pt x="1901634" y="122168"/>
                  </a:lnTo>
                  <a:lnTo>
                    <a:pt x="1893776" y="121976"/>
                  </a:lnTo>
                  <a:lnTo>
                    <a:pt x="1885918" y="121784"/>
                  </a:lnTo>
                  <a:lnTo>
                    <a:pt x="1878060" y="121588"/>
                  </a:lnTo>
                  <a:lnTo>
                    <a:pt x="1870202" y="121392"/>
                  </a:lnTo>
                  <a:lnTo>
                    <a:pt x="1862344" y="121179"/>
                  </a:lnTo>
                  <a:lnTo>
                    <a:pt x="1854486" y="120999"/>
                  </a:lnTo>
                  <a:lnTo>
                    <a:pt x="1846628" y="120802"/>
                  </a:lnTo>
                  <a:lnTo>
                    <a:pt x="1838770" y="120605"/>
                  </a:lnTo>
                  <a:lnTo>
                    <a:pt x="1830912" y="120407"/>
                  </a:lnTo>
                  <a:lnTo>
                    <a:pt x="1823054" y="120208"/>
                  </a:lnTo>
                  <a:lnTo>
                    <a:pt x="1815196" y="120008"/>
                  </a:lnTo>
                  <a:lnTo>
                    <a:pt x="1807338" y="119818"/>
                  </a:lnTo>
                  <a:lnTo>
                    <a:pt x="1799480" y="119641"/>
                  </a:lnTo>
                  <a:lnTo>
                    <a:pt x="1791622" y="119462"/>
                  </a:lnTo>
                  <a:lnTo>
                    <a:pt x="1783764" y="119282"/>
                  </a:lnTo>
                  <a:lnTo>
                    <a:pt x="1775906" y="119101"/>
                  </a:lnTo>
                  <a:lnTo>
                    <a:pt x="1768048" y="118919"/>
                  </a:lnTo>
                  <a:lnTo>
                    <a:pt x="1760190" y="118735"/>
                  </a:lnTo>
                  <a:lnTo>
                    <a:pt x="1752332" y="118550"/>
                  </a:lnTo>
                  <a:lnTo>
                    <a:pt x="1744474" y="118364"/>
                  </a:lnTo>
                  <a:lnTo>
                    <a:pt x="1736616" y="118176"/>
                  </a:lnTo>
                  <a:lnTo>
                    <a:pt x="1728758" y="117986"/>
                  </a:lnTo>
                  <a:lnTo>
                    <a:pt x="1720900" y="117795"/>
                  </a:lnTo>
                  <a:lnTo>
                    <a:pt x="1713042" y="117598"/>
                  </a:lnTo>
                  <a:lnTo>
                    <a:pt x="1705184" y="117378"/>
                  </a:lnTo>
                  <a:lnTo>
                    <a:pt x="1697326" y="117215"/>
                  </a:lnTo>
                  <a:lnTo>
                    <a:pt x="1689468" y="117021"/>
                  </a:lnTo>
                  <a:lnTo>
                    <a:pt x="1681610" y="116824"/>
                  </a:lnTo>
                  <a:lnTo>
                    <a:pt x="1673752" y="116625"/>
                  </a:lnTo>
                  <a:lnTo>
                    <a:pt x="1665894" y="116404"/>
                  </a:lnTo>
                  <a:lnTo>
                    <a:pt x="1658036" y="116099"/>
                  </a:lnTo>
                  <a:lnTo>
                    <a:pt x="1650178" y="115795"/>
                  </a:lnTo>
                  <a:lnTo>
                    <a:pt x="1642320" y="115599"/>
                  </a:lnTo>
                  <a:lnTo>
                    <a:pt x="1634462" y="115402"/>
                  </a:lnTo>
                  <a:lnTo>
                    <a:pt x="1626604" y="115170"/>
                  </a:lnTo>
                  <a:lnTo>
                    <a:pt x="1618746" y="114895"/>
                  </a:lnTo>
                  <a:lnTo>
                    <a:pt x="1610888" y="114624"/>
                  </a:lnTo>
                  <a:lnTo>
                    <a:pt x="1603030" y="114384"/>
                  </a:lnTo>
                  <a:lnTo>
                    <a:pt x="1595172" y="114149"/>
                  </a:lnTo>
                  <a:lnTo>
                    <a:pt x="1587314" y="113905"/>
                  </a:lnTo>
                  <a:lnTo>
                    <a:pt x="1579456" y="113666"/>
                  </a:lnTo>
                  <a:lnTo>
                    <a:pt x="1571598" y="113425"/>
                  </a:lnTo>
                  <a:lnTo>
                    <a:pt x="1563740" y="113183"/>
                  </a:lnTo>
                  <a:lnTo>
                    <a:pt x="1555882" y="112946"/>
                  </a:lnTo>
                  <a:lnTo>
                    <a:pt x="1548024" y="112718"/>
                  </a:lnTo>
                  <a:lnTo>
                    <a:pt x="1540166" y="112490"/>
                  </a:lnTo>
                  <a:lnTo>
                    <a:pt x="1532308" y="112260"/>
                  </a:lnTo>
                  <a:lnTo>
                    <a:pt x="1524450" y="112030"/>
                  </a:lnTo>
                  <a:lnTo>
                    <a:pt x="1516592" y="111799"/>
                  </a:lnTo>
                  <a:lnTo>
                    <a:pt x="1508734" y="111567"/>
                  </a:lnTo>
                  <a:lnTo>
                    <a:pt x="1500876" y="111334"/>
                  </a:lnTo>
                  <a:lnTo>
                    <a:pt x="1493018" y="111099"/>
                  </a:lnTo>
                  <a:lnTo>
                    <a:pt x="1485160" y="110875"/>
                  </a:lnTo>
                  <a:lnTo>
                    <a:pt x="1477302" y="110668"/>
                  </a:lnTo>
                  <a:lnTo>
                    <a:pt x="1469444" y="110460"/>
                  </a:lnTo>
                  <a:lnTo>
                    <a:pt x="1461586" y="110251"/>
                  </a:lnTo>
                  <a:lnTo>
                    <a:pt x="1453728" y="110041"/>
                  </a:lnTo>
                  <a:lnTo>
                    <a:pt x="1445870" y="109830"/>
                  </a:lnTo>
                  <a:lnTo>
                    <a:pt x="1438012" y="109619"/>
                  </a:lnTo>
                  <a:lnTo>
                    <a:pt x="1430154" y="109407"/>
                  </a:lnTo>
                  <a:lnTo>
                    <a:pt x="1422296" y="109194"/>
                  </a:lnTo>
                  <a:lnTo>
                    <a:pt x="1414438" y="108980"/>
                  </a:lnTo>
                  <a:lnTo>
                    <a:pt x="1406580" y="108765"/>
                  </a:lnTo>
                  <a:lnTo>
                    <a:pt x="1398722" y="108549"/>
                  </a:lnTo>
                  <a:lnTo>
                    <a:pt x="1390864" y="108332"/>
                  </a:lnTo>
                  <a:lnTo>
                    <a:pt x="1383006" y="108115"/>
                  </a:lnTo>
                  <a:lnTo>
                    <a:pt x="1375148" y="107897"/>
                  </a:lnTo>
                  <a:lnTo>
                    <a:pt x="1367290" y="107660"/>
                  </a:lnTo>
                  <a:lnTo>
                    <a:pt x="1359432" y="107419"/>
                  </a:lnTo>
                  <a:lnTo>
                    <a:pt x="1351574" y="107239"/>
                  </a:lnTo>
                  <a:lnTo>
                    <a:pt x="1343716" y="107018"/>
                  </a:lnTo>
                  <a:lnTo>
                    <a:pt x="1335858" y="106797"/>
                  </a:lnTo>
                  <a:lnTo>
                    <a:pt x="1328000" y="106575"/>
                  </a:lnTo>
                  <a:lnTo>
                    <a:pt x="1320142" y="106352"/>
                  </a:lnTo>
                  <a:lnTo>
                    <a:pt x="1312284" y="106129"/>
                  </a:lnTo>
                  <a:lnTo>
                    <a:pt x="1304426" y="105902"/>
                  </a:lnTo>
                  <a:lnTo>
                    <a:pt x="1296568" y="105645"/>
                  </a:lnTo>
                  <a:lnTo>
                    <a:pt x="1288710" y="105299"/>
                  </a:lnTo>
                  <a:lnTo>
                    <a:pt x="1280852" y="104938"/>
                  </a:lnTo>
                  <a:lnTo>
                    <a:pt x="1272994" y="104574"/>
                  </a:lnTo>
                  <a:lnTo>
                    <a:pt x="1265136" y="104210"/>
                  </a:lnTo>
                  <a:lnTo>
                    <a:pt x="1257278" y="103846"/>
                  </a:lnTo>
                  <a:lnTo>
                    <a:pt x="1249420" y="103557"/>
                  </a:lnTo>
                  <a:lnTo>
                    <a:pt x="1241562" y="103307"/>
                  </a:lnTo>
                  <a:lnTo>
                    <a:pt x="1233704" y="103073"/>
                  </a:lnTo>
                  <a:lnTo>
                    <a:pt x="1225846" y="102899"/>
                  </a:lnTo>
                  <a:lnTo>
                    <a:pt x="1217988" y="102686"/>
                  </a:lnTo>
                  <a:lnTo>
                    <a:pt x="1210130" y="102381"/>
                  </a:lnTo>
                  <a:lnTo>
                    <a:pt x="1202272" y="102099"/>
                  </a:lnTo>
                  <a:lnTo>
                    <a:pt x="1194414" y="101774"/>
                  </a:lnTo>
                  <a:lnTo>
                    <a:pt x="1186556" y="101472"/>
                  </a:lnTo>
                  <a:lnTo>
                    <a:pt x="1178698" y="101124"/>
                  </a:lnTo>
                  <a:lnTo>
                    <a:pt x="1170840" y="100977"/>
                  </a:lnTo>
                  <a:lnTo>
                    <a:pt x="1162982" y="100712"/>
                  </a:lnTo>
                  <a:lnTo>
                    <a:pt x="1155124" y="100455"/>
                  </a:lnTo>
                  <a:lnTo>
                    <a:pt x="1147266" y="100200"/>
                  </a:lnTo>
                  <a:lnTo>
                    <a:pt x="1139408" y="99965"/>
                  </a:lnTo>
                  <a:lnTo>
                    <a:pt x="1131550" y="99702"/>
                  </a:lnTo>
                  <a:lnTo>
                    <a:pt x="1123692" y="99437"/>
                  </a:lnTo>
                  <a:lnTo>
                    <a:pt x="1115834" y="99202"/>
                  </a:lnTo>
                  <a:lnTo>
                    <a:pt x="1107976" y="98987"/>
                  </a:lnTo>
                  <a:lnTo>
                    <a:pt x="1100118" y="98660"/>
                  </a:lnTo>
                  <a:lnTo>
                    <a:pt x="1092260" y="98364"/>
                  </a:lnTo>
                  <a:lnTo>
                    <a:pt x="1084402" y="98093"/>
                  </a:lnTo>
                  <a:lnTo>
                    <a:pt x="1076544" y="97826"/>
                  </a:lnTo>
                  <a:lnTo>
                    <a:pt x="1068686" y="97549"/>
                  </a:lnTo>
                  <a:lnTo>
                    <a:pt x="1060828" y="97276"/>
                  </a:lnTo>
                  <a:lnTo>
                    <a:pt x="1052970" y="97003"/>
                  </a:lnTo>
                  <a:lnTo>
                    <a:pt x="1045112" y="96729"/>
                  </a:lnTo>
                  <a:lnTo>
                    <a:pt x="1037254" y="96451"/>
                  </a:lnTo>
                  <a:lnTo>
                    <a:pt x="1029397" y="96171"/>
                  </a:lnTo>
                  <a:lnTo>
                    <a:pt x="1021539" y="95905"/>
                  </a:lnTo>
                  <a:lnTo>
                    <a:pt x="1013681" y="95800"/>
                  </a:lnTo>
                  <a:lnTo>
                    <a:pt x="1005823" y="95672"/>
                  </a:lnTo>
                  <a:lnTo>
                    <a:pt x="997965" y="95455"/>
                  </a:lnTo>
                  <a:lnTo>
                    <a:pt x="990107" y="94981"/>
                  </a:lnTo>
                  <a:lnTo>
                    <a:pt x="982249" y="94613"/>
                  </a:lnTo>
                  <a:lnTo>
                    <a:pt x="974391" y="94363"/>
                  </a:lnTo>
                  <a:lnTo>
                    <a:pt x="966533" y="94111"/>
                  </a:lnTo>
                  <a:lnTo>
                    <a:pt x="958675" y="93765"/>
                  </a:lnTo>
                  <a:lnTo>
                    <a:pt x="950817" y="93412"/>
                  </a:lnTo>
                  <a:lnTo>
                    <a:pt x="942959" y="93295"/>
                  </a:lnTo>
                  <a:lnTo>
                    <a:pt x="935101" y="93116"/>
                  </a:lnTo>
                  <a:lnTo>
                    <a:pt x="927243" y="92865"/>
                  </a:lnTo>
                  <a:lnTo>
                    <a:pt x="919385" y="92601"/>
                  </a:lnTo>
                  <a:lnTo>
                    <a:pt x="911527" y="92287"/>
                  </a:lnTo>
                  <a:lnTo>
                    <a:pt x="903669" y="92067"/>
                  </a:lnTo>
                  <a:lnTo>
                    <a:pt x="895811" y="91855"/>
                  </a:lnTo>
                  <a:lnTo>
                    <a:pt x="887953" y="91494"/>
                  </a:lnTo>
                  <a:lnTo>
                    <a:pt x="880095" y="91209"/>
                  </a:lnTo>
                  <a:lnTo>
                    <a:pt x="872237" y="91089"/>
                  </a:lnTo>
                  <a:lnTo>
                    <a:pt x="864379" y="90820"/>
                  </a:lnTo>
                  <a:lnTo>
                    <a:pt x="856521" y="90576"/>
                  </a:lnTo>
                  <a:lnTo>
                    <a:pt x="848663" y="90320"/>
                  </a:lnTo>
                  <a:lnTo>
                    <a:pt x="840805" y="90118"/>
                  </a:lnTo>
                  <a:lnTo>
                    <a:pt x="832947" y="89804"/>
                  </a:lnTo>
                  <a:lnTo>
                    <a:pt x="825089" y="89547"/>
                  </a:lnTo>
                  <a:lnTo>
                    <a:pt x="817231" y="89279"/>
                  </a:lnTo>
                  <a:lnTo>
                    <a:pt x="809373" y="89016"/>
                  </a:lnTo>
                  <a:lnTo>
                    <a:pt x="801515" y="88755"/>
                  </a:lnTo>
                  <a:lnTo>
                    <a:pt x="793657" y="88530"/>
                  </a:lnTo>
                  <a:lnTo>
                    <a:pt x="785799" y="88165"/>
                  </a:lnTo>
                  <a:lnTo>
                    <a:pt x="777941" y="87935"/>
                  </a:lnTo>
                  <a:lnTo>
                    <a:pt x="770083" y="87600"/>
                  </a:lnTo>
                  <a:lnTo>
                    <a:pt x="762225" y="87352"/>
                  </a:lnTo>
                  <a:lnTo>
                    <a:pt x="754367" y="87113"/>
                  </a:lnTo>
                  <a:lnTo>
                    <a:pt x="746509" y="86887"/>
                  </a:lnTo>
                  <a:lnTo>
                    <a:pt x="738651" y="86619"/>
                  </a:lnTo>
                  <a:lnTo>
                    <a:pt x="730793" y="86454"/>
                  </a:lnTo>
                  <a:lnTo>
                    <a:pt x="722935" y="86248"/>
                  </a:lnTo>
                  <a:lnTo>
                    <a:pt x="715077" y="86087"/>
                  </a:lnTo>
                  <a:lnTo>
                    <a:pt x="707219" y="85813"/>
                  </a:lnTo>
                  <a:lnTo>
                    <a:pt x="699361" y="85592"/>
                  </a:lnTo>
                  <a:lnTo>
                    <a:pt x="691503" y="85402"/>
                  </a:lnTo>
                  <a:lnTo>
                    <a:pt x="683645" y="85262"/>
                  </a:lnTo>
                  <a:lnTo>
                    <a:pt x="675787" y="85121"/>
                  </a:lnTo>
                  <a:lnTo>
                    <a:pt x="667929" y="84977"/>
                  </a:lnTo>
                  <a:lnTo>
                    <a:pt x="660071" y="84832"/>
                  </a:lnTo>
                  <a:lnTo>
                    <a:pt x="652213" y="84688"/>
                  </a:lnTo>
                  <a:lnTo>
                    <a:pt x="644355" y="84489"/>
                  </a:lnTo>
                  <a:lnTo>
                    <a:pt x="636497" y="84325"/>
                  </a:lnTo>
                  <a:lnTo>
                    <a:pt x="628639" y="84257"/>
                  </a:lnTo>
                  <a:lnTo>
                    <a:pt x="620781" y="84057"/>
                  </a:lnTo>
                  <a:lnTo>
                    <a:pt x="612923" y="83878"/>
                  </a:lnTo>
                  <a:lnTo>
                    <a:pt x="605065" y="83727"/>
                  </a:lnTo>
                  <a:lnTo>
                    <a:pt x="597207" y="83354"/>
                  </a:lnTo>
                  <a:lnTo>
                    <a:pt x="589349" y="83341"/>
                  </a:lnTo>
                  <a:lnTo>
                    <a:pt x="581491" y="83056"/>
                  </a:lnTo>
                  <a:lnTo>
                    <a:pt x="573633" y="82913"/>
                  </a:lnTo>
                  <a:lnTo>
                    <a:pt x="565775" y="82634"/>
                  </a:lnTo>
                  <a:lnTo>
                    <a:pt x="557917" y="82586"/>
                  </a:lnTo>
                  <a:lnTo>
                    <a:pt x="550059" y="82160"/>
                  </a:lnTo>
                  <a:lnTo>
                    <a:pt x="542201" y="82001"/>
                  </a:lnTo>
                  <a:lnTo>
                    <a:pt x="534343" y="81700"/>
                  </a:lnTo>
                  <a:lnTo>
                    <a:pt x="526485" y="81399"/>
                  </a:lnTo>
                  <a:lnTo>
                    <a:pt x="518627" y="81242"/>
                  </a:lnTo>
                  <a:lnTo>
                    <a:pt x="510769" y="81015"/>
                  </a:lnTo>
                  <a:lnTo>
                    <a:pt x="502911" y="80879"/>
                  </a:lnTo>
                  <a:lnTo>
                    <a:pt x="495053" y="80752"/>
                  </a:lnTo>
                  <a:lnTo>
                    <a:pt x="487195" y="80619"/>
                  </a:lnTo>
                  <a:lnTo>
                    <a:pt x="479337" y="80482"/>
                  </a:lnTo>
                  <a:lnTo>
                    <a:pt x="471479" y="80253"/>
                  </a:lnTo>
                  <a:lnTo>
                    <a:pt x="463621" y="80056"/>
                  </a:lnTo>
                  <a:lnTo>
                    <a:pt x="455763" y="80030"/>
                  </a:lnTo>
                  <a:lnTo>
                    <a:pt x="447905" y="79936"/>
                  </a:lnTo>
                  <a:lnTo>
                    <a:pt x="440047" y="79739"/>
                  </a:lnTo>
                  <a:lnTo>
                    <a:pt x="432189" y="79647"/>
                  </a:lnTo>
                  <a:lnTo>
                    <a:pt x="424331" y="79544"/>
                  </a:lnTo>
                  <a:lnTo>
                    <a:pt x="416473" y="79408"/>
                  </a:lnTo>
                  <a:lnTo>
                    <a:pt x="408615" y="79274"/>
                  </a:lnTo>
                  <a:lnTo>
                    <a:pt x="400757" y="79167"/>
                  </a:lnTo>
                  <a:lnTo>
                    <a:pt x="392899" y="79106"/>
                  </a:lnTo>
                  <a:lnTo>
                    <a:pt x="385041" y="79133"/>
                  </a:lnTo>
                  <a:lnTo>
                    <a:pt x="377183" y="79111"/>
                  </a:lnTo>
                  <a:lnTo>
                    <a:pt x="369325" y="79040"/>
                  </a:lnTo>
                  <a:lnTo>
                    <a:pt x="361467" y="79075"/>
                  </a:lnTo>
                  <a:lnTo>
                    <a:pt x="353609" y="79027"/>
                  </a:lnTo>
                  <a:lnTo>
                    <a:pt x="345751" y="78902"/>
                  </a:lnTo>
                  <a:lnTo>
                    <a:pt x="337893" y="78750"/>
                  </a:lnTo>
                  <a:lnTo>
                    <a:pt x="330035" y="78732"/>
                  </a:lnTo>
                  <a:lnTo>
                    <a:pt x="322177" y="78717"/>
                  </a:lnTo>
                  <a:lnTo>
                    <a:pt x="314319" y="78763"/>
                  </a:lnTo>
                  <a:lnTo>
                    <a:pt x="306461" y="78832"/>
                  </a:lnTo>
                  <a:lnTo>
                    <a:pt x="298603" y="78898"/>
                  </a:lnTo>
                  <a:lnTo>
                    <a:pt x="290745" y="78784"/>
                  </a:lnTo>
                  <a:lnTo>
                    <a:pt x="282887" y="78629"/>
                  </a:lnTo>
                  <a:lnTo>
                    <a:pt x="275029" y="78450"/>
                  </a:lnTo>
                  <a:lnTo>
                    <a:pt x="267171" y="78343"/>
                  </a:lnTo>
                  <a:lnTo>
                    <a:pt x="259313" y="78295"/>
                  </a:lnTo>
                  <a:lnTo>
                    <a:pt x="251455" y="78232"/>
                  </a:lnTo>
                  <a:lnTo>
                    <a:pt x="243597" y="78172"/>
                  </a:lnTo>
                  <a:lnTo>
                    <a:pt x="235739" y="78223"/>
                  </a:lnTo>
                  <a:lnTo>
                    <a:pt x="227881" y="78066"/>
                  </a:lnTo>
                  <a:lnTo>
                    <a:pt x="220023" y="77968"/>
                  </a:lnTo>
                  <a:lnTo>
                    <a:pt x="212165" y="77906"/>
                  </a:lnTo>
                  <a:lnTo>
                    <a:pt x="204307" y="77897"/>
                  </a:lnTo>
                  <a:lnTo>
                    <a:pt x="196449" y="77795"/>
                  </a:lnTo>
                  <a:lnTo>
                    <a:pt x="188591" y="77665"/>
                  </a:lnTo>
                  <a:lnTo>
                    <a:pt x="180733" y="77537"/>
                  </a:lnTo>
                  <a:lnTo>
                    <a:pt x="172875" y="77529"/>
                  </a:lnTo>
                  <a:lnTo>
                    <a:pt x="165017" y="77520"/>
                  </a:lnTo>
                  <a:lnTo>
                    <a:pt x="157159" y="77514"/>
                  </a:lnTo>
                  <a:lnTo>
                    <a:pt x="149301" y="77397"/>
                  </a:lnTo>
                  <a:lnTo>
                    <a:pt x="141443" y="77388"/>
                  </a:lnTo>
                  <a:lnTo>
                    <a:pt x="133585" y="77488"/>
                  </a:lnTo>
                  <a:lnTo>
                    <a:pt x="125727" y="77530"/>
                  </a:lnTo>
                  <a:lnTo>
                    <a:pt x="117869" y="77480"/>
                  </a:lnTo>
                  <a:lnTo>
                    <a:pt x="110011" y="77475"/>
                  </a:lnTo>
                  <a:lnTo>
                    <a:pt x="102153" y="77471"/>
                  </a:lnTo>
                  <a:lnTo>
                    <a:pt x="94295" y="77467"/>
                  </a:lnTo>
                  <a:lnTo>
                    <a:pt x="86437" y="77462"/>
                  </a:lnTo>
                  <a:lnTo>
                    <a:pt x="78579" y="77451"/>
                  </a:lnTo>
                  <a:lnTo>
                    <a:pt x="70721" y="77439"/>
                  </a:lnTo>
                  <a:lnTo>
                    <a:pt x="62863" y="77268"/>
                  </a:lnTo>
                  <a:lnTo>
                    <a:pt x="55005" y="77081"/>
                  </a:lnTo>
                  <a:lnTo>
                    <a:pt x="47147" y="77054"/>
                  </a:lnTo>
                  <a:lnTo>
                    <a:pt x="39289" y="77082"/>
                  </a:lnTo>
                  <a:lnTo>
                    <a:pt x="31431" y="77110"/>
                  </a:lnTo>
                  <a:lnTo>
                    <a:pt x="23573" y="77196"/>
                  </a:lnTo>
                  <a:lnTo>
                    <a:pt x="15715" y="77171"/>
                  </a:lnTo>
                  <a:lnTo>
                    <a:pt x="7857" y="77261"/>
                  </a:lnTo>
                  <a:lnTo>
                    <a:pt x="0" y="7746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86414" y="2949712"/>
              <a:ext cx="2035220" cy="37151"/>
            </a:xfrm>
            <a:custGeom>
              <a:avLst/>
              <a:pathLst>
                <a:path w="2035220" h="37151">
                  <a:moveTo>
                    <a:pt x="0" y="0"/>
                  </a:moveTo>
                  <a:lnTo>
                    <a:pt x="7857" y="854"/>
                  </a:lnTo>
                  <a:lnTo>
                    <a:pt x="15715" y="1698"/>
                  </a:lnTo>
                  <a:lnTo>
                    <a:pt x="23573" y="2346"/>
                  </a:lnTo>
                  <a:lnTo>
                    <a:pt x="31431" y="2645"/>
                  </a:lnTo>
                  <a:lnTo>
                    <a:pt x="39289" y="3568"/>
                  </a:lnTo>
                  <a:lnTo>
                    <a:pt x="47147" y="4365"/>
                  </a:lnTo>
                  <a:lnTo>
                    <a:pt x="55005" y="4965"/>
                  </a:lnTo>
                  <a:lnTo>
                    <a:pt x="62863" y="5562"/>
                  </a:lnTo>
                  <a:lnTo>
                    <a:pt x="70721" y="6180"/>
                  </a:lnTo>
                  <a:lnTo>
                    <a:pt x="78579" y="6738"/>
                  </a:lnTo>
                  <a:lnTo>
                    <a:pt x="86437" y="7413"/>
                  </a:lnTo>
                  <a:lnTo>
                    <a:pt x="94295" y="8328"/>
                  </a:lnTo>
                  <a:lnTo>
                    <a:pt x="102153" y="8943"/>
                  </a:lnTo>
                  <a:lnTo>
                    <a:pt x="110011" y="9421"/>
                  </a:lnTo>
                  <a:lnTo>
                    <a:pt x="117869" y="9994"/>
                  </a:lnTo>
                  <a:lnTo>
                    <a:pt x="125727" y="10629"/>
                  </a:lnTo>
                  <a:lnTo>
                    <a:pt x="133585" y="11016"/>
                  </a:lnTo>
                  <a:lnTo>
                    <a:pt x="141443" y="11944"/>
                  </a:lnTo>
                  <a:lnTo>
                    <a:pt x="149301" y="12164"/>
                  </a:lnTo>
                  <a:lnTo>
                    <a:pt x="157159" y="12453"/>
                  </a:lnTo>
                  <a:lnTo>
                    <a:pt x="165017" y="13010"/>
                  </a:lnTo>
                  <a:lnTo>
                    <a:pt x="172875" y="13756"/>
                  </a:lnTo>
                  <a:lnTo>
                    <a:pt x="180733" y="14607"/>
                  </a:lnTo>
                  <a:lnTo>
                    <a:pt x="188591" y="15303"/>
                  </a:lnTo>
                  <a:lnTo>
                    <a:pt x="196449" y="15543"/>
                  </a:lnTo>
                  <a:lnTo>
                    <a:pt x="204307" y="16290"/>
                  </a:lnTo>
                  <a:lnTo>
                    <a:pt x="212165" y="16542"/>
                  </a:lnTo>
                  <a:lnTo>
                    <a:pt x="220023" y="17387"/>
                  </a:lnTo>
                  <a:lnTo>
                    <a:pt x="227881" y="17794"/>
                  </a:lnTo>
                  <a:lnTo>
                    <a:pt x="235739" y="18443"/>
                  </a:lnTo>
                  <a:lnTo>
                    <a:pt x="243597" y="18754"/>
                  </a:lnTo>
                  <a:lnTo>
                    <a:pt x="251455" y="19065"/>
                  </a:lnTo>
                  <a:lnTo>
                    <a:pt x="259313" y="19487"/>
                  </a:lnTo>
                  <a:lnTo>
                    <a:pt x="267171" y="20041"/>
                  </a:lnTo>
                  <a:lnTo>
                    <a:pt x="275029" y="20688"/>
                  </a:lnTo>
                  <a:lnTo>
                    <a:pt x="282887" y="21062"/>
                  </a:lnTo>
                  <a:lnTo>
                    <a:pt x="290745" y="21570"/>
                  </a:lnTo>
                  <a:lnTo>
                    <a:pt x="298603" y="22092"/>
                  </a:lnTo>
                  <a:lnTo>
                    <a:pt x="306461" y="22620"/>
                  </a:lnTo>
                  <a:lnTo>
                    <a:pt x="314319" y="23064"/>
                  </a:lnTo>
                  <a:lnTo>
                    <a:pt x="322177" y="23446"/>
                  </a:lnTo>
                  <a:lnTo>
                    <a:pt x="330035" y="23737"/>
                  </a:lnTo>
                  <a:lnTo>
                    <a:pt x="337893" y="24328"/>
                  </a:lnTo>
                  <a:lnTo>
                    <a:pt x="345751" y="24676"/>
                  </a:lnTo>
                  <a:lnTo>
                    <a:pt x="353609" y="25033"/>
                  </a:lnTo>
                  <a:lnTo>
                    <a:pt x="361467" y="25411"/>
                  </a:lnTo>
                  <a:lnTo>
                    <a:pt x="369325" y="25628"/>
                  </a:lnTo>
                  <a:lnTo>
                    <a:pt x="377183" y="26107"/>
                  </a:lnTo>
                  <a:lnTo>
                    <a:pt x="385041" y="26583"/>
                  </a:lnTo>
                  <a:lnTo>
                    <a:pt x="392899" y="27060"/>
                  </a:lnTo>
                  <a:lnTo>
                    <a:pt x="400757" y="27411"/>
                  </a:lnTo>
                  <a:lnTo>
                    <a:pt x="408615" y="27614"/>
                  </a:lnTo>
                  <a:lnTo>
                    <a:pt x="416473" y="27780"/>
                  </a:lnTo>
                  <a:lnTo>
                    <a:pt x="424331" y="28005"/>
                  </a:lnTo>
                  <a:lnTo>
                    <a:pt x="432189" y="28441"/>
                  </a:lnTo>
                  <a:lnTo>
                    <a:pt x="440047" y="28866"/>
                  </a:lnTo>
                  <a:lnTo>
                    <a:pt x="447905" y="29258"/>
                  </a:lnTo>
                  <a:lnTo>
                    <a:pt x="455763" y="29654"/>
                  </a:lnTo>
                  <a:lnTo>
                    <a:pt x="463621" y="29925"/>
                  </a:lnTo>
                  <a:lnTo>
                    <a:pt x="471479" y="30186"/>
                  </a:lnTo>
                  <a:lnTo>
                    <a:pt x="479337" y="30444"/>
                  </a:lnTo>
                  <a:lnTo>
                    <a:pt x="487195" y="30710"/>
                  </a:lnTo>
                  <a:lnTo>
                    <a:pt x="495053" y="30971"/>
                  </a:lnTo>
                  <a:lnTo>
                    <a:pt x="502911" y="31247"/>
                  </a:lnTo>
                  <a:lnTo>
                    <a:pt x="510769" y="31531"/>
                  </a:lnTo>
                  <a:lnTo>
                    <a:pt x="518627" y="31753"/>
                  </a:lnTo>
                  <a:lnTo>
                    <a:pt x="526485" y="32220"/>
                  </a:lnTo>
                  <a:lnTo>
                    <a:pt x="534343" y="32518"/>
                  </a:lnTo>
                  <a:lnTo>
                    <a:pt x="542201" y="32720"/>
                  </a:lnTo>
                  <a:lnTo>
                    <a:pt x="550059" y="33014"/>
                  </a:lnTo>
                  <a:lnTo>
                    <a:pt x="557917" y="33304"/>
                  </a:lnTo>
                  <a:lnTo>
                    <a:pt x="565775" y="33556"/>
                  </a:lnTo>
                  <a:lnTo>
                    <a:pt x="573633" y="33796"/>
                  </a:lnTo>
                  <a:lnTo>
                    <a:pt x="581491" y="33837"/>
                  </a:lnTo>
                  <a:lnTo>
                    <a:pt x="589349" y="34056"/>
                  </a:lnTo>
                  <a:lnTo>
                    <a:pt x="597207" y="34314"/>
                  </a:lnTo>
                  <a:lnTo>
                    <a:pt x="605065" y="34562"/>
                  </a:lnTo>
                  <a:lnTo>
                    <a:pt x="612923" y="34721"/>
                  </a:lnTo>
                  <a:lnTo>
                    <a:pt x="620781" y="35065"/>
                  </a:lnTo>
                  <a:lnTo>
                    <a:pt x="628639" y="35322"/>
                  </a:lnTo>
                  <a:lnTo>
                    <a:pt x="636497" y="35280"/>
                  </a:lnTo>
                  <a:lnTo>
                    <a:pt x="644355" y="35233"/>
                  </a:lnTo>
                  <a:lnTo>
                    <a:pt x="652213" y="35459"/>
                  </a:lnTo>
                  <a:lnTo>
                    <a:pt x="660071" y="35719"/>
                  </a:lnTo>
                  <a:lnTo>
                    <a:pt x="667929" y="35741"/>
                  </a:lnTo>
                  <a:lnTo>
                    <a:pt x="675787" y="35479"/>
                  </a:lnTo>
                  <a:lnTo>
                    <a:pt x="683645" y="35219"/>
                  </a:lnTo>
                  <a:lnTo>
                    <a:pt x="691503" y="35327"/>
                  </a:lnTo>
                  <a:lnTo>
                    <a:pt x="699361" y="35464"/>
                  </a:lnTo>
                  <a:lnTo>
                    <a:pt x="707219" y="35721"/>
                  </a:lnTo>
                  <a:lnTo>
                    <a:pt x="715077" y="35903"/>
                  </a:lnTo>
                  <a:lnTo>
                    <a:pt x="722935" y="36145"/>
                  </a:lnTo>
                  <a:lnTo>
                    <a:pt x="730793" y="36235"/>
                  </a:lnTo>
                  <a:lnTo>
                    <a:pt x="738651" y="36589"/>
                  </a:lnTo>
                  <a:lnTo>
                    <a:pt x="746509" y="36799"/>
                  </a:lnTo>
                  <a:lnTo>
                    <a:pt x="754367" y="37015"/>
                  </a:lnTo>
                  <a:lnTo>
                    <a:pt x="762225" y="37151"/>
                  </a:lnTo>
                  <a:lnTo>
                    <a:pt x="770083" y="37129"/>
                  </a:lnTo>
                  <a:lnTo>
                    <a:pt x="777941" y="37109"/>
                  </a:lnTo>
                  <a:lnTo>
                    <a:pt x="785799" y="37087"/>
                  </a:lnTo>
                  <a:lnTo>
                    <a:pt x="793657" y="37074"/>
                  </a:lnTo>
                  <a:lnTo>
                    <a:pt x="801515" y="37109"/>
                  </a:lnTo>
                  <a:lnTo>
                    <a:pt x="809373" y="37019"/>
                  </a:lnTo>
                  <a:lnTo>
                    <a:pt x="817231" y="36991"/>
                  </a:lnTo>
                  <a:lnTo>
                    <a:pt x="825089" y="36968"/>
                  </a:lnTo>
                  <a:lnTo>
                    <a:pt x="832947" y="36952"/>
                  </a:lnTo>
                  <a:lnTo>
                    <a:pt x="840805" y="36952"/>
                  </a:lnTo>
                  <a:lnTo>
                    <a:pt x="848663" y="36933"/>
                  </a:lnTo>
                  <a:lnTo>
                    <a:pt x="856521" y="36912"/>
                  </a:lnTo>
                  <a:lnTo>
                    <a:pt x="864379" y="36865"/>
                  </a:lnTo>
                  <a:lnTo>
                    <a:pt x="872237" y="36845"/>
                  </a:lnTo>
                  <a:lnTo>
                    <a:pt x="880095" y="36823"/>
                  </a:lnTo>
                  <a:lnTo>
                    <a:pt x="887953" y="36953"/>
                  </a:lnTo>
                  <a:lnTo>
                    <a:pt x="895811" y="36990"/>
                  </a:lnTo>
                  <a:lnTo>
                    <a:pt x="903669" y="36757"/>
                  </a:lnTo>
                  <a:lnTo>
                    <a:pt x="911527" y="36775"/>
                  </a:lnTo>
                  <a:lnTo>
                    <a:pt x="919385" y="36713"/>
                  </a:lnTo>
                  <a:lnTo>
                    <a:pt x="927243" y="36815"/>
                  </a:lnTo>
                  <a:lnTo>
                    <a:pt x="935101" y="36747"/>
                  </a:lnTo>
                  <a:lnTo>
                    <a:pt x="942959" y="36874"/>
                  </a:lnTo>
                  <a:lnTo>
                    <a:pt x="950817" y="36898"/>
                  </a:lnTo>
                  <a:lnTo>
                    <a:pt x="958675" y="36696"/>
                  </a:lnTo>
                  <a:lnTo>
                    <a:pt x="966533" y="36797"/>
                  </a:lnTo>
                  <a:lnTo>
                    <a:pt x="974391" y="36728"/>
                  </a:lnTo>
                  <a:lnTo>
                    <a:pt x="982249" y="36686"/>
                  </a:lnTo>
                  <a:lnTo>
                    <a:pt x="990107" y="36666"/>
                  </a:lnTo>
                  <a:lnTo>
                    <a:pt x="997965" y="36546"/>
                  </a:lnTo>
                  <a:lnTo>
                    <a:pt x="1005823" y="36532"/>
                  </a:lnTo>
                  <a:lnTo>
                    <a:pt x="1013681" y="36445"/>
                  </a:lnTo>
                  <a:lnTo>
                    <a:pt x="1021539" y="36452"/>
                  </a:lnTo>
                  <a:lnTo>
                    <a:pt x="1029397" y="36604"/>
                  </a:lnTo>
                  <a:lnTo>
                    <a:pt x="1037254" y="36482"/>
                  </a:lnTo>
                  <a:lnTo>
                    <a:pt x="1045112" y="36359"/>
                  </a:lnTo>
                  <a:lnTo>
                    <a:pt x="1052970" y="36235"/>
                  </a:lnTo>
                  <a:lnTo>
                    <a:pt x="1060828" y="36110"/>
                  </a:lnTo>
                  <a:lnTo>
                    <a:pt x="1068686" y="36050"/>
                  </a:lnTo>
                  <a:lnTo>
                    <a:pt x="1076544" y="35991"/>
                  </a:lnTo>
                  <a:lnTo>
                    <a:pt x="1084402" y="35867"/>
                  </a:lnTo>
                  <a:lnTo>
                    <a:pt x="1092260" y="35949"/>
                  </a:lnTo>
                  <a:lnTo>
                    <a:pt x="1100118" y="35851"/>
                  </a:lnTo>
                  <a:lnTo>
                    <a:pt x="1107976" y="35768"/>
                  </a:lnTo>
                  <a:lnTo>
                    <a:pt x="1115834" y="35673"/>
                  </a:lnTo>
                  <a:lnTo>
                    <a:pt x="1123692" y="35579"/>
                  </a:lnTo>
                  <a:lnTo>
                    <a:pt x="1131550" y="35442"/>
                  </a:lnTo>
                  <a:lnTo>
                    <a:pt x="1139408" y="35349"/>
                  </a:lnTo>
                  <a:lnTo>
                    <a:pt x="1147266" y="35295"/>
                  </a:lnTo>
                  <a:lnTo>
                    <a:pt x="1155124" y="35200"/>
                  </a:lnTo>
                  <a:lnTo>
                    <a:pt x="1162982" y="35072"/>
                  </a:lnTo>
                  <a:lnTo>
                    <a:pt x="1170840" y="34842"/>
                  </a:lnTo>
                  <a:lnTo>
                    <a:pt x="1178698" y="34724"/>
                  </a:lnTo>
                  <a:lnTo>
                    <a:pt x="1186556" y="34425"/>
                  </a:lnTo>
                  <a:lnTo>
                    <a:pt x="1194414" y="34205"/>
                  </a:lnTo>
                  <a:lnTo>
                    <a:pt x="1202272" y="34011"/>
                  </a:lnTo>
                  <a:lnTo>
                    <a:pt x="1210130" y="33938"/>
                  </a:lnTo>
                  <a:lnTo>
                    <a:pt x="1217988" y="33837"/>
                  </a:lnTo>
                  <a:lnTo>
                    <a:pt x="1225846" y="33799"/>
                  </a:lnTo>
                  <a:lnTo>
                    <a:pt x="1233704" y="33643"/>
                  </a:lnTo>
                  <a:lnTo>
                    <a:pt x="1241562" y="33401"/>
                  </a:lnTo>
                  <a:lnTo>
                    <a:pt x="1249420" y="33160"/>
                  </a:lnTo>
                  <a:lnTo>
                    <a:pt x="1257278" y="32969"/>
                  </a:lnTo>
                  <a:lnTo>
                    <a:pt x="1265136" y="32816"/>
                  </a:lnTo>
                  <a:lnTo>
                    <a:pt x="1272994" y="32636"/>
                  </a:lnTo>
                  <a:lnTo>
                    <a:pt x="1280852" y="32381"/>
                  </a:lnTo>
                  <a:lnTo>
                    <a:pt x="1288710" y="32157"/>
                  </a:lnTo>
                  <a:lnTo>
                    <a:pt x="1296568" y="31876"/>
                  </a:lnTo>
                  <a:lnTo>
                    <a:pt x="1304426" y="31620"/>
                  </a:lnTo>
                  <a:lnTo>
                    <a:pt x="1312284" y="31364"/>
                  </a:lnTo>
                  <a:lnTo>
                    <a:pt x="1320142" y="31207"/>
                  </a:lnTo>
                  <a:lnTo>
                    <a:pt x="1328000" y="31019"/>
                  </a:lnTo>
                  <a:lnTo>
                    <a:pt x="1335858" y="30925"/>
                  </a:lnTo>
                  <a:lnTo>
                    <a:pt x="1343716" y="30783"/>
                  </a:lnTo>
                  <a:lnTo>
                    <a:pt x="1351574" y="30616"/>
                  </a:lnTo>
                  <a:lnTo>
                    <a:pt x="1359432" y="30444"/>
                  </a:lnTo>
                  <a:lnTo>
                    <a:pt x="1367290" y="30256"/>
                  </a:lnTo>
                  <a:lnTo>
                    <a:pt x="1375148" y="30035"/>
                  </a:lnTo>
                  <a:lnTo>
                    <a:pt x="1383006" y="29817"/>
                  </a:lnTo>
                  <a:lnTo>
                    <a:pt x="1390864" y="29605"/>
                  </a:lnTo>
                  <a:lnTo>
                    <a:pt x="1398722" y="29386"/>
                  </a:lnTo>
                  <a:lnTo>
                    <a:pt x="1406580" y="29165"/>
                  </a:lnTo>
                  <a:lnTo>
                    <a:pt x="1414438" y="28947"/>
                  </a:lnTo>
                  <a:lnTo>
                    <a:pt x="1422296" y="28729"/>
                  </a:lnTo>
                  <a:lnTo>
                    <a:pt x="1430154" y="28585"/>
                  </a:lnTo>
                  <a:lnTo>
                    <a:pt x="1438012" y="28549"/>
                  </a:lnTo>
                  <a:lnTo>
                    <a:pt x="1445870" y="28470"/>
                  </a:lnTo>
                  <a:lnTo>
                    <a:pt x="1453728" y="28289"/>
                  </a:lnTo>
                  <a:lnTo>
                    <a:pt x="1461586" y="28108"/>
                  </a:lnTo>
                  <a:lnTo>
                    <a:pt x="1469444" y="27894"/>
                  </a:lnTo>
                  <a:lnTo>
                    <a:pt x="1477302" y="27681"/>
                  </a:lnTo>
                  <a:lnTo>
                    <a:pt x="1485160" y="27466"/>
                  </a:lnTo>
                  <a:lnTo>
                    <a:pt x="1493018" y="27204"/>
                  </a:lnTo>
                  <a:lnTo>
                    <a:pt x="1500876" y="26887"/>
                  </a:lnTo>
                  <a:lnTo>
                    <a:pt x="1508734" y="26620"/>
                  </a:lnTo>
                  <a:lnTo>
                    <a:pt x="1516592" y="26472"/>
                  </a:lnTo>
                  <a:lnTo>
                    <a:pt x="1524450" y="26326"/>
                  </a:lnTo>
                  <a:lnTo>
                    <a:pt x="1532308" y="26074"/>
                  </a:lnTo>
                  <a:lnTo>
                    <a:pt x="1540166" y="25886"/>
                  </a:lnTo>
                  <a:lnTo>
                    <a:pt x="1548024" y="25720"/>
                  </a:lnTo>
                  <a:lnTo>
                    <a:pt x="1555882" y="25499"/>
                  </a:lnTo>
                  <a:lnTo>
                    <a:pt x="1563740" y="25280"/>
                  </a:lnTo>
                  <a:lnTo>
                    <a:pt x="1571598" y="25062"/>
                  </a:lnTo>
                  <a:lnTo>
                    <a:pt x="1579456" y="24842"/>
                  </a:lnTo>
                  <a:lnTo>
                    <a:pt x="1587314" y="24630"/>
                  </a:lnTo>
                  <a:lnTo>
                    <a:pt x="1595172" y="24472"/>
                  </a:lnTo>
                  <a:lnTo>
                    <a:pt x="1603030" y="24314"/>
                  </a:lnTo>
                  <a:lnTo>
                    <a:pt x="1610888" y="24158"/>
                  </a:lnTo>
                  <a:lnTo>
                    <a:pt x="1618746" y="24004"/>
                  </a:lnTo>
                  <a:lnTo>
                    <a:pt x="1626604" y="23795"/>
                  </a:lnTo>
                  <a:lnTo>
                    <a:pt x="1634462" y="23498"/>
                  </a:lnTo>
                  <a:lnTo>
                    <a:pt x="1642320" y="23201"/>
                  </a:lnTo>
                  <a:lnTo>
                    <a:pt x="1650178" y="22904"/>
                  </a:lnTo>
                  <a:lnTo>
                    <a:pt x="1658036" y="22612"/>
                  </a:lnTo>
                  <a:lnTo>
                    <a:pt x="1665894" y="22384"/>
                  </a:lnTo>
                  <a:lnTo>
                    <a:pt x="1673752" y="22157"/>
                  </a:lnTo>
                  <a:lnTo>
                    <a:pt x="1681610" y="21928"/>
                  </a:lnTo>
                  <a:lnTo>
                    <a:pt x="1689468" y="21701"/>
                  </a:lnTo>
                  <a:lnTo>
                    <a:pt x="1697326" y="21475"/>
                  </a:lnTo>
                  <a:lnTo>
                    <a:pt x="1705184" y="21194"/>
                  </a:lnTo>
                  <a:lnTo>
                    <a:pt x="1713042" y="20924"/>
                  </a:lnTo>
                  <a:lnTo>
                    <a:pt x="1720900" y="20739"/>
                  </a:lnTo>
                  <a:lnTo>
                    <a:pt x="1728758" y="20556"/>
                  </a:lnTo>
                  <a:lnTo>
                    <a:pt x="1736616" y="20334"/>
                  </a:lnTo>
                  <a:lnTo>
                    <a:pt x="1744474" y="20105"/>
                  </a:lnTo>
                  <a:lnTo>
                    <a:pt x="1752332" y="19876"/>
                  </a:lnTo>
                  <a:lnTo>
                    <a:pt x="1760190" y="19681"/>
                  </a:lnTo>
                  <a:lnTo>
                    <a:pt x="1768048" y="19529"/>
                  </a:lnTo>
                  <a:lnTo>
                    <a:pt x="1775906" y="19377"/>
                  </a:lnTo>
                  <a:lnTo>
                    <a:pt x="1783764" y="19225"/>
                  </a:lnTo>
                  <a:lnTo>
                    <a:pt x="1791622" y="19073"/>
                  </a:lnTo>
                  <a:lnTo>
                    <a:pt x="1799480" y="18900"/>
                  </a:lnTo>
                  <a:lnTo>
                    <a:pt x="1807338" y="18715"/>
                  </a:lnTo>
                  <a:lnTo>
                    <a:pt x="1815196" y="18529"/>
                  </a:lnTo>
                  <a:lnTo>
                    <a:pt x="1823054" y="18343"/>
                  </a:lnTo>
                  <a:lnTo>
                    <a:pt x="1830912" y="18156"/>
                  </a:lnTo>
                  <a:lnTo>
                    <a:pt x="1838770" y="17969"/>
                  </a:lnTo>
                  <a:lnTo>
                    <a:pt x="1846628" y="17782"/>
                  </a:lnTo>
                  <a:lnTo>
                    <a:pt x="1854486" y="17595"/>
                  </a:lnTo>
                  <a:lnTo>
                    <a:pt x="1862344" y="17407"/>
                  </a:lnTo>
                  <a:lnTo>
                    <a:pt x="1870202" y="17219"/>
                  </a:lnTo>
                  <a:lnTo>
                    <a:pt x="1878060" y="17031"/>
                  </a:lnTo>
                  <a:lnTo>
                    <a:pt x="1885918" y="16802"/>
                  </a:lnTo>
                  <a:lnTo>
                    <a:pt x="1893776" y="16483"/>
                  </a:lnTo>
                  <a:lnTo>
                    <a:pt x="1901634" y="16164"/>
                  </a:lnTo>
                  <a:lnTo>
                    <a:pt x="1909492" y="15861"/>
                  </a:lnTo>
                  <a:lnTo>
                    <a:pt x="1917350" y="15657"/>
                  </a:lnTo>
                  <a:lnTo>
                    <a:pt x="1925208" y="15453"/>
                  </a:lnTo>
                  <a:lnTo>
                    <a:pt x="1933066" y="15253"/>
                  </a:lnTo>
                  <a:lnTo>
                    <a:pt x="1940924" y="15053"/>
                  </a:lnTo>
                  <a:lnTo>
                    <a:pt x="1948782" y="14853"/>
                  </a:lnTo>
                  <a:lnTo>
                    <a:pt x="1956640" y="14653"/>
                  </a:lnTo>
                  <a:lnTo>
                    <a:pt x="1964498" y="14462"/>
                  </a:lnTo>
                  <a:lnTo>
                    <a:pt x="1972356" y="14313"/>
                  </a:lnTo>
                  <a:lnTo>
                    <a:pt x="1980214" y="14164"/>
                  </a:lnTo>
                  <a:lnTo>
                    <a:pt x="1988072" y="14014"/>
                  </a:lnTo>
                  <a:lnTo>
                    <a:pt x="1995930" y="13865"/>
                  </a:lnTo>
                  <a:lnTo>
                    <a:pt x="2003788" y="13715"/>
                  </a:lnTo>
                  <a:lnTo>
                    <a:pt x="2011646" y="13565"/>
                  </a:lnTo>
                  <a:lnTo>
                    <a:pt x="2019504" y="13415"/>
                  </a:lnTo>
                  <a:lnTo>
                    <a:pt x="2027362" y="13156"/>
                  </a:lnTo>
                  <a:lnTo>
                    <a:pt x="2035220" y="128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186414" y="3026767"/>
              <a:ext cx="2035220" cy="48166"/>
            </a:xfrm>
            <a:custGeom>
              <a:avLst/>
              <a:pathLst>
                <a:path w="2035220" h="48166">
                  <a:moveTo>
                    <a:pt x="2035220" y="48166"/>
                  </a:moveTo>
                  <a:lnTo>
                    <a:pt x="2027362" y="47989"/>
                  </a:lnTo>
                  <a:lnTo>
                    <a:pt x="2019504" y="47796"/>
                  </a:lnTo>
                  <a:lnTo>
                    <a:pt x="2011646" y="47616"/>
                  </a:lnTo>
                  <a:lnTo>
                    <a:pt x="2003788" y="47435"/>
                  </a:lnTo>
                  <a:lnTo>
                    <a:pt x="1995930" y="47254"/>
                  </a:lnTo>
                  <a:lnTo>
                    <a:pt x="1988072" y="47071"/>
                  </a:lnTo>
                  <a:lnTo>
                    <a:pt x="1980214" y="46888"/>
                  </a:lnTo>
                  <a:lnTo>
                    <a:pt x="1972356" y="46704"/>
                  </a:lnTo>
                  <a:lnTo>
                    <a:pt x="1964498" y="46519"/>
                  </a:lnTo>
                  <a:lnTo>
                    <a:pt x="1956640" y="46333"/>
                  </a:lnTo>
                  <a:lnTo>
                    <a:pt x="1948782" y="46146"/>
                  </a:lnTo>
                  <a:lnTo>
                    <a:pt x="1940924" y="45965"/>
                  </a:lnTo>
                  <a:lnTo>
                    <a:pt x="1933066" y="45775"/>
                  </a:lnTo>
                  <a:lnTo>
                    <a:pt x="1925208" y="45583"/>
                  </a:lnTo>
                  <a:lnTo>
                    <a:pt x="1917350" y="45429"/>
                  </a:lnTo>
                  <a:lnTo>
                    <a:pt x="1909492" y="45298"/>
                  </a:lnTo>
                  <a:lnTo>
                    <a:pt x="1901634" y="45113"/>
                  </a:lnTo>
                  <a:lnTo>
                    <a:pt x="1893776" y="44922"/>
                  </a:lnTo>
                  <a:lnTo>
                    <a:pt x="1885918" y="44729"/>
                  </a:lnTo>
                  <a:lnTo>
                    <a:pt x="1878060" y="44534"/>
                  </a:lnTo>
                  <a:lnTo>
                    <a:pt x="1870202" y="44337"/>
                  </a:lnTo>
                  <a:lnTo>
                    <a:pt x="1862344" y="44124"/>
                  </a:lnTo>
                  <a:lnTo>
                    <a:pt x="1854486" y="43944"/>
                  </a:lnTo>
                  <a:lnTo>
                    <a:pt x="1846628" y="43747"/>
                  </a:lnTo>
                  <a:lnTo>
                    <a:pt x="1838770" y="43550"/>
                  </a:lnTo>
                  <a:lnTo>
                    <a:pt x="1830912" y="43352"/>
                  </a:lnTo>
                  <a:lnTo>
                    <a:pt x="1823054" y="43153"/>
                  </a:lnTo>
                  <a:lnTo>
                    <a:pt x="1815196" y="42953"/>
                  </a:lnTo>
                  <a:lnTo>
                    <a:pt x="1807338" y="42763"/>
                  </a:lnTo>
                  <a:lnTo>
                    <a:pt x="1799480" y="42586"/>
                  </a:lnTo>
                  <a:lnTo>
                    <a:pt x="1791622" y="42407"/>
                  </a:lnTo>
                  <a:lnTo>
                    <a:pt x="1783764" y="42228"/>
                  </a:lnTo>
                  <a:lnTo>
                    <a:pt x="1775906" y="42046"/>
                  </a:lnTo>
                  <a:lnTo>
                    <a:pt x="1768048" y="41864"/>
                  </a:lnTo>
                  <a:lnTo>
                    <a:pt x="1760190" y="41680"/>
                  </a:lnTo>
                  <a:lnTo>
                    <a:pt x="1752332" y="41495"/>
                  </a:lnTo>
                  <a:lnTo>
                    <a:pt x="1744474" y="41309"/>
                  </a:lnTo>
                  <a:lnTo>
                    <a:pt x="1736616" y="41121"/>
                  </a:lnTo>
                  <a:lnTo>
                    <a:pt x="1728758" y="40931"/>
                  </a:lnTo>
                  <a:lnTo>
                    <a:pt x="1720900" y="40740"/>
                  </a:lnTo>
                  <a:lnTo>
                    <a:pt x="1713042" y="40543"/>
                  </a:lnTo>
                  <a:lnTo>
                    <a:pt x="1705184" y="40323"/>
                  </a:lnTo>
                  <a:lnTo>
                    <a:pt x="1697326" y="40160"/>
                  </a:lnTo>
                  <a:lnTo>
                    <a:pt x="1689468" y="39966"/>
                  </a:lnTo>
                  <a:lnTo>
                    <a:pt x="1681610" y="39769"/>
                  </a:lnTo>
                  <a:lnTo>
                    <a:pt x="1673752" y="39570"/>
                  </a:lnTo>
                  <a:lnTo>
                    <a:pt x="1665894" y="39349"/>
                  </a:lnTo>
                  <a:lnTo>
                    <a:pt x="1658036" y="39044"/>
                  </a:lnTo>
                  <a:lnTo>
                    <a:pt x="1650178" y="38740"/>
                  </a:lnTo>
                  <a:lnTo>
                    <a:pt x="1642320" y="38544"/>
                  </a:lnTo>
                  <a:lnTo>
                    <a:pt x="1634462" y="38347"/>
                  </a:lnTo>
                  <a:lnTo>
                    <a:pt x="1626604" y="38115"/>
                  </a:lnTo>
                  <a:lnTo>
                    <a:pt x="1618746" y="37840"/>
                  </a:lnTo>
                  <a:lnTo>
                    <a:pt x="1610888" y="37569"/>
                  </a:lnTo>
                  <a:lnTo>
                    <a:pt x="1603030" y="37329"/>
                  </a:lnTo>
                  <a:lnTo>
                    <a:pt x="1595172" y="37094"/>
                  </a:lnTo>
                  <a:lnTo>
                    <a:pt x="1587314" y="36851"/>
                  </a:lnTo>
                  <a:lnTo>
                    <a:pt x="1579456" y="36611"/>
                  </a:lnTo>
                  <a:lnTo>
                    <a:pt x="1571598" y="36370"/>
                  </a:lnTo>
                  <a:lnTo>
                    <a:pt x="1563740" y="36128"/>
                  </a:lnTo>
                  <a:lnTo>
                    <a:pt x="1555882" y="35891"/>
                  </a:lnTo>
                  <a:lnTo>
                    <a:pt x="1548024" y="35663"/>
                  </a:lnTo>
                  <a:lnTo>
                    <a:pt x="1540166" y="35435"/>
                  </a:lnTo>
                  <a:lnTo>
                    <a:pt x="1532308" y="35206"/>
                  </a:lnTo>
                  <a:lnTo>
                    <a:pt x="1524450" y="34975"/>
                  </a:lnTo>
                  <a:lnTo>
                    <a:pt x="1516592" y="34744"/>
                  </a:lnTo>
                  <a:lnTo>
                    <a:pt x="1508734" y="34512"/>
                  </a:lnTo>
                  <a:lnTo>
                    <a:pt x="1500876" y="34279"/>
                  </a:lnTo>
                  <a:lnTo>
                    <a:pt x="1493018" y="34045"/>
                  </a:lnTo>
                  <a:lnTo>
                    <a:pt x="1485160" y="33820"/>
                  </a:lnTo>
                  <a:lnTo>
                    <a:pt x="1477302" y="33613"/>
                  </a:lnTo>
                  <a:lnTo>
                    <a:pt x="1469444" y="33405"/>
                  </a:lnTo>
                  <a:lnTo>
                    <a:pt x="1461586" y="33196"/>
                  </a:lnTo>
                  <a:lnTo>
                    <a:pt x="1453728" y="32986"/>
                  </a:lnTo>
                  <a:lnTo>
                    <a:pt x="1445870" y="32776"/>
                  </a:lnTo>
                  <a:lnTo>
                    <a:pt x="1438012" y="32564"/>
                  </a:lnTo>
                  <a:lnTo>
                    <a:pt x="1430154" y="32352"/>
                  </a:lnTo>
                  <a:lnTo>
                    <a:pt x="1422296" y="32139"/>
                  </a:lnTo>
                  <a:lnTo>
                    <a:pt x="1414438" y="31925"/>
                  </a:lnTo>
                  <a:lnTo>
                    <a:pt x="1406580" y="31710"/>
                  </a:lnTo>
                  <a:lnTo>
                    <a:pt x="1398722" y="31494"/>
                  </a:lnTo>
                  <a:lnTo>
                    <a:pt x="1390864" y="31278"/>
                  </a:lnTo>
                  <a:lnTo>
                    <a:pt x="1383006" y="31060"/>
                  </a:lnTo>
                  <a:lnTo>
                    <a:pt x="1375148" y="30842"/>
                  </a:lnTo>
                  <a:lnTo>
                    <a:pt x="1367290" y="30606"/>
                  </a:lnTo>
                  <a:lnTo>
                    <a:pt x="1359432" y="30364"/>
                  </a:lnTo>
                  <a:lnTo>
                    <a:pt x="1351574" y="30184"/>
                  </a:lnTo>
                  <a:lnTo>
                    <a:pt x="1343716" y="29964"/>
                  </a:lnTo>
                  <a:lnTo>
                    <a:pt x="1335858" y="29742"/>
                  </a:lnTo>
                  <a:lnTo>
                    <a:pt x="1328000" y="29520"/>
                  </a:lnTo>
                  <a:lnTo>
                    <a:pt x="1320142" y="29297"/>
                  </a:lnTo>
                  <a:lnTo>
                    <a:pt x="1312284" y="29074"/>
                  </a:lnTo>
                  <a:lnTo>
                    <a:pt x="1304426" y="28847"/>
                  </a:lnTo>
                  <a:lnTo>
                    <a:pt x="1296568" y="28590"/>
                  </a:lnTo>
                  <a:lnTo>
                    <a:pt x="1288710" y="28244"/>
                  </a:lnTo>
                  <a:lnTo>
                    <a:pt x="1280852" y="27884"/>
                  </a:lnTo>
                  <a:lnTo>
                    <a:pt x="1272994" y="27519"/>
                  </a:lnTo>
                  <a:lnTo>
                    <a:pt x="1265136" y="27155"/>
                  </a:lnTo>
                  <a:lnTo>
                    <a:pt x="1257278" y="26791"/>
                  </a:lnTo>
                  <a:lnTo>
                    <a:pt x="1249420" y="26502"/>
                  </a:lnTo>
                  <a:lnTo>
                    <a:pt x="1241562" y="26252"/>
                  </a:lnTo>
                  <a:lnTo>
                    <a:pt x="1233704" y="26018"/>
                  </a:lnTo>
                  <a:lnTo>
                    <a:pt x="1225846" y="25844"/>
                  </a:lnTo>
                  <a:lnTo>
                    <a:pt x="1217988" y="25632"/>
                  </a:lnTo>
                  <a:lnTo>
                    <a:pt x="1210130" y="25326"/>
                  </a:lnTo>
                  <a:lnTo>
                    <a:pt x="1202272" y="25044"/>
                  </a:lnTo>
                  <a:lnTo>
                    <a:pt x="1194414" y="24719"/>
                  </a:lnTo>
                  <a:lnTo>
                    <a:pt x="1186556" y="24417"/>
                  </a:lnTo>
                  <a:lnTo>
                    <a:pt x="1178698" y="24069"/>
                  </a:lnTo>
                  <a:lnTo>
                    <a:pt x="1170840" y="23922"/>
                  </a:lnTo>
                  <a:lnTo>
                    <a:pt x="1162982" y="23658"/>
                  </a:lnTo>
                  <a:lnTo>
                    <a:pt x="1155124" y="23401"/>
                  </a:lnTo>
                  <a:lnTo>
                    <a:pt x="1147266" y="23145"/>
                  </a:lnTo>
                  <a:lnTo>
                    <a:pt x="1139408" y="22910"/>
                  </a:lnTo>
                  <a:lnTo>
                    <a:pt x="1131550" y="22647"/>
                  </a:lnTo>
                  <a:lnTo>
                    <a:pt x="1123692" y="22382"/>
                  </a:lnTo>
                  <a:lnTo>
                    <a:pt x="1115834" y="22147"/>
                  </a:lnTo>
                  <a:lnTo>
                    <a:pt x="1107976" y="21932"/>
                  </a:lnTo>
                  <a:lnTo>
                    <a:pt x="1100118" y="21605"/>
                  </a:lnTo>
                  <a:lnTo>
                    <a:pt x="1092260" y="21309"/>
                  </a:lnTo>
                  <a:lnTo>
                    <a:pt x="1084402" y="21038"/>
                  </a:lnTo>
                  <a:lnTo>
                    <a:pt x="1076544" y="20771"/>
                  </a:lnTo>
                  <a:lnTo>
                    <a:pt x="1068686" y="20494"/>
                  </a:lnTo>
                  <a:lnTo>
                    <a:pt x="1060828" y="20222"/>
                  </a:lnTo>
                  <a:lnTo>
                    <a:pt x="1052970" y="19948"/>
                  </a:lnTo>
                  <a:lnTo>
                    <a:pt x="1045112" y="19674"/>
                  </a:lnTo>
                  <a:lnTo>
                    <a:pt x="1037254" y="19396"/>
                  </a:lnTo>
                  <a:lnTo>
                    <a:pt x="1029397" y="19116"/>
                  </a:lnTo>
                  <a:lnTo>
                    <a:pt x="1021539" y="18850"/>
                  </a:lnTo>
                  <a:lnTo>
                    <a:pt x="1013681" y="18745"/>
                  </a:lnTo>
                  <a:lnTo>
                    <a:pt x="1005823" y="18617"/>
                  </a:lnTo>
                  <a:lnTo>
                    <a:pt x="997965" y="18400"/>
                  </a:lnTo>
                  <a:lnTo>
                    <a:pt x="990107" y="17926"/>
                  </a:lnTo>
                  <a:lnTo>
                    <a:pt x="982249" y="17558"/>
                  </a:lnTo>
                  <a:lnTo>
                    <a:pt x="974391" y="17308"/>
                  </a:lnTo>
                  <a:lnTo>
                    <a:pt x="966533" y="17057"/>
                  </a:lnTo>
                  <a:lnTo>
                    <a:pt x="958675" y="16710"/>
                  </a:lnTo>
                  <a:lnTo>
                    <a:pt x="950817" y="16357"/>
                  </a:lnTo>
                  <a:lnTo>
                    <a:pt x="942959" y="16240"/>
                  </a:lnTo>
                  <a:lnTo>
                    <a:pt x="935101" y="16061"/>
                  </a:lnTo>
                  <a:lnTo>
                    <a:pt x="927243" y="15810"/>
                  </a:lnTo>
                  <a:lnTo>
                    <a:pt x="919385" y="15546"/>
                  </a:lnTo>
                  <a:lnTo>
                    <a:pt x="911527" y="15233"/>
                  </a:lnTo>
                  <a:lnTo>
                    <a:pt x="903669" y="15012"/>
                  </a:lnTo>
                  <a:lnTo>
                    <a:pt x="895811" y="14800"/>
                  </a:lnTo>
                  <a:lnTo>
                    <a:pt x="887953" y="14439"/>
                  </a:lnTo>
                  <a:lnTo>
                    <a:pt x="880095" y="14154"/>
                  </a:lnTo>
                  <a:lnTo>
                    <a:pt x="872237" y="14034"/>
                  </a:lnTo>
                  <a:lnTo>
                    <a:pt x="864379" y="13765"/>
                  </a:lnTo>
                  <a:lnTo>
                    <a:pt x="856521" y="13521"/>
                  </a:lnTo>
                  <a:lnTo>
                    <a:pt x="848663" y="13265"/>
                  </a:lnTo>
                  <a:lnTo>
                    <a:pt x="840805" y="13063"/>
                  </a:lnTo>
                  <a:lnTo>
                    <a:pt x="832947" y="12749"/>
                  </a:lnTo>
                  <a:lnTo>
                    <a:pt x="825089" y="12492"/>
                  </a:lnTo>
                  <a:lnTo>
                    <a:pt x="817231" y="12224"/>
                  </a:lnTo>
                  <a:lnTo>
                    <a:pt x="809373" y="11961"/>
                  </a:lnTo>
                  <a:lnTo>
                    <a:pt x="801515" y="11700"/>
                  </a:lnTo>
                  <a:lnTo>
                    <a:pt x="793657" y="11475"/>
                  </a:lnTo>
                  <a:lnTo>
                    <a:pt x="785799" y="11111"/>
                  </a:lnTo>
                  <a:lnTo>
                    <a:pt x="777941" y="10880"/>
                  </a:lnTo>
                  <a:lnTo>
                    <a:pt x="770083" y="10546"/>
                  </a:lnTo>
                  <a:lnTo>
                    <a:pt x="762225" y="10297"/>
                  </a:lnTo>
                  <a:lnTo>
                    <a:pt x="754367" y="10058"/>
                  </a:lnTo>
                  <a:lnTo>
                    <a:pt x="746509" y="9833"/>
                  </a:lnTo>
                  <a:lnTo>
                    <a:pt x="738651" y="9564"/>
                  </a:lnTo>
                  <a:lnTo>
                    <a:pt x="730793" y="9399"/>
                  </a:lnTo>
                  <a:lnTo>
                    <a:pt x="722935" y="9193"/>
                  </a:lnTo>
                  <a:lnTo>
                    <a:pt x="715077" y="9032"/>
                  </a:lnTo>
                  <a:lnTo>
                    <a:pt x="707219" y="8758"/>
                  </a:lnTo>
                  <a:lnTo>
                    <a:pt x="699361" y="8537"/>
                  </a:lnTo>
                  <a:lnTo>
                    <a:pt x="691503" y="8347"/>
                  </a:lnTo>
                  <a:lnTo>
                    <a:pt x="683645" y="8208"/>
                  </a:lnTo>
                  <a:lnTo>
                    <a:pt x="675787" y="8066"/>
                  </a:lnTo>
                  <a:lnTo>
                    <a:pt x="667929" y="7922"/>
                  </a:lnTo>
                  <a:lnTo>
                    <a:pt x="660071" y="7778"/>
                  </a:lnTo>
                  <a:lnTo>
                    <a:pt x="652213" y="7633"/>
                  </a:lnTo>
                  <a:lnTo>
                    <a:pt x="644355" y="7434"/>
                  </a:lnTo>
                  <a:lnTo>
                    <a:pt x="636497" y="7270"/>
                  </a:lnTo>
                  <a:lnTo>
                    <a:pt x="628639" y="7202"/>
                  </a:lnTo>
                  <a:lnTo>
                    <a:pt x="620781" y="7002"/>
                  </a:lnTo>
                  <a:lnTo>
                    <a:pt x="612923" y="6823"/>
                  </a:lnTo>
                  <a:lnTo>
                    <a:pt x="605065" y="6672"/>
                  </a:lnTo>
                  <a:lnTo>
                    <a:pt x="597207" y="6300"/>
                  </a:lnTo>
                  <a:lnTo>
                    <a:pt x="589349" y="6286"/>
                  </a:lnTo>
                  <a:lnTo>
                    <a:pt x="581491" y="6001"/>
                  </a:lnTo>
                  <a:lnTo>
                    <a:pt x="573633" y="5858"/>
                  </a:lnTo>
                  <a:lnTo>
                    <a:pt x="565775" y="5579"/>
                  </a:lnTo>
                  <a:lnTo>
                    <a:pt x="557917" y="5532"/>
                  </a:lnTo>
                  <a:lnTo>
                    <a:pt x="550059" y="5105"/>
                  </a:lnTo>
                  <a:lnTo>
                    <a:pt x="542201" y="4946"/>
                  </a:lnTo>
                  <a:lnTo>
                    <a:pt x="534343" y="4645"/>
                  </a:lnTo>
                  <a:lnTo>
                    <a:pt x="526485" y="4344"/>
                  </a:lnTo>
                  <a:lnTo>
                    <a:pt x="518627" y="4187"/>
                  </a:lnTo>
                  <a:lnTo>
                    <a:pt x="510769" y="3960"/>
                  </a:lnTo>
                  <a:lnTo>
                    <a:pt x="502911" y="3824"/>
                  </a:lnTo>
                  <a:lnTo>
                    <a:pt x="495053" y="3697"/>
                  </a:lnTo>
                  <a:lnTo>
                    <a:pt x="487195" y="3564"/>
                  </a:lnTo>
                  <a:lnTo>
                    <a:pt x="479337" y="3427"/>
                  </a:lnTo>
                  <a:lnTo>
                    <a:pt x="471479" y="3198"/>
                  </a:lnTo>
                  <a:lnTo>
                    <a:pt x="463621" y="3001"/>
                  </a:lnTo>
                  <a:lnTo>
                    <a:pt x="455763" y="2975"/>
                  </a:lnTo>
                  <a:lnTo>
                    <a:pt x="447905" y="2881"/>
                  </a:lnTo>
                  <a:lnTo>
                    <a:pt x="440047" y="2684"/>
                  </a:lnTo>
                  <a:lnTo>
                    <a:pt x="432189" y="2592"/>
                  </a:lnTo>
                  <a:lnTo>
                    <a:pt x="424331" y="2489"/>
                  </a:lnTo>
                  <a:lnTo>
                    <a:pt x="416473" y="2353"/>
                  </a:lnTo>
                  <a:lnTo>
                    <a:pt x="408615" y="2219"/>
                  </a:lnTo>
                  <a:lnTo>
                    <a:pt x="400757" y="2112"/>
                  </a:lnTo>
                  <a:lnTo>
                    <a:pt x="392899" y="2052"/>
                  </a:lnTo>
                  <a:lnTo>
                    <a:pt x="385041" y="2078"/>
                  </a:lnTo>
                  <a:lnTo>
                    <a:pt x="377183" y="2057"/>
                  </a:lnTo>
                  <a:lnTo>
                    <a:pt x="369325" y="1986"/>
                  </a:lnTo>
                  <a:lnTo>
                    <a:pt x="361467" y="2020"/>
                  </a:lnTo>
                  <a:lnTo>
                    <a:pt x="353609" y="1972"/>
                  </a:lnTo>
                  <a:lnTo>
                    <a:pt x="345751" y="1847"/>
                  </a:lnTo>
                  <a:lnTo>
                    <a:pt x="337893" y="1696"/>
                  </a:lnTo>
                  <a:lnTo>
                    <a:pt x="330035" y="1677"/>
                  </a:lnTo>
                  <a:lnTo>
                    <a:pt x="322177" y="1663"/>
                  </a:lnTo>
                  <a:lnTo>
                    <a:pt x="314319" y="1708"/>
                  </a:lnTo>
                  <a:lnTo>
                    <a:pt x="306461" y="1777"/>
                  </a:lnTo>
                  <a:lnTo>
                    <a:pt x="298603" y="1843"/>
                  </a:lnTo>
                  <a:lnTo>
                    <a:pt x="290745" y="1729"/>
                  </a:lnTo>
                  <a:lnTo>
                    <a:pt x="282887" y="1575"/>
                  </a:lnTo>
                  <a:lnTo>
                    <a:pt x="275029" y="1395"/>
                  </a:lnTo>
                  <a:lnTo>
                    <a:pt x="267171" y="1288"/>
                  </a:lnTo>
                  <a:lnTo>
                    <a:pt x="259313" y="1240"/>
                  </a:lnTo>
                  <a:lnTo>
                    <a:pt x="251455" y="1177"/>
                  </a:lnTo>
                  <a:lnTo>
                    <a:pt x="243597" y="1117"/>
                  </a:lnTo>
                  <a:lnTo>
                    <a:pt x="235739" y="1168"/>
                  </a:lnTo>
                  <a:lnTo>
                    <a:pt x="227881" y="1011"/>
                  </a:lnTo>
                  <a:lnTo>
                    <a:pt x="220023" y="913"/>
                  </a:lnTo>
                  <a:lnTo>
                    <a:pt x="212165" y="851"/>
                  </a:lnTo>
                  <a:lnTo>
                    <a:pt x="204307" y="842"/>
                  </a:lnTo>
                  <a:lnTo>
                    <a:pt x="196449" y="740"/>
                  </a:lnTo>
                  <a:lnTo>
                    <a:pt x="188591" y="610"/>
                  </a:lnTo>
                  <a:lnTo>
                    <a:pt x="180733" y="482"/>
                  </a:lnTo>
                  <a:lnTo>
                    <a:pt x="172875" y="474"/>
                  </a:lnTo>
                  <a:lnTo>
                    <a:pt x="165017" y="465"/>
                  </a:lnTo>
                  <a:lnTo>
                    <a:pt x="157159" y="459"/>
                  </a:lnTo>
                  <a:lnTo>
                    <a:pt x="149301" y="342"/>
                  </a:lnTo>
                  <a:lnTo>
                    <a:pt x="141443" y="333"/>
                  </a:lnTo>
                  <a:lnTo>
                    <a:pt x="133585" y="433"/>
                  </a:lnTo>
                  <a:lnTo>
                    <a:pt x="125727" y="475"/>
                  </a:lnTo>
                  <a:lnTo>
                    <a:pt x="117869" y="425"/>
                  </a:lnTo>
                  <a:lnTo>
                    <a:pt x="110011" y="420"/>
                  </a:lnTo>
                  <a:lnTo>
                    <a:pt x="102153" y="416"/>
                  </a:lnTo>
                  <a:lnTo>
                    <a:pt x="94295" y="412"/>
                  </a:lnTo>
                  <a:lnTo>
                    <a:pt x="86437" y="407"/>
                  </a:lnTo>
                  <a:lnTo>
                    <a:pt x="78579" y="396"/>
                  </a:lnTo>
                  <a:lnTo>
                    <a:pt x="70721" y="384"/>
                  </a:lnTo>
                  <a:lnTo>
                    <a:pt x="62863" y="213"/>
                  </a:lnTo>
                  <a:lnTo>
                    <a:pt x="55005" y="26"/>
                  </a:lnTo>
                  <a:lnTo>
                    <a:pt x="47147" y="0"/>
                  </a:lnTo>
                  <a:lnTo>
                    <a:pt x="39289" y="28"/>
                  </a:lnTo>
                  <a:lnTo>
                    <a:pt x="31431" y="55"/>
                  </a:lnTo>
                  <a:lnTo>
                    <a:pt x="23573" y="141"/>
                  </a:lnTo>
                  <a:lnTo>
                    <a:pt x="15715" y="117"/>
                  </a:lnTo>
                  <a:lnTo>
                    <a:pt x="7857" y="206"/>
                  </a:lnTo>
                  <a:lnTo>
                    <a:pt x="0" y="4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186414" y="2430311"/>
              <a:ext cx="2035220" cy="671245"/>
            </a:xfrm>
            <a:custGeom>
              <a:avLst/>
              <a:pathLst>
                <a:path w="2035220" h="671245">
                  <a:moveTo>
                    <a:pt x="0" y="570603"/>
                  </a:moveTo>
                  <a:lnTo>
                    <a:pt x="7857" y="571038"/>
                  </a:lnTo>
                  <a:lnTo>
                    <a:pt x="15715" y="571368"/>
                  </a:lnTo>
                  <a:lnTo>
                    <a:pt x="23573" y="571685"/>
                  </a:lnTo>
                  <a:lnTo>
                    <a:pt x="31431" y="572260"/>
                  </a:lnTo>
                  <a:lnTo>
                    <a:pt x="39289" y="572622"/>
                  </a:lnTo>
                  <a:lnTo>
                    <a:pt x="47147" y="573281"/>
                  </a:lnTo>
                  <a:lnTo>
                    <a:pt x="55005" y="573609"/>
                  </a:lnTo>
                  <a:lnTo>
                    <a:pt x="62863" y="573803"/>
                  </a:lnTo>
                  <a:lnTo>
                    <a:pt x="70721" y="574115"/>
                  </a:lnTo>
                  <a:lnTo>
                    <a:pt x="78579" y="574334"/>
                  </a:lnTo>
                  <a:lnTo>
                    <a:pt x="86437" y="574570"/>
                  </a:lnTo>
                  <a:lnTo>
                    <a:pt x="94295" y="574823"/>
                  </a:lnTo>
                  <a:lnTo>
                    <a:pt x="102153" y="575001"/>
                  </a:lnTo>
                  <a:lnTo>
                    <a:pt x="110011" y="575102"/>
                  </a:lnTo>
                  <a:lnTo>
                    <a:pt x="117869" y="575292"/>
                  </a:lnTo>
                  <a:lnTo>
                    <a:pt x="125727" y="575375"/>
                  </a:lnTo>
                  <a:lnTo>
                    <a:pt x="133585" y="575495"/>
                  </a:lnTo>
                  <a:lnTo>
                    <a:pt x="141443" y="575576"/>
                  </a:lnTo>
                  <a:lnTo>
                    <a:pt x="149301" y="575699"/>
                  </a:lnTo>
                  <a:lnTo>
                    <a:pt x="157159" y="575586"/>
                  </a:lnTo>
                  <a:lnTo>
                    <a:pt x="165017" y="575509"/>
                  </a:lnTo>
                  <a:lnTo>
                    <a:pt x="172875" y="575110"/>
                  </a:lnTo>
                  <a:lnTo>
                    <a:pt x="180733" y="574882"/>
                  </a:lnTo>
                  <a:lnTo>
                    <a:pt x="188591" y="574734"/>
                  </a:lnTo>
                  <a:lnTo>
                    <a:pt x="196449" y="574663"/>
                  </a:lnTo>
                  <a:lnTo>
                    <a:pt x="204307" y="574647"/>
                  </a:lnTo>
                  <a:lnTo>
                    <a:pt x="212165" y="574270"/>
                  </a:lnTo>
                  <a:lnTo>
                    <a:pt x="220023" y="573889"/>
                  </a:lnTo>
                  <a:lnTo>
                    <a:pt x="227881" y="573591"/>
                  </a:lnTo>
                  <a:lnTo>
                    <a:pt x="235739" y="573427"/>
                  </a:lnTo>
                  <a:lnTo>
                    <a:pt x="243597" y="573160"/>
                  </a:lnTo>
                  <a:lnTo>
                    <a:pt x="251455" y="572976"/>
                  </a:lnTo>
                  <a:lnTo>
                    <a:pt x="259313" y="572555"/>
                  </a:lnTo>
                  <a:lnTo>
                    <a:pt x="267171" y="572226"/>
                  </a:lnTo>
                  <a:lnTo>
                    <a:pt x="275029" y="571829"/>
                  </a:lnTo>
                  <a:lnTo>
                    <a:pt x="282887" y="571428"/>
                  </a:lnTo>
                  <a:lnTo>
                    <a:pt x="290745" y="571112"/>
                  </a:lnTo>
                  <a:lnTo>
                    <a:pt x="298603" y="570730"/>
                  </a:lnTo>
                  <a:lnTo>
                    <a:pt x="306461" y="570425"/>
                  </a:lnTo>
                  <a:lnTo>
                    <a:pt x="314319" y="569888"/>
                  </a:lnTo>
                  <a:lnTo>
                    <a:pt x="322177" y="569286"/>
                  </a:lnTo>
                  <a:lnTo>
                    <a:pt x="330035" y="568430"/>
                  </a:lnTo>
                  <a:lnTo>
                    <a:pt x="337893" y="567900"/>
                  </a:lnTo>
                  <a:lnTo>
                    <a:pt x="345751" y="567604"/>
                  </a:lnTo>
                  <a:lnTo>
                    <a:pt x="353609" y="567031"/>
                  </a:lnTo>
                  <a:lnTo>
                    <a:pt x="361467" y="566174"/>
                  </a:lnTo>
                  <a:lnTo>
                    <a:pt x="369325" y="565162"/>
                  </a:lnTo>
                  <a:lnTo>
                    <a:pt x="377183" y="564495"/>
                  </a:lnTo>
                  <a:lnTo>
                    <a:pt x="385041" y="564373"/>
                  </a:lnTo>
                  <a:lnTo>
                    <a:pt x="392899" y="563655"/>
                  </a:lnTo>
                  <a:lnTo>
                    <a:pt x="400757" y="562986"/>
                  </a:lnTo>
                  <a:lnTo>
                    <a:pt x="408615" y="561801"/>
                  </a:lnTo>
                  <a:lnTo>
                    <a:pt x="416473" y="561092"/>
                  </a:lnTo>
                  <a:lnTo>
                    <a:pt x="424331" y="560087"/>
                  </a:lnTo>
                  <a:lnTo>
                    <a:pt x="432189" y="559118"/>
                  </a:lnTo>
                  <a:lnTo>
                    <a:pt x="440047" y="558343"/>
                  </a:lnTo>
                  <a:lnTo>
                    <a:pt x="447905" y="557609"/>
                  </a:lnTo>
                  <a:lnTo>
                    <a:pt x="455763" y="557043"/>
                  </a:lnTo>
                  <a:lnTo>
                    <a:pt x="463621" y="555818"/>
                  </a:lnTo>
                  <a:lnTo>
                    <a:pt x="471479" y="554516"/>
                  </a:lnTo>
                  <a:lnTo>
                    <a:pt x="479337" y="553322"/>
                  </a:lnTo>
                  <a:lnTo>
                    <a:pt x="487195" y="552848"/>
                  </a:lnTo>
                  <a:lnTo>
                    <a:pt x="495053" y="551578"/>
                  </a:lnTo>
                  <a:lnTo>
                    <a:pt x="502911" y="550705"/>
                  </a:lnTo>
                  <a:lnTo>
                    <a:pt x="510769" y="549720"/>
                  </a:lnTo>
                  <a:lnTo>
                    <a:pt x="518627" y="548561"/>
                  </a:lnTo>
                  <a:lnTo>
                    <a:pt x="526485" y="547541"/>
                  </a:lnTo>
                  <a:lnTo>
                    <a:pt x="534343" y="546714"/>
                  </a:lnTo>
                  <a:lnTo>
                    <a:pt x="542201" y="545883"/>
                  </a:lnTo>
                  <a:lnTo>
                    <a:pt x="550059" y="545069"/>
                  </a:lnTo>
                  <a:lnTo>
                    <a:pt x="557917" y="544228"/>
                  </a:lnTo>
                  <a:lnTo>
                    <a:pt x="565775" y="543365"/>
                  </a:lnTo>
                  <a:lnTo>
                    <a:pt x="573633" y="542496"/>
                  </a:lnTo>
                  <a:lnTo>
                    <a:pt x="581491" y="541620"/>
                  </a:lnTo>
                  <a:lnTo>
                    <a:pt x="589349" y="540739"/>
                  </a:lnTo>
                  <a:lnTo>
                    <a:pt x="597207" y="539858"/>
                  </a:lnTo>
                  <a:lnTo>
                    <a:pt x="605065" y="538970"/>
                  </a:lnTo>
                  <a:lnTo>
                    <a:pt x="612923" y="538076"/>
                  </a:lnTo>
                  <a:lnTo>
                    <a:pt x="620781" y="537030"/>
                  </a:lnTo>
                  <a:lnTo>
                    <a:pt x="628639" y="535827"/>
                  </a:lnTo>
                  <a:lnTo>
                    <a:pt x="636497" y="533725"/>
                  </a:lnTo>
                  <a:lnTo>
                    <a:pt x="644355" y="531103"/>
                  </a:lnTo>
                  <a:lnTo>
                    <a:pt x="652213" y="528445"/>
                  </a:lnTo>
                  <a:lnTo>
                    <a:pt x="660071" y="526477"/>
                  </a:lnTo>
                  <a:lnTo>
                    <a:pt x="667929" y="526013"/>
                  </a:lnTo>
                  <a:lnTo>
                    <a:pt x="675787" y="525547"/>
                  </a:lnTo>
                  <a:lnTo>
                    <a:pt x="683645" y="525080"/>
                  </a:lnTo>
                  <a:lnTo>
                    <a:pt x="691503" y="523954"/>
                  </a:lnTo>
                  <a:lnTo>
                    <a:pt x="699361" y="521881"/>
                  </a:lnTo>
                  <a:lnTo>
                    <a:pt x="707219" y="520775"/>
                  </a:lnTo>
                  <a:lnTo>
                    <a:pt x="715077" y="519797"/>
                  </a:lnTo>
                  <a:lnTo>
                    <a:pt x="722935" y="518811"/>
                  </a:lnTo>
                  <a:lnTo>
                    <a:pt x="730793" y="517818"/>
                  </a:lnTo>
                  <a:lnTo>
                    <a:pt x="738651" y="516321"/>
                  </a:lnTo>
                  <a:lnTo>
                    <a:pt x="746509" y="514091"/>
                  </a:lnTo>
                  <a:lnTo>
                    <a:pt x="754367" y="511834"/>
                  </a:lnTo>
                  <a:lnTo>
                    <a:pt x="762225" y="509548"/>
                  </a:lnTo>
                  <a:lnTo>
                    <a:pt x="770083" y="508063"/>
                  </a:lnTo>
                  <a:lnTo>
                    <a:pt x="777941" y="506990"/>
                  </a:lnTo>
                  <a:lnTo>
                    <a:pt x="785799" y="505025"/>
                  </a:lnTo>
                  <a:lnTo>
                    <a:pt x="793657" y="503049"/>
                  </a:lnTo>
                  <a:lnTo>
                    <a:pt x="801515" y="501064"/>
                  </a:lnTo>
                  <a:lnTo>
                    <a:pt x="809373" y="499057"/>
                  </a:lnTo>
                  <a:lnTo>
                    <a:pt x="817231" y="497030"/>
                  </a:lnTo>
                  <a:lnTo>
                    <a:pt x="825089" y="494981"/>
                  </a:lnTo>
                  <a:lnTo>
                    <a:pt x="832947" y="492912"/>
                  </a:lnTo>
                  <a:lnTo>
                    <a:pt x="840805" y="490821"/>
                  </a:lnTo>
                  <a:lnTo>
                    <a:pt x="848663" y="488925"/>
                  </a:lnTo>
                  <a:lnTo>
                    <a:pt x="856521" y="487222"/>
                  </a:lnTo>
                  <a:lnTo>
                    <a:pt x="864379" y="485506"/>
                  </a:lnTo>
                  <a:lnTo>
                    <a:pt x="872237" y="483746"/>
                  </a:lnTo>
                  <a:lnTo>
                    <a:pt x="880095" y="481272"/>
                  </a:lnTo>
                  <a:lnTo>
                    <a:pt x="887953" y="478824"/>
                  </a:lnTo>
                  <a:lnTo>
                    <a:pt x="895811" y="477168"/>
                  </a:lnTo>
                  <a:lnTo>
                    <a:pt x="903669" y="475500"/>
                  </a:lnTo>
                  <a:lnTo>
                    <a:pt x="911527" y="473836"/>
                  </a:lnTo>
                  <a:lnTo>
                    <a:pt x="919385" y="472159"/>
                  </a:lnTo>
                  <a:lnTo>
                    <a:pt x="927243" y="470467"/>
                  </a:lnTo>
                  <a:lnTo>
                    <a:pt x="935101" y="468761"/>
                  </a:lnTo>
                  <a:lnTo>
                    <a:pt x="942959" y="466745"/>
                  </a:lnTo>
                  <a:lnTo>
                    <a:pt x="950817" y="464231"/>
                  </a:lnTo>
                  <a:lnTo>
                    <a:pt x="958675" y="461689"/>
                  </a:lnTo>
                  <a:lnTo>
                    <a:pt x="966533" y="459179"/>
                  </a:lnTo>
                  <a:lnTo>
                    <a:pt x="974391" y="456513"/>
                  </a:lnTo>
                  <a:lnTo>
                    <a:pt x="982249" y="454206"/>
                  </a:lnTo>
                  <a:lnTo>
                    <a:pt x="990107" y="452387"/>
                  </a:lnTo>
                  <a:lnTo>
                    <a:pt x="997965" y="449909"/>
                  </a:lnTo>
                  <a:lnTo>
                    <a:pt x="1005823" y="447017"/>
                  </a:lnTo>
                  <a:lnTo>
                    <a:pt x="1013681" y="444972"/>
                  </a:lnTo>
                  <a:lnTo>
                    <a:pt x="1021539" y="443098"/>
                  </a:lnTo>
                  <a:lnTo>
                    <a:pt x="1029397" y="441213"/>
                  </a:lnTo>
                  <a:lnTo>
                    <a:pt x="1037254" y="439316"/>
                  </a:lnTo>
                  <a:lnTo>
                    <a:pt x="1045112" y="437408"/>
                  </a:lnTo>
                  <a:lnTo>
                    <a:pt x="1052970" y="435450"/>
                  </a:lnTo>
                  <a:lnTo>
                    <a:pt x="1060828" y="432808"/>
                  </a:lnTo>
                  <a:lnTo>
                    <a:pt x="1068686" y="430131"/>
                  </a:lnTo>
                  <a:lnTo>
                    <a:pt x="1076544" y="427614"/>
                  </a:lnTo>
                  <a:lnTo>
                    <a:pt x="1084402" y="425325"/>
                  </a:lnTo>
                  <a:lnTo>
                    <a:pt x="1092260" y="422734"/>
                  </a:lnTo>
                  <a:lnTo>
                    <a:pt x="1100118" y="420121"/>
                  </a:lnTo>
                  <a:lnTo>
                    <a:pt x="1107976" y="417489"/>
                  </a:lnTo>
                  <a:lnTo>
                    <a:pt x="1115834" y="414837"/>
                  </a:lnTo>
                  <a:lnTo>
                    <a:pt x="1123692" y="412164"/>
                  </a:lnTo>
                  <a:lnTo>
                    <a:pt x="1131550" y="409471"/>
                  </a:lnTo>
                  <a:lnTo>
                    <a:pt x="1139408" y="406294"/>
                  </a:lnTo>
                  <a:lnTo>
                    <a:pt x="1147266" y="403044"/>
                  </a:lnTo>
                  <a:lnTo>
                    <a:pt x="1155124" y="399763"/>
                  </a:lnTo>
                  <a:lnTo>
                    <a:pt x="1162982" y="396450"/>
                  </a:lnTo>
                  <a:lnTo>
                    <a:pt x="1170840" y="393310"/>
                  </a:lnTo>
                  <a:lnTo>
                    <a:pt x="1178698" y="391081"/>
                  </a:lnTo>
                  <a:lnTo>
                    <a:pt x="1186556" y="388846"/>
                  </a:lnTo>
                  <a:lnTo>
                    <a:pt x="1194414" y="386598"/>
                  </a:lnTo>
                  <a:lnTo>
                    <a:pt x="1202272" y="384336"/>
                  </a:lnTo>
                  <a:lnTo>
                    <a:pt x="1210130" y="381444"/>
                  </a:lnTo>
                  <a:lnTo>
                    <a:pt x="1217988" y="378534"/>
                  </a:lnTo>
                  <a:lnTo>
                    <a:pt x="1225846" y="375603"/>
                  </a:lnTo>
                  <a:lnTo>
                    <a:pt x="1233704" y="372654"/>
                  </a:lnTo>
                  <a:lnTo>
                    <a:pt x="1241562" y="369685"/>
                  </a:lnTo>
                  <a:lnTo>
                    <a:pt x="1249420" y="366698"/>
                  </a:lnTo>
                  <a:lnTo>
                    <a:pt x="1257278" y="363691"/>
                  </a:lnTo>
                  <a:lnTo>
                    <a:pt x="1265136" y="360666"/>
                  </a:lnTo>
                  <a:lnTo>
                    <a:pt x="1272994" y="357622"/>
                  </a:lnTo>
                  <a:lnTo>
                    <a:pt x="1280852" y="354580"/>
                  </a:lnTo>
                  <a:lnTo>
                    <a:pt x="1288710" y="351520"/>
                  </a:lnTo>
                  <a:lnTo>
                    <a:pt x="1296568" y="348442"/>
                  </a:lnTo>
                  <a:lnTo>
                    <a:pt x="1304426" y="345347"/>
                  </a:lnTo>
                  <a:lnTo>
                    <a:pt x="1312284" y="342234"/>
                  </a:lnTo>
                  <a:lnTo>
                    <a:pt x="1320142" y="339103"/>
                  </a:lnTo>
                  <a:lnTo>
                    <a:pt x="1328000" y="335955"/>
                  </a:lnTo>
                  <a:lnTo>
                    <a:pt x="1335858" y="332789"/>
                  </a:lnTo>
                  <a:lnTo>
                    <a:pt x="1343716" y="329607"/>
                  </a:lnTo>
                  <a:lnTo>
                    <a:pt x="1351574" y="326408"/>
                  </a:lnTo>
                  <a:lnTo>
                    <a:pt x="1359432" y="323192"/>
                  </a:lnTo>
                  <a:lnTo>
                    <a:pt x="1367290" y="320040"/>
                  </a:lnTo>
                  <a:lnTo>
                    <a:pt x="1375148" y="317302"/>
                  </a:lnTo>
                  <a:lnTo>
                    <a:pt x="1383006" y="313818"/>
                  </a:lnTo>
                  <a:lnTo>
                    <a:pt x="1390864" y="310318"/>
                  </a:lnTo>
                  <a:lnTo>
                    <a:pt x="1398722" y="306808"/>
                  </a:lnTo>
                  <a:lnTo>
                    <a:pt x="1406580" y="303476"/>
                  </a:lnTo>
                  <a:lnTo>
                    <a:pt x="1414438" y="300128"/>
                  </a:lnTo>
                  <a:lnTo>
                    <a:pt x="1422296" y="296766"/>
                  </a:lnTo>
                  <a:lnTo>
                    <a:pt x="1430154" y="293388"/>
                  </a:lnTo>
                  <a:lnTo>
                    <a:pt x="1438012" y="289996"/>
                  </a:lnTo>
                  <a:lnTo>
                    <a:pt x="1445870" y="286589"/>
                  </a:lnTo>
                  <a:lnTo>
                    <a:pt x="1453728" y="283169"/>
                  </a:lnTo>
                  <a:lnTo>
                    <a:pt x="1461586" y="279734"/>
                  </a:lnTo>
                  <a:lnTo>
                    <a:pt x="1469444" y="276286"/>
                  </a:lnTo>
                  <a:lnTo>
                    <a:pt x="1477302" y="272835"/>
                  </a:lnTo>
                  <a:lnTo>
                    <a:pt x="1485160" y="269376"/>
                  </a:lnTo>
                  <a:lnTo>
                    <a:pt x="1493018" y="265904"/>
                  </a:lnTo>
                  <a:lnTo>
                    <a:pt x="1500876" y="262419"/>
                  </a:lnTo>
                  <a:lnTo>
                    <a:pt x="1508734" y="258925"/>
                  </a:lnTo>
                  <a:lnTo>
                    <a:pt x="1516592" y="255819"/>
                  </a:lnTo>
                  <a:lnTo>
                    <a:pt x="1524450" y="252701"/>
                  </a:lnTo>
                  <a:lnTo>
                    <a:pt x="1532308" y="249573"/>
                  </a:lnTo>
                  <a:lnTo>
                    <a:pt x="1540166" y="246434"/>
                  </a:lnTo>
                  <a:lnTo>
                    <a:pt x="1548024" y="243285"/>
                  </a:lnTo>
                  <a:lnTo>
                    <a:pt x="1555882" y="240126"/>
                  </a:lnTo>
                  <a:lnTo>
                    <a:pt x="1563740" y="236956"/>
                  </a:lnTo>
                  <a:lnTo>
                    <a:pt x="1571598" y="233427"/>
                  </a:lnTo>
                  <a:lnTo>
                    <a:pt x="1579456" y="229493"/>
                  </a:lnTo>
                  <a:lnTo>
                    <a:pt x="1587314" y="225547"/>
                  </a:lnTo>
                  <a:lnTo>
                    <a:pt x="1595172" y="221351"/>
                  </a:lnTo>
                  <a:lnTo>
                    <a:pt x="1603030" y="217132"/>
                  </a:lnTo>
                  <a:lnTo>
                    <a:pt x="1610888" y="212898"/>
                  </a:lnTo>
                  <a:lnTo>
                    <a:pt x="1618746" y="208691"/>
                  </a:lnTo>
                  <a:lnTo>
                    <a:pt x="1626604" y="205019"/>
                  </a:lnTo>
                  <a:lnTo>
                    <a:pt x="1634462" y="201340"/>
                  </a:lnTo>
                  <a:lnTo>
                    <a:pt x="1642320" y="197533"/>
                  </a:lnTo>
                  <a:lnTo>
                    <a:pt x="1650178" y="193484"/>
                  </a:lnTo>
                  <a:lnTo>
                    <a:pt x="1658036" y="189442"/>
                  </a:lnTo>
                  <a:lnTo>
                    <a:pt x="1665894" y="185392"/>
                  </a:lnTo>
                  <a:lnTo>
                    <a:pt x="1673752" y="181333"/>
                  </a:lnTo>
                  <a:lnTo>
                    <a:pt x="1681610" y="177804"/>
                  </a:lnTo>
                  <a:lnTo>
                    <a:pt x="1689468" y="174327"/>
                  </a:lnTo>
                  <a:lnTo>
                    <a:pt x="1697326" y="170847"/>
                  </a:lnTo>
                  <a:lnTo>
                    <a:pt x="1705184" y="167361"/>
                  </a:lnTo>
                  <a:lnTo>
                    <a:pt x="1713042" y="163855"/>
                  </a:lnTo>
                  <a:lnTo>
                    <a:pt x="1720900" y="159752"/>
                  </a:lnTo>
                  <a:lnTo>
                    <a:pt x="1728758" y="155639"/>
                  </a:lnTo>
                  <a:lnTo>
                    <a:pt x="1736616" y="151659"/>
                  </a:lnTo>
                  <a:lnTo>
                    <a:pt x="1744474" y="147993"/>
                  </a:lnTo>
                  <a:lnTo>
                    <a:pt x="1752332" y="144324"/>
                  </a:lnTo>
                  <a:lnTo>
                    <a:pt x="1760190" y="140652"/>
                  </a:lnTo>
                  <a:lnTo>
                    <a:pt x="1768048" y="136977"/>
                  </a:lnTo>
                  <a:lnTo>
                    <a:pt x="1775906" y="133300"/>
                  </a:lnTo>
                  <a:lnTo>
                    <a:pt x="1783764" y="129620"/>
                  </a:lnTo>
                  <a:lnTo>
                    <a:pt x="1791622" y="125962"/>
                  </a:lnTo>
                  <a:lnTo>
                    <a:pt x="1799480" y="122302"/>
                  </a:lnTo>
                  <a:lnTo>
                    <a:pt x="1807338" y="118603"/>
                  </a:lnTo>
                  <a:lnTo>
                    <a:pt x="1815196" y="114570"/>
                  </a:lnTo>
                  <a:lnTo>
                    <a:pt x="1823054" y="110537"/>
                  </a:lnTo>
                  <a:lnTo>
                    <a:pt x="1830912" y="107013"/>
                  </a:lnTo>
                  <a:lnTo>
                    <a:pt x="1838770" y="103740"/>
                  </a:lnTo>
                  <a:lnTo>
                    <a:pt x="1846628" y="100284"/>
                  </a:lnTo>
                  <a:lnTo>
                    <a:pt x="1854486" y="96605"/>
                  </a:lnTo>
                  <a:lnTo>
                    <a:pt x="1862344" y="92927"/>
                  </a:lnTo>
                  <a:lnTo>
                    <a:pt x="1870202" y="89252"/>
                  </a:lnTo>
                  <a:lnTo>
                    <a:pt x="1878060" y="85578"/>
                  </a:lnTo>
                  <a:lnTo>
                    <a:pt x="1885918" y="81860"/>
                  </a:lnTo>
                  <a:lnTo>
                    <a:pt x="1893776" y="77178"/>
                  </a:lnTo>
                  <a:lnTo>
                    <a:pt x="1901634" y="72496"/>
                  </a:lnTo>
                  <a:lnTo>
                    <a:pt x="1909492" y="67814"/>
                  </a:lnTo>
                  <a:lnTo>
                    <a:pt x="1917350" y="63134"/>
                  </a:lnTo>
                  <a:lnTo>
                    <a:pt x="1925208" y="58455"/>
                  </a:lnTo>
                  <a:lnTo>
                    <a:pt x="1933066" y="53996"/>
                  </a:lnTo>
                  <a:lnTo>
                    <a:pt x="1940924" y="49973"/>
                  </a:lnTo>
                  <a:lnTo>
                    <a:pt x="1948782" y="45958"/>
                  </a:lnTo>
                  <a:lnTo>
                    <a:pt x="1956640" y="41950"/>
                  </a:lnTo>
                  <a:lnTo>
                    <a:pt x="1964498" y="37859"/>
                  </a:lnTo>
                  <a:lnTo>
                    <a:pt x="1972356" y="33221"/>
                  </a:lnTo>
                  <a:lnTo>
                    <a:pt x="1980214" y="28591"/>
                  </a:lnTo>
                  <a:lnTo>
                    <a:pt x="1988072" y="23991"/>
                  </a:lnTo>
                  <a:lnTo>
                    <a:pt x="1995930" y="19399"/>
                  </a:lnTo>
                  <a:lnTo>
                    <a:pt x="2003788" y="14817"/>
                  </a:lnTo>
                  <a:lnTo>
                    <a:pt x="2011646" y="10981"/>
                  </a:lnTo>
                  <a:lnTo>
                    <a:pt x="2019504" y="7307"/>
                  </a:lnTo>
                  <a:lnTo>
                    <a:pt x="2027362" y="3646"/>
                  </a:lnTo>
                  <a:lnTo>
                    <a:pt x="2035220" y="0"/>
                  </a:lnTo>
                  <a:lnTo>
                    <a:pt x="2035220" y="671245"/>
                  </a:lnTo>
                  <a:lnTo>
                    <a:pt x="2027362" y="671201"/>
                  </a:lnTo>
                  <a:lnTo>
                    <a:pt x="2019504" y="671156"/>
                  </a:lnTo>
                  <a:lnTo>
                    <a:pt x="2011646" y="671110"/>
                  </a:lnTo>
                  <a:lnTo>
                    <a:pt x="2003788" y="671064"/>
                  </a:lnTo>
                  <a:lnTo>
                    <a:pt x="1995930" y="671017"/>
                  </a:lnTo>
                  <a:lnTo>
                    <a:pt x="1988072" y="670970"/>
                  </a:lnTo>
                  <a:lnTo>
                    <a:pt x="1980214" y="670921"/>
                  </a:lnTo>
                  <a:lnTo>
                    <a:pt x="1972356" y="670860"/>
                  </a:lnTo>
                  <a:lnTo>
                    <a:pt x="1964498" y="670816"/>
                  </a:lnTo>
                  <a:lnTo>
                    <a:pt x="1956640" y="670774"/>
                  </a:lnTo>
                  <a:lnTo>
                    <a:pt x="1948782" y="670724"/>
                  </a:lnTo>
                  <a:lnTo>
                    <a:pt x="1940924" y="670672"/>
                  </a:lnTo>
                  <a:lnTo>
                    <a:pt x="1933066" y="670620"/>
                  </a:lnTo>
                  <a:lnTo>
                    <a:pt x="1925208" y="670568"/>
                  </a:lnTo>
                  <a:lnTo>
                    <a:pt x="1917350" y="670514"/>
                  </a:lnTo>
                  <a:lnTo>
                    <a:pt x="1909492" y="670465"/>
                  </a:lnTo>
                  <a:lnTo>
                    <a:pt x="1901634" y="670410"/>
                  </a:lnTo>
                  <a:lnTo>
                    <a:pt x="1893776" y="670355"/>
                  </a:lnTo>
                  <a:lnTo>
                    <a:pt x="1885918" y="670298"/>
                  </a:lnTo>
                  <a:lnTo>
                    <a:pt x="1878060" y="670242"/>
                  </a:lnTo>
                  <a:lnTo>
                    <a:pt x="1870202" y="670184"/>
                  </a:lnTo>
                  <a:lnTo>
                    <a:pt x="1862344" y="670126"/>
                  </a:lnTo>
                  <a:lnTo>
                    <a:pt x="1854486" y="670066"/>
                  </a:lnTo>
                  <a:lnTo>
                    <a:pt x="1846628" y="670006"/>
                  </a:lnTo>
                  <a:lnTo>
                    <a:pt x="1838770" y="669946"/>
                  </a:lnTo>
                  <a:lnTo>
                    <a:pt x="1830912" y="669885"/>
                  </a:lnTo>
                  <a:lnTo>
                    <a:pt x="1823054" y="669823"/>
                  </a:lnTo>
                  <a:lnTo>
                    <a:pt x="1815196" y="669761"/>
                  </a:lnTo>
                  <a:lnTo>
                    <a:pt x="1807338" y="669698"/>
                  </a:lnTo>
                  <a:lnTo>
                    <a:pt x="1799480" y="669635"/>
                  </a:lnTo>
                  <a:lnTo>
                    <a:pt x="1791622" y="669572"/>
                  </a:lnTo>
                  <a:lnTo>
                    <a:pt x="1783764" y="669507"/>
                  </a:lnTo>
                  <a:lnTo>
                    <a:pt x="1775906" y="669434"/>
                  </a:lnTo>
                  <a:lnTo>
                    <a:pt x="1768048" y="669353"/>
                  </a:lnTo>
                  <a:lnTo>
                    <a:pt x="1760190" y="669283"/>
                  </a:lnTo>
                  <a:lnTo>
                    <a:pt x="1752332" y="669212"/>
                  </a:lnTo>
                  <a:lnTo>
                    <a:pt x="1744474" y="669141"/>
                  </a:lnTo>
                  <a:lnTo>
                    <a:pt x="1736616" y="669068"/>
                  </a:lnTo>
                  <a:lnTo>
                    <a:pt x="1728758" y="668995"/>
                  </a:lnTo>
                  <a:lnTo>
                    <a:pt x="1720900" y="668921"/>
                  </a:lnTo>
                  <a:lnTo>
                    <a:pt x="1713042" y="668845"/>
                  </a:lnTo>
                  <a:lnTo>
                    <a:pt x="1705184" y="668769"/>
                  </a:lnTo>
                  <a:lnTo>
                    <a:pt x="1697326" y="668691"/>
                  </a:lnTo>
                  <a:lnTo>
                    <a:pt x="1689468" y="668613"/>
                  </a:lnTo>
                  <a:lnTo>
                    <a:pt x="1681610" y="668533"/>
                  </a:lnTo>
                  <a:lnTo>
                    <a:pt x="1673752" y="668453"/>
                  </a:lnTo>
                  <a:lnTo>
                    <a:pt x="1665894" y="668371"/>
                  </a:lnTo>
                  <a:lnTo>
                    <a:pt x="1658036" y="668288"/>
                  </a:lnTo>
                  <a:lnTo>
                    <a:pt x="1650178" y="668204"/>
                  </a:lnTo>
                  <a:lnTo>
                    <a:pt x="1642320" y="668119"/>
                  </a:lnTo>
                  <a:lnTo>
                    <a:pt x="1634462" y="668033"/>
                  </a:lnTo>
                  <a:lnTo>
                    <a:pt x="1626604" y="667946"/>
                  </a:lnTo>
                  <a:lnTo>
                    <a:pt x="1618746" y="667858"/>
                  </a:lnTo>
                  <a:lnTo>
                    <a:pt x="1610888" y="667767"/>
                  </a:lnTo>
                  <a:lnTo>
                    <a:pt x="1603030" y="667675"/>
                  </a:lnTo>
                  <a:lnTo>
                    <a:pt x="1595172" y="667582"/>
                  </a:lnTo>
                  <a:lnTo>
                    <a:pt x="1587314" y="667488"/>
                  </a:lnTo>
                  <a:lnTo>
                    <a:pt x="1579456" y="667392"/>
                  </a:lnTo>
                  <a:lnTo>
                    <a:pt x="1571598" y="667295"/>
                  </a:lnTo>
                  <a:lnTo>
                    <a:pt x="1563740" y="667175"/>
                  </a:lnTo>
                  <a:lnTo>
                    <a:pt x="1555882" y="667045"/>
                  </a:lnTo>
                  <a:lnTo>
                    <a:pt x="1548024" y="666914"/>
                  </a:lnTo>
                  <a:lnTo>
                    <a:pt x="1540166" y="666783"/>
                  </a:lnTo>
                  <a:lnTo>
                    <a:pt x="1532308" y="666650"/>
                  </a:lnTo>
                  <a:lnTo>
                    <a:pt x="1524450" y="666517"/>
                  </a:lnTo>
                  <a:lnTo>
                    <a:pt x="1516592" y="666383"/>
                  </a:lnTo>
                  <a:lnTo>
                    <a:pt x="1508734" y="666248"/>
                  </a:lnTo>
                  <a:lnTo>
                    <a:pt x="1500876" y="666113"/>
                  </a:lnTo>
                  <a:lnTo>
                    <a:pt x="1493018" y="665976"/>
                  </a:lnTo>
                  <a:lnTo>
                    <a:pt x="1485160" y="665839"/>
                  </a:lnTo>
                  <a:lnTo>
                    <a:pt x="1477302" y="665701"/>
                  </a:lnTo>
                  <a:lnTo>
                    <a:pt x="1469444" y="665562"/>
                  </a:lnTo>
                  <a:lnTo>
                    <a:pt x="1461586" y="665444"/>
                  </a:lnTo>
                  <a:lnTo>
                    <a:pt x="1453728" y="665334"/>
                  </a:lnTo>
                  <a:lnTo>
                    <a:pt x="1445870" y="665222"/>
                  </a:lnTo>
                  <a:lnTo>
                    <a:pt x="1438012" y="665109"/>
                  </a:lnTo>
                  <a:lnTo>
                    <a:pt x="1430154" y="664995"/>
                  </a:lnTo>
                  <a:lnTo>
                    <a:pt x="1422296" y="664880"/>
                  </a:lnTo>
                  <a:lnTo>
                    <a:pt x="1414438" y="664764"/>
                  </a:lnTo>
                  <a:lnTo>
                    <a:pt x="1406580" y="664647"/>
                  </a:lnTo>
                  <a:lnTo>
                    <a:pt x="1398722" y="664529"/>
                  </a:lnTo>
                  <a:lnTo>
                    <a:pt x="1390864" y="664410"/>
                  </a:lnTo>
                  <a:lnTo>
                    <a:pt x="1383006" y="664290"/>
                  </a:lnTo>
                  <a:lnTo>
                    <a:pt x="1375148" y="664168"/>
                  </a:lnTo>
                  <a:lnTo>
                    <a:pt x="1367290" y="664046"/>
                  </a:lnTo>
                  <a:lnTo>
                    <a:pt x="1359432" y="663922"/>
                  </a:lnTo>
                  <a:lnTo>
                    <a:pt x="1351574" y="663798"/>
                  </a:lnTo>
                  <a:lnTo>
                    <a:pt x="1343716" y="663692"/>
                  </a:lnTo>
                  <a:lnTo>
                    <a:pt x="1335858" y="663622"/>
                  </a:lnTo>
                  <a:lnTo>
                    <a:pt x="1328000" y="663552"/>
                  </a:lnTo>
                  <a:lnTo>
                    <a:pt x="1320142" y="663433"/>
                  </a:lnTo>
                  <a:lnTo>
                    <a:pt x="1312284" y="663284"/>
                  </a:lnTo>
                  <a:lnTo>
                    <a:pt x="1304426" y="663132"/>
                  </a:lnTo>
                  <a:lnTo>
                    <a:pt x="1296568" y="662978"/>
                  </a:lnTo>
                  <a:lnTo>
                    <a:pt x="1288710" y="662794"/>
                  </a:lnTo>
                  <a:lnTo>
                    <a:pt x="1280852" y="662623"/>
                  </a:lnTo>
                  <a:lnTo>
                    <a:pt x="1272994" y="662487"/>
                  </a:lnTo>
                  <a:lnTo>
                    <a:pt x="1265136" y="662345"/>
                  </a:lnTo>
                  <a:lnTo>
                    <a:pt x="1257278" y="662182"/>
                  </a:lnTo>
                  <a:lnTo>
                    <a:pt x="1249420" y="662017"/>
                  </a:lnTo>
                  <a:lnTo>
                    <a:pt x="1241562" y="661849"/>
                  </a:lnTo>
                  <a:lnTo>
                    <a:pt x="1233704" y="661678"/>
                  </a:lnTo>
                  <a:lnTo>
                    <a:pt x="1225846" y="661506"/>
                  </a:lnTo>
                  <a:lnTo>
                    <a:pt x="1217988" y="661331"/>
                  </a:lnTo>
                  <a:lnTo>
                    <a:pt x="1210130" y="661154"/>
                  </a:lnTo>
                  <a:lnTo>
                    <a:pt x="1202272" y="660974"/>
                  </a:lnTo>
                  <a:lnTo>
                    <a:pt x="1194414" y="660792"/>
                  </a:lnTo>
                  <a:lnTo>
                    <a:pt x="1186556" y="660608"/>
                  </a:lnTo>
                  <a:lnTo>
                    <a:pt x="1178698" y="660422"/>
                  </a:lnTo>
                  <a:lnTo>
                    <a:pt x="1170840" y="660232"/>
                  </a:lnTo>
                  <a:lnTo>
                    <a:pt x="1162982" y="660041"/>
                  </a:lnTo>
                  <a:lnTo>
                    <a:pt x="1155124" y="659847"/>
                  </a:lnTo>
                  <a:lnTo>
                    <a:pt x="1147266" y="659650"/>
                  </a:lnTo>
                  <a:lnTo>
                    <a:pt x="1139408" y="659532"/>
                  </a:lnTo>
                  <a:lnTo>
                    <a:pt x="1131550" y="659343"/>
                  </a:lnTo>
                  <a:lnTo>
                    <a:pt x="1123692" y="659151"/>
                  </a:lnTo>
                  <a:lnTo>
                    <a:pt x="1115834" y="658958"/>
                  </a:lnTo>
                  <a:lnTo>
                    <a:pt x="1107976" y="658766"/>
                  </a:lnTo>
                  <a:lnTo>
                    <a:pt x="1100118" y="658615"/>
                  </a:lnTo>
                  <a:lnTo>
                    <a:pt x="1092260" y="658480"/>
                  </a:lnTo>
                  <a:lnTo>
                    <a:pt x="1084402" y="658343"/>
                  </a:lnTo>
                  <a:lnTo>
                    <a:pt x="1076544" y="658206"/>
                  </a:lnTo>
                  <a:lnTo>
                    <a:pt x="1068686" y="658067"/>
                  </a:lnTo>
                  <a:lnTo>
                    <a:pt x="1060828" y="657926"/>
                  </a:lnTo>
                  <a:lnTo>
                    <a:pt x="1052970" y="657785"/>
                  </a:lnTo>
                  <a:lnTo>
                    <a:pt x="1045112" y="657642"/>
                  </a:lnTo>
                  <a:lnTo>
                    <a:pt x="1037254" y="657498"/>
                  </a:lnTo>
                  <a:lnTo>
                    <a:pt x="1029397" y="657353"/>
                  </a:lnTo>
                  <a:lnTo>
                    <a:pt x="1021539" y="657206"/>
                  </a:lnTo>
                  <a:lnTo>
                    <a:pt x="1013681" y="657052"/>
                  </a:lnTo>
                  <a:lnTo>
                    <a:pt x="1005823" y="656888"/>
                  </a:lnTo>
                  <a:lnTo>
                    <a:pt x="997965" y="656723"/>
                  </a:lnTo>
                  <a:lnTo>
                    <a:pt x="990107" y="656555"/>
                  </a:lnTo>
                  <a:lnTo>
                    <a:pt x="982249" y="656385"/>
                  </a:lnTo>
                  <a:lnTo>
                    <a:pt x="974391" y="656299"/>
                  </a:lnTo>
                  <a:lnTo>
                    <a:pt x="966533" y="656128"/>
                  </a:lnTo>
                  <a:lnTo>
                    <a:pt x="958675" y="655935"/>
                  </a:lnTo>
                  <a:lnTo>
                    <a:pt x="950817" y="655741"/>
                  </a:lnTo>
                  <a:lnTo>
                    <a:pt x="942959" y="655558"/>
                  </a:lnTo>
                  <a:lnTo>
                    <a:pt x="935101" y="655396"/>
                  </a:lnTo>
                  <a:lnTo>
                    <a:pt x="927243" y="655234"/>
                  </a:lnTo>
                  <a:lnTo>
                    <a:pt x="919385" y="655110"/>
                  </a:lnTo>
                  <a:lnTo>
                    <a:pt x="911527" y="655003"/>
                  </a:lnTo>
                  <a:lnTo>
                    <a:pt x="903669" y="654769"/>
                  </a:lnTo>
                  <a:lnTo>
                    <a:pt x="895811" y="654573"/>
                  </a:lnTo>
                  <a:lnTo>
                    <a:pt x="887953" y="654405"/>
                  </a:lnTo>
                  <a:lnTo>
                    <a:pt x="880095" y="654236"/>
                  </a:lnTo>
                  <a:lnTo>
                    <a:pt x="872237" y="654065"/>
                  </a:lnTo>
                  <a:lnTo>
                    <a:pt x="864379" y="653894"/>
                  </a:lnTo>
                  <a:lnTo>
                    <a:pt x="856521" y="653806"/>
                  </a:lnTo>
                  <a:lnTo>
                    <a:pt x="848663" y="653706"/>
                  </a:lnTo>
                  <a:lnTo>
                    <a:pt x="840805" y="653448"/>
                  </a:lnTo>
                  <a:lnTo>
                    <a:pt x="832947" y="653244"/>
                  </a:lnTo>
                  <a:lnTo>
                    <a:pt x="825089" y="653016"/>
                  </a:lnTo>
                  <a:lnTo>
                    <a:pt x="817231" y="652837"/>
                  </a:lnTo>
                  <a:lnTo>
                    <a:pt x="809373" y="652657"/>
                  </a:lnTo>
                  <a:lnTo>
                    <a:pt x="801515" y="652475"/>
                  </a:lnTo>
                  <a:lnTo>
                    <a:pt x="793657" y="652301"/>
                  </a:lnTo>
                  <a:lnTo>
                    <a:pt x="785799" y="652139"/>
                  </a:lnTo>
                  <a:lnTo>
                    <a:pt x="777941" y="651947"/>
                  </a:lnTo>
                  <a:lnTo>
                    <a:pt x="770083" y="651753"/>
                  </a:lnTo>
                  <a:lnTo>
                    <a:pt x="762225" y="651556"/>
                  </a:lnTo>
                  <a:lnTo>
                    <a:pt x="754367" y="651360"/>
                  </a:lnTo>
                  <a:lnTo>
                    <a:pt x="746509" y="651167"/>
                  </a:lnTo>
                  <a:lnTo>
                    <a:pt x="738651" y="650977"/>
                  </a:lnTo>
                  <a:lnTo>
                    <a:pt x="730793" y="650784"/>
                  </a:lnTo>
                  <a:lnTo>
                    <a:pt x="722935" y="650567"/>
                  </a:lnTo>
                  <a:lnTo>
                    <a:pt x="715077" y="650332"/>
                  </a:lnTo>
                  <a:lnTo>
                    <a:pt x="707219" y="650005"/>
                  </a:lnTo>
                  <a:lnTo>
                    <a:pt x="699361" y="649715"/>
                  </a:lnTo>
                  <a:lnTo>
                    <a:pt x="691503" y="649425"/>
                  </a:lnTo>
                  <a:lnTo>
                    <a:pt x="683645" y="649132"/>
                  </a:lnTo>
                  <a:lnTo>
                    <a:pt x="675787" y="648836"/>
                  </a:lnTo>
                  <a:lnTo>
                    <a:pt x="667929" y="648537"/>
                  </a:lnTo>
                  <a:lnTo>
                    <a:pt x="660071" y="648266"/>
                  </a:lnTo>
                  <a:lnTo>
                    <a:pt x="652213" y="648104"/>
                  </a:lnTo>
                  <a:lnTo>
                    <a:pt x="644355" y="647941"/>
                  </a:lnTo>
                  <a:lnTo>
                    <a:pt x="636497" y="647775"/>
                  </a:lnTo>
                  <a:lnTo>
                    <a:pt x="628639" y="647604"/>
                  </a:lnTo>
                  <a:lnTo>
                    <a:pt x="620781" y="647349"/>
                  </a:lnTo>
                  <a:lnTo>
                    <a:pt x="612923" y="646975"/>
                  </a:lnTo>
                  <a:lnTo>
                    <a:pt x="605065" y="646590"/>
                  </a:lnTo>
                  <a:lnTo>
                    <a:pt x="597207" y="646198"/>
                  </a:lnTo>
                  <a:lnTo>
                    <a:pt x="589349" y="646002"/>
                  </a:lnTo>
                  <a:lnTo>
                    <a:pt x="581491" y="645542"/>
                  </a:lnTo>
                  <a:lnTo>
                    <a:pt x="573633" y="645067"/>
                  </a:lnTo>
                  <a:lnTo>
                    <a:pt x="565775" y="644643"/>
                  </a:lnTo>
                  <a:lnTo>
                    <a:pt x="557917" y="644631"/>
                  </a:lnTo>
                  <a:lnTo>
                    <a:pt x="550059" y="644189"/>
                  </a:lnTo>
                  <a:lnTo>
                    <a:pt x="542201" y="643920"/>
                  </a:lnTo>
                  <a:lnTo>
                    <a:pt x="534343" y="643606"/>
                  </a:lnTo>
                  <a:lnTo>
                    <a:pt x="526485" y="643490"/>
                  </a:lnTo>
                  <a:lnTo>
                    <a:pt x="518627" y="643373"/>
                  </a:lnTo>
                  <a:lnTo>
                    <a:pt x="510769" y="642919"/>
                  </a:lnTo>
                  <a:lnTo>
                    <a:pt x="502911" y="642461"/>
                  </a:lnTo>
                  <a:lnTo>
                    <a:pt x="495053" y="642354"/>
                  </a:lnTo>
                  <a:lnTo>
                    <a:pt x="487195" y="642238"/>
                  </a:lnTo>
                  <a:lnTo>
                    <a:pt x="479337" y="642068"/>
                  </a:lnTo>
                  <a:lnTo>
                    <a:pt x="471479" y="642018"/>
                  </a:lnTo>
                  <a:lnTo>
                    <a:pt x="463621" y="641908"/>
                  </a:lnTo>
                  <a:lnTo>
                    <a:pt x="455763" y="641567"/>
                  </a:lnTo>
                  <a:lnTo>
                    <a:pt x="447905" y="641137"/>
                  </a:lnTo>
                  <a:lnTo>
                    <a:pt x="440047" y="640851"/>
                  </a:lnTo>
                  <a:lnTo>
                    <a:pt x="432189" y="640452"/>
                  </a:lnTo>
                  <a:lnTo>
                    <a:pt x="424331" y="640392"/>
                  </a:lnTo>
                  <a:lnTo>
                    <a:pt x="416473" y="640214"/>
                  </a:lnTo>
                  <a:lnTo>
                    <a:pt x="408615" y="640070"/>
                  </a:lnTo>
                  <a:lnTo>
                    <a:pt x="400757" y="639957"/>
                  </a:lnTo>
                  <a:lnTo>
                    <a:pt x="392899" y="639841"/>
                  </a:lnTo>
                  <a:lnTo>
                    <a:pt x="385041" y="639701"/>
                  </a:lnTo>
                  <a:lnTo>
                    <a:pt x="377183" y="639403"/>
                  </a:lnTo>
                  <a:lnTo>
                    <a:pt x="369325" y="639113"/>
                  </a:lnTo>
                  <a:lnTo>
                    <a:pt x="361467" y="638832"/>
                  </a:lnTo>
                  <a:lnTo>
                    <a:pt x="353609" y="638473"/>
                  </a:lnTo>
                  <a:lnTo>
                    <a:pt x="345751" y="638083"/>
                  </a:lnTo>
                  <a:lnTo>
                    <a:pt x="337893" y="637680"/>
                  </a:lnTo>
                  <a:lnTo>
                    <a:pt x="330035" y="637516"/>
                  </a:lnTo>
                  <a:lnTo>
                    <a:pt x="322177" y="637196"/>
                  </a:lnTo>
                  <a:lnTo>
                    <a:pt x="314319" y="636875"/>
                  </a:lnTo>
                  <a:lnTo>
                    <a:pt x="306461" y="636598"/>
                  </a:lnTo>
                  <a:lnTo>
                    <a:pt x="298603" y="636264"/>
                  </a:lnTo>
                  <a:lnTo>
                    <a:pt x="290745" y="636079"/>
                  </a:lnTo>
                  <a:lnTo>
                    <a:pt x="282887" y="635667"/>
                  </a:lnTo>
                  <a:lnTo>
                    <a:pt x="275029" y="635562"/>
                  </a:lnTo>
                  <a:lnTo>
                    <a:pt x="267171" y="635458"/>
                  </a:lnTo>
                  <a:lnTo>
                    <a:pt x="259313" y="635317"/>
                  </a:lnTo>
                  <a:lnTo>
                    <a:pt x="251455" y="635387"/>
                  </a:lnTo>
                  <a:lnTo>
                    <a:pt x="243597" y="635242"/>
                  </a:lnTo>
                  <a:lnTo>
                    <a:pt x="235739" y="635314"/>
                  </a:lnTo>
                  <a:lnTo>
                    <a:pt x="227881" y="635182"/>
                  </a:lnTo>
                  <a:lnTo>
                    <a:pt x="220023" y="634831"/>
                  </a:lnTo>
                  <a:lnTo>
                    <a:pt x="212165" y="634577"/>
                  </a:lnTo>
                  <a:lnTo>
                    <a:pt x="204307" y="634277"/>
                  </a:lnTo>
                  <a:lnTo>
                    <a:pt x="196449" y="633974"/>
                  </a:lnTo>
                  <a:lnTo>
                    <a:pt x="188591" y="634409"/>
                  </a:lnTo>
                  <a:lnTo>
                    <a:pt x="180733" y="634432"/>
                  </a:lnTo>
                  <a:lnTo>
                    <a:pt x="172875" y="634350"/>
                  </a:lnTo>
                  <a:lnTo>
                    <a:pt x="165017" y="634282"/>
                  </a:lnTo>
                  <a:lnTo>
                    <a:pt x="157159" y="634244"/>
                  </a:lnTo>
                  <a:lnTo>
                    <a:pt x="149301" y="634128"/>
                  </a:lnTo>
                  <a:lnTo>
                    <a:pt x="141443" y="634117"/>
                  </a:lnTo>
                  <a:lnTo>
                    <a:pt x="133585" y="634082"/>
                  </a:lnTo>
                  <a:lnTo>
                    <a:pt x="125727" y="634083"/>
                  </a:lnTo>
                  <a:lnTo>
                    <a:pt x="117869" y="633981"/>
                  </a:lnTo>
                  <a:lnTo>
                    <a:pt x="110011" y="633889"/>
                  </a:lnTo>
                  <a:lnTo>
                    <a:pt x="102153" y="633989"/>
                  </a:lnTo>
                  <a:lnTo>
                    <a:pt x="94295" y="633750"/>
                  </a:lnTo>
                  <a:lnTo>
                    <a:pt x="86437" y="633749"/>
                  </a:lnTo>
                  <a:lnTo>
                    <a:pt x="78579" y="633778"/>
                  </a:lnTo>
                  <a:lnTo>
                    <a:pt x="70721" y="633764"/>
                  </a:lnTo>
                  <a:lnTo>
                    <a:pt x="62863" y="633768"/>
                  </a:lnTo>
                  <a:lnTo>
                    <a:pt x="55005" y="633812"/>
                  </a:lnTo>
                  <a:lnTo>
                    <a:pt x="47147" y="633997"/>
                  </a:lnTo>
                  <a:lnTo>
                    <a:pt x="39289" y="634350"/>
                  </a:lnTo>
                  <a:lnTo>
                    <a:pt x="31431" y="634261"/>
                  </a:lnTo>
                  <a:lnTo>
                    <a:pt x="23573" y="634132"/>
                  </a:lnTo>
                  <a:lnTo>
                    <a:pt x="15715" y="634275"/>
                  </a:lnTo>
                  <a:lnTo>
                    <a:pt x="7857" y="634238"/>
                  </a:lnTo>
                  <a:lnTo>
                    <a:pt x="0" y="634482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186414" y="2430311"/>
              <a:ext cx="2035220" cy="575699"/>
            </a:xfrm>
            <a:custGeom>
              <a:avLst/>
              <a:pathLst>
                <a:path w="2035220" h="575699">
                  <a:moveTo>
                    <a:pt x="0" y="570603"/>
                  </a:moveTo>
                  <a:lnTo>
                    <a:pt x="7857" y="571038"/>
                  </a:lnTo>
                  <a:lnTo>
                    <a:pt x="15715" y="571368"/>
                  </a:lnTo>
                  <a:lnTo>
                    <a:pt x="23573" y="571685"/>
                  </a:lnTo>
                  <a:lnTo>
                    <a:pt x="31431" y="572260"/>
                  </a:lnTo>
                  <a:lnTo>
                    <a:pt x="39289" y="572622"/>
                  </a:lnTo>
                  <a:lnTo>
                    <a:pt x="47147" y="573281"/>
                  </a:lnTo>
                  <a:lnTo>
                    <a:pt x="55005" y="573609"/>
                  </a:lnTo>
                  <a:lnTo>
                    <a:pt x="62863" y="573803"/>
                  </a:lnTo>
                  <a:lnTo>
                    <a:pt x="70721" y="574115"/>
                  </a:lnTo>
                  <a:lnTo>
                    <a:pt x="78579" y="574334"/>
                  </a:lnTo>
                  <a:lnTo>
                    <a:pt x="86437" y="574570"/>
                  </a:lnTo>
                  <a:lnTo>
                    <a:pt x="94295" y="574823"/>
                  </a:lnTo>
                  <a:lnTo>
                    <a:pt x="102153" y="575001"/>
                  </a:lnTo>
                  <a:lnTo>
                    <a:pt x="110011" y="575102"/>
                  </a:lnTo>
                  <a:lnTo>
                    <a:pt x="117869" y="575292"/>
                  </a:lnTo>
                  <a:lnTo>
                    <a:pt x="125727" y="575375"/>
                  </a:lnTo>
                  <a:lnTo>
                    <a:pt x="133585" y="575495"/>
                  </a:lnTo>
                  <a:lnTo>
                    <a:pt x="141443" y="575576"/>
                  </a:lnTo>
                  <a:lnTo>
                    <a:pt x="149301" y="575699"/>
                  </a:lnTo>
                  <a:lnTo>
                    <a:pt x="157159" y="575586"/>
                  </a:lnTo>
                  <a:lnTo>
                    <a:pt x="165017" y="575509"/>
                  </a:lnTo>
                  <a:lnTo>
                    <a:pt x="172875" y="575110"/>
                  </a:lnTo>
                  <a:lnTo>
                    <a:pt x="180733" y="574882"/>
                  </a:lnTo>
                  <a:lnTo>
                    <a:pt x="188591" y="574734"/>
                  </a:lnTo>
                  <a:lnTo>
                    <a:pt x="196449" y="574663"/>
                  </a:lnTo>
                  <a:lnTo>
                    <a:pt x="204307" y="574647"/>
                  </a:lnTo>
                  <a:lnTo>
                    <a:pt x="212165" y="574270"/>
                  </a:lnTo>
                  <a:lnTo>
                    <a:pt x="220023" y="573889"/>
                  </a:lnTo>
                  <a:lnTo>
                    <a:pt x="227881" y="573591"/>
                  </a:lnTo>
                  <a:lnTo>
                    <a:pt x="235739" y="573427"/>
                  </a:lnTo>
                  <a:lnTo>
                    <a:pt x="243597" y="573160"/>
                  </a:lnTo>
                  <a:lnTo>
                    <a:pt x="251455" y="572976"/>
                  </a:lnTo>
                  <a:lnTo>
                    <a:pt x="259313" y="572555"/>
                  </a:lnTo>
                  <a:lnTo>
                    <a:pt x="267171" y="572226"/>
                  </a:lnTo>
                  <a:lnTo>
                    <a:pt x="275029" y="571829"/>
                  </a:lnTo>
                  <a:lnTo>
                    <a:pt x="282887" y="571428"/>
                  </a:lnTo>
                  <a:lnTo>
                    <a:pt x="290745" y="571112"/>
                  </a:lnTo>
                  <a:lnTo>
                    <a:pt x="298603" y="570730"/>
                  </a:lnTo>
                  <a:lnTo>
                    <a:pt x="306461" y="570425"/>
                  </a:lnTo>
                  <a:lnTo>
                    <a:pt x="314319" y="569888"/>
                  </a:lnTo>
                  <a:lnTo>
                    <a:pt x="322177" y="569286"/>
                  </a:lnTo>
                  <a:lnTo>
                    <a:pt x="330035" y="568430"/>
                  </a:lnTo>
                  <a:lnTo>
                    <a:pt x="337893" y="567900"/>
                  </a:lnTo>
                  <a:lnTo>
                    <a:pt x="345751" y="567604"/>
                  </a:lnTo>
                  <a:lnTo>
                    <a:pt x="353609" y="567031"/>
                  </a:lnTo>
                  <a:lnTo>
                    <a:pt x="361467" y="566174"/>
                  </a:lnTo>
                  <a:lnTo>
                    <a:pt x="369325" y="565162"/>
                  </a:lnTo>
                  <a:lnTo>
                    <a:pt x="377183" y="564495"/>
                  </a:lnTo>
                  <a:lnTo>
                    <a:pt x="385041" y="564373"/>
                  </a:lnTo>
                  <a:lnTo>
                    <a:pt x="392899" y="563655"/>
                  </a:lnTo>
                  <a:lnTo>
                    <a:pt x="400757" y="562986"/>
                  </a:lnTo>
                  <a:lnTo>
                    <a:pt x="408615" y="561801"/>
                  </a:lnTo>
                  <a:lnTo>
                    <a:pt x="416473" y="561092"/>
                  </a:lnTo>
                  <a:lnTo>
                    <a:pt x="424331" y="560087"/>
                  </a:lnTo>
                  <a:lnTo>
                    <a:pt x="432189" y="559118"/>
                  </a:lnTo>
                  <a:lnTo>
                    <a:pt x="440047" y="558343"/>
                  </a:lnTo>
                  <a:lnTo>
                    <a:pt x="447905" y="557609"/>
                  </a:lnTo>
                  <a:lnTo>
                    <a:pt x="455763" y="557043"/>
                  </a:lnTo>
                  <a:lnTo>
                    <a:pt x="463621" y="555818"/>
                  </a:lnTo>
                  <a:lnTo>
                    <a:pt x="471479" y="554516"/>
                  </a:lnTo>
                  <a:lnTo>
                    <a:pt x="479337" y="553322"/>
                  </a:lnTo>
                  <a:lnTo>
                    <a:pt x="487195" y="552848"/>
                  </a:lnTo>
                  <a:lnTo>
                    <a:pt x="495053" y="551578"/>
                  </a:lnTo>
                  <a:lnTo>
                    <a:pt x="502911" y="550705"/>
                  </a:lnTo>
                  <a:lnTo>
                    <a:pt x="510769" y="549720"/>
                  </a:lnTo>
                  <a:lnTo>
                    <a:pt x="518627" y="548561"/>
                  </a:lnTo>
                  <a:lnTo>
                    <a:pt x="526485" y="547541"/>
                  </a:lnTo>
                  <a:lnTo>
                    <a:pt x="534343" y="546714"/>
                  </a:lnTo>
                  <a:lnTo>
                    <a:pt x="542201" y="545883"/>
                  </a:lnTo>
                  <a:lnTo>
                    <a:pt x="550059" y="545069"/>
                  </a:lnTo>
                  <a:lnTo>
                    <a:pt x="557917" y="544228"/>
                  </a:lnTo>
                  <a:lnTo>
                    <a:pt x="565775" y="543365"/>
                  </a:lnTo>
                  <a:lnTo>
                    <a:pt x="573633" y="542496"/>
                  </a:lnTo>
                  <a:lnTo>
                    <a:pt x="581491" y="541620"/>
                  </a:lnTo>
                  <a:lnTo>
                    <a:pt x="589349" y="540739"/>
                  </a:lnTo>
                  <a:lnTo>
                    <a:pt x="597207" y="539858"/>
                  </a:lnTo>
                  <a:lnTo>
                    <a:pt x="605065" y="538970"/>
                  </a:lnTo>
                  <a:lnTo>
                    <a:pt x="612923" y="538076"/>
                  </a:lnTo>
                  <a:lnTo>
                    <a:pt x="620781" y="537030"/>
                  </a:lnTo>
                  <a:lnTo>
                    <a:pt x="628639" y="535827"/>
                  </a:lnTo>
                  <a:lnTo>
                    <a:pt x="636497" y="533725"/>
                  </a:lnTo>
                  <a:lnTo>
                    <a:pt x="644355" y="531103"/>
                  </a:lnTo>
                  <a:lnTo>
                    <a:pt x="652213" y="528445"/>
                  </a:lnTo>
                  <a:lnTo>
                    <a:pt x="660071" y="526477"/>
                  </a:lnTo>
                  <a:lnTo>
                    <a:pt x="667929" y="526013"/>
                  </a:lnTo>
                  <a:lnTo>
                    <a:pt x="675787" y="525547"/>
                  </a:lnTo>
                  <a:lnTo>
                    <a:pt x="683645" y="525080"/>
                  </a:lnTo>
                  <a:lnTo>
                    <a:pt x="691503" y="523954"/>
                  </a:lnTo>
                  <a:lnTo>
                    <a:pt x="699361" y="521881"/>
                  </a:lnTo>
                  <a:lnTo>
                    <a:pt x="707219" y="520775"/>
                  </a:lnTo>
                  <a:lnTo>
                    <a:pt x="715077" y="519797"/>
                  </a:lnTo>
                  <a:lnTo>
                    <a:pt x="722935" y="518811"/>
                  </a:lnTo>
                  <a:lnTo>
                    <a:pt x="730793" y="517818"/>
                  </a:lnTo>
                  <a:lnTo>
                    <a:pt x="738651" y="516321"/>
                  </a:lnTo>
                  <a:lnTo>
                    <a:pt x="746509" y="514091"/>
                  </a:lnTo>
                  <a:lnTo>
                    <a:pt x="754367" y="511834"/>
                  </a:lnTo>
                  <a:lnTo>
                    <a:pt x="762225" y="509548"/>
                  </a:lnTo>
                  <a:lnTo>
                    <a:pt x="770083" y="508063"/>
                  </a:lnTo>
                  <a:lnTo>
                    <a:pt x="777941" y="506990"/>
                  </a:lnTo>
                  <a:lnTo>
                    <a:pt x="785799" y="505025"/>
                  </a:lnTo>
                  <a:lnTo>
                    <a:pt x="793657" y="503049"/>
                  </a:lnTo>
                  <a:lnTo>
                    <a:pt x="801515" y="501064"/>
                  </a:lnTo>
                  <a:lnTo>
                    <a:pt x="809373" y="499057"/>
                  </a:lnTo>
                  <a:lnTo>
                    <a:pt x="817231" y="497030"/>
                  </a:lnTo>
                  <a:lnTo>
                    <a:pt x="825089" y="494981"/>
                  </a:lnTo>
                  <a:lnTo>
                    <a:pt x="832947" y="492912"/>
                  </a:lnTo>
                  <a:lnTo>
                    <a:pt x="840805" y="490821"/>
                  </a:lnTo>
                  <a:lnTo>
                    <a:pt x="848663" y="488925"/>
                  </a:lnTo>
                  <a:lnTo>
                    <a:pt x="856521" y="487222"/>
                  </a:lnTo>
                  <a:lnTo>
                    <a:pt x="864379" y="485506"/>
                  </a:lnTo>
                  <a:lnTo>
                    <a:pt x="872237" y="483746"/>
                  </a:lnTo>
                  <a:lnTo>
                    <a:pt x="880095" y="481272"/>
                  </a:lnTo>
                  <a:lnTo>
                    <a:pt x="887953" y="478824"/>
                  </a:lnTo>
                  <a:lnTo>
                    <a:pt x="895811" y="477168"/>
                  </a:lnTo>
                  <a:lnTo>
                    <a:pt x="903669" y="475500"/>
                  </a:lnTo>
                  <a:lnTo>
                    <a:pt x="911527" y="473836"/>
                  </a:lnTo>
                  <a:lnTo>
                    <a:pt x="919385" y="472159"/>
                  </a:lnTo>
                  <a:lnTo>
                    <a:pt x="927243" y="470467"/>
                  </a:lnTo>
                  <a:lnTo>
                    <a:pt x="935101" y="468761"/>
                  </a:lnTo>
                  <a:lnTo>
                    <a:pt x="942959" y="466745"/>
                  </a:lnTo>
                  <a:lnTo>
                    <a:pt x="950817" y="464231"/>
                  </a:lnTo>
                  <a:lnTo>
                    <a:pt x="958675" y="461689"/>
                  </a:lnTo>
                  <a:lnTo>
                    <a:pt x="966533" y="459179"/>
                  </a:lnTo>
                  <a:lnTo>
                    <a:pt x="974391" y="456513"/>
                  </a:lnTo>
                  <a:lnTo>
                    <a:pt x="982249" y="454206"/>
                  </a:lnTo>
                  <a:lnTo>
                    <a:pt x="990107" y="452387"/>
                  </a:lnTo>
                  <a:lnTo>
                    <a:pt x="997965" y="449909"/>
                  </a:lnTo>
                  <a:lnTo>
                    <a:pt x="1005823" y="447017"/>
                  </a:lnTo>
                  <a:lnTo>
                    <a:pt x="1013681" y="444972"/>
                  </a:lnTo>
                  <a:lnTo>
                    <a:pt x="1021539" y="443098"/>
                  </a:lnTo>
                  <a:lnTo>
                    <a:pt x="1029397" y="441213"/>
                  </a:lnTo>
                  <a:lnTo>
                    <a:pt x="1037254" y="439316"/>
                  </a:lnTo>
                  <a:lnTo>
                    <a:pt x="1045112" y="437408"/>
                  </a:lnTo>
                  <a:lnTo>
                    <a:pt x="1052970" y="435450"/>
                  </a:lnTo>
                  <a:lnTo>
                    <a:pt x="1060828" y="432808"/>
                  </a:lnTo>
                  <a:lnTo>
                    <a:pt x="1068686" y="430131"/>
                  </a:lnTo>
                  <a:lnTo>
                    <a:pt x="1076544" y="427614"/>
                  </a:lnTo>
                  <a:lnTo>
                    <a:pt x="1084402" y="425325"/>
                  </a:lnTo>
                  <a:lnTo>
                    <a:pt x="1092260" y="422734"/>
                  </a:lnTo>
                  <a:lnTo>
                    <a:pt x="1100118" y="420121"/>
                  </a:lnTo>
                  <a:lnTo>
                    <a:pt x="1107976" y="417489"/>
                  </a:lnTo>
                  <a:lnTo>
                    <a:pt x="1115834" y="414837"/>
                  </a:lnTo>
                  <a:lnTo>
                    <a:pt x="1123692" y="412164"/>
                  </a:lnTo>
                  <a:lnTo>
                    <a:pt x="1131550" y="409471"/>
                  </a:lnTo>
                  <a:lnTo>
                    <a:pt x="1139408" y="406294"/>
                  </a:lnTo>
                  <a:lnTo>
                    <a:pt x="1147266" y="403044"/>
                  </a:lnTo>
                  <a:lnTo>
                    <a:pt x="1155124" y="399763"/>
                  </a:lnTo>
                  <a:lnTo>
                    <a:pt x="1162982" y="396450"/>
                  </a:lnTo>
                  <a:lnTo>
                    <a:pt x="1170840" y="393310"/>
                  </a:lnTo>
                  <a:lnTo>
                    <a:pt x="1178698" y="391081"/>
                  </a:lnTo>
                  <a:lnTo>
                    <a:pt x="1186556" y="388846"/>
                  </a:lnTo>
                  <a:lnTo>
                    <a:pt x="1194414" y="386598"/>
                  </a:lnTo>
                  <a:lnTo>
                    <a:pt x="1202272" y="384336"/>
                  </a:lnTo>
                  <a:lnTo>
                    <a:pt x="1210130" y="381444"/>
                  </a:lnTo>
                  <a:lnTo>
                    <a:pt x="1217988" y="378534"/>
                  </a:lnTo>
                  <a:lnTo>
                    <a:pt x="1225846" y="375603"/>
                  </a:lnTo>
                  <a:lnTo>
                    <a:pt x="1233704" y="372654"/>
                  </a:lnTo>
                  <a:lnTo>
                    <a:pt x="1241562" y="369685"/>
                  </a:lnTo>
                  <a:lnTo>
                    <a:pt x="1249420" y="366698"/>
                  </a:lnTo>
                  <a:lnTo>
                    <a:pt x="1257278" y="363691"/>
                  </a:lnTo>
                  <a:lnTo>
                    <a:pt x="1265136" y="360666"/>
                  </a:lnTo>
                  <a:lnTo>
                    <a:pt x="1272994" y="357622"/>
                  </a:lnTo>
                  <a:lnTo>
                    <a:pt x="1280852" y="354580"/>
                  </a:lnTo>
                  <a:lnTo>
                    <a:pt x="1288710" y="351520"/>
                  </a:lnTo>
                  <a:lnTo>
                    <a:pt x="1296568" y="348442"/>
                  </a:lnTo>
                  <a:lnTo>
                    <a:pt x="1304426" y="345347"/>
                  </a:lnTo>
                  <a:lnTo>
                    <a:pt x="1312284" y="342234"/>
                  </a:lnTo>
                  <a:lnTo>
                    <a:pt x="1320142" y="339103"/>
                  </a:lnTo>
                  <a:lnTo>
                    <a:pt x="1328000" y="335955"/>
                  </a:lnTo>
                  <a:lnTo>
                    <a:pt x="1335858" y="332789"/>
                  </a:lnTo>
                  <a:lnTo>
                    <a:pt x="1343716" y="329607"/>
                  </a:lnTo>
                  <a:lnTo>
                    <a:pt x="1351574" y="326408"/>
                  </a:lnTo>
                  <a:lnTo>
                    <a:pt x="1359432" y="323192"/>
                  </a:lnTo>
                  <a:lnTo>
                    <a:pt x="1367290" y="320040"/>
                  </a:lnTo>
                  <a:lnTo>
                    <a:pt x="1375148" y="317302"/>
                  </a:lnTo>
                  <a:lnTo>
                    <a:pt x="1383006" y="313818"/>
                  </a:lnTo>
                  <a:lnTo>
                    <a:pt x="1390864" y="310318"/>
                  </a:lnTo>
                  <a:lnTo>
                    <a:pt x="1398722" y="306808"/>
                  </a:lnTo>
                  <a:lnTo>
                    <a:pt x="1406580" y="303476"/>
                  </a:lnTo>
                  <a:lnTo>
                    <a:pt x="1414438" y="300128"/>
                  </a:lnTo>
                  <a:lnTo>
                    <a:pt x="1422296" y="296766"/>
                  </a:lnTo>
                  <a:lnTo>
                    <a:pt x="1430154" y="293388"/>
                  </a:lnTo>
                  <a:lnTo>
                    <a:pt x="1438012" y="289996"/>
                  </a:lnTo>
                  <a:lnTo>
                    <a:pt x="1445870" y="286589"/>
                  </a:lnTo>
                  <a:lnTo>
                    <a:pt x="1453728" y="283169"/>
                  </a:lnTo>
                  <a:lnTo>
                    <a:pt x="1461586" y="279734"/>
                  </a:lnTo>
                  <a:lnTo>
                    <a:pt x="1469444" y="276286"/>
                  </a:lnTo>
                  <a:lnTo>
                    <a:pt x="1477302" y="272835"/>
                  </a:lnTo>
                  <a:lnTo>
                    <a:pt x="1485160" y="269376"/>
                  </a:lnTo>
                  <a:lnTo>
                    <a:pt x="1493018" y="265904"/>
                  </a:lnTo>
                  <a:lnTo>
                    <a:pt x="1500876" y="262419"/>
                  </a:lnTo>
                  <a:lnTo>
                    <a:pt x="1508734" y="258925"/>
                  </a:lnTo>
                  <a:lnTo>
                    <a:pt x="1516592" y="255819"/>
                  </a:lnTo>
                  <a:lnTo>
                    <a:pt x="1524450" y="252701"/>
                  </a:lnTo>
                  <a:lnTo>
                    <a:pt x="1532308" y="249573"/>
                  </a:lnTo>
                  <a:lnTo>
                    <a:pt x="1540166" y="246434"/>
                  </a:lnTo>
                  <a:lnTo>
                    <a:pt x="1548024" y="243285"/>
                  </a:lnTo>
                  <a:lnTo>
                    <a:pt x="1555882" y="240126"/>
                  </a:lnTo>
                  <a:lnTo>
                    <a:pt x="1563740" y="236956"/>
                  </a:lnTo>
                  <a:lnTo>
                    <a:pt x="1571598" y="233427"/>
                  </a:lnTo>
                  <a:lnTo>
                    <a:pt x="1579456" y="229493"/>
                  </a:lnTo>
                  <a:lnTo>
                    <a:pt x="1587314" y="225547"/>
                  </a:lnTo>
                  <a:lnTo>
                    <a:pt x="1595172" y="221351"/>
                  </a:lnTo>
                  <a:lnTo>
                    <a:pt x="1603030" y="217132"/>
                  </a:lnTo>
                  <a:lnTo>
                    <a:pt x="1610888" y="212898"/>
                  </a:lnTo>
                  <a:lnTo>
                    <a:pt x="1618746" y="208691"/>
                  </a:lnTo>
                  <a:lnTo>
                    <a:pt x="1626604" y="205019"/>
                  </a:lnTo>
                  <a:lnTo>
                    <a:pt x="1634462" y="201340"/>
                  </a:lnTo>
                  <a:lnTo>
                    <a:pt x="1642320" y="197533"/>
                  </a:lnTo>
                  <a:lnTo>
                    <a:pt x="1650178" y="193484"/>
                  </a:lnTo>
                  <a:lnTo>
                    <a:pt x="1658036" y="189442"/>
                  </a:lnTo>
                  <a:lnTo>
                    <a:pt x="1665894" y="185392"/>
                  </a:lnTo>
                  <a:lnTo>
                    <a:pt x="1673752" y="181333"/>
                  </a:lnTo>
                  <a:lnTo>
                    <a:pt x="1681610" y="177804"/>
                  </a:lnTo>
                  <a:lnTo>
                    <a:pt x="1689468" y="174327"/>
                  </a:lnTo>
                  <a:lnTo>
                    <a:pt x="1697326" y="170847"/>
                  </a:lnTo>
                  <a:lnTo>
                    <a:pt x="1705184" y="167361"/>
                  </a:lnTo>
                  <a:lnTo>
                    <a:pt x="1713042" y="163855"/>
                  </a:lnTo>
                  <a:lnTo>
                    <a:pt x="1720900" y="159752"/>
                  </a:lnTo>
                  <a:lnTo>
                    <a:pt x="1728758" y="155639"/>
                  </a:lnTo>
                  <a:lnTo>
                    <a:pt x="1736616" y="151659"/>
                  </a:lnTo>
                  <a:lnTo>
                    <a:pt x="1744474" y="147993"/>
                  </a:lnTo>
                  <a:lnTo>
                    <a:pt x="1752332" y="144324"/>
                  </a:lnTo>
                  <a:lnTo>
                    <a:pt x="1760190" y="140652"/>
                  </a:lnTo>
                  <a:lnTo>
                    <a:pt x="1768048" y="136977"/>
                  </a:lnTo>
                  <a:lnTo>
                    <a:pt x="1775906" y="133300"/>
                  </a:lnTo>
                  <a:lnTo>
                    <a:pt x="1783764" y="129620"/>
                  </a:lnTo>
                  <a:lnTo>
                    <a:pt x="1791622" y="125962"/>
                  </a:lnTo>
                  <a:lnTo>
                    <a:pt x="1799480" y="122302"/>
                  </a:lnTo>
                  <a:lnTo>
                    <a:pt x="1807338" y="118603"/>
                  </a:lnTo>
                  <a:lnTo>
                    <a:pt x="1815196" y="114570"/>
                  </a:lnTo>
                  <a:lnTo>
                    <a:pt x="1823054" y="110537"/>
                  </a:lnTo>
                  <a:lnTo>
                    <a:pt x="1830912" y="107013"/>
                  </a:lnTo>
                  <a:lnTo>
                    <a:pt x="1838770" y="103740"/>
                  </a:lnTo>
                  <a:lnTo>
                    <a:pt x="1846628" y="100284"/>
                  </a:lnTo>
                  <a:lnTo>
                    <a:pt x="1854486" y="96605"/>
                  </a:lnTo>
                  <a:lnTo>
                    <a:pt x="1862344" y="92927"/>
                  </a:lnTo>
                  <a:lnTo>
                    <a:pt x="1870202" y="89252"/>
                  </a:lnTo>
                  <a:lnTo>
                    <a:pt x="1878060" y="85578"/>
                  </a:lnTo>
                  <a:lnTo>
                    <a:pt x="1885918" y="81860"/>
                  </a:lnTo>
                  <a:lnTo>
                    <a:pt x="1893776" y="77178"/>
                  </a:lnTo>
                  <a:lnTo>
                    <a:pt x="1901634" y="72496"/>
                  </a:lnTo>
                  <a:lnTo>
                    <a:pt x="1909492" y="67814"/>
                  </a:lnTo>
                  <a:lnTo>
                    <a:pt x="1917350" y="63134"/>
                  </a:lnTo>
                  <a:lnTo>
                    <a:pt x="1925208" y="58455"/>
                  </a:lnTo>
                  <a:lnTo>
                    <a:pt x="1933066" y="53996"/>
                  </a:lnTo>
                  <a:lnTo>
                    <a:pt x="1940924" y="49973"/>
                  </a:lnTo>
                  <a:lnTo>
                    <a:pt x="1948782" y="45958"/>
                  </a:lnTo>
                  <a:lnTo>
                    <a:pt x="1956640" y="41950"/>
                  </a:lnTo>
                  <a:lnTo>
                    <a:pt x="1964498" y="37859"/>
                  </a:lnTo>
                  <a:lnTo>
                    <a:pt x="1972356" y="33221"/>
                  </a:lnTo>
                  <a:lnTo>
                    <a:pt x="1980214" y="28591"/>
                  </a:lnTo>
                  <a:lnTo>
                    <a:pt x="1988072" y="23991"/>
                  </a:lnTo>
                  <a:lnTo>
                    <a:pt x="1995930" y="19399"/>
                  </a:lnTo>
                  <a:lnTo>
                    <a:pt x="2003788" y="14817"/>
                  </a:lnTo>
                  <a:lnTo>
                    <a:pt x="2011646" y="10981"/>
                  </a:lnTo>
                  <a:lnTo>
                    <a:pt x="2019504" y="7307"/>
                  </a:lnTo>
                  <a:lnTo>
                    <a:pt x="2027362" y="3646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186414" y="3064060"/>
              <a:ext cx="2035220" cy="37496"/>
            </a:xfrm>
            <a:custGeom>
              <a:avLst/>
              <a:pathLst>
                <a:path w="2035220" h="37496">
                  <a:moveTo>
                    <a:pt x="2035220" y="37496"/>
                  </a:moveTo>
                  <a:lnTo>
                    <a:pt x="2027362" y="37451"/>
                  </a:lnTo>
                  <a:lnTo>
                    <a:pt x="2019504" y="37406"/>
                  </a:lnTo>
                  <a:lnTo>
                    <a:pt x="2011646" y="37361"/>
                  </a:lnTo>
                  <a:lnTo>
                    <a:pt x="2003788" y="37315"/>
                  </a:lnTo>
                  <a:lnTo>
                    <a:pt x="1995930" y="37268"/>
                  </a:lnTo>
                  <a:lnTo>
                    <a:pt x="1988072" y="37220"/>
                  </a:lnTo>
                  <a:lnTo>
                    <a:pt x="1980214" y="37172"/>
                  </a:lnTo>
                  <a:lnTo>
                    <a:pt x="1972356" y="37111"/>
                  </a:lnTo>
                  <a:lnTo>
                    <a:pt x="1964498" y="37067"/>
                  </a:lnTo>
                  <a:lnTo>
                    <a:pt x="1956640" y="37025"/>
                  </a:lnTo>
                  <a:lnTo>
                    <a:pt x="1948782" y="36974"/>
                  </a:lnTo>
                  <a:lnTo>
                    <a:pt x="1940924" y="36923"/>
                  </a:lnTo>
                  <a:lnTo>
                    <a:pt x="1933066" y="36871"/>
                  </a:lnTo>
                  <a:lnTo>
                    <a:pt x="1925208" y="36818"/>
                  </a:lnTo>
                  <a:lnTo>
                    <a:pt x="1917350" y="36765"/>
                  </a:lnTo>
                  <a:lnTo>
                    <a:pt x="1909492" y="36716"/>
                  </a:lnTo>
                  <a:lnTo>
                    <a:pt x="1901634" y="36661"/>
                  </a:lnTo>
                  <a:lnTo>
                    <a:pt x="1893776" y="36605"/>
                  </a:lnTo>
                  <a:lnTo>
                    <a:pt x="1885918" y="36549"/>
                  </a:lnTo>
                  <a:lnTo>
                    <a:pt x="1878060" y="36492"/>
                  </a:lnTo>
                  <a:lnTo>
                    <a:pt x="1870202" y="36435"/>
                  </a:lnTo>
                  <a:lnTo>
                    <a:pt x="1862344" y="36376"/>
                  </a:lnTo>
                  <a:lnTo>
                    <a:pt x="1854486" y="36317"/>
                  </a:lnTo>
                  <a:lnTo>
                    <a:pt x="1846628" y="36257"/>
                  </a:lnTo>
                  <a:lnTo>
                    <a:pt x="1838770" y="36196"/>
                  </a:lnTo>
                  <a:lnTo>
                    <a:pt x="1830912" y="36135"/>
                  </a:lnTo>
                  <a:lnTo>
                    <a:pt x="1823054" y="36074"/>
                  </a:lnTo>
                  <a:lnTo>
                    <a:pt x="1815196" y="36012"/>
                  </a:lnTo>
                  <a:lnTo>
                    <a:pt x="1807338" y="35949"/>
                  </a:lnTo>
                  <a:lnTo>
                    <a:pt x="1799480" y="35886"/>
                  </a:lnTo>
                  <a:lnTo>
                    <a:pt x="1791622" y="35822"/>
                  </a:lnTo>
                  <a:lnTo>
                    <a:pt x="1783764" y="35758"/>
                  </a:lnTo>
                  <a:lnTo>
                    <a:pt x="1775906" y="35684"/>
                  </a:lnTo>
                  <a:lnTo>
                    <a:pt x="1768048" y="35603"/>
                  </a:lnTo>
                  <a:lnTo>
                    <a:pt x="1760190" y="35533"/>
                  </a:lnTo>
                  <a:lnTo>
                    <a:pt x="1752332" y="35463"/>
                  </a:lnTo>
                  <a:lnTo>
                    <a:pt x="1744474" y="35391"/>
                  </a:lnTo>
                  <a:lnTo>
                    <a:pt x="1736616" y="35319"/>
                  </a:lnTo>
                  <a:lnTo>
                    <a:pt x="1728758" y="35245"/>
                  </a:lnTo>
                  <a:lnTo>
                    <a:pt x="1720900" y="35171"/>
                  </a:lnTo>
                  <a:lnTo>
                    <a:pt x="1713042" y="35096"/>
                  </a:lnTo>
                  <a:lnTo>
                    <a:pt x="1705184" y="35019"/>
                  </a:lnTo>
                  <a:lnTo>
                    <a:pt x="1697326" y="34942"/>
                  </a:lnTo>
                  <a:lnTo>
                    <a:pt x="1689468" y="34863"/>
                  </a:lnTo>
                  <a:lnTo>
                    <a:pt x="1681610" y="34784"/>
                  </a:lnTo>
                  <a:lnTo>
                    <a:pt x="1673752" y="34703"/>
                  </a:lnTo>
                  <a:lnTo>
                    <a:pt x="1665894" y="34621"/>
                  </a:lnTo>
                  <a:lnTo>
                    <a:pt x="1658036" y="34539"/>
                  </a:lnTo>
                  <a:lnTo>
                    <a:pt x="1650178" y="34455"/>
                  </a:lnTo>
                  <a:lnTo>
                    <a:pt x="1642320" y="34370"/>
                  </a:lnTo>
                  <a:lnTo>
                    <a:pt x="1634462" y="34284"/>
                  </a:lnTo>
                  <a:lnTo>
                    <a:pt x="1626604" y="34196"/>
                  </a:lnTo>
                  <a:lnTo>
                    <a:pt x="1618746" y="34108"/>
                  </a:lnTo>
                  <a:lnTo>
                    <a:pt x="1610888" y="34018"/>
                  </a:lnTo>
                  <a:lnTo>
                    <a:pt x="1603030" y="33926"/>
                  </a:lnTo>
                  <a:lnTo>
                    <a:pt x="1595172" y="33833"/>
                  </a:lnTo>
                  <a:lnTo>
                    <a:pt x="1587314" y="33738"/>
                  </a:lnTo>
                  <a:lnTo>
                    <a:pt x="1579456" y="33642"/>
                  </a:lnTo>
                  <a:lnTo>
                    <a:pt x="1571598" y="33545"/>
                  </a:lnTo>
                  <a:lnTo>
                    <a:pt x="1563740" y="33426"/>
                  </a:lnTo>
                  <a:lnTo>
                    <a:pt x="1555882" y="33296"/>
                  </a:lnTo>
                  <a:lnTo>
                    <a:pt x="1548024" y="33165"/>
                  </a:lnTo>
                  <a:lnTo>
                    <a:pt x="1540166" y="33033"/>
                  </a:lnTo>
                  <a:lnTo>
                    <a:pt x="1532308" y="32901"/>
                  </a:lnTo>
                  <a:lnTo>
                    <a:pt x="1524450" y="32768"/>
                  </a:lnTo>
                  <a:lnTo>
                    <a:pt x="1516592" y="32634"/>
                  </a:lnTo>
                  <a:lnTo>
                    <a:pt x="1508734" y="32499"/>
                  </a:lnTo>
                  <a:lnTo>
                    <a:pt x="1500876" y="32363"/>
                  </a:lnTo>
                  <a:lnTo>
                    <a:pt x="1493018" y="32227"/>
                  </a:lnTo>
                  <a:lnTo>
                    <a:pt x="1485160" y="32089"/>
                  </a:lnTo>
                  <a:lnTo>
                    <a:pt x="1477302" y="31951"/>
                  </a:lnTo>
                  <a:lnTo>
                    <a:pt x="1469444" y="31812"/>
                  </a:lnTo>
                  <a:lnTo>
                    <a:pt x="1461586" y="31695"/>
                  </a:lnTo>
                  <a:lnTo>
                    <a:pt x="1453728" y="31584"/>
                  </a:lnTo>
                  <a:lnTo>
                    <a:pt x="1445870" y="31472"/>
                  </a:lnTo>
                  <a:lnTo>
                    <a:pt x="1438012" y="31359"/>
                  </a:lnTo>
                  <a:lnTo>
                    <a:pt x="1430154" y="31246"/>
                  </a:lnTo>
                  <a:lnTo>
                    <a:pt x="1422296" y="31131"/>
                  </a:lnTo>
                  <a:lnTo>
                    <a:pt x="1414438" y="31015"/>
                  </a:lnTo>
                  <a:lnTo>
                    <a:pt x="1406580" y="30898"/>
                  </a:lnTo>
                  <a:lnTo>
                    <a:pt x="1398722" y="30780"/>
                  </a:lnTo>
                  <a:lnTo>
                    <a:pt x="1390864" y="30660"/>
                  </a:lnTo>
                  <a:lnTo>
                    <a:pt x="1383006" y="30540"/>
                  </a:lnTo>
                  <a:lnTo>
                    <a:pt x="1375148" y="30419"/>
                  </a:lnTo>
                  <a:lnTo>
                    <a:pt x="1367290" y="30296"/>
                  </a:lnTo>
                  <a:lnTo>
                    <a:pt x="1359432" y="30173"/>
                  </a:lnTo>
                  <a:lnTo>
                    <a:pt x="1351574" y="30048"/>
                  </a:lnTo>
                  <a:lnTo>
                    <a:pt x="1343716" y="29942"/>
                  </a:lnTo>
                  <a:lnTo>
                    <a:pt x="1335858" y="29873"/>
                  </a:lnTo>
                  <a:lnTo>
                    <a:pt x="1328000" y="29802"/>
                  </a:lnTo>
                  <a:lnTo>
                    <a:pt x="1320142" y="29684"/>
                  </a:lnTo>
                  <a:lnTo>
                    <a:pt x="1312284" y="29535"/>
                  </a:lnTo>
                  <a:lnTo>
                    <a:pt x="1304426" y="29383"/>
                  </a:lnTo>
                  <a:lnTo>
                    <a:pt x="1296568" y="29229"/>
                  </a:lnTo>
                  <a:lnTo>
                    <a:pt x="1288710" y="29044"/>
                  </a:lnTo>
                  <a:lnTo>
                    <a:pt x="1280852" y="28874"/>
                  </a:lnTo>
                  <a:lnTo>
                    <a:pt x="1272994" y="28737"/>
                  </a:lnTo>
                  <a:lnTo>
                    <a:pt x="1265136" y="28596"/>
                  </a:lnTo>
                  <a:lnTo>
                    <a:pt x="1257278" y="28433"/>
                  </a:lnTo>
                  <a:lnTo>
                    <a:pt x="1249420" y="28267"/>
                  </a:lnTo>
                  <a:lnTo>
                    <a:pt x="1241562" y="28099"/>
                  </a:lnTo>
                  <a:lnTo>
                    <a:pt x="1233704" y="27929"/>
                  </a:lnTo>
                  <a:lnTo>
                    <a:pt x="1225846" y="27756"/>
                  </a:lnTo>
                  <a:lnTo>
                    <a:pt x="1217988" y="27581"/>
                  </a:lnTo>
                  <a:lnTo>
                    <a:pt x="1210130" y="27404"/>
                  </a:lnTo>
                  <a:lnTo>
                    <a:pt x="1202272" y="27225"/>
                  </a:lnTo>
                  <a:lnTo>
                    <a:pt x="1194414" y="27043"/>
                  </a:lnTo>
                  <a:lnTo>
                    <a:pt x="1186556" y="26859"/>
                  </a:lnTo>
                  <a:lnTo>
                    <a:pt x="1178698" y="26672"/>
                  </a:lnTo>
                  <a:lnTo>
                    <a:pt x="1170840" y="26483"/>
                  </a:lnTo>
                  <a:lnTo>
                    <a:pt x="1162982" y="26291"/>
                  </a:lnTo>
                  <a:lnTo>
                    <a:pt x="1155124" y="26097"/>
                  </a:lnTo>
                  <a:lnTo>
                    <a:pt x="1147266" y="25901"/>
                  </a:lnTo>
                  <a:lnTo>
                    <a:pt x="1139408" y="25782"/>
                  </a:lnTo>
                  <a:lnTo>
                    <a:pt x="1131550" y="25594"/>
                  </a:lnTo>
                  <a:lnTo>
                    <a:pt x="1123692" y="25401"/>
                  </a:lnTo>
                  <a:lnTo>
                    <a:pt x="1115834" y="25209"/>
                  </a:lnTo>
                  <a:lnTo>
                    <a:pt x="1107976" y="25017"/>
                  </a:lnTo>
                  <a:lnTo>
                    <a:pt x="1100118" y="24865"/>
                  </a:lnTo>
                  <a:lnTo>
                    <a:pt x="1092260" y="24730"/>
                  </a:lnTo>
                  <a:lnTo>
                    <a:pt x="1084402" y="24594"/>
                  </a:lnTo>
                  <a:lnTo>
                    <a:pt x="1076544" y="24456"/>
                  </a:lnTo>
                  <a:lnTo>
                    <a:pt x="1068686" y="24317"/>
                  </a:lnTo>
                  <a:lnTo>
                    <a:pt x="1060828" y="24176"/>
                  </a:lnTo>
                  <a:lnTo>
                    <a:pt x="1052970" y="24036"/>
                  </a:lnTo>
                  <a:lnTo>
                    <a:pt x="1045112" y="23893"/>
                  </a:lnTo>
                  <a:lnTo>
                    <a:pt x="1037254" y="23749"/>
                  </a:lnTo>
                  <a:lnTo>
                    <a:pt x="1029397" y="23603"/>
                  </a:lnTo>
                  <a:lnTo>
                    <a:pt x="1021539" y="23457"/>
                  </a:lnTo>
                  <a:lnTo>
                    <a:pt x="1013681" y="23302"/>
                  </a:lnTo>
                  <a:lnTo>
                    <a:pt x="1005823" y="23139"/>
                  </a:lnTo>
                  <a:lnTo>
                    <a:pt x="997965" y="22973"/>
                  </a:lnTo>
                  <a:lnTo>
                    <a:pt x="990107" y="22805"/>
                  </a:lnTo>
                  <a:lnTo>
                    <a:pt x="982249" y="22635"/>
                  </a:lnTo>
                  <a:lnTo>
                    <a:pt x="974391" y="22550"/>
                  </a:lnTo>
                  <a:lnTo>
                    <a:pt x="966533" y="22379"/>
                  </a:lnTo>
                  <a:lnTo>
                    <a:pt x="958675" y="22186"/>
                  </a:lnTo>
                  <a:lnTo>
                    <a:pt x="950817" y="21992"/>
                  </a:lnTo>
                  <a:lnTo>
                    <a:pt x="942959" y="21808"/>
                  </a:lnTo>
                  <a:lnTo>
                    <a:pt x="935101" y="21647"/>
                  </a:lnTo>
                  <a:lnTo>
                    <a:pt x="927243" y="21485"/>
                  </a:lnTo>
                  <a:lnTo>
                    <a:pt x="919385" y="21361"/>
                  </a:lnTo>
                  <a:lnTo>
                    <a:pt x="911527" y="21254"/>
                  </a:lnTo>
                  <a:lnTo>
                    <a:pt x="903669" y="21019"/>
                  </a:lnTo>
                  <a:lnTo>
                    <a:pt x="895811" y="20824"/>
                  </a:lnTo>
                  <a:lnTo>
                    <a:pt x="887953" y="20656"/>
                  </a:lnTo>
                  <a:lnTo>
                    <a:pt x="880095" y="20486"/>
                  </a:lnTo>
                  <a:lnTo>
                    <a:pt x="872237" y="20316"/>
                  </a:lnTo>
                  <a:lnTo>
                    <a:pt x="864379" y="20144"/>
                  </a:lnTo>
                  <a:lnTo>
                    <a:pt x="856521" y="20057"/>
                  </a:lnTo>
                  <a:lnTo>
                    <a:pt x="848663" y="19956"/>
                  </a:lnTo>
                  <a:lnTo>
                    <a:pt x="840805" y="19698"/>
                  </a:lnTo>
                  <a:lnTo>
                    <a:pt x="832947" y="19494"/>
                  </a:lnTo>
                  <a:lnTo>
                    <a:pt x="825089" y="19267"/>
                  </a:lnTo>
                  <a:lnTo>
                    <a:pt x="817231" y="19088"/>
                  </a:lnTo>
                  <a:lnTo>
                    <a:pt x="809373" y="18907"/>
                  </a:lnTo>
                  <a:lnTo>
                    <a:pt x="801515" y="18726"/>
                  </a:lnTo>
                  <a:lnTo>
                    <a:pt x="793657" y="18551"/>
                  </a:lnTo>
                  <a:lnTo>
                    <a:pt x="785799" y="18389"/>
                  </a:lnTo>
                  <a:lnTo>
                    <a:pt x="777941" y="18197"/>
                  </a:lnTo>
                  <a:lnTo>
                    <a:pt x="770083" y="18003"/>
                  </a:lnTo>
                  <a:lnTo>
                    <a:pt x="762225" y="17806"/>
                  </a:lnTo>
                  <a:lnTo>
                    <a:pt x="754367" y="17610"/>
                  </a:lnTo>
                  <a:lnTo>
                    <a:pt x="746509" y="17418"/>
                  </a:lnTo>
                  <a:lnTo>
                    <a:pt x="738651" y="17227"/>
                  </a:lnTo>
                  <a:lnTo>
                    <a:pt x="730793" y="17034"/>
                  </a:lnTo>
                  <a:lnTo>
                    <a:pt x="722935" y="16817"/>
                  </a:lnTo>
                  <a:lnTo>
                    <a:pt x="715077" y="16583"/>
                  </a:lnTo>
                  <a:lnTo>
                    <a:pt x="707219" y="16256"/>
                  </a:lnTo>
                  <a:lnTo>
                    <a:pt x="699361" y="15965"/>
                  </a:lnTo>
                  <a:lnTo>
                    <a:pt x="691503" y="15675"/>
                  </a:lnTo>
                  <a:lnTo>
                    <a:pt x="683645" y="15383"/>
                  </a:lnTo>
                  <a:lnTo>
                    <a:pt x="675787" y="15087"/>
                  </a:lnTo>
                  <a:lnTo>
                    <a:pt x="667929" y="14788"/>
                  </a:lnTo>
                  <a:lnTo>
                    <a:pt x="660071" y="14516"/>
                  </a:lnTo>
                  <a:lnTo>
                    <a:pt x="652213" y="14355"/>
                  </a:lnTo>
                  <a:lnTo>
                    <a:pt x="644355" y="14192"/>
                  </a:lnTo>
                  <a:lnTo>
                    <a:pt x="636497" y="14025"/>
                  </a:lnTo>
                  <a:lnTo>
                    <a:pt x="628639" y="13855"/>
                  </a:lnTo>
                  <a:lnTo>
                    <a:pt x="620781" y="13600"/>
                  </a:lnTo>
                  <a:lnTo>
                    <a:pt x="612923" y="13225"/>
                  </a:lnTo>
                  <a:lnTo>
                    <a:pt x="605065" y="12841"/>
                  </a:lnTo>
                  <a:lnTo>
                    <a:pt x="597207" y="12448"/>
                  </a:lnTo>
                  <a:lnTo>
                    <a:pt x="589349" y="12252"/>
                  </a:lnTo>
                  <a:lnTo>
                    <a:pt x="581491" y="11792"/>
                  </a:lnTo>
                  <a:lnTo>
                    <a:pt x="573633" y="11317"/>
                  </a:lnTo>
                  <a:lnTo>
                    <a:pt x="565775" y="10894"/>
                  </a:lnTo>
                  <a:lnTo>
                    <a:pt x="557917" y="10881"/>
                  </a:lnTo>
                  <a:lnTo>
                    <a:pt x="550059" y="10439"/>
                  </a:lnTo>
                  <a:lnTo>
                    <a:pt x="542201" y="10170"/>
                  </a:lnTo>
                  <a:lnTo>
                    <a:pt x="534343" y="9856"/>
                  </a:lnTo>
                  <a:lnTo>
                    <a:pt x="526485" y="9740"/>
                  </a:lnTo>
                  <a:lnTo>
                    <a:pt x="518627" y="9624"/>
                  </a:lnTo>
                  <a:lnTo>
                    <a:pt x="510769" y="9170"/>
                  </a:lnTo>
                  <a:lnTo>
                    <a:pt x="502911" y="8712"/>
                  </a:lnTo>
                  <a:lnTo>
                    <a:pt x="495053" y="8604"/>
                  </a:lnTo>
                  <a:lnTo>
                    <a:pt x="487195" y="8489"/>
                  </a:lnTo>
                  <a:lnTo>
                    <a:pt x="479337" y="8319"/>
                  </a:lnTo>
                  <a:lnTo>
                    <a:pt x="471479" y="8269"/>
                  </a:lnTo>
                  <a:lnTo>
                    <a:pt x="463621" y="8159"/>
                  </a:lnTo>
                  <a:lnTo>
                    <a:pt x="455763" y="7817"/>
                  </a:lnTo>
                  <a:lnTo>
                    <a:pt x="447905" y="7387"/>
                  </a:lnTo>
                  <a:lnTo>
                    <a:pt x="440047" y="7101"/>
                  </a:lnTo>
                  <a:lnTo>
                    <a:pt x="432189" y="6702"/>
                  </a:lnTo>
                  <a:lnTo>
                    <a:pt x="424331" y="6642"/>
                  </a:lnTo>
                  <a:lnTo>
                    <a:pt x="416473" y="6464"/>
                  </a:lnTo>
                  <a:lnTo>
                    <a:pt x="408615" y="6321"/>
                  </a:lnTo>
                  <a:lnTo>
                    <a:pt x="400757" y="6207"/>
                  </a:lnTo>
                  <a:lnTo>
                    <a:pt x="392899" y="6091"/>
                  </a:lnTo>
                  <a:lnTo>
                    <a:pt x="385041" y="5951"/>
                  </a:lnTo>
                  <a:lnTo>
                    <a:pt x="377183" y="5653"/>
                  </a:lnTo>
                  <a:lnTo>
                    <a:pt x="369325" y="5364"/>
                  </a:lnTo>
                  <a:lnTo>
                    <a:pt x="361467" y="5083"/>
                  </a:lnTo>
                  <a:lnTo>
                    <a:pt x="353609" y="4723"/>
                  </a:lnTo>
                  <a:lnTo>
                    <a:pt x="345751" y="4333"/>
                  </a:lnTo>
                  <a:lnTo>
                    <a:pt x="337893" y="3930"/>
                  </a:lnTo>
                  <a:lnTo>
                    <a:pt x="330035" y="3767"/>
                  </a:lnTo>
                  <a:lnTo>
                    <a:pt x="322177" y="3447"/>
                  </a:lnTo>
                  <a:lnTo>
                    <a:pt x="314319" y="3125"/>
                  </a:lnTo>
                  <a:lnTo>
                    <a:pt x="306461" y="2848"/>
                  </a:lnTo>
                  <a:lnTo>
                    <a:pt x="298603" y="2514"/>
                  </a:lnTo>
                  <a:lnTo>
                    <a:pt x="290745" y="2329"/>
                  </a:lnTo>
                  <a:lnTo>
                    <a:pt x="282887" y="1918"/>
                  </a:lnTo>
                  <a:lnTo>
                    <a:pt x="275029" y="1812"/>
                  </a:lnTo>
                  <a:lnTo>
                    <a:pt x="267171" y="1709"/>
                  </a:lnTo>
                  <a:lnTo>
                    <a:pt x="259313" y="1567"/>
                  </a:lnTo>
                  <a:lnTo>
                    <a:pt x="251455" y="1638"/>
                  </a:lnTo>
                  <a:lnTo>
                    <a:pt x="243597" y="1493"/>
                  </a:lnTo>
                  <a:lnTo>
                    <a:pt x="235739" y="1564"/>
                  </a:lnTo>
                  <a:lnTo>
                    <a:pt x="227881" y="1432"/>
                  </a:lnTo>
                  <a:lnTo>
                    <a:pt x="220023" y="1082"/>
                  </a:lnTo>
                  <a:lnTo>
                    <a:pt x="212165" y="828"/>
                  </a:lnTo>
                  <a:lnTo>
                    <a:pt x="204307" y="528"/>
                  </a:lnTo>
                  <a:lnTo>
                    <a:pt x="196449" y="225"/>
                  </a:lnTo>
                  <a:lnTo>
                    <a:pt x="188591" y="659"/>
                  </a:lnTo>
                  <a:lnTo>
                    <a:pt x="180733" y="683"/>
                  </a:lnTo>
                  <a:lnTo>
                    <a:pt x="172875" y="601"/>
                  </a:lnTo>
                  <a:lnTo>
                    <a:pt x="165017" y="532"/>
                  </a:lnTo>
                  <a:lnTo>
                    <a:pt x="157159" y="495"/>
                  </a:lnTo>
                  <a:lnTo>
                    <a:pt x="149301" y="379"/>
                  </a:lnTo>
                  <a:lnTo>
                    <a:pt x="141443" y="368"/>
                  </a:lnTo>
                  <a:lnTo>
                    <a:pt x="133585" y="332"/>
                  </a:lnTo>
                  <a:lnTo>
                    <a:pt x="125727" y="333"/>
                  </a:lnTo>
                  <a:lnTo>
                    <a:pt x="117869" y="232"/>
                  </a:lnTo>
                  <a:lnTo>
                    <a:pt x="110011" y="140"/>
                  </a:lnTo>
                  <a:lnTo>
                    <a:pt x="102153" y="24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28"/>
                  </a:lnTo>
                  <a:lnTo>
                    <a:pt x="70721" y="15"/>
                  </a:lnTo>
                  <a:lnTo>
                    <a:pt x="62863" y="18"/>
                  </a:lnTo>
                  <a:lnTo>
                    <a:pt x="55005" y="62"/>
                  </a:lnTo>
                  <a:lnTo>
                    <a:pt x="47147" y="248"/>
                  </a:lnTo>
                  <a:lnTo>
                    <a:pt x="39289" y="601"/>
                  </a:lnTo>
                  <a:lnTo>
                    <a:pt x="31431" y="511"/>
                  </a:lnTo>
                  <a:lnTo>
                    <a:pt x="23573" y="382"/>
                  </a:lnTo>
                  <a:lnTo>
                    <a:pt x="15715" y="526"/>
                  </a:lnTo>
                  <a:lnTo>
                    <a:pt x="7857" y="489"/>
                  </a:lnTo>
                  <a:lnTo>
                    <a:pt x="0" y="7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186414" y="2738961"/>
              <a:ext cx="2035220" cy="278913"/>
            </a:xfrm>
            <a:custGeom>
              <a:avLst/>
              <a:pathLst>
                <a:path w="2035220" h="278913">
                  <a:moveTo>
                    <a:pt x="0" y="278913"/>
                  </a:moveTo>
                  <a:lnTo>
                    <a:pt x="7857" y="278460"/>
                  </a:lnTo>
                  <a:lnTo>
                    <a:pt x="15715" y="278015"/>
                  </a:lnTo>
                  <a:lnTo>
                    <a:pt x="23573" y="277576"/>
                  </a:lnTo>
                  <a:lnTo>
                    <a:pt x="31431" y="277127"/>
                  </a:lnTo>
                  <a:lnTo>
                    <a:pt x="39289" y="276670"/>
                  </a:lnTo>
                  <a:lnTo>
                    <a:pt x="47147" y="276213"/>
                  </a:lnTo>
                  <a:lnTo>
                    <a:pt x="55005" y="275744"/>
                  </a:lnTo>
                  <a:lnTo>
                    <a:pt x="62863" y="275271"/>
                  </a:lnTo>
                  <a:lnTo>
                    <a:pt x="70721" y="274799"/>
                  </a:lnTo>
                  <a:lnTo>
                    <a:pt x="78579" y="274321"/>
                  </a:lnTo>
                  <a:lnTo>
                    <a:pt x="86437" y="273835"/>
                  </a:lnTo>
                  <a:lnTo>
                    <a:pt x="94295" y="273353"/>
                  </a:lnTo>
                  <a:lnTo>
                    <a:pt x="102153" y="272879"/>
                  </a:lnTo>
                  <a:lnTo>
                    <a:pt x="110011" y="272384"/>
                  </a:lnTo>
                  <a:lnTo>
                    <a:pt x="117869" y="271883"/>
                  </a:lnTo>
                  <a:lnTo>
                    <a:pt x="125727" y="271389"/>
                  </a:lnTo>
                  <a:lnTo>
                    <a:pt x="133585" y="270898"/>
                  </a:lnTo>
                  <a:lnTo>
                    <a:pt x="141443" y="270399"/>
                  </a:lnTo>
                  <a:lnTo>
                    <a:pt x="149301" y="269905"/>
                  </a:lnTo>
                  <a:lnTo>
                    <a:pt x="157159" y="269392"/>
                  </a:lnTo>
                  <a:lnTo>
                    <a:pt x="165017" y="268875"/>
                  </a:lnTo>
                  <a:lnTo>
                    <a:pt x="172875" y="268356"/>
                  </a:lnTo>
                  <a:lnTo>
                    <a:pt x="180733" y="267841"/>
                  </a:lnTo>
                  <a:lnTo>
                    <a:pt x="188591" y="267331"/>
                  </a:lnTo>
                  <a:lnTo>
                    <a:pt x="196449" y="266796"/>
                  </a:lnTo>
                  <a:lnTo>
                    <a:pt x="204307" y="266260"/>
                  </a:lnTo>
                  <a:lnTo>
                    <a:pt x="212165" y="265731"/>
                  </a:lnTo>
                  <a:lnTo>
                    <a:pt x="220023" y="265196"/>
                  </a:lnTo>
                  <a:lnTo>
                    <a:pt x="227881" y="264657"/>
                  </a:lnTo>
                  <a:lnTo>
                    <a:pt x="235739" y="264110"/>
                  </a:lnTo>
                  <a:lnTo>
                    <a:pt x="243597" y="263557"/>
                  </a:lnTo>
                  <a:lnTo>
                    <a:pt x="251455" y="263002"/>
                  </a:lnTo>
                  <a:lnTo>
                    <a:pt x="259313" y="262444"/>
                  </a:lnTo>
                  <a:lnTo>
                    <a:pt x="267171" y="261883"/>
                  </a:lnTo>
                  <a:lnTo>
                    <a:pt x="275029" y="261309"/>
                  </a:lnTo>
                  <a:lnTo>
                    <a:pt x="282887" y="260742"/>
                  </a:lnTo>
                  <a:lnTo>
                    <a:pt x="290745" y="260170"/>
                  </a:lnTo>
                  <a:lnTo>
                    <a:pt x="298603" y="259590"/>
                  </a:lnTo>
                  <a:lnTo>
                    <a:pt x="306461" y="259016"/>
                  </a:lnTo>
                  <a:lnTo>
                    <a:pt x="314319" y="258431"/>
                  </a:lnTo>
                  <a:lnTo>
                    <a:pt x="322177" y="257839"/>
                  </a:lnTo>
                  <a:lnTo>
                    <a:pt x="330035" y="257245"/>
                  </a:lnTo>
                  <a:lnTo>
                    <a:pt x="337893" y="256645"/>
                  </a:lnTo>
                  <a:lnTo>
                    <a:pt x="345751" y="256042"/>
                  </a:lnTo>
                  <a:lnTo>
                    <a:pt x="353609" y="255434"/>
                  </a:lnTo>
                  <a:lnTo>
                    <a:pt x="361467" y="254821"/>
                  </a:lnTo>
                  <a:lnTo>
                    <a:pt x="369325" y="254204"/>
                  </a:lnTo>
                  <a:lnTo>
                    <a:pt x="377183" y="253589"/>
                  </a:lnTo>
                  <a:lnTo>
                    <a:pt x="385041" y="252965"/>
                  </a:lnTo>
                  <a:lnTo>
                    <a:pt x="392899" y="252337"/>
                  </a:lnTo>
                  <a:lnTo>
                    <a:pt x="400757" y="251706"/>
                  </a:lnTo>
                  <a:lnTo>
                    <a:pt x="408615" y="251069"/>
                  </a:lnTo>
                  <a:lnTo>
                    <a:pt x="416473" y="250428"/>
                  </a:lnTo>
                  <a:lnTo>
                    <a:pt x="424331" y="249783"/>
                  </a:lnTo>
                  <a:lnTo>
                    <a:pt x="432189" y="249134"/>
                  </a:lnTo>
                  <a:lnTo>
                    <a:pt x="440047" y="248480"/>
                  </a:lnTo>
                  <a:lnTo>
                    <a:pt x="447905" y="247821"/>
                  </a:lnTo>
                  <a:lnTo>
                    <a:pt x="455763" y="247158"/>
                  </a:lnTo>
                  <a:lnTo>
                    <a:pt x="463621" y="246491"/>
                  </a:lnTo>
                  <a:lnTo>
                    <a:pt x="471479" y="245819"/>
                  </a:lnTo>
                  <a:lnTo>
                    <a:pt x="479337" y="245142"/>
                  </a:lnTo>
                  <a:lnTo>
                    <a:pt x="487195" y="244458"/>
                  </a:lnTo>
                  <a:lnTo>
                    <a:pt x="495053" y="243773"/>
                  </a:lnTo>
                  <a:lnTo>
                    <a:pt x="502911" y="243080"/>
                  </a:lnTo>
                  <a:lnTo>
                    <a:pt x="510769" y="242381"/>
                  </a:lnTo>
                  <a:lnTo>
                    <a:pt x="518627" y="241672"/>
                  </a:lnTo>
                  <a:lnTo>
                    <a:pt x="526485" y="240961"/>
                  </a:lnTo>
                  <a:lnTo>
                    <a:pt x="534343" y="240244"/>
                  </a:lnTo>
                  <a:lnTo>
                    <a:pt x="542201" y="239531"/>
                  </a:lnTo>
                  <a:lnTo>
                    <a:pt x="550059" y="238815"/>
                  </a:lnTo>
                  <a:lnTo>
                    <a:pt x="557917" y="238087"/>
                  </a:lnTo>
                  <a:lnTo>
                    <a:pt x="565775" y="237362"/>
                  </a:lnTo>
                  <a:lnTo>
                    <a:pt x="573633" y="236638"/>
                  </a:lnTo>
                  <a:lnTo>
                    <a:pt x="581491" y="235912"/>
                  </a:lnTo>
                  <a:lnTo>
                    <a:pt x="589349" y="235176"/>
                  </a:lnTo>
                  <a:lnTo>
                    <a:pt x="597207" y="234423"/>
                  </a:lnTo>
                  <a:lnTo>
                    <a:pt x="605065" y="233670"/>
                  </a:lnTo>
                  <a:lnTo>
                    <a:pt x="612923" y="232916"/>
                  </a:lnTo>
                  <a:lnTo>
                    <a:pt x="620781" y="232146"/>
                  </a:lnTo>
                  <a:lnTo>
                    <a:pt x="628639" y="231375"/>
                  </a:lnTo>
                  <a:lnTo>
                    <a:pt x="636497" y="230605"/>
                  </a:lnTo>
                  <a:lnTo>
                    <a:pt x="644355" y="229830"/>
                  </a:lnTo>
                  <a:lnTo>
                    <a:pt x="652213" y="229057"/>
                  </a:lnTo>
                  <a:lnTo>
                    <a:pt x="660071" y="228277"/>
                  </a:lnTo>
                  <a:lnTo>
                    <a:pt x="667929" y="227488"/>
                  </a:lnTo>
                  <a:lnTo>
                    <a:pt x="675787" y="226684"/>
                  </a:lnTo>
                  <a:lnTo>
                    <a:pt x="683645" y="225873"/>
                  </a:lnTo>
                  <a:lnTo>
                    <a:pt x="691503" y="225067"/>
                  </a:lnTo>
                  <a:lnTo>
                    <a:pt x="699361" y="224257"/>
                  </a:lnTo>
                  <a:lnTo>
                    <a:pt x="707219" y="223419"/>
                  </a:lnTo>
                  <a:lnTo>
                    <a:pt x="715077" y="222589"/>
                  </a:lnTo>
                  <a:lnTo>
                    <a:pt x="722935" y="221765"/>
                  </a:lnTo>
                  <a:lnTo>
                    <a:pt x="730793" y="220940"/>
                  </a:lnTo>
                  <a:lnTo>
                    <a:pt x="738651" y="220111"/>
                  </a:lnTo>
                  <a:lnTo>
                    <a:pt x="746509" y="219284"/>
                  </a:lnTo>
                  <a:lnTo>
                    <a:pt x="754367" y="218419"/>
                  </a:lnTo>
                  <a:lnTo>
                    <a:pt x="762225" y="217558"/>
                  </a:lnTo>
                  <a:lnTo>
                    <a:pt x="770083" y="216681"/>
                  </a:lnTo>
                  <a:lnTo>
                    <a:pt x="777941" y="215799"/>
                  </a:lnTo>
                  <a:lnTo>
                    <a:pt x="785799" y="214889"/>
                  </a:lnTo>
                  <a:lnTo>
                    <a:pt x="793657" y="214020"/>
                  </a:lnTo>
                  <a:lnTo>
                    <a:pt x="801515" y="213173"/>
                  </a:lnTo>
                  <a:lnTo>
                    <a:pt x="809373" y="212314"/>
                  </a:lnTo>
                  <a:lnTo>
                    <a:pt x="817231" y="211438"/>
                  </a:lnTo>
                  <a:lnTo>
                    <a:pt x="825089" y="210543"/>
                  </a:lnTo>
                  <a:lnTo>
                    <a:pt x="832947" y="209627"/>
                  </a:lnTo>
                  <a:lnTo>
                    <a:pt x="840805" y="208725"/>
                  </a:lnTo>
                  <a:lnTo>
                    <a:pt x="848663" y="207815"/>
                  </a:lnTo>
                  <a:lnTo>
                    <a:pt x="856521" y="206892"/>
                  </a:lnTo>
                  <a:lnTo>
                    <a:pt x="864379" y="205963"/>
                  </a:lnTo>
                  <a:lnTo>
                    <a:pt x="872237" y="205028"/>
                  </a:lnTo>
                  <a:lnTo>
                    <a:pt x="880095" y="204103"/>
                  </a:lnTo>
                  <a:lnTo>
                    <a:pt x="887953" y="203194"/>
                  </a:lnTo>
                  <a:lnTo>
                    <a:pt x="895811" y="202247"/>
                  </a:lnTo>
                  <a:lnTo>
                    <a:pt x="903669" y="201293"/>
                  </a:lnTo>
                  <a:lnTo>
                    <a:pt x="911527" y="200324"/>
                  </a:lnTo>
                  <a:lnTo>
                    <a:pt x="919385" y="199395"/>
                  </a:lnTo>
                  <a:lnTo>
                    <a:pt x="927243" y="198462"/>
                  </a:lnTo>
                  <a:lnTo>
                    <a:pt x="935101" y="197490"/>
                  </a:lnTo>
                  <a:lnTo>
                    <a:pt x="942959" y="196495"/>
                  </a:lnTo>
                  <a:lnTo>
                    <a:pt x="950817" y="195515"/>
                  </a:lnTo>
                  <a:lnTo>
                    <a:pt x="958675" y="194556"/>
                  </a:lnTo>
                  <a:lnTo>
                    <a:pt x="966533" y="193571"/>
                  </a:lnTo>
                  <a:lnTo>
                    <a:pt x="974391" y="192552"/>
                  </a:lnTo>
                  <a:lnTo>
                    <a:pt x="982249" y="191543"/>
                  </a:lnTo>
                  <a:lnTo>
                    <a:pt x="990107" y="190516"/>
                  </a:lnTo>
                  <a:lnTo>
                    <a:pt x="997965" y="189474"/>
                  </a:lnTo>
                  <a:lnTo>
                    <a:pt x="1005823" y="188445"/>
                  </a:lnTo>
                  <a:lnTo>
                    <a:pt x="1013681" y="187442"/>
                  </a:lnTo>
                  <a:lnTo>
                    <a:pt x="1021539" y="186434"/>
                  </a:lnTo>
                  <a:lnTo>
                    <a:pt x="1029397" y="185376"/>
                  </a:lnTo>
                  <a:lnTo>
                    <a:pt x="1037254" y="184309"/>
                  </a:lnTo>
                  <a:lnTo>
                    <a:pt x="1045112" y="183238"/>
                  </a:lnTo>
                  <a:lnTo>
                    <a:pt x="1052970" y="182184"/>
                  </a:lnTo>
                  <a:lnTo>
                    <a:pt x="1060828" y="181114"/>
                  </a:lnTo>
                  <a:lnTo>
                    <a:pt x="1068686" y="180038"/>
                  </a:lnTo>
                  <a:lnTo>
                    <a:pt x="1076544" y="178957"/>
                  </a:lnTo>
                  <a:lnTo>
                    <a:pt x="1084402" y="177862"/>
                  </a:lnTo>
                  <a:lnTo>
                    <a:pt x="1092260" y="176737"/>
                  </a:lnTo>
                  <a:lnTo>
                    <a:pt x="1100118" y="175605"/>
                  </a:lnTo>
                  <a:lnTo>
                    <a:pt x="1107976" y="174466"/>
                  </a:lnTo>
                  <a:lnTo>
                    <a:pt x="1115834" y="173323"/>
                  </a:lnTo>
                  <a:lnTo>
                    <a:pt x="1123692" y="172191"/>
                  </a:lnTo>
                  <a:lnTo>
                    <a:pt x="1131550" y="171078"/>
                  </a:lnTo>
                  <a:lnTo>
                    <a:pt x="1139408" y="169959"/>
                  </a:lnTo>
                  <a:lnTo>
                    <a:pt x="1147266" y="168766"/>
                  </a:lnTo>
                  <a:lnTo>
                    <a:pt x="1155124" y="167633"/>
                  </a:lnTo>
                  <a:lnTo>
                    <a:pt x="1162982" y="166523"/>
                  </a:lnTo>
                  <a:lnTo>
                    <a:pt x="1170840" y="165414"/>
                  </a:lnTo>
                  <a:lnTo>
                    <a:pt x="1178698" y="164269"/>
                  </a:lnTo>
                  <a:lnTo>
                    <a:pt x="1186556" y="163059"/>
                  </a:lnTo>
                  <a:lnTo>
                    <a:pt x="1194414" y="161846"/>
                  </a:lnTo>
                  <a:lnTo>
                    <a:pt x="1202272" y="160751"/>
                  </a:lnTo>
                  <a:lnTo>
                    <a:pt x="1210130" y="159582"/>
                  </a:lnTo>
                  <a:lnTo>
                    <a:pt x="1217988" y="158387"/>
                  </a:lnTo>
                  <a:lnTo>
                    <a:pt x="1225846" y="157189"/>
                  </a:lnTo>
                  <a:lnTo>
                    <a:pt x="1233704" y="155975"/>
                  </a:lnTo>
                  <a:lnTo>
                    <a:pt x="1241562" y="154765"/>
                  </a:lnTo>
                  <a:lnTo>
                    <a:pt x="1249420" y="153509"/>
                  </a:lnTo>
                  <a:lnTo>
                    <a:pt x="1257278" y="152323"/>
                  </a:lnTo>
                  <a:lnTo>
                    <a:pt x="1265136" y="151165"/>
                  </a:lnTo>
                  <a:lnTo>
                    <a:pt x="1272994" y="149936"/>
                  </a:lnTo>
                  <a:lnTo>
                    <a:pt x="1280852" y="148731"/>
                  </a:lnTo>
                  <a:lnTo>
                    <a:pt x="1288710" y="147524"/>
                  </a:lnTo>
                  <a:lnTo>
                    <a:pt x="1296568" y="146332"/>
                  </a:lnTo>
                  <a:lnTo>
                    <a:pt x="1304426" y="145082"/>
                  </a:lnTo>
                  <a:lnTo>
                    <a:pt x="1312284" y="143784"/>
                  </a:lnTo>
                  <a:lnTo>
                    <a:pt x="1320142" y="142571"/>
                  </a:lnTo>
                  <a:lnTo>
                    <a:pt x="1328000" y="141350"/>
                  </a:lnTo>
                  <a:lnTo>
                    <a:pt x="1335858" y="140119"/>
                  </a:lnTo>
                  <a:lnTo>
                    <a:pt x="1343716" y="138882"/>
                  </a:lnTo>
                  <a:lnTo>
                    <a:pt x="1351574" y="137598"/>
                  </a:lnTo>
                  <a:lnTo>
                    <a:pt x="1359432" y="136273"/>
                  </a:lnTo>
                  <a:lnTo>
                    <a:pt x="1367290" y="134882"/>
                  </a:lnTo>
                  <a:lnTo>
                    <a:pt x="1375148" y="133594"/>
                  </a:lnTo>
                  <a:lnTo>
                    <a:pt x="1383006" y="132213"/>
                  </a:lnTo>
                  <a:lnTo>
                    <a:pt x="1390864" y="130888"/>
                  </a:lnTo>
                  <a:lnTo>
                    <a:pt x="1398722" y="129619"/>
                  </a:lnTo>
                  <a:lnTo>
                    <a:pt x="1406580" y="128390"/>
                  </a:lnTo>
                  <a:lnTo>
                    <a:pt x="1414438" y="127059"/>
                  </a:lnTo>
                  <a:lnTo>
                    <a:pt x="1422296" y="125635"/>
                  </a:lnTo>
                  <a:lnTo>
                    <a:pt x="1430154" y="124203"/>
                  </a:lnTo>
                  <a:lnTo>
                    <a:pt x="1438012" y="122763"/>
                  </a:lnTo>
                  <a:lnTo>
                    <a:pt x="1445870" y="121330"/>
                  </a:lnTo>
                  <a:lnTo>
                    <a:pt x="1453728" y="119911"/>
                  </a:lnTo>
                  <a:lnTo>
                    <a:pt x="1461586" y="118519"/>
                  </a:lnTo>
                  <a:lnTo>
                    <a:pt x="1469444" y="117146"/>
                  </a:lnTo>
                  <a:lnTo>
                    <a:pt x="1477302" y="115804"/>
                  </a:lnTo>
                  <a:lnTo>
                    <a:pt x="1485160" y="114438"/>
                  </a:lnTo>
                  <a:lnTo>
                    <a:pt x="1493018" y="113035"/>
                  </a:lnTo>
                  <a:lnTo>
                    <a:pt x="1500876" y="111670"/>
                  </a:lnTo>
                  <a:lnTo>
                    <a:pt x="1508734" y="110312"/>
                  </a:lnTo>
                  <a:lnTo>
                    <a:pt x="1516592" y="108927"/>
                  </a:lnTo>
                  <a:lnTo>
                    <a:pt x="1524450" y="107510"/>
                  </a:lnTo>
                  <a:lnTo>
                    <a:pt x="1532308" y="106106"/>
                  </a:lnTo>
                  <a:lnTo>
                    <a:pt x="1540166" y="104722"/>
                  </a:lnTo>
                  <a:lnTo>
                    <a:pt x="1548024" y="103320"/>
                  </a:lnTo>
                  <a:lnTo>
                    <a:pt x="1555882" y="101794"/>
                  </a:lnTo>
                  <a:lnTo>
                    <a:pt x="1563740" y="100391"/>
                  </a:lnTo>
                  <a:lnTo>
                    <a:pt x="1571598" y="98971"/>
                  </a:lnTo>
                  <a:lnTo>
                    <a:pt x="1579456" y="97488"/>
                  </a:lnTo>
                  <a:lnTo>
                    <a:pt x="1587314" y="96011"/>
                  </a:lnTo>
                  <a:lnTo>
                    <a:pt x="1595172" y="94500"/>
                  </a:lnTo>
                  <a:lnTo>
                    <a:pt x="1603030" y="92897"/>
                  </a:lnTo>
                  <a:lnTo>
                    <a:pt x="1610888" y="91368"/>
                  </a:lnTo>
                  <a:lnTo>
                    <a:pt x="1618746" y="89856"/>
                  </a:lnTo>
                  <a:lnTo>
                    <a:pt x="1626604" y="88391"/>
                  </a:lnTo>
                  <a:lnTo>
                    <a:pt x="1634462" y="87000"/>
                  </a:lnTo>
                  <a:lnTo>
                    <a:pt x="1642320" y="85501"/>
                  </a:lnTo>
                  <a:lnTo>
                    <a:pt x="1650178" y="83874"/>
                  </a:lnTo>
                  <a:lnTo>
                    <a:pt x="1658036" y="82239"/>
                  </a:lnTo>
                  <a:lnTo>
                    <a:pt x="1665894" y="80651"/>
                  </a:lnTo>
                  <a:lnTo>
                    <a:pt x="1673752" y="79086"/>
                  </a:lnTo>
                  <a:lnTo>
                    <a:pt x="1681610" y="77515"/>
                  </a:lnTo>
                  <a:lnTo>
                    <a:pt x="1689468" y="75930"/>
                  </a:lnTo>
                  <a:lnTo>
                    <a:pt x="1697326" y="74303"/>
                  </a:lnTo>
                  <a:lnTo>
                    <a:pt x="1705184" y="72667"/>
                  </a:lnTo>
                  <a:lnTo>
                    <a:pt x="1713042" y="71000"/>
                  </a:lnTo>
                  <a:lnTo>
                    <a:pt x="1720900" y="69363"/>
                  </a:lnTo>
                  <a:lnTo>
                    <a:pt x="1728758" y="67784"/>
                  </a:lnTo>
                  <a:lnTo>
                    <a:pt x="1736616" y="66162"/>
                  </a:lnTo>
                  <a:lnTo>
                    <a:pt x="1744474" y="64515"/>
                  </a:lnTo>
                  <a:lnTo>
                    <a:pt x="1752332" y="62806"/>
                  </a:lnTo>
                  <a:lnTo>
                    <a:pt x="1760190" y="61090"/>
                  </a:lnTo>
                  <a:lnTo>
                    <a:pt x="1768048" y="59329"/>
                  </a:lnTo>
                  <a:lnTo>
                    <a:pt x="1775906" y="57628"/>
                  </a:lnTo>
                  <a:lnTo>
                    <a:pt x="1783764" y="55901"/>
                  </a:lnTo>
                  <a:lnTo>
                    <a:pt x="1791622" y="54268"/>
                  </a:lnTo>
                  <a:lnTo>
                    <a:pt x="1799480" y="52621"/>
                  </a:lnTo>
                  <a:lnTo>
                    <a:pt x="1807338" y="50942"/>
                  </a:lnTo>
                  <a:lnTo>
                    <a:pt x="1815196" y="49257"/>
                  </a:lnTo>
                  <a:lnTo>
                    <a:pt x="1823054" y="47515"/>
                  </a:lnTo>
                  <a:lnTo>
                    <a:pt x="1830912" y="45867"/>
                  </a:lnTo>
                  <a:lnTo>
                    <a:pt x="1838770" y="44128"/>
                  </a:lnTo>
                  <a:lnTo>
                    <a:pt x="1846628" y="42356"/>
                  </a:lnTo>
                  <a:lnTo>
                    <a:pt x="1854486" y="40577"/>
                  </a:lnTo>
                  <a:lnTo>
                    <a:pt x="1862344" y="38791"/>
                  </a:lnTo>
                  <a:lnTo>
                    <a:pt x="1870202" y="36998"/>
                  </a:lnTo>
                  <a:lnTo>
                    <a:pt x="1878060" y="35286"/>
                  </a:lnTo>
                  <a:lnTo>
                    <a:pt x="1885918" y="33515"/>
                  </a:lnTo>
                  <a:lnTo>
                    <a:pt x="1893776" y="31572"/>
                  </a:lnTo>
                  <a:lnTo>
                    <a:pt x="1901634" y="29873"/>
                  </a:lnTo>
                  <a:lnTo>
                    <a:pt x="1909492" y="28184"/>
                  </a:lnTo>
                  <a:lnTo>
                    <a:pt x="1917350" y="26455"/>
                  </a:lnTo>
                  <a:lnTo>
                    <a:pt x="1925208" y="24664"/>
                  </a:lnTo>
                  <a:lnTo>
                    <a:pt x="1933066" y="22779"/>
                  </a:lnTo>
                  <a:lnTo>
                    <a:pt x="1940924" y="21034"/>
                  </a:lnTo>
                  <a:lnTo>
                    <a:pt x="1948782" y="19215"/>
                  </a:lnTo>
                  <a:lnTo>
                    <a:pt x="1956640" y="17392"/>
                  </a:lnTo>
                  <a:lnTo>
                    <a:pt x="1964498" y="15680"/>
                  </a:lnTo>
                  <a:lnTo>
                    <a:pt x="1972356" y="13978"/>
                  </a:lnTo>
                  <a:lnTo>
                    <a:pt x="1980214" y="12272"/>
                  </a:lnTo>
                  <a:lnTo>
                    <a:pt x="1988072" y="10561"/>
                  </a:lnTo>
                  <a:lnTo>
                    <a:pt x="1995930" y="8846"/>
                  </a:lnTo>
                  <a:lnTo>
                    <a:pt x="2003788" y="7106"/>
                  </a:lnTo>
                  <a:lnTo>
                    <a:pt x="2011646" y="5266"/>
                  </a:lnTo>
                  <a:lnTo>
                    <a:pt x="2019504" y="3453"/>
                  </a:lnTo>
                  <a:lnTo>
                    <a:pt x="2027362" y="172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186414" y="2843981"/>
              <a:ext cx="2035220" cy="196781"/>
            </a:xfrm>
            <a:custGeom>
              <a:avLst/>
              <a:pathLst>
                <a:path w="2035220" h="196781">
                  <a:moveTo>
                    <a:pt x="0" y="196781"/>
                  </a:moveTo>
                  <a:lnTo>
                    <a:pt x="7857" y="196542"/>
                  </a:lnTo>
                  <a:lnTo>
                    <a:pt x="15715" y="196333"/>
                  </a:lnTo>
                  <a:lnTo>
                    <a:pt x="23573" y="196074"/>
                  </a:lnTo>
                  <a:lnTo>
                    <a:pt x="31431" y="195811"/>
                  </a:lnTo>
                  <a:lnTo>
                    <a:pt x="39289" y="195529"/>
                  </a:lnTo>
                  <a:lnTo>
                    <a:pt x="47147" y="195263"/>
                  </a:lnTo>
                  <a:lnTo>
                    <a:pt x="55005" y="195000"/>
                  </a:lnTo>
                  <a:lnTo>
                    <a:pt x="62863" y="194712"/>
                  </a:lnTo>
                  <a:lnTo>
                    <a:pt x="70721" y="194419"/>
                  </a:lnTo>
                  <a:lnTo>
                    <a:pt x="78579" y="194130"/>
                  </a:lnTo>
                  <a:lnTo>
                    <a:pt x="86437" y="193868"/>
                  </a:lnTo>
                  <a:lnTo>
                    <a:pt x="94295" y="193559"/>
                  </a:lnTo>
                  <a:lnTo>
                    <a:pt x="102153" y="193274"/>
                  </a:lnTo>
                  <a:lnTo>
                    <a:pt x="110011" y="192995"/>
                  </a:lnTo>
                  <a:lnTo>
                    <a:pt x="117869" y="192722"/>
                  </a:lnTo>
                  <a:lnTo>
                    <a:pt x="125727" y="192418"/>
                  </a:lnTo>
                  <a:lnTo>
                    <a:pt x="133585" y="192163"/>
                  </a:lnTo>
                  <a:lnTo>
                    <a:pt x="141443" y="191855"/>
                  </a:lnTo>
                  <a:lnTo>
                    <a:pt x="149301" y="191567"/>
                  </a:lnTo>
                  <a:lnTo>
                    <a:pt x="157159" y="191277"/>
                  </a:lnTo>
                  <a:lnTo>
                    <a:pt x="165017" y="190969"/>
                  </a:lnTo>
                  <a:lnTo>
                    <a:pt x="172875" y="190616"/>
                  </a:lnTo>
                  <a:lnTo>
                    <a:pt x="180733" y="190299"/>
                  </a:lnTo>
                  <a:lnTo>
                    <a:pt x="188591" y="189981"/>
                  </a:lnTo>
                  <a:lnTo>
                    <a:pt x="196449" y="189614"/>
                  </a:lnTo>
                  <a:lnTo>
                    <a:pt x="204307" y="189263"/>
                  </a:lnTo>
                  <a:lnTo>
                    <a:pt x="212165" y="188882"/>
                  </a:lnTo>
                  <a:lnTo>
                    <a:pt x="220023" y="188508"/>
                  </a:lnTo>
                  <a:lnTo>
                    <a:pt x="227881" y="188135"/>
                  </a:lnTo>
                  <a:lnTo>
                    <a:pt x="235739" y="187765"/>
                  </a:lnTo>
                  <a:lnTo>
                    <a:pt x="243597" y="187401"/>
                  </a:lnTo>
                  <a:lnTo>
                    <a:pt x="251455" y="187041"/>
                  </a:lnTo>
                  <a:lnTo>
                    <a:pt x="259313" y="186720"/>
                  </a:lnTo>
                  <a:lnTo>
                    <a:pt x="267171" y="186362"/>
                  </a:lnTo>
                  <a:lnTo>
                    <a:pt x="275029" y="186019"/>
                  </a:lnTo>
                  <a:lnTo>
                    <a:pt x="282887" y="185655"/>
                  </a:lnTo>
                  <a:lnTo>
                    <a:pt x="290745" y="185305"/>
                  </a:lnTo>
                  <a:lnTo>
                    <a:pt x="298603" y="184949"/>
                  </a:lnTo>
                  <a:lnTo>
                    <a:pt x="306461" y="184533"/>
                  </a:lnTo>
                  <a:lnTo>
                    <a:pt x="314319" y="184260"/>
                  </a:lnTo>
                  <a:lnTo>
                    <a:pt x="322177" y="183918"/>
                  </a:lnTo>
                  <a:lnTo>
                    <a:pt x="330035" y="183517"/>
                  </a:lnTo>
                  <a:lnTo>
                    <a:pt x="337893" y="183085"/>
                  </a:lnTo>
                  <a:lnTo>
                    <a:pt x="345751" y="182682"/>
                  </a:lnTo>
                  <a:lnTo>
                    <a:pt x="353609" y="182225"/>
                  </a:lnTo>
                  <a:lnTo>
                    <a:pt x="361467" y="181816"/>
                  </a:lnTo>
                  <a:lnTo>
                    <a:pt x="369325" y="181413"/>
                  </a:lnTo>
                  <a:lnTo>
                    <a:pt x="377183" y="181037"/>
                  </a:lnTo>
                  <a:lnTo>
                    <a:pt x="385041" y="180677"/>
                  </a:lnTo>
                  <a:lnTo>
                    <a:pt x="392899" y="180279"/>
                  </a:lnTo>
                  <a:lnTo>
                    <a:pt x="400757" y="179932"/>
                  </a:lnTo>
                  <a:lnTo>
                    <a:pt x="408615" y="179638"/>
                  </a:lnTo>
                  <a:lnTo>
                    <a:pt x="416473" y="179231"/>
                  </a:lnTo>
                  <a:lnTo>
                    <a:pt x="424331" y="178779"/>
                  </a:lnTo>
                  <a:lnTo>
                    <a:pt x="432189" y="178335"/>
                  </a:lnTo>
                  <a:lnTo>
                    <a:pt x="440047" y="177915"/>
                  </a:lnTo>
                  <a:lnTo>
                    <a:pt x="447905" y="177446"/>
                  </a:lnTo>
                  <a:lnTo>
                    <a:pt x="455763" y="176967"/>
                  </a:lnTo>
                  <a:lnTo>
                    <a:pt x="463621" y="176650"/>
                  </a:lnTo>
                  <a:lnTo>
                    <a:pt x="471479" y="176261"/>
                  </a:lnTo>
                  <a:lnTo>
                    <a:pt x="479337" y="175859"/>
                  </a:lnTo>
                  <a:lnTo>
                    <a:pt x="487195" y="175466"/>
                  </a:lnTo>
                  <a:lnTo>
                    <a:pt x="495053" y="174994"/>
                  </a:lnTo>
                  <a:lnTo>
                    <a:pt x="502911" y="174522"/>
                  </a:lnTo>
                  <a:lnTo>
                    <a:pt x="510769" y="174145"/>
                  </a:lnTo>
                  <a:lnTo>
                    <a:pt x="518627" y="173766"/>
                  </a:lnTo>
                  <a:lnTo>
                    <a:pt x="526485" y="173340"/>
                  </a:lnTo>
                  <a:lnTo>
                    <a:pt x="534343" y="172867"/>
                  </a:lnTo>
                  <a:lnTo>
                    <a:pt x="542201" y="172358"/>
                  </a:lnTo>
                  <a:lnTo>
                    <a:pt x="550059" y="171752"/>
                  </a:lnTo>
                  <a:lnTo>
                    <a:pt x="557917" y="171319"/>
                  </a:lnTo>
                  <a:lnTo>
                    <a:pt x="565775" y="170796"/>
                  </a:lnTo>
                  <a:lnTo>
                    <a:pt x="573633" y="170271"/>
                  </a:lnTo>
                  <a:lnTo>
                    <a:pt x="581491" y="169798"/>
                  </a:lnTo>
                  <a:lnTo>
                    <a:pt x="589349" y="169376"/>
                  </a:lnTo>
                  <a:lnTo>
                    <a:pt x="597207" y="168879"/>
                  </a:lnTo>
                  <a:lnTo>
                    <a:pt x="605065" y="168399"/>
                  </a:lnTo>
                  <a:lnTo>
                    <a:pt x="612923" y="167897"/>
                  </a:lnTo>
                  <a:lnTo>
                    <a:pt x="620781" y="167303"/>
                  </a:lnTo>
                  <a:lnTo>
                    <a:pt x="628639" y="166808"/>
                  </a:lnTo>
                  <a:lnTo>
                    <a:pt x="636497" y="166370"/>
                  </a:lnTo>
                  <a:lnTo>
                    <a:pt x="644355" y="165898"/>
                  </a:lnTo>
                  <a:lnTo>
                    <a:pt x="652213" y="165372"/>
                  </a:lnTo>
                  <a:lnTo>
                    <a:pt x="660071" y="164871"/>
                  </a:lnTo>
                  <a:lnTo>
                    <a:pt x="667929" y="164329"/>
                  </a:lnTo>
                  <a:lnTo>
                    <a:pt x="675787" y="163859"/>
                  </a:lnTo>
                  <a:lnTo>
                    <a:pt x="683645" y="163376"/>
                  </a:lnTo>
                  <a:lnTo>
                    <a:pt x="691503" y="162830"/>
                  </a:lnTo>
                  <a:lnTo>
                    <a:pt x="699361" y="162291"/>
                  </a:lnTo>
                  <a:lnTo>
                    <a:pt x="707219" y="161804"/>
                  </a:lnTo>
                  <a:lnTo>
                    <a:pt x="715077" y="161250"/>
                  </a:lnTo>
                  <a:lnTo>
                    <a:pt x="722935" y="160757"/>
                  </a:lnTo>
                  <a:lnTo>
                    <a:pt x="730793" y="160251"/>
                  </a:lnTo>
                  <a:lnTo>
                    <a:pt x="738651" y="159711"/>
                  </a:lnTo>
                  <a:lnTo>
                    <a:pt x="746509" y="159228"/>
                  </a:lnTo>
                  <a:lnTo>
                    <a:pt x="754367" y="158667"/>
                  </a:lnTo>
                  <a:lnTo>
                    <a:pt x="762225" y="158041"/>
                  </a:lnTo>
                  <a:lnTo>
                    <a:pt x="770083" y="157534"/>
                  </a:lnTo>
                  <a:lnTo>
                    <a:pt x="777941" y="156977"/>
                  </a:lnTo>
                  <a:lnTo>
                    <a:pt x="785799" y="156390"/>
                  </a:lnTo>
                  <a:lnTo>
                    <a:pt x="793657" y="155772"/>
                  </a:lnTo>
                  <a:lnTo>
                    <a:pt x="801515" y="155177"/>
                  </a:lnTo>
                  <a:lnTo>
                    <a:pt x="809373" y="154629"/>
                  </a:lnTo>
                  <a:lnTo>
                    <a:pt x="817231" y="154048"/>
                  </a:lnTo>
                  <a:lnTo>
                    <a:pt x="825089" y="153407"/>
                  </a:lnTo>
                  <a:lnTo>
                    <a:pt x="832947" y="152829"/>
                  </a:lnTo>
                  <a:lnTo>
                    <a:pt x="840805" y="152223"/>
                  </a:lnTo>
                  <a:lnTo>
                    <a:pt x="848663" y="151581"/>
                  </a:lnTo>
                  <a:lnTo>
                    <a:pt x="856521" y="150857"/>
                  </a:lnTo>
                  <a:lnTo>
                    <a:pt x="864379" y="150336"/>
                  </a:lnTo>
                  <a:lnTo>
                    <a:pt x="872237" y="149684"/>
                  </a:lnTo>
                  <a:lnTo>
                    <a:pt x="880095" y="149033"/>
                  </a:lnTo>
                  <a:lnTo>
                    <a:pt x="887953" y="148346"/>
                  </a:lnTo>
                  <a:lnTo>
                    <a:pt x="895811" y="147699"/>
                  </a:lnTo>
                  <a:lnTo>
                    <a:pt x="903669" y="147177"/>
                  </a:lnTo>
                  <a:lnTo>
                    <a:pt x="911527" y="146646"/>
                  </a:lnTo>
                  <a:lnTo>
                    <a:pt x="919385" y="146059"/>
                  </a:lnTo>
                  <a:lnTo>
                    <a:pt x="927243" y="145332"/>
                  </a:lnTo>
                  <a:lnTo>
                    <a:pt x="935101" y="144731"/>
                  </a:lnTo>
                  <a:lnTo>
                    <a:pt x="942959" y="144101"/>
                  </a:lnTo>
                  <a:lnTo>
                    <a:pt x="950817" y="143450"/>
                  </a:lnTo>
                  <a:lnTo>
                    <a:pt x="958675" y="142780"/>
                  </a:lnTo>
                  <a:lnTo>
                    <a:pt x="966533" y="142059"/>
                  </a:lnTo>
                  <a:lnTo>
                    <a:pt x="974391" y="141299"/>
                  </a:lnTo>
                  <a:lnTo>
                    <a:pt x="982249" y="140684"/>
                  </a:lnTo>
                  <a:lnTo>
                    <a:pt x="990107" y="140037"/>
                  </a:lnTo>
                  <a:lnTo>
                    <a:pt x="997965" y="139430"/>
                  </a:lnTo>
                  <a:lnTo>
                    <a:pt x="1005823" y="138692"/>
                  </a:lnTo>
                  <a:lnTo>
                    <a:pt x="1013681" y="138001"/>
                  </a:lnTo>
                  <a:lnTo>
                    <a:pt x="1021539" y="137325"/>
                  </a:lnTo>
                  <a:lnTo>
                    <a:pt x="1029397" y="136635"/>
                  </a:lnTo>
                  <a:lnTo>
                    <a:pt x="1037254" y="136019"/>
                  </a:lnTo>
                  <a:lnTo>
                    <a:pt x="1045112" y="135285"/>
                  </a:lnTo>
                  <a:lnTo>
                    <a:pt x="1052970" y="134561"/>
                  </a:lnTo>
                  <a:lnTo>
                    <a:pt x="1060828" y="133852"/>
                  </a:lnTo>
                  <a:lnTo>
                    <a:pt x="1068686" y="133142"/>
                  </a:lnTo>
                  <a:lnTo>
                    <a:pt x="1076544" y="132402"/>
                  </a:lnTo>
                  <a:lnTo>
                    <a:pt x="1084402" y="131691"/>
                  </a:lnTo>
                  <a:lnTo>
                    <a:pt x="1092260" y="130995"/>
                  </a:lnTo>
                  <a:lnTo>
                    <a:pt x="1100118" y="130261"/>
                  </a:lnTo>
                  <a:lnTo>
                    <a:pt x="1107976" y="129568"/>
                  </a:lnTo>
                  <a:lnTo>
                    <a:pt x="1115834" y="128825"/>
                  </a:lnTo>
                  <a:lnTo>
                    <a:pt x="1123692" y="128077"/>
                  </a:lnTo>
                  <a:lnTo>
                    <a:pt x="1131550" y="127354"/>
                  </a:lnTo>
                  <a:lnTo>
                    <a:pt x="1139408" y="126567"/>
                  </a:lnTo>
                  <a:lnTo>
                    <a:pt x="1147266" y="125807"/>
                  </a:lnTo>
                  <a:lnTo>
                    <a:pt x="1155124" y="125099"/>
                  </a:lnTo>
                  <a:lnTo>
                    <a:pt x="1162982" y="124285"/>
                  </a:lnTo>
                  <a:lnTo>
                    <a:pt x="1170840" y="123473"/>
                  </a:lnTo>
                  <a:lnTo>
                    <a:pt x="1178698" y="122684"/>
                  </a:lnTo>
                  <a:lnTo>
                    <a:pt x="1186556" y="121934"/>
                  </a:lnTo>
                  <a:lnTo>
                    <a:pt x="1194414" y="121234"/>
                  </a:lnTo>
                  <a:lnTo>
                    <a:pt x="1202272" y="120449"/>
                  </a:lnTo>
                  <a:lnTo>
                    <a:pt x="1210130" y="119594"/>
                  </a:lnTo>
                  <a:lnTo>
                    <a:pt x="1217988" y="118773"/>
                  </a:lnTo>
                  <a:lnTo>
                    <a:pt x="1225846" y="117867"/>
                  </a:lnTo>
                  <a:lnTo>
                    <a:pt x="1233704" y="117036"/>
                  </a:lnTo>
                  <a:lnTo>
                    <a:pt x="1241562" y="116329"/>
                  </a:lnTo>
                  <a:lnTo>
                    <a:pt x="1249420" y="115541"/>
                  </a:lnTo>
                  <a:lnTo>
                    <a:pt x="1257278" y="114649"/>
                  </a:lnTo>
                  <a:lnTo>
                    <a:pt x="1265136" y="113848"/>
                  </a:lnTo>
                  <a:lnTo>
                    <a:pt x="1272994" y="112936"/>
                  </a:lnTo>
                  <a:lnTo>
                    <a:pt x="1280852" y="112114"/>
                  </a:lnTo>
                  <a:lnTo>
                    <a:pt x="1288710" y="111217"/>
                  </a:lnTo>
                  <a:lnTo>
                    <a:pt x="1296568" y="110306"/>
                  </a:lnTo>
                  <a:lnTo>
                    <a:pt x="1304426" y="109413"/>
                  </a:lnTo>
                  <a:lnTo>
                    <a:pt x="1312284" y="108626"/>
                  </a:lnTo>
                  <a:lnTo>
                    <a:pt x="1320142" y="107791"/>
                  </a:lnTo>
                  <a:lnTo>
                    <a:pt x="1328000" y="106946"/>
                  </a:lnTo>
                  <a:lnTo>
                    <a:pt x="1335858" y="106009"/>
                  </a:lnTo>
                  <a:lnTo>
                    <a:pt x="1343716" y="105122"/>
                  </a:lnTo>
                  <a:lnTo>
                    <a:pt x="1351574" y="104205"/>
                  </a:lnTo>
                  <a:lnTo>
                    <a:pt x="1359432" y="103308"/>
                  </a:lnTo>
                  <a:lnTo>
                    <a:pt x="1367290" y="102395"/>
                  </a:lnTo>
                  <a:lnTo>
                    <a:pt x="1375148" y="101457"/>
                  </a:lnTo>
                  <a:lnTo>
                    <a:pt x="1383006" y="100602"/>
                  </a:lnTo>
                  <a:lnTo>
                    <a:pt x="1390864" y="99700"/>
                  </a:lnTo>
                  <a:lnTo>
                    <a:pt x="1398722" y="98814"/>
                  </a:lnTo>
                  <a:lnTo>
                    <a:pt x="1406580" y="97821"/>
                  </a:lnTo>
                  <a:lnTo>
                    <a:pt x="1414438" y="96815"/>
                  </a:lnTo>
                  <a:lnTo>
                    <a:pt x="1422296" y="95812"/>
                  </a:lnTo>
                  <a:lnTo>
                    <a:pt x="1430154" y="94846"/>
                  </a:lnTo>
                  <a:lnTo>
                    <a:pt x="1438012" y="93868"/>
                  </a:lnTo>
                  <a:lnTo>
                    <a:pt x="1445870" y="92921"/>
                  </a:lnTo>
                  <a:lnTo>
                    <a:pt x="1453728" y="91925"/>
                  </a:lnTo>
                  <a:lnTo>
                    <a:pt x="1461586" y="90879"/>
                  </a:lnTo>
                  <a:lnTo>
                    <a:pt x="1469444" y="89893"/>
                  </a:lnTo>
                  <a:lnTo>
                    <a:pt x="1477302" y="88931"/>
                  </a:lnTo>
                  <a:lnTo>
                    <a:pt x="1485160" y="87901"/>
                  </a:lnTo>
                  <a:lnTo>
                    <a:pt x="1493018" y="86858"/>
                  </a:lnTo>
                  <a:lnTo>
                    <a:pt x="1500876" y="85717"/>
                  </a:lnTo>
                  <a:lnTo>
                    <a:pt x="1508734" y="84613"/>
                  </a:lnTo>
                  <a:lnTo>
                    <a:pt x="1516592" y="83564"/>
                  </a:lnTo>
                  <a:lnTo>
                    <a:pt x="1524450" y="82627"/>
                  </a:lnTo>
                  <a:lnTo>
                    <a:pt x="1532308" y="81644"/>
                  </a:lnTo>
                  <a:lnTo>
                    <a:pt x="1540166" y="80525"/>
                  </a:lnTo>
                  <a:lnTo>
                    <a:pt x="1548024" y="79430"/>
                  </a:lnTo>
                  <a:lnTo>
                    <a:pt x="1555882" y="78393"/>
                  </a:lnTo>
                  <a:lnTo>
                    <a:pt x="1563740" y="77376"/>
                  </a:lnTo>
                  <a:lnTo>
                    <a:pt x="1571598" y="76327"/>
                  </a:lnTo>
                  <a:lnTo>
                    <a:pt x="1579456" y="75254"/>
                  </a:lnTo>
                  <a:lnTo>
                    <a:pt x="1587314" y="74062"/>
                  </a:lnTo>
                  <a:lnTo>
                    <a:pt x="1595172" y="72901"/>
                  </a:lnTo>
                  <a:lnTo>
                    <a:pt x="1603030" y="71774"/>
                  </a:lnTo>
                  <a:lnTo>
                    <a:pt x="1610888" y="70658"/>
                  </a:lnTo>
                  <a:lnTo>
                    <a:pt x="1618746" y="69526"/>
                  </a:lnTo>
                  <a:lnTo>
                    <a:pt x="1626604" y="68350"/>
                  </a:lnTo>
                  <a:lnTo>
                    <a:pt x="1634462" y="67201"/>
                  </a:lnTo>
                  <a:lnTo>
                    <a:pt x="1642320" y="65937"/>
                  </a:lnTo>
                  <a:lnTo>
                    <a:pt x="1650178" y="64734"/>
                  </a:lnTo>
                  <a:lnTo>
                    <a:pt x="1658036" y="63469"/>
                  </a:lnTo>
                  <a:lnTo>
                    <a:pt x="1665894" y="62268"/>
                  </a:lnTo>
                  <a:lnTo>
                    <a:pt x="1673752" y="61197"/>
                  </a:lnTo>
                  <a:lnTo>
                    <a:pt x="1681610" y="60006"/>
                  </a:lnTo>
                  <a:lnTo>
                    <a:pt x="1689468" y="58808"/>
                  </a:lnTo>
                  <a:lnTo>
                    <a:pt x="1697326" y="57571"/>
                  </a:lnTo>
                  <a:lnTo>
                    <a:pt x="1705184" y="56283"/>
                  </a:lnTo>
                  <a:lnTo>
                    <a:pt x="1713042" y="55029"/>
                  </a:lnTo>
                  <a:lnTo>
                    <a:pt x="1720900" y="53803"/>
                  </a:lnTo>
                  <a:lnTo>
                    <a:pt x="1728758" y="52620"/>
                  </a:lnTo>
                  <a:lnTo>
                    <a:pt x="1736616" y="51420"/>
                  </a:lnTo>
                  <a:lnTo>
                    <a:pt x="1744474" y="50173"/>
                  </a:lnTo>
                  <a:lnTo>
                    <a:pt x="1752332" y="48795"/>
                  </a:lnTo>
                  <a:lnTo>
                    <a:pt x="1760190" y="47557"/>
                  </a:lnTo>
                  <a:lnTo>
                    <a:pt x="1768048" y="46411"/>
                  </a:lnTo>
                  <a:lnTo>
                    <a:pt x="1775906" y="45198"/>
                  </a:lnTo>
                  <a:lnTo>
                    <a:pt x="1783764" y="43945"/>
                  </a:lnTo>
                  <a:lnTo>
                    <a:pt x="1791622" y="42709"/>
                  </a:lnTo>
                  <a:lnTo>
                    <a:pt x="1799480" y="41459"/>
                  </a:lnTo>
                  <a:lnTo>
                    <a:pt x="1807338" y="40182"/>
                  </a:lnTo>
                  <a:lnTo>
                    <a:pt x="1815196" y="38822"/>
                  </a:lnTo>
                  <a:lnTo>
                    <a:pt x="1823054" y="37423"/>
                  </a:lnTo>
                  <a:lnTo>
                    <a:pt x="1830912" y="36146"/>
                  </a:lnTo>
                  <a:lnTo>
                    <a:pt x="1838770" y="34930"/>
                  </a:lnTo>
                  <a:lnTo>
                    <a:pt x="1846628" y="33640"/>
                  </a:lnTo>
                  <a:lnTo>
                    <a:pt x="1854486" y="32299"/>
                  </a:lnTo>
                  <a:lnTo>
                    <a:pt x="1862344" y="31041"/>
                  </a:lnTo>
                  <a:lnTo>
                    <a:pt x="1870202" y="29786"/>
                  </a:lnTo>
                  <a:lnTo>
                    <a:pt x="1878060" y="28439"/>
                  </a:lnTo>
                  <a:lnTo>
                    <a:pt x="1885918" y="27003"/>
                  </a:lnTo>
                  <a:lnTo>
                    <a:pt x="1893776" y="25503"/>
                  </a:lnTo>
                  <a:lnTo>
                    <a:pt x="1901634" y="24130"/>
                  </a:lnTo>
                  <a:lnTo>
                    <a:pt x="1909492" y="22730"/>
                  </a:lnTo>
                  <a:lnTo>
                    <a:pt x="1917350" y="21323"/>
                  </a:lnTo>
                  <a:lnTo>
                    <a:pt x="1925208" y="19997"/>
                  </a:lnTo>
                  <a:lnTo>
                    <a:pt x="1933066" y="18628"/>
                  </a:lnTo>
                  <a:lnTo>
                    <a:pt x="1940924" y="17225"/>
                  </a:lnTo>
                  <a:lnTo>
                    <a:pt x="1948782" y="15829"/>
                  </a:lnTo>
                  <a:lnTo>
                    <a:pt x="1956640" y="14398"/>
                  </a:lnTo>
                  <a:lnTo>
                    <a:pt x="1964498" y="12965"/>
                  </a:lnTo>
                  <a:lnTo>
                    <a:pt x="1972356" y="11484"/>
                  </a:lnTo>
                  <a:lnTo>
                    <a:pt x="1980214" y="9999"/>
                  </a:lnTo>
                  <a:lnTo>
                    <a:pt x="1988072" y="8656"/>
                  </a:lnTo>
                  <a:lnTo>
                    <a:pt x="1995930" y="7289"/>
                  </a:lnTo>
                  <a:lnTo>
                    <a:pt x="2003788" y="5925"/>
                  </a:lnTo>
                  <a:lnTo>
                    <a:pt x="2011646" y="4522"/>
                  </a:lnTo>
                  <a:lnTo>
                    <a:pt x="2019504" y="2984"/>
                  </a:lnTo>
                  <a:lnTo>
                    <a:pt x="2027362" y="152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186414" y="3018018"/>
              <a:ext cx="2035220" cy="47950"/>
            </a:xfrm>
            <a:custGeom>
              <a:avLst/>
              <a:pathLst>
                <a:path w="2035220" h="47950">
                  <a:moveTo>
                    <a:pt x="0" y="0"/>
                  </a:moveTo>
                  <a:lnTo>
                    <a:pt x="7857" y="269"/>
                  </a:lnTo>
                  <a:lnTo>
                    <a:pt x="15715" y="679"/>
                  </a:lnTo>
                  <a:lnTo>
                    <a:pt x="23573" y="1080"/>
                  </a:lnTo>
                  <a:lnTo>
                    <a:pt x="31431" y="1512"/>
                  </a:lnTo>
                  <a:lnTo>
                    <a:pt x="39289" y="1879"/>
                  </a:lnTo>
                  <a:lnTo>
                    <a:pt x="47147" y="2284"/>
                  </a:lnTo>
                  <a:lnTo>
                    <a:pt x="55005" y="2626"/>
                  </a:lnTo>
                  <a:lnTo>
                    <a:pt x="62863" y="3150"/>
                  </a:lnTo>
                  <a:lnTo>
                    <a:pt x="70721" y="3496"/>
                  </a:lnTo>
                  <a:lnTo>
                    <a:pt x="78579" y="3911"/>
                  </a:lnTo>
                  <a:lnTo>
                    <a:pt x="86437" y="4329"/>
                  </a:lnTo>
                  <a:lnTo>
                    <a:pt x="94295" y="4639"/>
                  </a:lnTo>
                  <a:lnTo>
                    <a:pt x="102153" y="4958"/>
                  </a:lnTo>
                  <a:lnTo>
                    <a:pt x="110011" y="5325"/>
                  </a:lnTo>
                  <a:lnTo>
                    <a:pt x="117869" y="5708"/>
                  </a:lnTo>
                  <a:lnTo>
                    <a:pt x="125727" y="6055"/>
                  </a:lnTo>
                  <a:lnTo>
                    <a:pt x="133585" y="6308"/>
                  </a:lnTo>
                  <a:lnTo>
                    <a:pt x="141443" y="6604"/>
                  </a:lnTo>
                  <a:lnTo>
                    <a:pt x="149301" y="6955"/>
                  </a:lnTo>
                  <a:lnTo>
                    <a:pt x="157159" y="7340"/>
                  </a:lnTo>
                  <a:lnTo>
                    <a:pt x="165017" y="7671"/>
                  </a:lnTo>
                  <a:lnTo>
                    <a:pt x="172875" y="8050"/>
                  </a:lnTo>
                  <a:lnTo>
                    <a:pt x="180733" y="8405"/>
                  </a:lnTo>
                  <a:lnTo>
                    <a:pt x="188591" y="8739"/>
                  </a:lnTo>
                  <a:lnTo>
                    <a:pt x="196449" y="9064"/>
                  </a:lnTo>
                  <a:lnTo>
                    <a:pt x="204307" y="9387"/>
                  </a:lnTo>
                  <a:lnTo>
                    <a:pt x="212165" y="9689"/>
                  </a:lnTo>
                  <a:lnTo>
                    <a:pt x="220023" y="10093"/>
                  </a:lnTo>
                  <a:lnTo>
                    <a:pt x="227881" y="10362"/>
                  </a:lnTo>
                  <a:lnTo>
                    <a:pt x="235739" y="10633"/>
                  </a:lnTo>
                  <a:lnTo>
                    <a:pt x="243597" y="10984"/>
                  </a:lnTo>
                  <a:lnTo>
                    <a:pt x="251455" y="11368"/>
                  </a:lnTo>
                  <a:lnTo>
                    <a:pt x="259313" y="11694"/>
                  </a:lnTo>
                  <a:lnTo>
                    <a:pt x="267171" y="11956"/>
                  </a:lnTo>
                  <a:lnTo>
                    <a:pt x="275029" y="12225"/>
                  </a:lnTo>
                  <a:lnTo>
                    <a:pt x="282887" y="12539"/>
                  </a:lnTo>
                  <a:lnTo>
                    <a:pt x="290745" y="12848"/>
                  </a:lnTo>
                  <a:lnTo>
                    <a:pt x="298603" y="13137"/>
                  </a:lnTo>
                  <a:lnTo>
                    <a:pt x="306461" y="13371"/>
                  </a:lnTo>
                  <a:lnTo>
                    <a:pt x="314319" y="13606"/>
                  </a:lnTo>
                  <a:lnTo>
                    <a:pt x="322177" y="13920"/>
                  </a:lnTo>
                  <a:lnTo>
                    <a:pt x="330035" y="14156"/>
                  </a:lnTo>
                  <a:lnTo>
                    <a:pt x="337893" y="14435"/>
                  </a:lnTo>
                  <a:lnTo>
                    <a:pt x="345751" y="14754"/>
                  </a:lnTo>
                  <a:lnTo>
                    <a:pt x="353609" y="15077"/>
                  </a:lnTo>
                  <a:lnTo>
                    <a:pt x="361467" y="15421"/>
                  </a:lnTo>
                  <a:lnTo>
                    <a:pt x="369325" y="15733"/>
                  </a:lnTo>
                  <a:lnTo>
                    <a:pt x="377183" y="15988"/>
                  </a:lnTo>
                  <a:lnTo>
                    <a:pt x="385041" y="16271"/>
                  </a:lnTo>
                  <a:lnTo>
                    <a:pt x="392899" y="16478"/>
                  </a:lnTo>
                  <a:lnTo>
                    <a:pt x="400757" y="16807"/>
                  </a:lnTo>
                  <a:lnTo>
                    <a:pt x="408615" y="17113"/>
                  </a:lnTo>
                  <a:lnTo>
                    <a:pt x="416473" y="17353"/>
                  </a:lnTo>
                  <a:lnTo>
                    <a:pt x="424331" y="17664"/>
                  </a:lnTo>
                  <a:lnTo>
                    <a:pt x="432189" y="17933"/>
                  </a:lnTo>
                  <a:lnTo>
                    <a:pt x="440047" y="18220"/>
                  </a:lnTo>
                  <a:lnTo>
                    <a:pt x="447905" y="18524"/>
                  </a:lnTo>
                  <a:lnTo>
                    <a:pt x="455763" y="18819"/>
                  </a:lnTo>
                  <a:lnTo>
                    <a:pt x="463621" y="19057"/>
                  </a:lnTo>
                  <a:lnTo>
                    <a:pt x="471479" y="19321"/>
                  </a:lnTo>
                  <a:lnTo>
                    <a:pt x="479337" y="19582"/>
                  </a:lnTo>
                  <a:lnTo>
                    <a:pt x="487195" y="19944"/>
                  </a:lnTo>
                  <a:lnTo>
                    <a:pt x="495053" y="20261"/>
                  </a:lnTo>
                  <a:lnTo>
                    <a:pt x="502911" y="20473"/>
                  </a:lnTo>
                  <a:lnTo>
                    <a:pt x="510769" y="20681"/>
                  </a:lnTo>
                  <a:lnTo>
                    <a:pt x="518627" y="20985"/>
                  </a:lnTo>
                  <a:lnTo>
                    <a:pt x="526485" y="21226"/>
                  </a:lnTo>
                  <a:lnTo>
                    <a:pt x="534343" y="21437"/>
                  </a:lnTo>
                  <a:lnTo>
                    <a:pt x="542201" y="21722"/>
                  </a:lnTo>
                  <a:lnTo>
                    <a:pt x="550059" y="21972"/>
                  </a:lnTo>
                  <a:lnTo>
                    <a:pt x="557917" y="22226"/>
                  </a:lnTo>
                  <a:lnTo>
                    <a:pt x="565775" y="22469"/>
                  </a:lnTo>
                  <a:lnTo>
                    <a:pt x="573633" y="22726"/>
                  </a:lnTo>
                  <a:lnTo>
                    <a:pt x="581491" y="22911"/>
                  </a:lnTo>
                  <a:lnTo>
                    <a:pt x="589349" y="23177"/>
                  </a:lnTo>
                  <a:lnTo>
                    <a:pt x="597207" y="23438"/>
                  </a:lnTo>
                  <a:lnTo>
                    <a:pt x="605065" y="23659"/>
                  </a:lnTo>
                  <a:lnTo>
                    <a:pt x="612923" y="23869"/>
                  </a:lnTo>
                  <a:lnTo>
                    <a:pt x="620781" y="24049"/>
                  </a:lnTo>
                  <a:lnTo>
                    <a:pt x="628639" y="24256"/>
                  </a:lnTo>
                  <a:lnTo>
                    <a:pt x="636497" y="24434"/>
                  </a:lnTo>
                  <a:lnTo>
                    <a:pt x="644355" y="24643"/>
                  </a:lnTo>
                  <a:lnTo>
                    <a:pt x="652213" y="24853"/>
                  </a:lnTo>
                  <a:lnTo>
                    <a:pt x="660071" y="25074"/>
                  </a:lnTo>
                  <a:lnTo>
                    <a:pt x="667929" y="25362"/>
                  </a:lnTo>
                  <a:lnTo>
                    <a:pt x="675787" y="25561"/>
                  </a:lnTo>
                  <a:lnTo>
                    <a:pt x="683645" y="25859"/>
                  </a:lnTo>
                  <a:lnTo>
                    <a:pt x="691503" y="26078"/>
                  </a:lnTo>
                  <a:lnTo>
                    <a:pt x="699361" y="26266"/>
                  </a:lnTo>
                  <a:lnTo>
                    <a:pt x="707219" y="26477"/>
                  </a:lnTo>
                  <a:lnTo>
                    <a:pt x="715077" y="26712"/>
                  </a:lnTo>
                  <a:lnTo>
                    <a:pt x="722935" y="26949"/>
                  </a:lnTo>
                  <a:lnTo>
                    <a:pt x="730793" y="27170"/>
                  </a:lnTo>
                  <a:lnTo>
                    <a:pt x="738651" y="27358"/>
                  </a:lnTo>
                  <a:lnTo>
                    <a:pt x="746509" y="27618"/>
                  </a:lnTo>
                  <a:lnTo>
                    <a:pt x="754367" y="27845"/>
                  </a:lnTo>
                  <a:lnTo>
                    <a:pt x="762225" y="28088"/>
                  </a:lnTo>
                  <a:lnTo>
                    <a:pt x="770083" y="28318"/>
                  </a:lnTo>
                  <a:lnTo>
                    <a:pt x="777941" y="28519"/>
                  </a:lnTo>
                  <a:lnTo>
                    <a:pt x="785799" y="28679"/>
                  </a:lnTo>
                  <a:lnTo>
                    <a:pt x="793657" y="28824"/>
                  </a:lnTo>
                  <a:lnTo>
                    <a:pt x="801515" y="28979"/>
                  </a:lnTo>
                  <a:lnTo>
                    <a:pt x="809373" y="29203"/>
                  </a:lnTo>
                  <a:lnTo>
                    <a:pt x="817231" y="29379"/>
                  </a:lnTo>
                  <a:lnTo>
                    <a:pt x="825089" y="29600"/>
                  </a:lnTo>
                  <a:lnTo>
                    <a:pt x="832947" y="29806"/>
                  </a:lnTo>
                  <a:lnTo>
                    <a:pt x="840805" y="29990"/>
                  </a:lnTo>
                  <a:lnTo>
                    <a:pt x="848663" y="30167"/>
                  </a:lnTo>
                  <a:lnTo>
                    <a:pt x="856521" y="30351"/>
                  </a:lnTo>
                  <a:lnTo>
                    <a:pt x="864379" y="30508"/>
                  </a:lnTo>
                  <a:lnTo>
                    <a:pt x="872237" y="30650"/>
                  </a:lnTo>
                  <a:lnTo>
                    <a:pt x="880095" y="30797"/>
                  </a:lnTo>
                  <a:lnTo>
                    <a:pt x="887953" y="30967"/>
                  </a:lnTo>
                  <a:lnTo>
                    <a:pt x="895811" y="31203"/>
                  </a:lnTo>
                  <a:lnTo>
                    <a:pt x="903669" y="31381"/>
                  </a:lnTo>
                  <a:lnTo>
                    <a:pt x="911527" y="31547"/>
                  </a:lnTo>
                  <a:lnTo>
                    <a:pt x="919385" y="31715"/>
                  </a:lnTo>
                  <a:lnTo>
                    <a:pt x="927243" y="31891"/>
                  </a:lnTo>
                  <a:lnTo>
                    <a:pt x="935101" y="32088"/>
                  </a:lnTo>
                  <a:lnTo>
                    <a:pt x="942959" y="32254"/>
                  </a:lnTo>
                  <a:lnTo>
                    <a:pt x="950817" y="32451"/>
                  </a:lnTo>
                  <a:lnTo>
                    <a:pt x="958675" y="32659"/>
                  </a:lnTo>
                  <a:lnTo>
                    <a:pt x="966533" y="32864"/>
                  </a:lnTo>
                  <a:lnTo>
                    <a:pt x="974391" y="33018"/>
                  </a:lnTo>
                  <a:lnTo>
                    <a:pt x="982249" y="33197"/>
                  </a:lnTo>
                  <a:lnTo>
                    <a:pt x="990107" y="33355"/>
                  </a:lnTo>
                  <a:lnTo>
                    <a:pt x="997965" y="33546"/>
                  </a:lnTo>
                  <a:lnTo>
                    <a:pt x="1005823" y="33731"/>
                  </a:lnTo>
                  <a:lnTo>
                    <a:pt x="1013681" y="33869"/>
                  </a:lnTo>
                  <a:lnTo>
                    <a:pt x="1021539" y="34037"/>
                  </a:lnTo>
                  <a:lnTo>
                    <a:pt x="1029397" y="34184"/>
                  </a:lnTo>
                  <a:lnTo>
                    <a:pt x="1037254" y="34321"/>
                  </a:lnTo>
                  <a:lnTo>
                    <a:pt x="1045112" y="34498"/>
                  </a:lnTo>
                  <a:lnTo>
                    <a:pt x="1052970" y="34654"/>
                  </a:lnTo>
                  <a:lnTo>
                    <a:pt x="1060828" y="34811"/>
                  </a:lnTo>
                  <a:lnTo>
                    <a:pt x="1068686" y="34952"/>
                  </a:lnTo>
                  <a:lnTo>
                    <a:pt x="1076544" y="35117"/>
                  </a:lnTo>
                  <a:lnTo>
                    <a:pt x="1084402" y="35246"/>
                  </a:lnTo>
                  <a:lnTo>
                    <a:pt x="1092260" y="35393"/>
                  </a:lnTo>
                  <a:lnTo>
                    <a:pt x="1100118" y="35539"/>
                  </a:lnTo>
                  <a:lnTo>
                    <a:pt x="1107976" y="35681"/>
                  </a:lnTo>
                  <a:lnTo>
                    <a:pt x="1115834" y="35815"/>
                  </a:lnTo>
                  <a:lnTo>
                    <a:pt x="1123692" y="35983"/>
                  </a:lnTo>
                  <a:lnTo>
                    <a:pt x="1131550" y="36114"/>
                  </a:lnTo>
                  <a:lnTo>
                    <a:pt x="1139408" y="36223"/>
                  </a:lnTo>
                  <a:lnTo>
                    <a:pt x="1147266" y="36357"/>
                  </a:lnTo>
                  <a:lnTo>
                    <a:pt x="1155124" y="36519"/>
                  </a:lnTo>
                  <a:lnTo>
                    <a:pt x="1162982" y="36677"/>
                  </a:lnTo>
                  <a:lnTo>
                    <a:pt x="1170840" y="36809"/>
                  </a:lnTo>
                  <a:lnTo>
                    <a:pt x="1178698" y="36973"/>
                  </a:lnTo>
                  <a:lnTo>
                    <a:pt x="1186556" y="37107"/>
                  </a:lnTo>
                  <a:lnTo>
                    <a:pt x="1194414" y="37231"/>
                  </a:lnTo>
                  <a:lnTo>
                    <a:pt x="1202272" y="37365"/>
                  </a:lnTo>
                  <a:lnTo>
                    <a:pt x="1210130" y="37475"/>
                  </a:lnTo>
                  <a:lnTo>
                    <a:pt x="1217988" y="37558"/>
                  </a:lnTo>
                  <a:lnTo>
                    <a:pt x="1225846" y="37647"/>
                  </a:lnTo>
                  <a:lnTo>
                    <a:pt x="1233704" y="37780"/>
                  </a:lnTo>
                  <a:lnTo>
                    <a:pt x="1241562" y="37909"/>
                  </a:lnTo>
                  <a:lnTo>
                    <a:pt x="1249420" y="38056"/>
                  </a:lnTo>
                  <a:lnTo>
                    <a:pt x="1257278" y="38202"/>
                  </a:lnTo>
                  <a:lnTo>
                    <a:pt x="1265136" y="38329"/>
                  </a:lnTo>
                  <a:lnTo>
                    <a:pt x="1272994" y="38480"/>
                  </a:lnTo>
                  <a:lnTo>
                    <a:pt x="1280852" y="38613"/>
                  </a:lnTo>
                  <a:lnTo>
                    <a:pt x="1288710" y="38742"/>
                  </a:lnTo>
                  <a:lnTo>
                    <a:pt x="1296568" y="38861"/>
                  </a:lnTo>
                  <a:lnTo>
                    <a:pt x="1304426" y="38990"/>
                  </a:lnTo>
                  <a:lnTo>
                    <a:pt x="1312284" y="39153"/>
                  </a:lnTo>
                  <a:lnTo>
                    <a:pt x="1320142" y="39292"/>
                  </a:lnTo>
                  <a:lnTo>
                    <a:pt x="1328000" y="39441"/>
                  </a:lnTo>
                  <a:lnTo>
                    <a:pt x="1335858" y="39571"/>
                  </a:lnTo>
                  <a:lnTo>
                    <a:pt x="1343716" y="39705"/>
                  </a:lnTo>
                  <a:lnTo>
                    <a:pt x="1351574" y="39836"/>
                  </a:lnTo>
                  <a:lnTo>
                    <a:pt x="1359432" y="39977"/>
                  </a:lnTo>
                  <a:lnTo>
                    <a:pt x="1367290" y="40107"/>
                  </a:lnTo>
                  <a:lnTo>
                    <a:pt x="1375148" y="40225"/>
                  </a:lnTo>
                  <a:lnTo>
                    <a:pt x="1383006" y="40330"/>
                  </a:lnTo>
                  <a:lnTo>
                    <a:pt x="1390864" y="40455"/>
                  </a:lnTo>
                  <a:lnTo>
                    <a:pt x="1398722" y="40557"/>
                  </a:lnTo>
                  <a:lnTo>
                    <a:pt x="1406580" y="40675"/>
                  </a:lnTo>
                  <a:lnTo>
                    <a:pt x="1414438" y="40813"/>
                  </a:lnTo>
                  <a:lnTo>
                    <a:pt x="1422296" y="40958"/>
                  </a:lnTo>
                  <a:lnTo>
                    <a:pt x="1430154" y="41102"/>
                  </a:lnTo>
                  <a:lnTo>
                    <a:pt x="1438012" y="41240"/>
                  </a:lnTo>
                  <a:lnTo>
                    <a:pt x="1445870" y="41354"/>
                  </a:lnTo>
                  <a:lnTo>
                    <a:pt x="1453728" y="41451"/>
                  </a:lnTo>
                  <a:lnTo>
                    <a:pt x="1461586" y="41549"/>
                  </a:lnTo>
                  <a:lnTo>
                    <a:pt x="1469444" y="41661"/>
                  </a:lnTo>
                  <a:lnTo>
                    <a:pt x="1477302" y="41764"/>
                  </a:lnTo>
                  <a:lnTo>
                    <a:pt x="1485160" y="41873"/>
                  </a:lnTo>
                  <a:lnTo>
                    <a:pt x="1493018" y="41982"/>
                  </a:lnTo>
                  <a:lnTo>
                    <a:pt x="1500876" y="42118"/>
                  </a:lnTo>
                  <a:lnTo>
                    <a:pt x="1508734" y="42238"/>
                  </a:lnTo>
                  <a:lnTo>
                    <a:pt x="1516592" y="42346"/>
                  </a:lnTo>
                  <a:lnTo>
                    <a:pt x="1524450" y="42461"/>
                  </a:lnTo>
                  <a:lnTo>
                    <a:pt x="1532308" y="42578"/>
                  </a:lnTo>
                  <a:lnTo>
                    <a:pt x="1540166" y="42678"/>
                  </a:lnTo>
                  <a:lnTo>
                    <a:pt x="1548024" y="42775"/>
                  </a:lnTo>
                  <a:lnTo>
                    <a:pt x="1555882" y="42877"/>
                  </a:lnTo>
                  <a:lnTo>
                    <a:pt x="1563740" y="42979"/>
                  </a:lnTo>
                  <a:lnTo>
                    <a:pt x="1571598" y="43080"/>
                  </a:lnTo>
                  <a:lnTo>
                    <a:pt x="1579456" y="43167"/>
                  </a:lnTo>
                  <a:lnTo>
                    <a:pt x="1587314" y="43244"/>
                  </a:lnTo>
                  <a:lnTo>
                    <a:pt x="1595172" y="43302"/>
                  </a:lnTo>
                  <a:lnTo>
                    <a:pt x="1603030" y="43377"/>
                  </a:lnTo>
                  <a:lnTo>
                    <a:pt x="1610888" y="43455"/>
                  </a:lnTo>
                  <a:lnTo>
                    <a:pt x="1618746" y="43557"/>
                  </a:lnTo>
                  <a:lnTo>
                    <a:pt x="1626604" y="43662"/>
                  </a:lnTo>
                  <a:lnTo>
                    <a:pt x="1634462" y="43747"/>
                  </a:lnTo>
                  <a:lnTo>
                    <a:pt x="1642320" y="43838"/>
                  </a:lnTo>
                  <a:lnTo>
                    <a:pt x="1650178" y="43937"/>
                  </a:lnTo>
                  <a:lnTo>
                    <a:pt x="1658036" y="44022"/>
                  </a:lnTo>
                  <a:lnTo>
                    <a:pt x="1665894" y="44119"/>
                  </a:lnTo>
                  <a:lnTo>
                    <a:pt x="1673752" y="44213"/>
                  </a:lnTo>
                  <a:lnTo>
                    <a:pt x="1681610" y="44308"/>
                  </a:lnTo>
                  <a:lnTo>
                    <a:pt x="1689468" y="44413"/>
                  </a:lnTo>
                  <a:lnTo>
                    <a:pt x="1697326" y="44512"/>
                  </a:lnTo>
                  <a:lnTo>
                    <a:pt x="1705184" y="44611"/>
                  </a:lnTo>
                  <a:lnTo>
                    <a:pt x="1713042" y="44708"/>
                  </a:lnTo>
                  <a:lnTo>
                    <a:pt x="1720900" y="44797"/>
                  </a:lnTo>
                  <a:lnTo>
                    <a:pt x="1728758" y="44882"/>
                  </a:lnTo>
                  <a:lnTo>
                    <a:pt x="1736616" y="44971"/>
                  </a:lnTo>
                  <a:lnTo>
                    <a:pt x="1744474" y="45074"/>
                  </a:lnTo>
                  <a:lnTo>
                    <a:pt x="1752332" y="45176"/>
                  </a:lnTo>
                  <a:lnTo>
                    <a:pt x="1760190" y="45259"/>
                  </a:lnTo>
                  <a:lnTo>
                    <a:pt x="1768048" y="45351"/>
                  </a:lnTo>
                  <a:lnTo>
                    <a:pt x="1775906" y="45446"/>
                  </a:lnTo>
                  <a:lnTo>
                    <a:pt x="1783764" y="45526"/>
                  </a:lnTo>
                  <a:lnTo>
                    <a:pt x="1791622" y="45607"/>
                  </a:lnTo>
                  <a:lnTo>
                    <a:pt x="1799480" y="45688"/>
                  </a:lnTo>
                  <a:lnTo>
                    <a:pt x="1807338" y="45775"/>
                  </a:lnTo>
                  <a:lnTo>
                    <a:pt x="1815196" y="45878"/>
                  </a:lnTo>
                  <a:lnTo>
                    <a:pt x="1823054" y="45978"/>
                  </a:lnTo>
                  <a:lnTo>
                    <a:pt x="1830912" y="46052"/>
                  </a:lnTo>
                  <a:lnTo>
                    <a:pt x="1838770" y="46133"/>
                  </a:lnTo>
                  <a:lnTo>
                    <a:pt x="1846628" y="46213"/>
                  </a:lnTo>
                  <a:lnTo>
                    <a:pt x="1854486" y="46275"/>
                  </a:lnTo>
                  <a:lnTo>
                    <a:pt x="1862344" y="46339"/>
                  </a:lnTo>
                  <a:lnTo>
                    <a:pt x="1870202" y="46415"/>
                  </a:lnTo>
                  <a:lnTo>
                    <a:pt x="1878060" y="46491"/>
                  </a:lnTo>
                  <a:lnTo>
                    <a:pt x="1885918" y="46566"/>
                  </a:lnTo>
                  <a:lnTo>
                    <a:pt x="1893776" y="46641"/>
                  </a:lnTo>
                  <a:lnTo>
                    <a:pt x="1901634" y="46706"/>
                  </a:lnTo>
                  <a:lnTo>
                    <a:pt x="1909492" y="46764"/>
                  </a:lnTo>
                  <a:lnTo>
                    <a:pt x="1917350" y="46822"/>
                  </a:lnTo>
                  <a:lnTo>
                    <a:pt x="1925208" y="46885"/>
                  </a:lnTo>
                  <a:lnTo>
                    <a:pt x="1933066" y="46960"/>
                  </a:lnTo>
                  <a:lnTo>
                    <a:pt x="1940924" y="47037"/>
                  </a:lnTo>
                  <a:lnTo>
                    <a:pt x="1948782" y="47137"/>
                  </a:lnTo>
                  <a:lnTo>
                    <a:pt x="1956640" y="47214"/>
                  </a:lnTo>
                  <a:lnTo>
                    <a:pt x="1964498" y="47288"/>
                  </a:lnTo>
                  <a:lnTo>
                    <a:pt x="1972356" y="47363"/>
                  </a:lnTo>
                  <a:lnTo>
                    <a:pt x="1980214" y="47444"/>
                  </a:lnTo>
                  <a:lnTo>
                    <a:pt x="1988072" y="47523"/>
                  </a:lnTo>
                  <a:lnTo>
                    <a:pt x="1995930" y="47594"/>
                  </a:lnTo>
                  <a:lnTo>
                    <a:pt x="2003788" y="47662"/>
                  </a:lnTo>
                  <a:lnTo>
                    <a:pt x="2011646" y="47729"/>
                  </a:lnTo>
                  <a:lnTo>
                    <a:pt x="2019504" y="47796"/>
                  </a:lnTo>
                  <a:lnTo>
                    <a:pt x="2027362" y="47884"/>
                  </a:lnTo>
                  <a:lnTo>
                    <a:pt x="2035220" y="4795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186414" y="2994842"/>
              <a:ext cx="2035220" cy="35898"/>
            </a:xfrm>
            <a:custGeom>
              <a:avLst/>
              <a:pathLst>
                <a:path w="2035220" h="35898">
                  <a:moveTo>
                    <a:pt x="0" y="0"/>
                  </a:moveTo>
                  <a:lnTo>
                    <a:pt x="7857" y="211"/>
                  </a:lnTo>
                  <a:lnTo>
                    <a:pt x="15715" y="361"/>
                  </a:lnTo>
                  <a:lnTo>
                    <a:pt x="23573" y="448"/>
                  </a:lnTo>
                  <a:lnTo>
                    <a:pt x="31431" y="723"/>
                  </a:lnTo>
                  <a:lnTo>
                    <a:pt x="39289" y="938"/>
                  </a:lnTo>
                  <a:lnTo>
                    <a:pt x="47147" y="1115"/>
                  </a:lnTo>
                  <a:lnTo>
                    <a:pt x="55005" y="1282"/>
                  </a:lnTo>
                  <a:lnTo>
                    <a:pt x="62863" y="1417"/>
                  </a:lnTo>
                  <a:lnTo>
                    <a:pt x="70721" y="1619"/>
                  </a:lnTo>
                  <a:lnTo>
                    <a:pt x="78579" y="1803"/>
                  </a:lnTo>
                  <a:lnTo>
                    <a:pt x="86437" y="1974"/>
                  </a:lnTo>
                  <a:lnTo>
                    <a:pt x="94295" y="2138"/>
                  </a:lnTo>
                  <a:lnTo>
                    <a:pt x="102153" y="2324"/>
                  </a:lnTo>
                  <a:lnTo>
                    <a:pt x="110011" y="2499"/>
                  </a:lnTo>
                  <a:lnTo>
                    <a:pt x="117869" y="2706"/>
                  </a:lnTo>
                  <a:lnTo>
                    <a:pt x="125727" y="2911"/>
                  </a:lnTo>
                  <a:lnTo>
                    <a:pt x="133585" y="3055"/>
                  </a:lnTo>
                  <a:lnTo>
                    <a:pt x="141443" y="3215"/>
                  </a:lnTo>
                  <a:lnTo>
                    <a:pt x="149301" y="3306"/>
                  </a:lnTo>
                  <a:lnTo>
                    <a:pt x="157159" y="3458"/>
                  </a:lnTo>
                  <a:lnTo>
                    <a:pt x="165017" y="3611"/>
                  </a:lnTo>
                  <a:lnTo>
                    <a:pt x="172875" y="3825"/>
                  </a:lnTo>
                  <a:lnTo>
                    <a:pt x="180733" y="3889"/>
                  </a:lnTo>
                  <a:lnTo>
                    <a:pt x="188591" y="4073"/>
                  </a:lnTo>
                  <a:lnTo>
                    <a:pt x="196449" y="4340"/>
                  </a:lnTo>
                  <a:lnTo>
                    <a:pt x="204307" y="4444"/>
                  </a:lnTo>
                  <a:lnTo>
                    <a:pt x="212165" y="4577"/>
                  </a:lnTo>
                  <a:lnTo>
                    <a:pt x="220023" y="4732"/>
                  </a:lnTo>
                  <a:lnTo>
                    <a:pt x="227881" y="4921"/>
                  </a:lnTo>
                  <a:lnTo>
                    <a:pt x="235739" y="5045"/>
                  </a:lnTo>
                  <a:lnTo>
                    <a:pt x="243597" y="5164"/>
                  </a:lnTo>
                  <a:lnTo>
                    <a:pt x="251455" y="5302"/>
                  </a:lnTo>
                  <a:lnTo>
                    <a:pt x="259313" y="5496"/>
                  </a:lnTo>
                  <a:lnTo>
                    <a:pt x="267171" y="5722"/>
                  </a:lnTo>
                  <a:lnTo>
                    <a:pt x="275029" y="5842"/>
                  </a:lnTo>
                  <a:lnTo>
                    <a:pt x="282887" y="6043"/>
                  </a:lnTo>
                  <a:lnTo>
                    <a:pt x="290745" y="6122"/>
                  </a:lnTo>
                  <a:lnTo>
                    <a:pt x="298603" y="6341"/>
                  </a:lnTo>
                  <a:lnTo>
                    <a:pt x="306461" y="6517"/>
                  </a:lnTo>
                  <a:lnTo>
                    <a:pt x="314319" y="6700"/>
                  </a:lnTo>
                  <a:lnTo>
                    <a:pt x="322177" y="6836"/>
                  </a:lnTo>
                  <a:lnTo>
                    <a:pt x="330035" y="6954"/>
                  </a:lnTo>
                  <a:lnTo>
                    <a:pt x="337893" y="7083"/>
                  </a:lnTo>
                  <a:lnTo>
                    <a:pt x="345751" y="7268"/>
                  </a:lnTo>
                  <a:lnTo>
                    <a:pt x="353609" y="7457"/>
                  </a:lnTo>
                  <a:lnTo>
                    <a:pt x="361467" y="7615"/>
                  </a:lnTo>
                  <a:lnTo>
                    <a:pt x="369325" y="7788"/>
                  </a:lnTo>
                  <a:lnTo>
                    <a:pt x="377183" y="7914"/>
                  </a:lnTo>
                  <a:lnTo>
                    <a:pt x="385041" y="8137"/>
                  </a:lnTo>
                  <a:lnTo>
                    <a:pt x="392899" y="8356"/>
                  </a:lnTo>
                  <a:lnTo>
                    <a:pt x="400757" y="8522"/>
                  </a:lnTo>
                  <a:lnTo>
                    <a:pt x="408615" y="8688"/>
                  </a:lnTo>
                  <a:lnTo>
                    <a:pt x="416473" y="8853"/>
                  </a:lnTo>
                  <a:lnTo>
                    <a:pt x="424331" y="9023"/>
                  </a:lnTo>
                  <a:lnTo>
                    <a:pt x="432189" y="9201"/>
                  </a:lnTo>
                  <a:lnTo>
                    <a:pt x="440047" y="9419"/>
                  </a:lnTo>
                  <a:lnTo>
                    <a:pt x="447905" y="9614"/>
                  </a:lnTo>
                  <a:lnTo>
                    <a:pt x="455763" y="9829"/>
                  </a:lnTo>
                  <a:lnTo>
                    <a:pt x="463621" y="9938"/>
                  </a:lnTo>
                  <a:lnTo>
                    <a:pt x="471479" y="10149"/>
                  </a:lnTo>
                  <a:lnTo>
                    <a:pt x="479337" y="10327"/>
                  </a:lnTo>
                  <a:lnTo>
                    <a:pt x="487195" y="10446"/>
                  </a:lnTo>
                  <a:lnTo>
                    <a:pt x="495053" y="10607"/>
                  </a:lnTo>
                  <a:lnTo>
                    <a:pt x="502911" y="10800"/>
                  </a:lnTo>
                  <a:lnTo>
                    <a:pt x="510769" y="11004"/>
                  </a:lnTo>
                  <a:lnTo>
                    <a:pt x="518627" y="11134"/>
                  </a:lnTo>
                  <a:lnTo>
                    <a:pt x="526485" y="11281"/>
                  </a:lnTo>
                  <a:lnTo>
                    <a:pt x="534343" y="11545"/>
                  </a:lnTo>
                  <a:lnTo>
                    <a:pt x="542201" y="11700"/>
                  </a:lnTo>
                  <a:lnTo>
                    <a:pt x="550059" y="11813"/>
                  </a:lnTo>
                  <a:lnTo>
                    <a:pt x="557917" y="11904"/>
                  </a:lnTo>
                  <a:lnTo>
                    <a:pt x="565775" y="12060"/>
                  </a:lnTo>
                  <a:lnTo>
                    <a:pt x="573633" y="12189"/>
                  </a:lnTo>
                  <a:lnTo>
                    <a:pt x="581491" y="12387"/>
                  </a:lnTo>
                  <a:lnTo>
                    <a:pt x="589349" y="12538"/>
                  </a:lnTo>
                  <a:lnTo>
                    <a:pt x="597207" y="12579"/>
                  </a:lnTo>
                  <a:lnTo>
                    <a:pt x="605065" y="12767"/>
                  </a:lnTo>
                  <a:lnTo>
                    <a:pt x="612923" y="12962"/>
                  </a:lnTo>
                  <a:lnTo>
                    <a:pt x="620781" y="13129"/>
                  </a:lnTo>
                  <a:lnTo>
                    <a:pt x="628639" y="13283"/>
                  </a:lnTo>
                  <a:lnTo>
                    <a:pt x="636497" y="13512"/>
                  </a:lnTo>
                  <a:lnTo>
                    <a:pt x="644355" y="13655"/>
                  </a:lnTo>
                  <a:lnTo>
                    <a:pt x="652213" y="13793"/>
                  </a:lnTo>
                  <a:lnTo>
                    <a:pt x="660071" y="13940"/>
                  </a:lnTo>
                  <a:lnTo>
                    <a:pt x="667929" y="14079"/>
                  </a:lnTo>
                  <a:lnTo>
                    <a:pt x="675787" y="14194"/>
                  </a:lnTo>
                  <a:lnTo>
                    <a:pt x="683645" y="14332"/>
                  </a:lnTo>
                  <a:lnTo>
                    <a:pt x="691503" y="14524"/>
                  </a:lnTo>
                  <a:lnTo>
                    <a:pt x="699361" y="14611"/>
                  </a:lnTo>
                  <a:lnTo>
                    <a:pt x="707219" y="14781"/>
                  </a:lnTo>
                  <a:lnTo>
                    <a:pt x="715077" y="15016"/>
                  </a:lnTo>
                  <a:lnTo>
                    <a:pt x="722935" y="15190"/>
                  </a:lnTo>
                  <a:lnTo>
                    <a:pt x="730793" y="15384"/>
                  </a:lnTo>
                  <a:lnTo>
                    <a:pt x="738651" y="15500"/>
                  </a:lnTo>
                  <a:lnTo>
                    <a:pt x="746509" y="15596"/>
                  </a:lnTo>
                  <a:lnTo>
                    <a:pt x="754367" y="15710"/>
                  </a:lnTo>
                  <a:lnTo>
                    <a:pt x="762225" y="15805"/>
                  </a:lnTo>
                  <a:lnTo>
                    <a:pt x="770083" y="15967"/>
                  </a:lnTo>
                  <a:lnTo>
                    <a:pt x="777941" y="16059"/>
                  </a:lnTo>
                  <a:lnTo>
                    <a:pt x="785799" y="16277"/>
                  </a:lnTo>
                  <a:lnTo>
                    <a:pt x="793657" y="16519"/>
                  </a:lnTo>
                  <a:lnTo>
                    <a:pt x="801515" y="16642"/>
                  </a:lnTo>
                  <a:lnTo>
                    <a:pt x="809373" y="16875"/>
                  </a:lnTo>
                  <a:lnTo>
                    <a:pt x="817231" y="16965"/>
                  </a:lnTo>
                  <a:lnTo>
                    <a:pt x="825089" y="17130"/>
                  </a:lnTo>
                  <a:lnTo>
                    <a:pt x="832947" y="17296"/>
                  </a:lnTo>
                  <a:lnTo>
                    <a:pt x="840805" y="17472"/>
                  </a:lnTo>
                  <a:lnTo>
                    <a:pt x="848663" y="17594"/>
                  </a:lnTo>
                  <a:lnTo>
                    <a:pt x="856521" y="17803"/>
                  </a:lnTo>
                  <a:lnTo>
                    <a:pt x="864379" y="17937"/>
                  </a:lnTo>
                  <a:lnTo>
                    <a:pt x="872237" y="18064"/>
                  </a:lnTo>
                  <a:lnTo>
                    <a:pt x="880095" y="18215"/>
                  </a:lnTo>
                  <a:lnTo>
                    <a:pt x="887953" y="18364"/>
                  </a:lnTo>
                  <a:lnTo>
                    <a:pt x="895811" y="18513"/>
                  </a:lnTo>
                  <a:lnTo>
                    <a:pt x="903669" y="18630"/>
                  </a:lnTo>
                  <a:lnTo>
                    <a:pt x="911527" y="18751"/>
                  </a:lnTo>
                  <a:lnTo>
                    <a:pt x="919385" y="18921"/>
                  </a:lnTo>
                  <a:lnTo>
                    <a:pt x="927243" y="18990"/>
                  </a:lnTo>
                  <a:lnTo>
                    <a:pt x="935101" y="19113"/>
                  </a:lnTo>
                  <a:lnTo>
                    <a:pt x="942959" y="19238"/>
                  </a:lnTo>
                  <a:lnTo>
                    <a:pt x="950817" y="19404"/>
                  </a:lnTo>
                  <a:lnTo>
                    <a:pt x="958675" y="19566"/>
                  </a:lnTo>
                  <a:lnTo>
                    <a:pt x="966533" y="19780"/>
                  </a:lnTo>
                  <a:lnTo>
                    <a:pt x="974391" y="19927"/>
                  </a:lnTo>
                  <a:lnTo>
                    <a:pt x="982249" y="20103"/>
                  </a:lnTo>
                  <a:lnTo>
                    <a:pt x="990107" y="20206"/>
                  </a:lnTo>
                  <a:lnTo>
                    <a:pt x="997965" y="20394"/>
                  </a:lnTo>
                  <a:lnTo>
                    <a:pt x="1005823" y="20496"/>
                  </a:lnTo>
                  <a:lnTo>
                    <a:pt x="1013681" y="20601"/>
                  </a:lnTo>
                  <a:lnTo>
                    <a:pt x="1021539" y="20743"/>
                  </a:lnTo>
                  <a:lnTo>
                    <a:pt x="1029397" y="20874"/>
                  </a:lnTo>
                  <a:lnTo>
                    <a:pt x="1037254" y="21027"/>
                  </a:lnTo>
                  <a:lnTo>
                    <a:pt x="1045112" y="21193"/>
                  </a:lnTo>
                  <a:lnTo>
                    <a:pt x="1052970" y="21276"/>
                  </a:lnTo>
                  <a:lnTo>
                    <a:pt x="1060828" y="21361"/>
                  </a:lnTo>
                  <a:lnTo>
                    <a:pt x="1068686" y="21477"/>
                  </a:lnTo>
                  <a:lnTo>
                    <a:pt x="1076544" y="21633"/>
                  </a:lnTo>
                  <a:lnTo>
                    <a:pt x="1084402" y="21750"/>
                  </a:lnTo>
                  <a:lnTo>
                    <a:pt x="1092260" y="21865"/>
                  </a:lnTo>
                  <a:lnTo>
                    <a:pt x="1100118" y="21991"/>
                  </a:lnTo>
                  <a:lnTo>
                    <a:pt x="1107976" y="22127"/>
                  </a:lnTo>
                  <a:lnTo>
                    <a:pt x="1115834" y="22243"/>
                  </a:lnTo>
                  <a:lnTo>
                    <a:pt x="1123692" y="22385"/>
                  </a:lnTo>
                  <a:lnTo>
                    <a:pt x="1131550" y="22489"/>
                  </a:lnTo>
                  <a:lnTo>
                    <a:pt x="1139408" y="22655"/>
                  </a:lnTo>
                  <a:lnTo>
                    <a:pt x="1147266" y="22788"/>
                  </a:lnTo>
                  <a:lnTo>
                    <a:pt x="1155124" y="22954"/>
                  </a:lnTo>
                  <a:lnTo>
                    <a:pt x="1162982" y="23052"/>
                  </a:lnTo>
                  <a:lnTo>
                    <a:pt x="1170840" y="23144"/>
                  </a:lnTo>
                  <a:lnTo>
                    <a:pt x="1178698" y="23240"/>
                  </a:lnTo>
                  <a:lnTo>
                    <a:pt x="1186556" y="23445"/>
                  </a:lnTo>
                  <a:lnTo>
                    <a:pt x="1194414" y="23624"/>
                  </a:lnTo>
                  <a:lnTo>
                    <a:pt x="1202272" y="23677"/>
                  </a:lnTo>
                  <a:lnTo>
                    <a:pt x="1210130" y="23834"/>
                  </a:lnTo>
                  <a:lnTo>
                    <a:pt x="1217988" y="24036"/>
                  </a:lnTo>
                  <a:lnTo>
                    <a:pt x="1225846" y="24149"/>
                  </a:lnTo>
                  <a:lnTo>
                    <a:pt x="1233704" y="24267"/>
                  </a:lnTo>
                  <a:lnTo>
                    <a:pt x="1241562" y="24379"/>
                  </a:lnTo>
                  <a:lnTo>
                    <a:pt x="1249420" y="24505"/>
                  </a:lnTo>
                  <a:lnTo>
                    <a:pt x="1257278" y="24565"/>
                  </a:lnTo>
                  <a:lnTo>
                    <a:pt x="1265136" y="24743"/>
                  </a:lnTo>
                  <a:lnTo>
                    <a:pt x="1272994" y="24848"/>
                  </a:lnTo>
                  <a:lnTo>
                    <a:pt x="1280852" y="25003"/>
                  </a:lnTo>
                  <a:lnTo>
                    <a:pt x="1288710" y="25158"/>
                  </a:lnTo>
                  <a:lnTo>
                    <a:pt x="1296568" y="25290"/>
                  </a:lnTo>
                  <a:lnTo>
                    <a:pt x="1304426" y="25427"/>
                  </a:lnTo>
                  <a:lnTo>
                    <a:pt x="1312284" y="25528"/>
                  </a:lnTo>
                  <a:lnTo>
                    <a:pt x="1320142" y="25644"/>
                  </a:lnTo>
                  <a:lnTo>
                    <a:pt x="1328000" y="25745"/>
                  </a:lnTo>
                  <a:lnTo>
                    <a:pt x="1335858" y="25897"/>
                  </a:lnTo>
                  <a:lnTo>
                    <a:pt x="1343716" y="25990"/>
                  </a:lnTo>
                  <a:lnTo>
                    <a:pt x="1351574" y="26133"/>
                  </a:lnTo>
                  <a:lnTo>
                    <a:pt x="1359432" y="26297"/>
                  </a:lnTo>
                  <a:lnTo>
                    <a:pt x="1367290" y="26448"/>
                  </a:lnTo>
                  <a:lnTo>
                    <a:pt x="1375148" y="26598"/>
                  </a:lnTo>
                  <a:lnTo>
                    <a:pt x="1383006" y="26723"/>
                  </a:lnTo>
                  <a:lnTo>
                    <a:pt x="1390864" y="26824"/>
                  </a:lnTo>
                  <a:lnTo>
                    <a:pt x="1398722" y="26897"/>
                  </a:lnTo>
                  <a:lnTo>
                    <a:pt x="1406580" y="27020"/>
                  </a:lnTo>
                  <a:lnTo>
                    <a:pt x="1414438" y="27120"/>
                  </a:lnTo>
                  <a:lnTo>
                    <a:pt x="1422296" y="27246"/>
                  </a:lnTo>
                  <a:lnTo>
                    <a:pt x="1430154" y="27367"/>
                  </a:lnTo>
                  <a:lnTo>
                    <a:pt x="1438012" y="27463"/>
                  </a:lnTo>
                  <a:lnTo>
                    <a:pt x="1445870" y="27569"/>
                  </a:lnTo>
                  <a:lnTo>
                    <a:pt x="1453728" y="27679"/>
                  </a:lnTo>
                  <a:lnTo>
                    <a:pt x="1461586" y="27848"/>
                  </a:lnTo>
                  <a:lnTo>
                    <a:pt x="1469444" y="27968"/>
                  </a:lnTo>
                  <a:lnTo>
                    <a:pt x="1477302" y="28039"/>
                  </a:lnTo>
                  <a:lnTo>
                    <a:pt x="1485160" y="28159"/>
                  </a:lnTo>
                  <a:lnTo>
                    <a:pt x="1493018" y="28320"/>
                  </a:lnTo>
                  <a:lnTo>
                    <a:pt x="1500876" y="28448"/>
                  </a:lnTo>
                  <a:lnTo>
                    <a:pt x="1508734" y="28531"/>
                  </a:lnTo>
                  <a:lnTo>
                    <a:pt x="1516592" y="28673"/>
                  </a:lnTo>
                  <a:lnTo>
                    <a:pt x="1524450" y="28822"/>
                  </a:lnTo>
                  <a:lnTo>
                    <a:pt x="1532308" y="28938"/>
                  </a:lnTo>
                  <a:lnTo>
                    <a:pt x="1540166" y="29052"/>
                  </a:lnTo>
                  <a:lnTo>
                    <a:pt x="1548024" y="29173"/>
                  </a:lnTo>
                  <a:lnTo>
                    <a:pt x="1555882" y="29278"/>
                  </a:lnTo>
                  <a:lnTo>
                    <a:pt x="1563740" y="29393"/>
                  </a:lnTo>
                  <a:lnTo>
                    <a:pt x="1571598" y="29503"/>
                  </a:lnTo>
                  <a:lnTo>
                    <a:pt x="1579456" y="29637"/>
                  </a:lnTo>
                  <a:lnTo>
                    <a:pt x="1587314" y="29759"/>
                  </a:lnTo>
                  <a:lnTo>
                    <a:pt x="1595172" y="29881"/>
                  </a:lnTo>
                  <a:lnTo>
                    <a:pt x="1603030" y="29990"/>
                  </a:lnTo>
                  <a:lnTo>
                    <a:pt x="1610888" y="30117"/>
                  </a:lnTo>
                  <a:lnTo>
                    <a:pt x="1618746" y="30235"/>
                  </a:lnTo>
                  <a:lnTo>
                    <a:pt x="1626604" y="30360"/>
                  </a:lnTo>
                  <a:lnTo>
                    <a:pt x="1634462" y="30467"/>
                  </a:lnTo>
                  <a:lnTo>
                    <a:pt x="1642320" y="30569"/>
                  </a:lnTo>
                  <a:lnTo>
                    <a:pt x="1650178" y="30704"/>
                  </a:lnTo>
                  <a:lnTo>
                    <a:pt x="1658036" y="30824"/>
                  </a:lnTo>
                  <a:lnTo>
                    <a:pt x="1665894" y="30908"/>
                  </a:lnTo>
                  <a:lnTo>
                    <a:pt x="1673752" y="31030"/>
                  </a:lnTo>
                  <a:lnTo>
                    <a:pt x="1681610" y="31166"/>
                  </a:lnTo>
                  <a:lnTo>
                    <a:pt x="1689468" y="31280"/>
                  </a:lnTo>
                  <a:lnTo>
                    <a:pt x="1697326" y="31412"/>
                  </a:lnTo>
                  <a:lnTo>
                    <a:pt x="1705184" y="31534"/>
                  </a:lnTo>
                  <a:lnTo>
                    <a:pt x="1713042" y="31646"/>
                  </a:lnTo>
                  <a:lnTo>
                    <a:pt x="1720900" y="31776"/>
                  </a:lnTo>
                  <a:lnTo>
                    <a:pt x="1728758" y="31902"/>
                  </a:lnTo>
                  <a:lnTo>
                    <a:pt x="1736616" y="32004"/>
                  </a:lnTo>
                  <a:lnTo>
                    <a:pt x="1744474" y="32116"/>
                  </a:lnTo>
                  <a:lnTo>
                    <a:pt x="1752332" y="32254"/>
                  </a:lnTo>
                  <a:lnTo>
                    <a:pt x="1760190" y="32400"/>
                  </a:lnTo>
                  <a:lnTo>
                    <a:pt x="1768048" y="32523"/>
                  </a:lnTo>
                  <a:lnTo>
                    <a:pt x="1775906" y="32608"/>
                  </a:lnTo>
                  <a:lnTo>
                    <a:pt x="1783764" y="32699"/>
                  </a:lnTo>
                  <a:lnTo>
                    <a:pt x="1791622" y="32802"/>
                  </a:lnTo>
                  <a:lnTo>
                    <a:pt x="1799480" y="32884"/>
                  </a:lnTo>
                  <a:lnTo>
                    <a:pt x="1807338" y="33003"/>
                  </a:lnTo>
                  <a:lnTo>
                    <a:pt x="1815196" y="33123"/>
                  </a:lnTo>
                  <a:lnTo>
                    <a:pt x="1823054" y="33256"/>
                  </a:lnTo>
                  <a:lnTo>
                    <a:pt x="1830912" y="33373"/>
                  </a:lnTo>
                  <a:lnTo>
                    <a:pt x="1838770" y="33492"/>
                  </a:lnTo>
                  <a:lnTo>
                    <a:pt x="1846628" y="33607"/>
                  </a:lnTo>
                  <a:lnTo>
                    <a:pt x="1854486" y="33709"/>
                  </a:lnTo>
                  <a:lnTo>
                    <a:pt x="1862344" y="33840"/>
                  </a:lnTo>
                  <a:lnTo>
                    <a:pt x="1870202" y="33959"/>
                  </a:lnTo>
                  <a:lnTo>
                    <a:pt x="1878060" y="34085"/>
                  </a:lnTo>
                  <a:lnTo>
                    <a:pt x="1885918" y="34184"/>
                  </a:lnTo>
                  <a:lnTo>
                    <a:pt x="1893776" y="34247"/>
                  </a:lnTo>
                  <a:lnTo>
                    <a:pt x="1901634" y="34310"/>
                  </a:lnTo>
                  <a:lnTo>
                    <a:pt x="1909492" y="34420"/>
                  </a:lnTo>
                  <a:lnTo>
                    <a:pt x="1917350" y="34500"/>
                  </a:lnTo>
                  <a:lnTo>
                    <a:pt x="1925208" y="34587"/>
                  </a:lnTo>
                  <a:lnTo>
                    <a:pt x="1933066" y="34705"/>
                  </a:lnTo>
                  <a:lnTo>
                    <a:pt x="1940924" y="34830"/>
                  </a:lnTo>
                  <a:lnTo>
                    <a:pt x="1948782" y="34951"/>
                  </a:lnTo>
                  <a:lnTo>
                    <a:pt x="1956640" y="35030"/>
                  </a:lnTo>
                  <a:lnTo>
                    <a:pt x="1964498" y="35057"/>
                  </a:lnTo>
                  <a:lnTo>
                    <a:pt x="1972356" y="35150"/>
                  </a:lnTo>
                  <a:lnTo>
                    <a:pt x="1980214" y="35264"/>
                  </a:lnTo>
                  <a:lnTo>
                    <a:pt x="1988072" y="35377"/>
                  </a:lnTo>
                  <a:lnTo>
                    <a:pt x="1995930" y="35463"/>
                  </a:lnTo>
                  <a:lnTo>
                    <a:pt x="2003788" y="35542"/>
                  </a:lnTo>
                  <a:lnTo>
                    <a:pt x="2011646" y="35625"/>
                  </a:lnTo>
                  <a:lnTo>
                    <a:pt x="2019504" y="35701"/>
                  </a:lnTo>
                  <a:lnTo>
                    <a:pt x="2027362" y="35809"/>
                  </a:lnTo>
                  <a:lnTo>
                    <a:pt x="2035220" y="35898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186414" y="3031525"/>
              <a:ext cx="2035220" cy="4401"/>
            </a:xfrm>
            <a:custGeom>
              <a:avLst/>
              <a:pathLst>
                <a:path w="2035220" h="4401">
                  <a:moveTo>
                    <a:pt x="0" y="0"/>
                  </a:moveTo>
                  <a:lnTo>
                    <a:pt x="7857" y="59"/>
                  </a:lnTo>
                  <a:lnTo>
                    <a:pt x="15715" y="118"/>
                  </a:lnTo>
                  <a:lnTo>
                    <a:pt x="23573" y="214"/>
                  </a:lnTo>
                  <a:lnTo>
                    <a:pt x="31431" y="307"/>
                  </a:lnTo>
                  <a:lnTo>
                    <a:pt x="39289" y="348"/>
                  </a:lnTo>
                  <a:lnTo>
                    <a:pt x="47147" y="463"/>
                  </a:lnTo>
                  <a:lnTo>
                    <a:pt x="55005" y="491"/>
                  </a:lnTo>
                  <a:lnTo>
                    <a:pt x="62863" y="520"/>
                  </a:lnTo>
                  <a:lnTo>
                    <a:pt x="70721" y="605"/>
                  </a:lnTo>
                  <a:lnTo>
                    <a:pt x="78579" y="694"/>
                  </a:lnTo>
                  <a:lnTo>
                    <a:pt x="86437" y="806"/>
                  </a:lnTo>
                  <a:lnTo>
                    <a:pt x="94295" y="895"/>
                  </a:lnTo>
                  <a:lnTo>
                    <a:pt x="102153" y="945"/>
                  </a:lnTo>
                  <a:lnTo>
                    <a:pt x="110011" y="1009"/>
                  </a:lnTo>
                  <a:lnTo>
                    <a:pt x="117869" y="939"/>
                  </a:lnTo>
                  <a:lnTo>
                    <a:pt x="125727" y="921"/>
                  </a:lnTo>
                  <a:lnTo>
                    <a:pt x="133585" y="947"/>
                  </a:lnTo>
                  <a:lnTo>
                    <a:pt x="141443" y="1088"/>
                  </a:lnTo>
                  <a:lnTo>
                    <a:pt x="149301" y="1000"/>
                  </a:lnTo>
                  <a:lnTo>
                    <a:pt x="157159" y="1174"/>
                  </a:lnTo>
                  <a:lnTo>
                    <a:pt x="165017" y="1205"/>
                  </a:lnTo>
                  <a:lnTo>
                    <a:pt x="172875" y="1132"/>
                  </a:lnTo>
                  <a:lnTo>
                    <a:pt x="180733" y="1215"/>
                  </a:lnTo>
                  <a:lnTo>
                    <a:pt x="188591" y="1308"/>
                  </a:lnTo>
                  <a:lnTo>
                    <a:pt x="196449" y="1449"/>
                  </a:lnTo>
                  <a:lnTo>
                    <a:pt x="204307" y="1589"/>
                  </a:lnTo>
                  <a:lnTo>
                    <a:pt x="212165" y="1606"/>
                  </a:lnTo>
                  <a:lnTo>
                    <a:pt x="220023" y="1605"/>
                  </a:lnTo>
                  <a:lnTo>
                    <a:pt x="227881" y="1648"/>
                  </a:lnTo>
                  <a:lnTo>
                    <a:pt x="235739" y="1625"/>
                  </a:lnTo>
                  <a:lnTo>
                    <a:pt x="243597" y="1614"/>
                  </a:lnTo>
                  <a:lnTo>
                    <a:pt x="251455" y="1681"/>
                  </a:lnTo>
                  <a:lnTo>
                    <a:pt x="259313" y="1852"/>
                  </a:lnTo>
                  <a:lnTo>
                    <a:pt x="267171" y="1896"/>
                  </a:lnTo>
                  <a:lnTo>
                    <a:pt x="275029" y="1839"/>
                  </a:lnTo>
                  <a:lnTo>
                    <a:pt x="282887" y="1918"/>
                  </a:lnTo>
                  <a:lnTo>
                    <a:pt x="290745" y="1900"/>
                  </a:lnTo>
                  <a:lnTo>
                    <a:pt x="298603" y="1731"/>
                  </a:lnTo>
                  <a:lnTo>
                    <a:pt x="306461" y="1858"/>
                  </a:lnTo>
                  <a:lnTo>
                    <a:pt x="314319" y="1850"/>
                  </a:lnTo>
                  <a:lnTo>
                    <a:pt x="322177" y="1893"/>
                  </a:lnTo>
                  <a:lnTo>
                    <a:pt x="330035" y="1890"/>
                  </a:lnTo>
                  <a:lnTo>
                    <a:pt x="337893" y="1956"/>
                  </a:lnTo>
                  <a:lnTo>
                    <a:pt x="345751" y="1954"/>
                  </a:lnTo>
                  <a:lnTo>
                    <a:pt x="353609" y="2020"/>
                  </a:lnTo>
                  <a:lnTo>
                    <a:pt x="361467" y="2030"/>
                  </a:lnTo>
                  <a:lnTo>
                    <a:pt x="369325" y="2079"/>
                  </a:lnTo>
                  <a:lnTo>
                    <a:pt x="377183" y="2159"/>
                  </a:lnTo>
                  <a:lnTo>
                    <a:pt x="385041" y="2112"/>
                  </a:lnTo>
                  <a:lnTo>
                    <a:pt x="392899" y="2228"/>
                  </a:lnTo>
                  <a:lnTo>
                    <a:pt x="400757" y="2129"/>
                  </a:lnTo>
                  <a:lnTo>
                    <a:pt x="408615" y="2098"/>
                  </a:lnTo>
                  <a:lnTo>
                    <a:pt x="416473" y="2153"/>
                  </a:lnTo>
                  <a:lnTo>
                    <a:pt x="424331" y="2165"/>
                  </a:lnTo>
                  <a:lnTo>
                    <a:pt x="432189" y="2053"/>
                  </a:lnTo>
                  <a:lnTo>
                    <a:pt x="440047" y="2117"/>
                  </a:lnTo>
                  <a:lnTo>
                    <a:pt x="447905" y="2235"/>
                  </a:lnTo>
                  <a:lnTo>
                    <a:pt x="455763" y="2296"/>
                  </a:lnTo>
                  <a:lnTo>
                    <a:pt x="463621" y="2254"/>
                  </a:lnTo>
                  <a:lnTo>
                    <a:pt x="471479" y="2213"/>
                  </a:lnTo>
                  <a:lnTo>
                    <a:pt x="479337" y="2234"/>
                  </a:lnTo>
                  <a:lnTo>
                    <a:pt x="487195" y="2223"/>
                  </a:lnTo>
                  <a:lnTo>
                    <a:pt x="495053" y="2234"/>
                  </a:lnTo>
                  <a:lnTo>
                    <a:pt x="502911" y="2121"/>
                  </a:lnTo>
                  <a:lnTo>
                    <a:pt x="510769" y="2092"/>
                  </a:lnTo>
                  <a:lnTo>
                    <a:pt x="518627" y="2220"/>
                  </a:lnTo>
                  <a:lnTo>
                    <a:pt x="526485" y="2223"/>
                  </a:lnTo>
                  <a:lnTo>
                    <a:pt x="534343" y="2329"/>
                  </a:lnTo>
                  <a:lnTo>
                    <a:pt x="542201" y="2378"/>
                  </a:lnTo>
                  <a:lnTo>
                    <a:pt x="550059" y="2439"/>
                  </a:lnTo>
                  <a:lnTo>
                    <a:pt x="557917" y="2506"/>
                  </a:lnTo>
                  <a:lnTo>
                    <a:pt x="565775" y="2575"/>
                  </a:lnTo>
                  <a:lnTo>
                    <a:pt x="573633" y="2506"/>
                  </a:lnTo>
                  <a:lnTo>
                    <a:pt x="581491" y="2687"/>
                  </a:lnTo>
                  <a:lnTo>
                    <a:pt x="589349" y="2686"/>
                  </a:lnTo>
                  <a:lnTo>
                    <a:pt x="597207" y="2671"/>
                  </a:lnTo>
                  <a:lnTo>
                    <a:pt x="605065" y="2661"/>
                  </a:lnTo>
                  <a:lnTo>
                    <a:pt x="612923" y="2633"/>
                  </a:lnTo>
                  <a:lnTo>
                    <a:pt x="620781" y="2662"/>
                  </a:lnTo>
                  <a:lnTo>
                    <a:pt x="628639" y="2764"/>
                  </a:lnTo>
                  <a:lnTo>
                    <a:pt x="636497" y="2812"/>
                  </a:lnTo>
                  <a:lnTo>
                    <a:pt x="644355" y="2934"/>
                  </a:lnTo>
                  <a:lnTo>
                    <a:pt x="652213" y="2957"/>
                  </a:lnTo>
                  <a:lnTo>
                    <a:pt x="660071" y="2986"/>
                  </a:lnTo>
                  <a:lnTo>
                    <a:pt x="667929" y="2966"/>
                  </a:lnTo>
                  <a:lnTo>
                    <a:pt x="675787" y="2953"/>
                  </a:lnTo>
                  <a:lnTo>
                    <a:pt x="683645" y="3020"/>
                  </a:lnTo>
                  <a:lnTo>
                    <a:pt x="691503" y="3026"/>
                  </a:lnTo>
                  <a:lnTo>
                    <a:pt x="699361" y="3015"/>
                  </a:lnTo>
                  <a:lnTo>
                    <a:pt x="707219" y="2955"/>
                  </a:lnTo>
                  <a:lnTo>
                    <a:pt x="715077" y="2919"/>
                  </a:lnTo>
                  <a:lnTo>
                    <a:pt x="722935" y="2870"/>
                  </a:lnTo>
                  <a:lnTo>
                    <a:pt x="730793" y="2955"/>
                  </a:lnTo>
                  <a:lnTo>
                    <a:pt x="738651" y="2954"/>
                  </a:lnTo>
                  <a:lnTo>
                    <a:pt x="746509" y="2908"/>
                  </a:lnTo>
                  <a:lnTo>
                    <a:pt x="754367" y="2818"/>
                  </a:lnTo>
                  <a:lnTo>
                    <a:pt x="762225" y="2817"/>
                  </a:lnTo>
                  <a:lnTo>
                    <a:pt x="770083" y="2849"/>
                  </a:lnTo>
                  <a:lnTo>
                    <a:pt x="777941" y="3013"/>
                  </a:lnTo>
                  <a:lnTo>
                    <a:pt x="785799" y="2953"/>
                  </a:lnTo>
                  <a:lnTo>
                    <a:pt x="793657" y="2971"/>
                  </a:lnTo>
                  <a:lnTo>
                    <a:pt x="801515" y="2919"/>
                  </a:lnTo>
                  <a:lnTo>
                    <a:pt x="809373" y="2926"/>
                  </a:lnTo>
                  <a:lnTo>
                    <a:pt x="817231" y="2970"/>
                  </a:lnTo>
                  <a:lnTo>
                    <a:pt x="825089" y="3005"/>
                  </a:lnTo>
                  <a:lnTo>
                    <a:pt x="832947" y="3004"/>
                  </a:lnTo>
                  <a:lnTo>
                    <a:pt x="840805" y="3075"/>
                  </a:lnTo>
                  <a:lnTo>
                    <a:pt x="848663" y="3099"/>
                  </a:lnTo>
                  <a:lnTo>
                    <a:pt x="856521" y="3101"/>
                  </a:lnTo>
                  <a:lnTo>
                    <a:pt x="864379" y="3132"/>
                  </a:lnTo>
                  <a:lnTo>
                    <a:pt x="872237" y="3190"/>
                  </a:lnTo>
                  <a:lnTo>
                    <a:pt x="880095" y="3189"/>
                  </a:lnTo>
                  <a:lnTo>
                    <a:pt x="887953" y="3157"/>
                  </a:lnTo>
                  <a:lnTo>
                    <a:pt x="895811" y="3175"/>
                  </a:lnTo>
                  <a:lnTo>
                    <a:pt x="903669" y="3314"/>
                  </a:lnTo>
                  <a:lnTo>
                    <a:pt x="911527" y="3379"/>
                  </a:lnTo>
                  <a:lnTo>
                    <a:pt x="919385" y="3463"/>
                  </a:lnTo>
                  <a:lnTo>
                    <a:pt x="927243" y="3444"/>
                  </a:lnTo>
                  <a:lnTo>
                    <a:pt x="935101" y="3404"/>
                  </a:lnTo>
                  <a:lnTo>
                    <a:pt x="942959" y="3363"/>
                  </a:lnTo>
                  <a:lnTo>
                    <a:pt x="950817" y="3329"/>
                  </a:lnTo>
                  <a:lnTo>
                    <a:pt x="958675" y="3398"/>
                  </a:lnTo>
                  <a:lnTo>
                    <a:pt x="966533" y="3428"/>
                  </a:lnTo>
                  <a:lnTo>
                    <a:pt x="974391" y="3477"/>
                  </a:lnTo>
                  <a:lnTo>
                    <a:pt x="982249" y="3424"/>
                  </a:lnTo>
                  <a:lnTo>
                    <a:pt x="990107" y="3421"/>
                  </a:lnTo>
                  <a:lnTo>
                    <a:pt x="997965" y="3345"/>
                  </a:lnTo>
                  <a:lnTo>
                    <a:pt x="1005823" y="3276"/>
                  </a:lnTo>
                  <a:lnTo>
                    <a:pt x="1013681" y="3290"/>
                  </a:lnTo>
                  <a:lnTo>
                    <a:pt x="1021539" y="3282"/>
                  </a:lnTo>
                  <a:lnTo>
                    <a:pt x="1029397" y="3296"/>
                  </a:lnTo>
                  <a:lnTo>
                    <a:pt x="1037254" y="3374"/>
                  </a:lnTo>
                  <a:lnTo>
                    <a:pt x="1045112" y="3333"/>
                  </a:lnTo>
                  <a:lnTo>
                    <a:pt x="1052970" y="3314"/>
                  </a:lnTo>
                  <a:lnTo>
                    <a:pt x="1060828" y="3258"/>
                  </a:lnTo>
                  <a:lnTo>
                    <a:pt x="1068686" y="3242"/>
                  </a:lnTo>
                  <a:lnTo>
                    <a:pt x="1076544" y="3259"/>
                  </a:lnTo>
                  <a:lnTo>
                    <a:pt x="1084402" y="3282"/>
                  </a:lnTo>
                  <a:lnTo>
                    <a:pt x="1092260" y="3268"/>
                  </a:lnTo>
                  <a:lnTo>
                    <a:pt x="1100118" y="3278"/>
                  </a:lnTo>
                  <a:lnTo>
                    <a:pt x="1107976" y="3216"/>
                  </a:lnTo>
                  <a:lnTo>
                    <a:pt x="1115834" y="3210"/>
                  </a:lnTo>
                  <a:lnTo>
                    <a:pt x="1123692" y="3294"/>
                  </a:lnTo>
                  <a:lnTo>
                    <a:pt x="1131550" y="3362"/>
                  </a:lnTo>
                  <a:lnTo>
                    <a:pt x="1139408" y="3358"/>
                  </a:lnTo>
                  <a:lnTo>
                    <a:pt x="1147266" y="3387"/>
                  </a:lnTo>
                  <a:lnTo>
                    <a:pt x="1155124" y="3325"/>
                  </a:lnTo>
                  <a:lnTo>
                    <a:pt x="1162982" y="3311"/>
                  </a:lnTo>
                  <a:lnTo>
                    <a:pt x="1170840" y="3353"/>
                  </a:lnTo>
                  <a:lnTo>
                    <a:pt x="1178698" y="3413"/>
                  </a:lnTo>
                  <a:lnTo>
                    <a:pt x="1186556" y="3417"/>
                  </a:lnTo>
                  <a:lnTo>
                    <a:pt x="1194414" y="3415"/>
                  </a:lnTo>
                  <a:lnTo>
                    <a:pt x="1202272" y="3510"/>
                  </a:lnTo>
                  <a:lnTo>
                    <a:pt x="1210130" y="3623"/>
                  </a:lnTo>
                  <a:lnTo>
                    <a:pt x="1217988" y="3597"/>
                  </a:lnTo>
                  <a:lnTo>
                    <a:pt x="1225846" y="3528"/>
                  </a:lnTo>
                  <a:lnTo>
                    <a:pt x="1233704" y="3585"/>
                  </a:lnTo>
                  <a:lnTo>
                    <a:pt x="1241562" y="3513"/>
                  </a:lnTo>
                  <a:lnTo>
                    <a:pt x="1249420" y="3386"/>
                  </a:lnTo>
                  <a:lnTo>
                    <a:pt x="1257278" y="3389"/>
                  </a:lnTo>
                  <a:lnTo>
                    <a:pt x="1265136" y="3475"/>
                  </a:lnTo>
                  <a:lnTo>
                    <a:pt x="1272994" y="3517"/>
                  </a:lnTo>
                  <a:lnTo>
                    <a:pt x="1280852" y="3617"/>
                  </a:lnTo>
                  <a:lnTo>
                    <a:pt x="1288710" y="3684"/>
                  </a:lnTo>
                  <a:lnTo>
                    <a:pt x="1296568" y="3716"/>
                  </a:lnTo>
                  <a:lnTo>
                    <a:pt x="1304426" y="3750"/>
                  </a:lnTo>
                  <a:lnTo>
                    <a:pt x="1312284" y="3735"/>
                  </a:lnTo>
                  <a:lnTo>
                    <a:pt x="1320142" y="3708"/>
                  </a:lnTo>
                  <a:lnTo>
                    <a:pt x="1328000" y="3701"/>
                  </a:lnTo>
                  <a:lnTo>
                    <a:pt x="1335858" y="3708"/>
                  </a:lnTo>
                  <a:lnTo>
                    <a:pt x="1343716" y="3739"/>
                  </a:lnTo>
                  <a:lnTo>
                    <a:pt x="1351574" y="3723"/>
                  </a:lnTo>
                  <a:lnTo>
                    <a:pt x="1359432" y="3706"/>
                  </a:lnTo>
                  <a:lnTo>
                    <a:pt x="1367290" y="3595"/>
                  </a:lnTo>
                  <a:lnTo>
                    <a:pt x="1375148" y="3509"/>
                  </a:lnTo>
                  <a:lnTo>
                    <a:pt x="1383006" y="3506"/>
                  </a:lnTo>
                  <a:lnTo>
                    <a:pt x="1390864" y="3562"/>
                  </a:lnTo>
                  <a:lnTo>
                    <a:pt x="1398722" y="3618"/>
                  </a:lnTo>
                  <a:lnTo>
                    <a:pt x="1406580" y="3573"/>
                  </a:lnTo>
                  <a:lnTo>
                    <a:pt x="1414438" y="3574"/>
                  </a:lnTo>
                  <a:lnTo>
                    <a:pt x="1422296" y="3495"/>
                  </a:lnTo>
                  <a:lnTo>
                    <a:pt x="1430154" y="3510"/>
                  </a:lnTo>
                  <a:lnTo>
                    <a:pt x="1438012" y="3522"/>
                  </a:lnTo>
                  <a:lnTo>
                    <a:pt x="1445870" y="3538"/>
                  </a:lnTo>
                  <a:lnTo>
                    <a:pt x="1453728" y="3519"/>
                  </a:lnTo>
                  <a:lnTo>
                    <a:pt x="1461586" y="3512"/>
                  </a:lnTo>
                  <a:lnTo>
                    <a:pt x="1469444" y="3534"/>
                  </a:lnTo>
                  <a:lnTo>
                    <a:pt x="1477302" y="3601"/>
                  </a:lnTo>
                  <a:lnTo>
                    <a:pt x="1485160" y="3691"/>
                  </a:lnTo>
                  <a:lnTo>
                    <a:pt x="1493018" y="3693"/>
                  </a:lnTo>
                  <a:lnTo>
                    <a:pt x="1500876" y="3710"/>
                  </a:lnTo>
                  <a:lnTo>
                    <a:pt x="1508734" y="3741"/>
                  </a:lnTo>
                  <a:lnTo>
                    <a:pt x="1516592" y="3764"/>
                  </a:lnTo>
                  <a:lnTo>
                    <a:pt x="1524450" y="3754"/>
                  </a:lnTo>
                  <a:lnTo>
                    <a:pt x="1532308" y="3760"/>
                  </a:lnTo>
                  <a:lnTo>
                    <a:pt x="1540166" y="3767"/>
                  </a:lnTo>
                  <a:lnTo>
                    <a:pt x="1548024" y="3734"/>
                  </a:lnTo>
                  <a:lnTo>
                    <a:pt x="1555882" y="3686"/>
                  </a:lnTo>
                  <a:lnTo>
                    <a:pt x="1563740" y="3627"/>
                  </a:lnTo>
                  <a:lnTo>
                    <a:pt x="1571598" y="3568"/>
                  </a:lnTo>
                  <a:lnTo>
                    <a:pt x="1579456" y="3610"/>
                  </a:lnTo>
                  <a:lnTo>
                    <a:pt x="1587314" y="3622"/>
                  </a:lnTo>
                  <a:lnTo>
                    <a:pt x="1595172" y="3624"/>
                  </a:lnTo>
                  <a:lnTo>
                    <a:pt x="1603030" y="3548"/>
                  </a:lnTo>
                  <a:lnTo>
                    <a:pt x="1610888" y="3442"/>
                  </a:lnTo>
                  <a:lnTo>
                    <a:pt x="1618746" y="3444"/>
                  </a:lnTo>
                  <a:lnTo>
                    <a:pt x="1626604" y="3466"/>
                  </a:lnTo>
                  <a:lnTo>
                    <a:pt x="1634462" y="3515"/>
                  </a:lnTo>
                  <a:lnTo>
                    <a:pt x="1642320" y="3578"/>
                  </a:lnTo>
                  <a:lnTo>
                    <a:pt x="1650178" y="3655"/>
                  </a:lnTo>
                  <a:lnTo>
                    <a:pt x="1658036" y="3671"/>
                  </a:lnTo>
                  <a:lnTo>
                    <a:pt x="1665894" y="3703"/>
                  </a:lnTo>
                  <a:lnTo>
                    <a:pt x="1673752" y="3713"/>
                  </a:lnTo>
                  <a:lnTo>
                    <a:pt x="1681610" y="3699"/>
                  </a:lnTo>
                  <a:lnTo>
                    <a:pt x="1689468" y="3700"/>
                  </a:lnTo>
                  <a:lnTo>
                    <a:pt x="1697326" y="3726"/>
                  </a:lnTo>
                  <a:lnTo>
                    <a:pt x="1705184" y="3759"/>
                  </a:lnTo>
                  <a:lnTo>
                    <a:pt x="1713042" y="3814"/>
                  </a:lnTo>
                  <a:lnTo>
                    <a:pt x="1720900" y="3868"/>
                  </a:lnTo>
                  <a:lnTo>
                    <a:pt x="1728758" y="3946"/>
                  </a:lnTo>
                  <a:lnTo>
                    <a:pt x="1736616" y="3973"/>
                  </a:lnTo>
                  <a:lnTo>
                    <a:pt x="1744474" y="3967"/>
                  </a:lnTo>
                  <a:lnTo>
                    <a:pt x="1752332" y="3987"/>
                  </a:lnTo>
                  <a:lnTo>
                    <a:pt x="1760190" y="4003"/>
                  </a:lnTo>
                  <a:lnTo>
                    <a:pt x="1768048" y="3985"/>
                  </a:lnTo>
                  <a:lnTo>
                    <a:pt x="1775906" y="3995"/>
                  </a:lnTo>
                  <a:lnTo>
                    <a:pt x="1783764" y="4005"/>
                  </a:lnTo>
                  <a:lnTo>
                    <a:pt x="1791622" y="4036"/>
                  </a:lnTo>
                  <a:lnTo>
                    <a:pt x="1799480" y="4056"/>
                  </a:lnTo>
                  <a:lnTo>
                    <a:pt x="1807338" y="4091"/>
                  </a:lnTo>
                  <a:lnTo>
                    <a:pt x="1815196" y="4146"/>
                  </a:lnTo>
                  <a:lnTo>
                    <a:pt x="1823054" y="4126"/>
                  </a:lnTo>
                  <a:lnTo>
                    <a:pt x="1830912" y="4094"/>
                  </a:lnTo>
                  <a:lnTo>
                    <a:pt x="1838770" y="4109"/>
                  </a:lnTo>
                  <a:lnTo>
                    <a:pt x="1846628" y="4101"/>
                  </a:lnTo>
                  <a:lnTo>
                    <a:pt x="1854486" y="4099"/>
                  </a:lnTo>
                  <a:lnTo>
                    <a:pt x="1862344" y="4143"/>
                  </a:lnTo>
                  <a:lnTo>
                    <a:pt x="1870202" y="4179"/>
                  </a:lnTo>
                  <a:lnTo>
                    <a:pt x="1878060" y="4254"/>
                  </a:lnTo>
                  <a:lnTo>
                    <a:pt x="1885918" y="4299"/>
                  </a:lnTo>
                  <a:lnTo>
                    <a:pt x="1893776" y="4314"/>
                  </a:lnTo>
                  <a:lnTo>
                    <a:pt x="1901634" y="4346"/>
                  </a:lnTo>
                  <a:lnTo>
                    <a:pt x="1909492" y="4357"/>
                  </a:lnTo>
                  <a:lnTo>
                    <a:pt x="1917350" y="4350"/>
                  </a:lnTo>
                  <a:lnTo>
                    <a:pt x="1925208" y="4343"/>
                  </a:lnTo>
                  <a:lnTo>
                    <a:pt x="1933066" y="4336"/>
                  </a:lnTo>
                  <a:lnTo>
                    <a:pt x="1940924" y="4371"/>
                  </a:lnTo>
                  <a:lnTo>
                    <a:pt x="1948782" y="4395"/>
                  </a:lnTo>
                  <a:lnTo>
                    <a:pt x="1956640" y="4401"/>
                  </a:lnTo>
                  <a:lnTo>
                    <a:pt x="1964498" y="4377"/>
                  </a:lnTo>
                  <a:lnTo>
                    <a:pt x="1972356" y="4352"/>
                  </a:lnTo>
                  <a:lnTo>
                    <a:pt x="1980214" y="4334"/>
                  </a:lnTo>
                  <a:lnTo>
                    <a:pt x="1988072" y="4351"/>
                  </a:lnTo>
                  <a:lnTo>
                    <a:pt x="1995930" y="4376"/>
                  </a:lnTo>
                  <a:lnTo>
                    <a:pt x="2003788" y="4369"/>
                  </a:lnTo>
                  <a:lnTo>
                    <a:pt x="2011646" y="4327"/>
                  </a:lnTo>
                  <a:lnTo>
                    <a:pt x="2019504" y="4308"/>
                  </a:lnTo>
                  <a:lnTo>
                    <a:pt x="2027362" y="4342"/>
                  </a:lnTo>
                  <a:lnTo>
                    <a:pt x="2035220" y="4358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1084653" y="2396548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1084653" y="3322206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084653" y="391340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84653" y="370076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84653" y="348813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102983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622827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142671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662515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182359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84653" y="391340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186414" y="3910017"/>
              <a:ext cx="2035220" cy="9643"/>
            </a:xfrm>
            <a:custGeom>
              <a:avLst/>
              <a:pathLst>
                <a:path w="2035220" h="9643">
                  <a:moveTo>
                    <a:pt x="0" y="569"/>
                  </a:moveTo>
                  <a:lnTo>
                    <a:pt x="7857" y="626"/>
                  </a:lnTo>
                  <a:lnTo>
                    <a:pt x="15715" y="682"/>
                  </a:lnTo>
                  <a:lnTo>
                    <a:pt x="23573" y="738"/>
                  </a:lnTo>
                  <a:lnTo>
                    <a:pt x="31431" y="794"/>
                  </a:lnTo>
                  <a:lnTo>
                    <a:pt x="39289" y="850"/>
                  </a:lnTo>
                  <a:lnTo>
                    <a:pt x="47147" y="905"/>
                  </a:lnTo>
                  <a:lnTo>
                    <a:pt x="55005" y="960"/>
                  </a:lnTo>
                  <a:lnTo>
                    <a:pt x="62863" y="1015"/>
                  </a:lnTo>
                  <a:lnTo>
                    <a:pt x="70721" y="1070"/>
                  </a:lnTo>
                  <a:lnTo>
                    <a:pt x="78579" y="1124"/>
                  </a:lnTo>
                  <a:lnTo>
                    <a:pt x="86437" y="1178"/>
                  </a:lnTo>
                  <a:lnTo>
                    <a:pt x="94295" y="1231"/>
                  </a:lnTo>
                  <a:lnTo>
                    <a:pt x="102153" y="1285"/>
                  </a:lnTo>
                  <a:lnTo>
                    <a:pt x="110011" y="1338"/>
                  </a:lnTo>
                  <a:lnTo>
                    <a:pt x="117869" y="1391"/>
                  </a:lnTo>
                  <a:lnTo>
                    <a:pt x="125727" y="1444"/>
                  </a:lnTo>
                  <a:lnTo>
                    <a:pt x="133585" y="1497"/>
                  </a:lnTo>
                  <a:lnTo>
                    <a:pt x="141443" y="1550"/>
                  </a:lnTo>
                  <a:lnTo>
                    <a:pt x="149301" y="1603"/>
                  </a:lnTo>
                  <a:lnTo>
                    <a:pt x="157159" y="1655"/>
                  </a:lnTo>
                  <a:lnTo>
                    <a:pt x="165017" y="1707"/>
                  </a:lnTo>
                  <a:lnTo>
                    <a:pt x="172875" y="1759"/>
                  </a:lnTo>
                  <a:lnTo>
                    <a:pt x="180733" y="1811"/>
                  </a:lnTo>
                  <a:lnTo>
                    <a:pt x="188591" y="1862"/>
                  </a:lnTo>
                  <a:lnTo>
                    <a:pt x="196449" y="1914"/>
                  </a:lnTo>
                  <a:lnTo>
                    <a:pt x="204307" y="1965"/>
                  </a:lnTo>
                  <a:lnTo>
                    <a:pt x="212165" y="2016"/>
                  </a:lnTo>
                  <a:lnTo>
                    <a:pt x="220023" y="2066"/>
                  </a:lnTo>
                  <a:lnTo>
                    <a:pt x="227881" y="2117"/>
                  </a:lnTo>
                  <a:lnTo>
                    <a:pt x="235739" y="2167"/>
                  </a:lnTo>
                  <a:lnTo>
                    <a:pt x="243597" y="2217"/>
                  </a:lnTo>
                  <a:lnTo>
                    <a:pt x="251455" y="2267"/>
                  </a:lnTo>
                  <a:lnTo>
                    <a:pt x="259313" y="2316"/>
                  </a:lnTo>
                  <a:lnTo>
                    <a:pt x="267171" y="2365"/>
                  </a:lnTo>
                  <a:lnTo>
                    <a:pt x="275029" y="2414"/>
                  </a:lnTo>
                  <a:lnTo>
                    <a:pt x="282887" y="2463"/>
                  </a:lnTo>
                  <a:lnTo>
                    <a:pt x="290745" y="2512"/>
                  </a:lnTo>
                  <a:lnTo>
                    <a:pt x="298603" y="2560"/>
                  </a:lnTo>
                  <a:lnTo>
                    <a:pt x="306461" y="2609"/>
                  </a:lnTo>
                  <a:lnTo>
                    <a:pt x="314319" y="2657"/>
                  </a:lnTo>
                  <a:lnTo>
                    <a:pt x="322177" y="2705"/>
                  </a:lnTo>
                  <a:lnTo>
                    <a:pt x="330035" y="2753"/>
                  </a:lnTo>
                  <a:lnTo>
                    <a:pt x="337893" y="2801"/>
                  </a:lnTo>
                  <a:lnTo>
                    <a:pt x="345751" y="2849"/>
                  </a:lnTo>
                  <a:lnTo>
                    <a:pt x="353609" y="2896"/>
                  </a:lnTo>
                  <a:lnTo>
                    <a:pt x="361467" y="2944"/>
                  </a:lnTo>
                  <a:lnTo>
                    <a:pt x="369325" y="2991"/>
                  </a:lnTo>
                  <a:lnTo>
                    <a:pt x="377183" y="3038"/>
                  </a:lnTo>
                  <a:lnTo>
                    <a:pt x="385041" y="3085"/>
                  </a:lnTo>
                  <a:lnTo>
                    <a:pt x="392899" y="3131"/>
                  </a:lnTo>
                  <a:lnTo>
                    <a:pt x="400757" y="3178"/>
                  </a:lnTo>
                  <a:lnTo>
                    <a:pt x="408615" y="3224"/>
                  </a:lnTo>
                  <a:lnTo>
                    <a:pt x="416473" y="3270"/>
                  </a:lnTo>
                  <a:lnTo>
                    <a:pt x="424331" y="3315"/>
                  </a:lnTo>
                  <a:lnTo>
                    <a:pt x="432189" y="3361"/>
                  </a:lnTo>
                  <a:lnTo>
                    <a:pt x="440047" y="3379"/>
                  </a:lnTo>
                  <a:lnTo>
                    <a:pt x="447905" y="3364"/>
                  </a:lnTo>
                  <a:lnTo>
                    <a:pt x="455763" y="3350"/>
                  </a:lnTo>
                  <a:lnTo>
                    <a:pt x="463621" y="3335"/>
                  </a:lnTo>
                  <a:lnTo>
                    <a:pt x="471479" y="3321"/>
                  </a:lnTo>
                  <a:lnTo>
                    <a:pt x="479337" y="3306"/>
                  </a:lnTo>
                  <a:lnTo>
                    <a:pt x="487195" y="3292"/>
                  </a:lnTo>
                  <a:lnTo>
                    <a:pt x="495053" y="3277"/>
                  </a:lnTo>
                  <a:lnTo>
                    <a:pt x="502911" y="3263"/>
                  </a:lnTo>
                  <a:lnTo>
                    <a:pt x="510769" y="3248"/>
                  </a:lnTo>
                  <a:lnTo>
                    <a:pt x="518627" y="3233"/>
                  </a:lnTo>
                  <a:lnTo>
                    <a:pt x="526485" y="3219"/>
                  </a:lnTo>
                  <a:lnTo>
                    <a:pt x="534343" y="3204"/>
                  </a:lnTo>
                  <a:lnTo>
                    <a:pt x="542201" y="3190"/>
                  </a:lnTo>
                  <a:lnTo>
                    <a:pt x="550059" y="3175"/>
                  </a:lnTo>
                  <a:lnTo>
                    <a:pt x="557917" y="3160"/>
                  </a:lnTo>
                  <a:lnTo>
                    <a:pt x="565775" y="3145"/>
                  </a:lnTo>
                  <a:lnTo>
                    <a:pt x="573633" y="3131"/>
                  </a:lnTo>
                  <a:lnTo>
                    <a:pt x="581491" y="3116"/>
                  </a:lnTo>
                  <a:lnTo>
                    <a:pt x="589349" y="3101"/>
                  </a:lnTo>
                  <a:lnTo>
                    <a:pt x="597207" y="3086"/>
                  </a:lnTo>
                  <a:lnTo>
                    <a:pt x="605065" y="3072"/>
                  </a:lnTo>
                  <a:lnTo>
                    <a:pt x="612923" y="3057"/>
                  </a:lnTo>
                  <a:lnTo>
                    <a:pt x="620781" y="3042"/>
                  </a:lnTo>
                  <a:lnTo>
                    <a:pt x="628639" y="3027"/>
                  </a:lnTo>
                  <a:lnTo>
                    <a:pt x="636497" y="3012"/>
                  </a:lnTo>
                  <a:lnTo>
                    <a:pt x="644355" y="2997"/>
                  </a:lnTo>
                  <a:lnTo>
                    <a:pt x="652213" y="2982"/>
                  </a:lnTo>
                  <a:lnTo>
                    <a:pt x="660071" y="2967"/>
                  </a:lnTo>
                  <a:lnTo>
                    <a:pt x="667929" y="2952"/>
                  </a:lnTo>
                  <a:lnTo>
                    <a:pt x="675787" y="2937"/>
                  </a:lnTo>
                  <a:lnTo>
                    <a:pt x="683645" y="2922"/>
                  </a:lnTo>
                  <a:lnTo>
                    <a:pt x="691503" y="2907"/>
                  </a:lnTo>
                  <a:lnTo>
                    <a:pt x="699361" y="2892"/>
                  </a:lnTo>
                  <a:lnTo>
                    <a:pt x="707219" y="2877"/>
                  </a:lnTo>
                  <a:lnTo>
                    <a:pt x="715077" y="2862"/>
                  </a:lnTo>
                  <a:lnTo>
                    <a:pt x="722935" y="2847"/>
                  </a:lnTo>
                  <a:lnTo>
                    <a:pt x="730793" y="2831"/>
                  </a:lnTo>
                  <a:lnTo>
                    <a:pt x="738651" y="2816"/>
                  </a:lnTo>
                  <a:lnTo>
                    <a:pt x="746509" y="2801"/>
                  </a:lnTo>
                  <a:lnTo>
                    <a:pt x="754367" y="2786"/>
                  </a:lnTo>
                  <a:lnTo>
                    <a:pt x="762225" y="2771"/>
                  </a:lnTo>
                  <a:lnTo>
                    <a:pt x="770083" y="2755"/>
                  </a:lnTo>
                  <a:lnTo>
                    <a:pt x="777941" y="2740"/>
                  </a:lnTo>
                  <a:lnTo>
                    <a:pt x="785799" y="2725"/>
                  </a:lnTo>
                  <a:lnTo>
                    <a:pt x="793657" y="2709"/>
                  </a:lnTo>
                  <a:lnTo>
                    <a:pt x="801515" y="2694"/>
                  </a:lnTo>
                  <a:lnTo>
                    <a:pt x="809373" y="2679"/>
                  </a:lnTo>
                  <a:lnTo>
                    <a:pt x="817231" y="2663"/>
                  </a:lnTo>
                  <a:lnTo>
                    <a:pt x="825089" y="2648"/>
                  </a:lnTo>
                  <a:lnTo>
                    <a:pt x="832947" y="2633"/>
                  </a:lnTo>
                  <a:lnTo>
                    <a:pt x="840805" y="2617"/>
                  </a:lnTo>
                  <a:lnTo>
                    <a:pt x="848663" y="2602"/>
                  </a:lnTo>
                  <a:lnTo>
                    <a:pt x="856521" y="2586"/>
                  </a:lnTo>
                  <a:lnTo>
                    <a:pt x="864379" y="2571"/>
                  </a:lnTo>
                  <a:lnTo>
                    <a:pt x="872237" y="2555"/>
                  </a:lnTo>
                  <a:lnTo>
                    <a:pt x="880095" y="2539"/>
                  </a:lnTo>
                  <a:lnTo>
                    <a:pt x="887953" y="2524"/>
                  </a:lnTo>
                  <a:lnTo>
                    <a:pt x="895811" y="2508"/>
                  </a:lnTo>
                  <a:lnTo>
                    <a:pt x="903669" y="2493"/>
                  </a:lnTo>
                  <a:lnTo>
                    <a:pt x="911527" y="2477"/>
                  </a:lnTo>
                  <a:lnTo>
                    <a:pt x="919385" y="2461"/>
                  </a:lnTo>
                  <a:lnTo>
                    <a:pt x="927243" y="2446"/>
                  </a:lnTo>
                  <a:lnTo>
                    <a:pt x="935101" y="2430"/>
                  </a:lnTo>
                  <a:lnTo>
                    <a:pt x="942959" y="2414"/>
                  </a:lnTo>
                  <a:lnTo>
                    <a:pt x="950817" y="2398"/>
                  </a:lnTo>
                  <a:lnTo>
                    <a:pt x="958675" y="2383"/>
                  </a:lnTo>
                  <a:lnTo>
                    <a:pt x="966533" y="2367"/>
                  </a:lnTo>
                  <a:lnTo>
                    <a:pt x="974391" y="2351"/>
                  </a:lnTo>
                  <a:lnTo>
                    <a:pt x="982249" y="2335"/>
                  </a:lnTo>
                  <a:lnTo>
                    <a:pt x="990107" y="2319"/>
                  </a:lnTo>
                  <a:lnTo>
                    <a:pt x="997965" y="2303"/>
                  </a:lnTo>
                  <a:lnTo>
                    <a:pt x="1005823" y="2287"/>
                  </a:lnTo>
                  <a:lnTo>
                    <a:pt x="1013681" y="2272"/>
                  </a:lnTo>
                  <a:lnTo>
                    <a:pt x="1021539" y="2256"/>
                  </a:lnTo>
                  <a:lnTo>
                    <a:pt x="1029397" y="2240"/>
                  </a:lnTo>
                  <a:lnTo>
                    <a:pt x="1037254" y="2224"/>
                  </a:lnTo>
                  <a:lnTo>
                    <a:pt x="1045112" y="2208"/>
                  </a:lnTo>
                  <a:lnTo>
                    <a:pt x="1052970" y="2192"/>
                  </a:lnTo>
                  <a:lnTo>
                    <a:pt x="1060828" y="2175"/>
                  </a:lnTo>
                  <a:lnTo>
                    <a:pt x="1068686" y="2159"/>
                  </a:lnTo>
                  <a:lnTo>
                    <a:pt x="1076544" y="2143"/>
                  </a:lnTo>
                  <a:lnTo>
                    <a:pt x="1084402" y="2127"/>
                  </a:lnTo>
                  <a:lnTo>
                    <a:pt x="1092260" y="2111"/>
                  </a:lnTo>
                  <a:lnTo>
                    <a:pt x="1100118" y="2095"/>
                  </a:lnTo>
                  <a:lnTo>
                    <a:pt x="1107976" y="2079"/>
                  </a:lnTo>
                  <a:lnTo>
                    <a:pt x="1115834" y="2062"/>
                  </a:lnTo>
                  <a:lnTo>
                    <a:pt x="1123692" y="2046"/>
                  </a:lnTo>
                  <a:lnTo>
                    <a:pt x="1131550" y="2030"/>
                  </a:lnTo>
                  <a:lnTo>
                    <a:pt x="1139408" y="2014"/>
                  </a:lnTo>
                  <a:lnTo>
                    <a:pt x="1147266" y="1997"/>
                  </a:lnTo>
                  <a:lnTo>
                    <a:pt x="1155124" y="1981"/>
                  </a:lnTo>
                  <a:lnTo>
                    <a:pt x="1162982" y="1965"/>
                  </a:lnTo>
                  <a:lnTo>
                    <a:pt x="1170840" y="1948"/>
                  </a:lnTo>
                  <a:lnTo>
                    <a:pt x="1178698" y="1932"/>
                  </a:lnTo>
                  <a:lnTo>
                    <a:pt x="1186556" y="1915"/>
                  </a:lnTo>
                  <a:lnTo>
                    <a:pt x="1194414" y="1899"/>
                  </a:lnTo>
                  <a:lnTo>
                    <a:pt x="1202272" y="1882"/>
                  </a:lnTo>
                  <a:lnTo>
                    <a:pt x="1210130" y="1866"/>
                  </a:lnTo>
                  <a:lnTo>
                    <a:pt x="1217988" y="1849"/>
                  </a:lnTo>
                  <a:lnTo>
                    <a:pt x="1225846" y="1833"/>
                  </a:lnTo>
                  <a:lnTo>
                    <a:pt x="1233704" y="1816"/>
                  </a:lnTo>
                  <a:lnTo>
                    <a:pt x="1241562" y="1800"/>
                  </a:lnTo>
                  <a:lnTo>
                    <a:pt x="1249420" y="1783"/>
                  </a:lnTo>
                  <a:lnTo>
                    <a:pt x="1257278" y="1766"/>
                  </a:lnTo>
                  <a:lnTo>
                    <a:pt x="1265136" y="1750"/>
                  </a:lnTo>
                  <a:lnTo>
                    <a:pt x="1272994" y="1733"/>
                  </a:lnTo>
                  <a:lnTo>
                    <a:pt x="1280852" y="1716"/>
                  </a:lnTo>
                  <a:lnTo>
                    <a:pt x="1288710" y="1700"/>
                  </a:lnTo>
                  <a:lnTo>
                    <a:pt x="1296568" y="1683"/>
                  </a:lnTo>
                  <a:lnTo>
                    <a:pt x="1304426" y="1666"/>
                  </a:lnTo>
                  <a:lnTo>
                    <a:pt x="1312284" y="1649"/>
                  </a:lnTo>
                  <a:lnTo>
                    <a:pt x="1320142" y="1633"/>
                  </a:lnTo>
                  <a:lnTo>
                    <a:pt x="1328000" y="1616"/>
                  </a:lnTo>
                  <a:lnTo>
                    <a:pt x="1335858" y="1599"/>
                  </a:lnTo>
                  <a:lnTo>
                    <a:pt x="1343716" y="1582"/>
                  </a:lnTo>
                  <a:lnTo>
                    <a:pt x="1351574" y="1565"/>
                  </a:lnTo>
                  <a:lnTo>
                    <a:pt x="1359432" y="1548"/>
                  </a:lnTo>
                  <a:lnTo>
                    <a:pt x="1367290" y="1531"/>
                  </a:lnTo>
                  <a:lnTo>
                    <a:pt x="1375148" y="1514"/>
                  </a:lnTo>
                  <a:lnTo>
                    <a:pt x="1383006" y="1497"/>
                  </a:lnTo>
                  <a:lnTo>
                    <a:pt x="1390864" y="1480"/>
                  </a:lnTo>
                  <a:lnTo>
                    <a:pt x="1398722" y="1463"/>
                  </a:lnTo>
                  <a:lnTo>
                    <a:pt x="1406580" y="1446"/>
                  </a:lnTo>
                  <a:lnTo>
                    <a:pt x="1414438" y="1429"/>
                  </a:lnTo>
                  <a:lnTo>
                    <a:pt x="1422296" y="1412"/>
                  </a:lnTo>
                  <a:lnTo>
                    <a:pt x="1430154" y="1395"/>
                  </a:lnTo>
                  <a:lnTo>
                    <a:pt x="1438012" y="1378"/>
                  </a:lnTo>
                  <a:lnTo>
                    <a:pt x="1445870" y="1361"/>
                  </a:lnTo>
                  <a:lnTo>
                    <a:pt x="1453728" y="1343"/>
                  </a:lnTo>
                  <a:lnTo>
                    <a:pt x="1461586" y="1326"/>
                  </a:lnTo>
                  <a:lnTo>
                    <a:pt x="1469444" y="1309"/>
                  </a:lnTo>
                  <a:lnTo>
                    <a:pt x="1477302" y="1292"/>
                  </a:lnTo>
                  <a:lnTo>
                    <a:pt x="1485160" y="1274"/>
                  </a:lnTo>
                  <a:lnTo>
                    <a:pt x="1493018" y="1257"/>
                  </a:lnTo>
                  <a:lnTo>
                    <a:pt x="1500876" y="1240"/>
                  </a:lnTo>
                  <a:lnTo>
                    <a:pt x="1508734" y="1222"/>
                  </a:lnTo>
                  <a:lnTo>
                    <a:pt x="1516592" y="1205"/>
                  </a:lnTo>
                  <a:lnTo>
                    <a:pt x="1524450" y="1188"/>
                  </a:lnTo>
                  <a:lnTo>
                    <a:pt x="1532308" y="1170"/>
                  </a:lnTo>
                  <a:lnTo>
                    <a:pt x="1540166" y="1153"/>
                  </a:lnTo>
                  <a:lnTo>
                    <a:pt x="1548024" y="1135"/>
                  </a:lnTo>
                  <a:lnTo>
                    <a:pt x="1555882" y="1118"/>
                  </a:lnTo>
                  <a:lnTo>
                    <a:pt x="1563740" y="1100"/>
                  </a:lnTo>
                  <a:lnTo>
                    <a:pt x="1571598" y="1083"/>
                  </a:lnTo>
                  <a:lnTo>
                    <a:pt x="1579456" y="1065"/>
                  </a:lnTo>
                  <a:lnTo>
                    <a:pt x="1587314" y="1048"/>
                  </a:lnTo>
                  <a:lnTo>
                    <a:pt x="1595172" y="1030"/>
                  </a:lnTo>
                  <a:lnTo>
                    <a:pt x="1603030" y="1012"/>
                  </a:lnTo>
                  <a:lnTo>
                    <a:pt x="1610888" y="995"/>
                  </a:lnTo>
                  <a:lnTo>
                    <a:pt x="1618746" y="977"/>
                  </a:lnTo>
                  <a:lnTo>
                    <a:pt x="1626604" y="959"/>
                  </a:lnTo>
                  <a:lnTo>
                    <a:pt x="1634462" y="941"/>
                  </a:lnTo>
                  <a:lnTo>
                    <a:pt x="1642320" y="924"/>
                  </a:lnTo>
                  <a:lnTo>
                    <a:pt x="1650178" y="906"/>
                  </a:lnTo>
                  <a:lnTo>
                    <a:pt x="1658036" y="888"/>
                  </a:lnTo>
                  <a:lnTo>
                    <a:pt x="1665894" y="870"/>
                  </a:lnTo>
                  <a:lnTo>
                    <a:pt x="1673752" y="852"/>
                  </a:lnTo>
                  <a:lnTo>
                    <a:pt x="1681610" y="835"/>
                  </a:lnTo>
                  <a:lnTo>
                    <a:pt x="1689468" y="817"/>
                  </a:lnTo>
                  <a:lnTo>
                    <a:pt x="1697326" y="799"/>
                  </a:lnTo>
                  <a:lnTo>
                    <a:pt x="1705184" y="781"/>
                  </a:lnTo>
                  <a:lnTo>
                    <a:pt x="1713042" y="763"/>
                  </a:lnTo>
                  <a:lnTo>
                    <a:pt x="1720900" y="745"/>
                  </a:lnTo>
                  <a:lnTo>
                    <a:pt x="1728758" y="727"/>
                  </a:lnTo>
                  <a:lnTo>
                    <a:pt x="1736616" y="709"/>
                  </a:lnTo>
                  <a:lnTo>
                    <a:pt x="1744474" y="691"/>
                  </a:lnTo>
                  <a:lnTo>
                    <a:pt x="1752332" y="672"/>
                  </a:lnTo>
                  <a:lnTo>
                    <a:pt x="1760190" y="654"/>
                  </a:lnTo>
                  <a:lnTo>
                    <a:pt x="1768048" y="636"/>
                  </a:lnTo>
                  <a:lnTo>
                    <a:pt x="1775906" y="618"/>
                  </a:lnTo>
                  <a:lnTo>
                    <a:pt x="1783764" y="600"/>
                  </a:lnTo>
                  <a:lnTo>
                    <a:pt x="1791622" y="581"/>
                  </a:lnTo>
                  <a:lnTo>
                    <a:pt x="1799480" y="562"/>
                  </a:lnTo>
                  <a:lnTo>
                    <a:pt x="1807338" y="543"/>
                  </a:lnTo>
                  <a:lnTo>
                    <a:pt x="1815196" y="524"/>
                  </a:lnTo>
                  <a:lnTo>
                    <a:pt x="1823054" y="506"/>
                  </a:lnTo>
                  <a:lnTo>
                    <a:pt x="1830912" y="488"/>
                  </a:lnTo>
                  <a:lnTo>
                    <a:pt x="1838770" y="469"/>
                  </a:lnTo>
                  <a:lnTo>
                    <a:pt x="1846628" y="451"/>
                  </a:lnTo>
                  <a:lnTo>
                    <a:pt x="1854486" y="432"/>
                  </a:lnTo>
                  <a:lnTo>
                    <a:pt x="1862344" y="414"/>
                  </a:lnTo>
                  <a:lnTo>
                    <a:pt x="1870202" y="395"/>
                  </a:lnTo>
                  <a:lnTo>
                    <a:pt x="1878060" y="377"/>
                  </a:lnTo>
                  <a:lnTo>
                    <a:pt x="1885918" y="358"/>
                  </a:lnTo>
                  <a:lnTo>
                    <a:pt x="1893776" y="339"/>
                  </a:lnTo>
                  <a:lnTo>
                    <a:pt x="1901634" y="321"/>
                  </a:lnTo>
                  <a:lnTo>
                    <a:pt x="1909492" y="302"/>
                  </a:lnTo>
                  <a:lnTo>
                    <a:pt x="1917350" y="283"/>
                  </a:lnTo>
                  <a:lnTo>
                    <a:pt x="1925208" y="265"/>
                  </a:lnTo>
                  <a:lnTo>
                    <a:pt x="1933066" y="246"/>
                  </a:lnTo>
                  <a:lnTo>
                    <a:pt x="1940924" y="227"/>
                  </a:lnTo>
                  <a:lnTo>
                    <a:pt x="1948782" y="208"/>
                  </a:lnTo>
                  <a:lnTo>
                    <a:pt x="1956640" y="189"/>
                  </a:lnTo>
                  <a:lnTo>
                    <a:pt x="1964498" y="170"/>
                  </a:lnTo>
                  <a:lnTo>
                    <a:pt x="1972356" y="152"/>
                  </a:lnTo>
                  <a:lnTo>
                    <a:pt x="1980214" y="133"/>
                  </a:lnTo>
                  <a:lnTo>
                    <a:pt x="1988072" y="114"/>
                  </a:lnTo>
                  <a:lnTo>
                    <a:pt x="1995930" y="95"/>
                  </a:lnTo>
                  <a:lnTo>
                    <a:pt x="2003788" y="76"/>
                  </a:lnTo>
                  <a:lnTo>
                    <a:pt x="2011646" y="57"/>
                  </a:lnTo>
                  <a:lnTo>
                    <a:pt x="2019504" y="38"/>
                  </a:lnTo>
                  <a:lnTo>
                    <a:pt x="2027362" y="19"/>
                  </a:lnTo>
                  <a:lnTo>
                    <a:pt x="2035220" y="0"/>
                  </a:lnTo>
                  <a:lnTo>
                    <a:pt x="2035220" y="9643"/>
                  </a:lnTo>
                  <a:lnTo>
                    <a:pt x="2027362" y="9623"/>
                  </a:lnTo>
                  <a:lnTo>
                    <a:pt x="2019504" y="9604"/>
                  </a:lnTo>
                  <a:lnTo>
                    <a:pt x="2011646" y="9585"/>
                  </a:lnTo>
                  <a:lnTo>
                    <a:pt x="2003788" y="9566"/>
                  </a:lnTo>
                  <a:lnTo>
                    <a:pt x="1995930" y="9546"/>
                  </a:lnTo>
                  <a:lnTo>
                    <a:pt x="1988072" y="9527"/>
                  </a:lnTo>
                  <a:lnTo>
                    <a:pt x="1980214" y="9507"/>
                  </a:lnTo>
                  <a:lnTo>
                    <a:pt x="1972356" y="9488"/>
                  </a:lnTo>
                  <a:lnTo>
                    <a:pt x="1964498" y="9468"/>
                  </a:lnTo>
                  <a:lnTo>
                    <a:pt x="1956640" y="9448"/>
                  </a:lnTo>
                  <a:lnTo>
                    <a:pt x="1948782" y="9428"/>
                  </a:lnTo>
                  <a:lnTo>
                    <a:pt x="1940924" y="9408"/>
                  </a:lnTo>
                  <a:lnTo>
                    <a:pt x="1933066" y="9388"/>
                  </a:lnTo>
                  <a:lnTo>
                    <a:pt x="1925208" y="9368"/>
                  </a:lnTo>
                  <a:lnTo>
                    <a:pt x="1917350" y="9347"/>
                  </a:lnTo>
                  <a:lnTo>
                    <a:pt x="1909492" y="9327"/>
                  </a:lnTo>
                  <a:lnTo>
                    <a:pt x="1901634" y="9306"/>
                  </a:lnTo>
                  <a:lnTo>
                    <a:pt x="1893776" y="9286"/>
                  </a:lnTo>
                  <a:lnTo>
                    <a:pt x="1885918" y="9265"/>
                  </a:lnTo>
                  <a:lnTo>
                    <a:pt x="1878060" y="9245"/>
                  </a:lnTo>
                  <a:lnTo>
                    <a:pt x="1870202" y="9223"/>
                  </a:lnTo>
                  <a:lnTo>
                    <a:pt x="1862344" y="9202"/>
                  </a:lnTo>
                  <a:lnTo>
                    <a:pt x="1854486" y="9180"/>
                  </a:lnTo>
                  <a:lnTo>
                    <a:pt x="1846628" y="9158"/>
                  </a:lnTo>
                  <a:lnTo>
                    <a:pt x="1838770" y="9136"/>
                  </a:lnTo>
                  <a:lnTo>
                    <a:pt x="1830912" y="9114"/>
                  </a:lnTo>
                  <a:lnTo>
                    <a:pt x="1823054" y="9092"/>
                  </a:lnTo>
                  <a:lnTo>
                    <a:pt x="1815196" y="9070"/>
                  </a:lnTo>
                  <a:lnTo>
                    <a:pt x="1807338" y="9048"/>
                  </a:lnTo>
                  <a:lnTo>
                    <a:pt x="1799480" y="9026"/>
                  </a:lnTo>
                  <a:lnTo>
                    <a:pt x="1791622" y="9003"/>
                  </a:lnTo>
                  <a:lnTo>
                    <a:pt x="1783764" y="8981"/>
                  </a:lnTo>
                  <a:lnTo>
                    <a:pt x="1775906" y="8958"/>
                  </a:lnTo>
                  <a:lnTo>
                    <a:pt x="1768048" y="8935"/>
                  </a:lnTo>
                  <a:lnTo>
                    <a:pt x="1760190" y="8913"/>
                  </a:lnTo>
                  <a:lnTo>
                    <a:pt x="1752332" y="8890"/>
                  </a:lnTo>
                  <a:lnTo>
                    <a:pt x="1744474" y="8869"/>
                  </a:lnTo>
                  <a:lnTo>
                    <a:pt x="1736616" y="8849"/>
                  </a:lnTo>
                  <a:lnTo>
                    <a:pt x="1728758" y="8826"/>
                  </a:lnTo>
                  <a:lnTo>
                    <a:pt x="1720900" y="8802"/>
                  </a:lnTo>
                  <a:lnTo>
                    <a:pt x="1713042" y="8778"/>
                  </a:lnTo>
                  <a:lnTo>
                    <a:pt x="1705184" y="8753"/>
                  </a:lnTo>
                  <a:lnTo>
                    <a:pt x="1697326" y="8729"/>
                  </a:lnTo>
                  <a:lnTo>
                    <a:pt x="1689468" y="8706"/>
                  </a:lnTo>
                  <a:lnTo>
                    <a:pt x="1681610" y="8684"/>
                  </a:lnTo>
                  <a:lnTo>
                    <a:pt x="1673752" y="8661"/>
                  </a:lnTo>
                  <a:lnTo>
                    <a:pt x="1665894" y="8638"/>
                  </a:lnTo>
                  <a:lnTo>
                    <a:pt x="1658036" y="8614"/>
                  </a:lnTo>
                  <a:lnTo>
                    <a:pt x="1650178" y="8588"/>
                  </a:lnTo>
                  <a:lnTo>
                    <a:pt x="1642320" y="8562"/>
                  </a:lnTo>
                  <a:lnTo>
                    <a:pt x="1634462" y="8536"/>
                  </a:lnTo>
                  <a:lnTo>
                    <a:pt x="1626604" y="8511"/>
                  </a:lnTo>
                  <a:lnTo>
                    <a:pt x="1618746" y="8486"/>
                  </a:lnTo>
                  <a:lnTo>
                    <a:pt x="1610888" y="8461"/>
                  </a:lnTo>
                  <a:lnTo>
                    <a:pt x="1603030" y="8437"/>
                  </a:lnTo>
                  <a:lnTo>
                    <a:pt x="1595172" y="8412"/>
                  </a:lnTo>
                  <a:lnTo>
                    <a:pt x="1587314" y="8387"/>
                  </a:lnTo>
                  <a:lnTo>
                    <a:pt x="1579456" y="8362"/>
                  </a:lnTo>
                  <a:lnTo>
                    <a:pt x="1571598" y="8338"/>
                  </a:lnTo>
                  <a:lnTo>
                    <a:pt x="1563740" y="8314"/>
                  </a:lnTo>
                  <a:lnTo>
                    <a:pt x="1555882" y="8289"/>
                  </a:lnTo>
                  <a:lnTo>
                    <a:pt x="1548024" y="8264"/>
                  </a:lnTo>
                  <a:lnTo>
                    <a:pt x="1540166" y="8240"/>
                  </a:lnTo>
                  <a:lnTo>
                    <a:pt x="1532308" y="8215"/>
                  </a:lnTo>
                  <a:lnTo>
                    <a:pt x="1524450" y="8190"/>
                  </a:lnTo>
                  <a:lnTo>
                    <a:pt x="1516592" y="8164"/>
                  </a:lnTo>
                  <a:lnTo>
                    <a:pt x="1508734" y="8137"/>
                  </a:lnTo>
                  <a:lnTo>
                    <a:pt x="1500876" y="8110"/>
                  </a:lnTo>
                  <a:lnTo>
                    <a:pt x="1493018" y="8083"/>
                  </a:lnTo>
                  <a:lnTo>
                    <a:pt x="1485160" y="8055"/>
                  </a:lnTo>
                  <a:lnTo>
                    <a:pt x="1477302" y="8028"/>
                  </a:lnTo>
                  <a:lnTo>
                    <a:pt x="1469444" y="8001"/>
                  </a:lnTo>
                  <a:lnTo>
                    <a:pt x="1461586" y="7974"/>
                  </a:lnTo>
                  <a:lnTo>
                    <a:pt x="1453728" y="7947"/>
                  </a:lnTo>
                  <a:lnTo>
                    <a:pt x="1445870" y="7920"/>
                  </a:lnTo>
                  <a:lnTo>
                    <a:pt x="1438012" y="7893"/>
                  </a:lnTo>
                  <a:lnTo>
                    <a:pt x="1430154" y="7865"/>
                  </a:lnTo>
                  <a:lnTo>
                    <a:pt x="1422296" y="7837"/>
                  </a:lnTo>
                  <a:lnTo>
                    <a:pt x="1414438" y="7809"/>
                  </a:lnTo>
                  <a:lnTo>
                    <a:pt x="1406580" y="7781"/>
                  </a:lnTo>
                  <a:lnTo>
                    <a:pt x="1398722" y="7753"/>
                  </a:lnTo>
                  <a:lnTo>
                    <a:pt x="1390864" y="7725"/>
                  </a:lnTo>
                  <a:lnTo>
                    <a:pt x="1383006" y="7696"/>
                  </a:lnTo>
                  <a:lnTo>
                    <a:pt x="1375148" y="7668"/>
                  </a:lnTo>
                  <a:lnTo>
                    <a:pt x="1367290" y="7639"/>
                  </a:lnTo>
                  <a:lnTo>
                    <a:pt x="1359432" y="7611"/>
                  </a:lnTo>
                  <a:lnTo>
                    <a:pt x="1351574" y="7582"/>
                  </a:lnTo>
                  <a:lnTo>
                    <a:pt x="1343716" y="7555"/>
                  </a:lnTo>
                  <a:lnTo>
                    <a:pt x="1335858" y="7529"/>
                  </a:lnTo>
                  <a:lnTo>
                    <a:pt x="1328000" y="7501"/>
                  </a:lnTo>
                  <a:lnTo>
                    <a:pt x="1320142" y="7474"/>
                  </a:lnTo>
                  <a:lnTo>
                    <a:pt x="1312284" y="7447"/>
                  </a:lnTo>
                  <a:lnTo>
                    <a:pt x="1304426" y="7418"/>
                  </a:lnTo>
                  <a:lnTo>
                    <a:pt x="1296568" y="7389"/>
                  </a:lnTo>
                  <a:lnTo>
                    <a:pt x="1288710" y="7360"/>
                  </a:lnTo>
                  <a:lnTo>
                    <a:pt x="1280852" y="7331"/>
                  </a:lnTo>
                  <a:lnTo>
                    <a:pt x="1272994" y="7301"/>
                  </a:lnTo>
                  <a:lnTo>
                    <a:pt x="1265136" y="7272"/>
                  </a:lnTo>
                  <a:lnTo>
                    <a:pt x="1257278" y="7242"/>
                  </a:lnTo>
                  <a:lnTo>
                    <a:pt x="1249420" y="7212"/>
                  </a:lnTo>
                  <a:lnTo>
                    <a:pt x="1241562" y="7183"/>
                  </a:lnTo>
                  <a:lnTo>
                    <a:pt x="1233704" y="7153"/>
                  </a:lnTo>
                  <a:lnTo>
                    <a:pt x="1225846" y="7122"/>
                  </a:lnTo>
                  <a:lnTo>
                    <a:pt x="1217988" y="7092"/>
                  </a:lnTo>
                  <a:lnTo>
                    <a:pt x="1210130" y="7062"/>
                  </a:lnTo>
                  <a:lnTo>
                    <a:pt x="1202272" y="7032"/>
                  </a:lnTo>
                  <a:lnTo>
                    <a:pt x="1194414" y="7001"/>
                  </a:lnTo>
                  <a:lnTo>
                    <a:pt x="1186556" y="6971"/>
                  </a:lnTo>
                  <a:lnTo>
                    <a:pt x="1178698" y="6942"/>
                  </a:lnTo>
                  <a:lnTo>
                    <a:pt x="1170840" y="6912"/>
                  </a:lnTo>
                  <a:lnTo>
                    <a:pt x="1162982" y="6883"/>
                  </a:lnTo>
                  <a:lnTo>
                    <a:pt x="1155124" y="6853"/>
                  </a:lnTo>
                  <a:lnTo>
                    <a:pt x="1147266" y="6823"/>
                  </a:lnTo>
                  <a:lnTo>
                    <a:pt x="1139408" y="6793"/>
                  </a:lnTo>
                  <a:lnTo>
                    <a:pt x="1131550" y="6761"/>
                  </a:lnTo>
                  <a:lnTo>
                    <a:pt x="1123692" y="6729"/>
                  </a:lnTo>
                  <a:lnTo>
                    <a:pt x="1115834" y="6696"/>
                  </a:lnTo>
                  <a:lnTo>
                    <a:pt x="1107976" y="6664"/>
                  </a:lnTo>
                  <a:lnTo>
                    <a:pt x="1100118" y="6631"/>
                  </a:lnTo>
                  <a:lnTo>
                    <a:pt x="1092260" y="6599"/>
                  </a:lnTo>
                  <a:lnTo>
                    <a:pt x="1084402" y="6566"/>
                  </a:lnTo>
                  <a:lnTo>
                    <a:pt x="1076544" y="6533"/>
                  </a:lnTo>
                  <a:lnTo>
                    <a:pt x="1068686" y="6500"/>
                  </a:lnTo>
                  <a:lnTo>
                    <a:pt x="1060828" y="6467"/>
                  </a:lnTo>
                  <a:lnTo>
                    <a:pt x="1052970" y="6434"/>
                  </a:lnTo>
                  <a:lnTo>
                    <a:pt x="1045112" y="6400"/>
                  </a:lnTo>
                  <a:lnTo>
                    <a:pt x="1037254" y="6367"/>
                  </a:lnTo>
                  <a:lnTo>
                    <a:pt x="1029397" y="6333"/>
                  </a:lnTo>
                  <a:lnTo>
                    <a:pt x="1021539" y="6299"/>
                  </a:lnTo>
                  <a:lnTo>
                    <a:pt x="1013681" y="6266"/>
                  </a:lnTo>
                  <a:lnTo>
                    <a:pt x="1005823" y="6232"/>
                  </a:lnTo>
                  <a:lnTo>
                    <a:pt x="997965" y="6197"/>
                  </a:lnTo>
                  <a:lnTo>
                    <a:pt x="990107" y="6163"/>
                  </a:lnTo>
                  <a:lnTo>
                    <a:pt x="982249" y="6129"/>
                  </a:lnTo>
                  <a:lnTo>
                    <a:pt x="974391" y="6094"/>
                  </a:lnTo>
                  <a:lnTo>
                    <a:pt x="966533" y="6059"/>
                  </a:lnTo>
                  <a:lnTo>
                    <a:pt x="958675" y="6025"/>
                  </a:lnTo>
                  <a:lnTo>
                    <a:pt x="950817" y="5990"/>
                  </a:lnTo>
                  <a:lnTo>
                    <a:pt x="942959" y="5955"/>
                  </a:lnTo>
                  <a:lnTo>
                    <a:pt x="935101" y="5920"/>
                  </a:lnTo>
                  <a:lnTo>
                    <a:pt x="927243" y="5885"/>
                  </a:lnTo>
                  <a:lnTo>
                    <a:pt x="919385" y="5849"/>
                  </a:lnTo>
                  <a:lnTo>
                    <a:pt x="911527" y="5814"/>
                  </a:lnTo>
                  <a:lnTo>
                    <a:pt x="903669" y="5778"/>
                  </a:lnTo>
                  <a:lnTo>
                    <a:pt x="895811" y="5743"/>
                  </a:lnTo>
                  <a:lnTo>
                    <a:pt x="887953" y="5707"/>
                  </a:lnTo>
                  <a:lnTo>
                    <a:pt x="880095" y="5671"/>
                  </a:lnTo>
                  <a:lnTo>
                    <a:pt x="872237" y="5635"/>
                  </a:lnTo>
                  <a:lnTo>
                    <a:pt x="864379" y="5599"/>
                  </a:lnTo>
                  <a:lnTo>
                    <a:pt x="856521" y="5562"/>
                  </a:lnTo>
                  <a:lnTo>
                    <a:pt x="848663" y="5526"/>
                  </a:lnTo>
                  <a:lnTo>
                    <a:pt x="840805" y="5489"/>
                  </a:lnTo>
                  <a:lnTo>
                    <a:pt x="832947" y="5452"/>
                  </a:lnTo>
                  <a:lnTo>
                    <a:pt x="825089" y="5415"/>
                  </a:lnTo>
                  <a:lnTo>
                    <a:pt x="817231" y="5378"/>
                  </a:lnTo>
                  <a:lnTo>
                    <a:pt x="809373" y="5341"/>
                  </a:lnTo>
                  <a:lnTo>
                    <a:pt x="801515" y="5303"/>
                  </a:lnTo>
                  <a:lnTo>
                    <a:pt x="793657" y="5266"/>
                  </a:lnTo>
                  <a:lnTo>
                    <a:pt x="785799" y="5228"/>
                  </a:lnTo>
                  <a:lnTo>
                    <a:pt x="777941" y="5190"/>
                  </a:lnTo>
                  <a:lnTo>
                    <a:pt x="770083" y="5152"/>
                  </a:lnTo>
                  <a:lnTo>
                    <a:pt x="762225" y="5114"/>
                  </a:lnTo>
                  <a:lnTo>
                    <a:pt x="754367" y="5075"/>
                  </a:lnTo>
                  <a:lnTo>
                    <a:pt x="746509" y="5037"/>
                  </a:lnTo>
                  <a:lnTo>
                    <a:pt x="738651" y="4998"/>
                  </a:lnTo>
                  <a:lnTo>
                    <a:pt x="730793" y="4959"/>
                  </a:lnTo>
                  <a:lnTo>
                    <a:pt x="722935" y="4920"/>
                  </a:lnTo>
                  <a:lnTo>
                    <a:pt x="715077" y="4881"/>
                  </a:lnTo>
                  <a:lnTo>
                    <a:pt x="707219" y="4842"/>
                  </a:lnTo>
                  <a:lnTo>
                    <a:pt x="699361" y="4803"/>
                  </a:lnTo>
                  <a:lnTo>
                    <a:pt x="691503" y="4763"/>
                  </a:lnTo>
                  <a:lnTo>
                    <a:pt x="683645" y="4723"/>
                  </a:lnTo>
                  <a:lnTo>
                    <a:pt x="675787" y="4683"/>
                  </a:lnTo>
                  <a:lnTo>
                    <a:pt x="667929" y="4643"/>
                  </a:lnTo>
                  <a:lnTo>
                    <a:pt x="660071" y="4603"/>
                  </a:lnTo>
                  <a:lnTo>
                    <a:pt x="652213" y="4562"/>
                  </a:lnTo>
                  <a:lnTo>
                    <a:pt x="644355" y="4522"/>
                  </a:lnTo>
                  <a:lnTo>
                    <a:pt x="636497" y="4481"/>
                  </a:lnTo>
                  <a:lnTo>
                    <a:pt x="628639" y="4440"/>
                  </a:lnTo>
                  <a:lnTo>
                    <a:pt x="620781" y="4399"/>
                  </a:lnTo>
                  <a:lnTo>
                    <a:pt x="612923" y="4357"/>
                  </a:lnTo>
                  <a:lnTo>
                    <a:pt x="605065" y="4316"/>
                  </a:lnTo>
                  <a:lnTo>
                    <a:pt x="597207" y="4274"/>
                  </a:lnTo>
                  <a:lnTo>
                    <a:pt x="589349" y="4233"/>
                  </a:lnTo>
                  <a:lnTo>
                    <a:pt x="581491" y="4191"/>
                  </a:lnTo>
                  <a:lnTo>
                    <a:pt x="573633" y="4149"/>
                  </a:lnTo>
                  <a:lnTo>
                    <a:pt x="565775" y="4106"/>
                  </a:lnTo>
                  <a:lnTo>
                    <a:pt x="557917" y="4064"/>
                  </a:lnTo>
                  <a:lnTo>
                    <a:pt x="550059" y="4021"/>
                  </a:lnTo>
                  <a:lnTo>
                    <a:pt x="542201" y="3978"/>
                  </a:lnTo>
                  <a:lnTo>
                    <a:pt x="534343" y="3935"/>
                  </a:lnTo>
                  <a:lnTo>
                    <a:pt x="526485" y="3892"/>
                  </a:lnTo>
                  <a:lnTo>
                    <a:pt x="518627" y="3849"/>
                  </a:lnTo>
                  <a:lnTo>
                    <a:pt x="510769" y="3806"/>
                  </a:lnTo>
                  <a:lnTo>
                    <a:pt x="502911" y="3762"/>
                  </a:lnTo>
                  <a:lnTo>
                    <a:pt x="495053" y="3718"/>
                  </a:lnTo>
                  <a:lnTo>
                    <a:pt x="487195" y="3674"/>
                  </a:lnTo>
                  <a:lnTo>
                    <a:pt x="479337" y="3630"/>
                  </a:lnTo>
                  <a:lnTo>
                    <a:pt x="471479" y="3586"/>
                  </a:lnTo>
                  <a:lnTo>
                    <a:pt x="463621" y="3541"/>
                  </a:lnTo>
                  <a:lnTo>
                    <a:pt x="455763" y="3496"/>
                  </a:lnTo>
                  <a:lnTo>
                    <a:pt x="447905" y="3451"/>
                  </a:lnTo>
                  <a:lnTo>
                    <a:pt x="440047" y="3406"/>
                  </a:lnTo>
                  <a:lnTo>
                    <a:pt x="432189" y="3393"/>
                  </a:lnTo>
                  <a:lnTo>
                    <a:pt x="424331" y="3407"/>
                  </a:lnTo>
                  <a:lnTo>
                    <a:pt x="416473" y="3422"/>
                  </a:lnTo>
                  <a:lnTo>
                    <a:pt x="408615" y="3436"/>
                  </a:lnTo>
                  <a:lnTo>
                    <a:pt x="400757" y="3450"/>
                  </a:lnTo>
                  <a:lnTo>
                    <a:pt x="392899" y="3465"/>
                  </a:lnTo>
                  <a:lnTo>
                    <a:pt x="385041" y="3479"/>
                  </a:lnTo>
                  <a:lnTo>
                    <a:pt x="377183" y="3493"/>
                  </a:lnTo>
                  <a:lnTo>
                    <a:pt x="369325" y="3507"/>
                  </a:lnTo>
                  <a:lnTo>
                    <a:pt x="361467" y="3522"/>
                  </a:lnTo>
                  <a:lnTo>
                    <a:pt x="353609" y="3536"/>
                  </a:lnTo>
                  <a:lnTo>
                    <a:pt x="345751" y="3550"/>
                  </a:lnTo>
                  <a:lnTo>
                    <a:pt x="337893" y="3564"/>
                  </a:lnTo>
                  <a:lnTo>
                    <a:pt x="330035" y="3578"/>
                  </a:lnTo>
                  <a:lnTo>
                    <a:pt x="322177" y="3592"/>
                  </a:lnTo>
                  <a:lnTo>
                    <a:pt x="314319" y="3607"/>
                  </a:lnTo>
                  <a:lnTo>
                    <a:pt x="306461" y="3621"/>
                  </a:lnTo>
                  <a:lnTo>
                    <a:pt x="298603" y="3635"/>
                  </a:lnTo>
                  <a:lnTo>
                    <a:pt x="290745" y="3649"/>
                  </a:lnTo>
                  <a:lnTo>
                    <a:pt x="282887" y="3663"/>
                  </a:lnTo>
                  <a:lnTo>
                    <a:pt x="275029" y="3677"/>
                  </a:lnTo>
                  <a:lnTo>
                    <a:pt x="267171" y="3691"/>
                  </a:lnTo>
                  <a:lnTo>
                    <a:pt x="259313" y="3705"/>
                  </a:lnTo>
                  <a:lnTo>
                    <a:pt x="251455" y="3719"/>
                  </a:lnTo>
                  <a:lnTo>
                    <a:pt x="243597" y="3733"/>
                  </a:lnTo>
                  <a:lnTo>
                    <a:pt x="235739" y="3746"/>
                  </a:lnTo>
                  <a:lnTo>
                    <a:pt x="227881" y="3760"/>
                  </a:lnTo>
                  <a:lnTo>
                    <a:pt x="220023" y="3774"/>
                  </a:lnTo>
                  <a:lnTo>
                    <a:pt x="212165" y="3788"/>
                  </a:lnTo>
                  <a:lnTo>
                    <a:pt x="204307" y="3802"/>
                  </a:lnTo>
                  <a:lnTo>
                    <a:pt x="196449" y="3816"/>
                  </a:lnTo>
                  <a:lnTo>
                    <a:pt x="188591" y="3829"/>
                  </a:lnTo>
                  <a:lnTo>
                    <a:pt x="180733" y="3843"/>
                  </a:lnTo>
                  <a:lnTo>
                    <a:pt x="172875" y="3857"/>
                  </a:lnTo>
                  <a:lnTo>
                    <a:pt x="165017" y="3871"/>
                  </a:lnTo>
                  <a:lnTo>
                    <a:pt x="157159" y="3884"/>
                  </a:lnTo>
                  <a:lnTo>
                    <a:pt x="149301" y="3898"/>
                  </a:lnTo>
                  <a:lnTo>
                    <a:pt x="141443" y="3912"/>
                  </a:lnTo>
                  <a:lnTo>
                    <a:pt x="133585" y="3925"/>
                  </a:lnTo>
                  <a:lnTo>
                    <a:pt x="125727" y="3939"/>
                  </a:lnTo>
                  <a:lnTo>
                    <a:pt x="117869" y="3953"/>
                  </a:lnTo>
                  <a:lnTo>
                    <a:pt x="110011" y="3966"/>
                  </a:lnTo>
                  <a:lnTo>
                    <a:pt x="102153" y="3980"/>
                  </a:lnTo>
                  <a:lnTo>
                    <a:pt x="94295" y="3993"/>
                  </a:lnTo>
                  <a:lnTo>
                    <a:pt x="86437" y="4007"/>
                  </a:lnTo>
                  <a:lnTo>
                    <a:pt x="78579" y="4021"/>
                  </a:lnTo>
                  <a:lnTo>
                    <a:pt x="70721" y="4034"/>
                  </a:lnTo>
                  <a:lnTo>
                    <a:pt x="62863" y="4048"/>
                  </a:lnTo>
                  <a:lnTo>
                    <a:pt x="55005" y="4061"/>
                  </a:lnTo>
                  <a:lnTo>
                    <a:pt x="47147" y="4074"/>
                  </a:lnTo>
                  <a:lnTo>
                    <a:pt x="39289" y="4088"/>
                  </a:lnTo>
                  <a:lnTo>
                    <a:pt x="31431" y="4101"/>
                  </a:lnTo>
                  <a:lnTo>
                    <a:pt x="23573" y="4115"/>
                  </a:lnTo>
                  <a:lnTo>
                    <a:pt x="15715" y="4128"/>
                  </a:lnTo>
                  <a:lnTo>
                    <a:pt x="7857" y="4142"/>
                  </a:lnTo>
                  <a:lnTo>
                    <a:pt x="0" y="4155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186414" y="3910017"/>
              <a:ext cx="2035220" cy="3379"/>
            </a:xfrm>
            <a:custGeom>
              <a:avLst/>
              <a:pathLst>
                <a:path w="2035220" h="3379">
                  <a:moveTo>
                    <a:pt x="0" y="569"/>
                  </a:moveTo>
                  <a:lnTo>
                    <a:pt x="7857" y="626"/>
                  </a:lnTo>
                  <a:lnTo>
                    <a:pt x="15715" y="682"/>
                  </a:lnTo>
                  <a:lnTo>
                    <a:pt x="23573" y="738"/>
                  </a:lnTo>
                  <a:lnTo>
                    <a:pt x="31431" y="794"/>
                  </a:lnTo>
                  <a:lnTo>
                    <a:pt x="39289" y="850"/>
                  </a:lnTo>
                  <a:lnTo>
                    <a:pt x="47147" y="905"/>
                  </a:lnTo>
                  <a:lnTo>
                    <a:pt x="55005" y="960"/>
                  </a:lnTo>
                  <a:lnTo>
                    <a:pt x="62863" y="1015"/>
                  </a:lnTo>
                  <a:lnTo>
                    <a:pt x="70721" y="1070"/>
                  </a:lnTo>
                  <a:lnTo>
                    <a:pt x="78579" y="1124"/>
                  </a:lnTo>
                  <a:lnTo>
                    <a:pt x="86437" y="1178"/>
                  </a:lnTo>
                  <a:lnTo>
                    <a:pt x="94295" y="1231"/>
                  </a:lnTo>
                  <a:lnTo>
                    <a:pt x="102153" y="1285"/>
                  </a:lnTo>
                  <a:lnTo>
                    <a:pt x="110011" y="1338"/>
                  </a:lnTo>
                  <a:lnTo>
                    <a:pt x="117869" y="1391"/>
                  </a:lnTo>
                  <a:lnTo>
                    <a:pt x="125727" y="1444"/>
                  </a:lnTo>
                  <a:lnTo>
                    <a:pt x="133585" y="1497"/>
                  </a:lnTo>
                  <a:lnTo>
                    <a:pt x="141443" y="1550"/>
                  </a:lnTo>
                  <a:lnTo>
                    <a:pt x="149301" y="1603"/>
                  </a:lnTo>
                  <a:lnTo>
                    <a:pt x="157159" y="1655"/>
                  </a:lnTo>
                  <a:lnTo>
                    <a:pt x="165017" y="1707"/>
                  </a:lnTo>
                  <a:lnTo>
                    <a:pt x="172875" y="1759"/>
                  </a:lnTo>
                  <a:lnTo>
                    <a:pt x="180733" y="1811"/>
                  </a:lnTo>
                  <a:lnTo>
                    <a:pt x="188591" y="1862"/>
                  </a:lnTo>
                  <a:lnTo>
                    <a:pt x="196449" y="1914"/>
                  </a:lnTo>
                  <a:lnTo>
                    <a:pt x="204307" y="1965"/>
                  </a:lnTo>
                  <a:lnTo>
                    <a:pt x="212165" y="2016"/>
                  </a:lnTo>
                  <a:lnTo>
                    <a:pt x="220023" y="2066"/>
                  </a:lnTo>
                  <a:lnTo>
                    <a:pt x="227881" y="2117"/>
                  </a:lnTo>
                  <a:lnTo>
                    <a:pt x="235739" y="2167"/>
                  </a:lnTo>
                  <a:lnTo>
                    <a:pt x="243597" y="2217"/>
                  </a:lnTo>
                  <a:lnTo>
                    <a:pt x="251455" y="2267"/>
                  </a:lnTo>
                  <a:lnTo>
                    <a:pt x="259313" y="2316"/>
                  </a:lnTo>
                  <a:lnTo>
                    <a:pt x="267171" y="2365"/>
                  </a:lnTo>
                  <a:lnTo>
                    <a:pt x="275029" y="2414"/>
                  </a:lnTo>
                  <a:lnTo>
                    <a:pt x="282887" y="2463"/>
                  </a:lnTo>
                  <a:lnTo>
                    <a:pt x="290745" y="2512"/>
                  </a:lnTo>
                  <a:lnTo>
                    <a:pt x="298603" y="2560"/>
                  </a:lnTo>
                  <a:lnTo>
                    <a:pt x="306461" y="2609"/>
                  </a:lnTo>
                  <a:lnTo>
                    <a:pt x="314319" y="2657"/>
                  </a:lnTo>
                  <a:lnTo>
                    <a:pt x="322177" y="2705"/>
                  </a:lnTo>
                  <a:lnTo>
                    <a:pt x="330035" y="2753"/>
                  </a:lnTo>
                  <a:lnTo>
                    <a:pt x="337893" y="2801"/>
                  </a:lnTo>
                  <a:lnTo>
                    <a:pt x="345751" y="2849"/>
                  </a:lnTo>
                  <a:lnTo>
                    <a:pt x="353609" y="2896"/>
                  </a:lnTo>
                  <a:lnTo>
                    <a:pt x="361467" y="2944"/>
                  </a:lnTo>
                  <a:lnTo>
                    <a:pt x="369325" y="2991"/>
                  </a:lnTo>
                  <a:lnTo>
                    <a:pt x="377183" y="3038"/>
                  </a:lnTo>
                  <a:lnTo>
                    <a:pt x="385041" y="3085"/>
                  </a:lnTo>
                  <a:lnTo>
                    <a:pt x="392899" y="3131"/>
                  </a:lnTo>
                  <a:lnTo>
                    <a:pt x="400757" y="3178"/>
                  </a:lnTo>
                  <a:lnTo>
                    <a:pt x="408615" y="3224"/>
                  </a:lnTo>
                  <a:lnTo>
                    <a:pt x="416473" y="3270"/>
                  </a:lnTo>
                  <a:lnTo>
                    <a:pt x="424331" y="3315"/>
                  </a:lnTo>
                  <a:lnTo>
                    <a:pt x="432189" y="3361"/>
                  </a:lnTo>
                  <a:lnTo>
                    <a:pt x="440047" y="3379"/>
                  </a:lnTo>
                  <a:lnTo>
                    <a:pt x="447905" y="3364"/>
                  </a:lnTo>
                  <a:lnTo>
                    <a:pt x="455763" y="3350"/>
                  </a:lnTo>
                  <a:lnTo>
                    <a:pt x="463621" y="3335"/>
                  </a:lnTo>
                  <a:lnTo>
                    <a:pt x="471479" y="3321"/>
                  </a:lnTo>
                  <a:lnTo>
                    <a:pt x="479337" y="3306"/>
                  </a:lnTo>
                  <a:lnTo>
                    <a:pt x="487195" y="3292"/>
                  </a:lnTo>
                  <a:lnTo>
                    <a:pt x="495053" y="3277"/>
                  </a:lnTo>
                  <a:lnTo>
                    <a:pt x="502911" y="3263"/>
                  </a:lnTo>
                  <a:lnTo>
                    <a:pt x="510769" y="3248"/>
                  </a:lnTo>
                  <a:lnTo>
                    <a:pt x="518627" y="3233"/>
                  </a:lnTo>
                  <a:lnTo>
                    <a:pt x="526485" y="3219"/>
                  </a:lnTo>
                  <a:lnTo>
                    <a:pt x="534343" y="3204"/>
                  </a:lnTo>
                  <a:lnTo>
                    <a:pt x="542201" y="3190"/>
                  </a:lnTo>
                  <a:lnTo>
                    <a:pt x="550059" y="3175"/>
                  </a:lnTo>
                  <a:lnTo>
                    <a:pt x="557917" y="3160"/>
                  </a:lnTo>
                  <a:lnTo>
                    <a:pt x="565775" y="3145"/>
                  </a:lnTo>
                  <a:lnTo>
                    <a:pt x="573633" y="3131"/>
                  </a:lnTo>
                  <a:lnTo>
                    <a:pt x="581491" y="3116"/>
                  </a:lnTo>
                  <a:lnTo>
                    <a:pt x="589349" y="3101"/>
                  </a:lnTo>
                  <a:lnTo>
                    <a:pt x="597207" y="3086"/>
                  </a:lnTo>
                  <a:lnTo>
                    <a:pt x="605065" y="3072"/>
                  </a:lnTo>
                  <a:lnTo>
                    <a:pt x="612923" y="3057"/>
                  </a:lnTo>
                  <a:lnTo>
                    <a:pt x="620781" y="3042"/>
                  </a:lnTo>
                  <a:lnTo>
                    <a:pt x="628639" y="3027"/>
                  </a:lnTo>
                  <a:lnTo>
                    <a:pt x="636497" y="3012"/>
                  </a:lnTo>
                  <a:lnTo>
                    <a:pt x="644355" y="2997"/>
                  </a:lnTo>
                  <a:lnTo>
                    <a:pt x="652213" y="2982"/>
                  </a:lnTo>
                  <a:lnTo>
                    <a:pt x="660071" y="2967"/>
                  </a:lnTo>
                  <a:lnTo>
                    <a:pt x="667929" y="2952"/>
                  </a:lnTo>
                  <a:lnTo>
                    <a:pt x="675787" y="2937"/>
                  </a:lnTo>
                  <a:lnTo>
                    <a:pt x="683645" y="2922"/>
                  </a:lnTo>
                  <a:lnTo>
                    <a:pt x="691503" y="2907"/>
                  </a:lnTo>
                  <a:lnTo>
                    <a:pt x="699361" y="2892"/>
                  </a:lnTo>
                  <a:lnTo>
                    <a:pt x="707219" y="2877"/>
                  </a:lnTo>
                  <a:lnTo>
                    <a:pt x="715077" y="2862"/>
                  </a:lnTo>
                  <a:lnTo>
                    <a:pt x="722935" y="2847"/>
                  </a:lnTo>
                  <a:lnTo>
                    <a:pt x="730793" y="2831"/>
                  </a:lnTo>
                  <a:lnTo>
                    <a:pt x="738651" y="2816"/>
                  </a:lnTo>
                  <a:lnTo>
                    <a:pt x="746509" y="2801"/>
                  </a:lnTo>
                  <a:lnTo>
                    <a:pt x="754367" y="2786"/>
                  </a:lnTo>
                  <a:lnTo>
                    <a:pt x="762225" y="2771"/>
                  </a:lnTo>
                  <a:lnTo>
                    <a:pt x="770083" y="2755"/>
                  </a:lnTo>
                  <a:lnTo>
                    <a:pt x="777941" y="2740"/>
                  </a:lnTo>
                  <a:lnTo>
                    <a:pt x="785799" y="2725"/>
                  </a:lnTo>
                  <a:lnTo>
                    <a:pt x="793657" y="2709"/>
                  </a:lnTo>
                  <a:lnTo>
                    <a:pt x="801515" y="2694"/>
                  </a:lnTo>
                  <a:lnTo>
                    <a:pt x="809373" y="2679"/>
                  </a:lnTo>
                  <a:lnTo>
                    <a:pt x="817231" y="2663"/>
                  </a:lnTo>
                  <a:lnTo>
                    <a:pt x="825089" y="2648"/>
                  </a:lnTo>
                  <a:lnTo>
                    <a:pt x="832947" y="2633"/>
                  </a:lnTo>
                  <a:lnTo>
                    <a:pt x="840805" y="2617"/>
                  </a:lnTo>
                  <a:lnTo>
                    <a:pt x="848663" y="2602"/>
                  </a:lnTo>
                  <a:lnTo>
                    <a:pt x="856521" y="2586"/>
                  </a:lnTo>
                  <a:lnTo>
                    <a:pt x="864379" y="2571"/>
                  </a:lnTo>
                  <a:lnTo>
                    <a:pt x="872237" y="2555"/>
                  </a:lnTo>
                  <a:lnTo>
                    <a:pt x="880095" y="2539"/>
                  </a:lnTo>
                  <a:lnTo>
                    <a:pt x="887953" y="2524"/>
                  </a:lnTo>
                  <a:lnTo>
                    <a:pt x="895811" y="2508"/>
                  </a:lnTo>
                  <a:lnTo>
                    <a:pt x="903669" y="2493"/>
                  </a:lnTo>
                  <a:lnTo>
                    <a:pt x="911527" y="2477"/>
                  </a:lnTo>
                  <a:lnTo>
                    <a:pt x="919385" y="2461"/>
                  </a:lnTo>
                  <a:lnTo>
                    <a:pt x="927243" y="2446"/>
                  </a:lnTo>
                  <a:lnTo>
                    <a:pt x="935101" y="2430"/>
                  </a:lnTo>
                  <a:lnTo>
                    <a:pt x="942959" y="2414"/>
                  </a:lnTo>
                  <a:lnTo>
                    <a:pt x="950817" y="2398"/>
                  </a:lnTo>
                  <a:lnTo>
                    <a:pt x="958675" y="2383"/>
                  </a:lnTo>
                  <a:lnTo>
                    <a:pt x="966533" y="2367"/>
                  </a:lnTo>
                  <a:lnTo>
                    <a:pt x="974391" y="2351"/>
                  </a:lnTo>
                  <a:lnTo>
                    <a:pt x="982249" y="2335"/>
                  </a:lnTo>
                  <a:lnTo>
                    <a:pt x="990107" y="2319"/>
                  </a:lnTo>
                  <a:lnTo>
                    <a:pt x="997965" y="2303"/>
                  </a:lnTo>
                  <a:lnTo>
                    <a:pt x="1005823" y="2287"/>
                  </a:lnTo>
                  <a:lnTo>
                    <a:pt x="1013681" y="2272"/>
                  </a:lnTo>
                  <a:lnTo>
                    <a:pt x="1021539" y="2256"/>
                  </a:lnTo>
                  <a:lnTo>
                    <a:pt x="1029397" y="2240"/>
                  </a:lnTo>
                  <a:lnTo>
                    <a:pt x="1037254" y="2224"/>
                  </a:lnTo>
                  <a:lnTo>
                    <a:pt x="1045112" y="2208"/>
                  </a:lnTo>
                  <a:lnTo>
                    <a:pt x="1052970" y="2192"/>
                  </a:lnTo>
                  <a:lnTo>
                    <a:pt x="1060828" y="2175"/>
                  </a:lnTo>
                  <a:lnTo>
                    <a:pt x="1068686" y="2159"/>
                  </a:lnTo>
                  <a:lnTo>
                    <a:pt x="1076544" y="2143"/>
                  </a:lnTo>
                  <a:lnTo>
                    <a:pt x="1084402" y="2127"/>
                  </a:lnTo>
                  <a:lnTo>
                    <a:pt x="1092260" y="2111"/>
                  </a:lnTo>
                  <a:lnTo>
                    <a:pt x="1100118" y="2095"/>
                  </a:lnTo>
                  <a:lnTo>
                    <a:pt x="1107976" y="2079"/>
                  </a:lnTo>
                  <a:lnTo>
                    <a:pt x="1115834" y="2062"/>
                  </a:lnTo>
                  <a:lnTo>
                    <a:pt x="1123692" y="2046"/>
                  </a:lnTo>
                  <a:lnTo>
                    <a:pt x="1131550" y="2030"/>
                  </a:lnTo>
                  <a:lnTo>
                    <a:pt x="1139408" y="2014"/>
                  </a:lnTo>
                  <a:lnTo>
                    <a:pt x="1147266" y="1997"/>
                  </a:lnTo>
                  <a:lnTo>
                    <a:pt x="1155124" y="1981"/>
                  </a:lnTo>
                  <a:lnTo>
                    <a:pt x="1162982" y="1965"/>
                  </a:lnTo>
                  <a:lnTo>
                    <a:pt x="1170840" y="1948"/>
                  </a:lnTo>
                  <a:lnTo>
                    <a:pt x="1178698" y="1932"/>
                  </a:lnTo>
                  <a:lnTo>
                    <a:pt x="1186556" y="1915"/>
                  </a:lnTo>
                  <a:lnTo>
                    <a:pt x="1194414" y="1899"/>
                  </a:lnTo>
                  <a:lnTo>
                    <a:pt x="1202272" y="1882"/>
                  </a:lnTo>
                  <a:lnTo>
                    <a:pt x="1210130" y="1866"/>
                  </a:lnTo>
                  <a:lnTo>
                    <a:pt x="1217988" y="1849"/>
                  </a:lnTo>
                  <a:lnTo>
                    <a:pt x="1225846" y="1833"/>
                  </a:lnTo>
                  <a:lnTo>
                    <a:pt x="1233704" y="1816"/>
                  </a:lnTo>
                  <a:lnTo>
                    <a:pt x="1241562" y="1800"/>
                  </a:lnTo>
                  <a:lnTo>
                    <a:pt x="1249420" y="1783"/>
                  </a:lnTo>
                  <a:lnTo>
                    <a:pt x="1257278" y="1766"/>
                  </a:lnTo>
                  <a:lnTo>
                    <a:pt x="1265136" y="1750"/>
                  </a:lnTo>
                  <a:lnTo>
                    <a:pt x="1272994" y="1733"/>
                  </a:lnTo>
                  <a:lnTo>
                    <a:pt x="1280852" y="1716"/>
                  </a:lnTo>
                  <a:lnTo>
                    <a:pt x="1288710" y="1700"/>
                  </a:lnTo>
                  <a:lnTo>
                    <a:pt x="1296568" y="1683"/>
                  </a:lnTo>
                  <a:lnTo>
                    <a:pt x="1304426" y="1666"/>
                  </a:lnTo>
                  <a:lnTo>
                    <a:pt x="1312284" y="1649"/>
                  </a:lnTo>
                  <a:lnTo>
                    <a:pt x="1320142" y="1633"/>
                  </a:lnTo>
                  <a:lnTo>
                    <a:pt x="1328000" y="1616"/>
                  </a:lnTo>
                  <a:lnTo>
                    <a:pt x="1335858" y="1599"/>
                  </a:lnTo>
                  <a:lnTo>
                    <a:pt x="1343716" y="1582"/>
                  </a:lnTo>
                  <a:lnTo>
                    <a:pt x="1351574" y="1565"/>
                  </a:lnTo>
                  <a:lnTo>
                    <a:pt x="1359432" y="1548"/>
                  </a:lnTo>
                  <a:lnTo>
                    <a:pt x="1367290" y="1531"/>
                  </a:lnTo>
                  <a:lnTo>
                    <a:pt x="1375148" y="1514"/>
                  </a:lnTo>
                  <a:lnTo>
                    <a:pt x="1383006" y="1497"/>
                  </a:lnTo>
                  <a:lnTo>
                    <a:pt x="1390864" y="1480"/>
                  </a:lnTo>
                  <a:lnTo>
                    <a:pt x="1398722" y="1463"/>
                  </a:lnTo>
                  <a:lnTo>
                    <a:pt x="1406580" y="1446"/>
                  </a:lnTo>
                  <a:lnTo>
                    <a:pt x="1414438" y="1429"/>
                  </a:lnTo>
                  <a:lnTo>
                    <a:pt x="1422296" y="1412"/>
                  </a:lnTo>
                  <a:lnTo>
                    <a:pt x="1430154" y="1395"/>
                  </a:lnTo>
                  <a:lnTo>
                    <a:pt x="1438012" y="1378"/>
                  </a:lnTo>
                  <a:lnTo>
                    <a:pt x="1445870" y="1361"/>
                  </a:lnTo>
                  <a:lnTo>
                    <a:pt x="1453728" y="1343"/>
                  </a:lnTo>
                  <a:lnTo>
                    <a:pt x="1461586" y="1326"/>
                  </a:lnTo>
                  <a:lnTo>
                    <a:pt x="1469444" y="1309"/>
                  </a:lnTo>
                  <a:lnTo>
                    <a:pt x="1477302" y="1292"/>
                  </a:lnTo>
                  <a:lnTo>
                    <a:pt x="1485160" y="1274"/>
                  </a:lnTo>
                  <a:lnTo>
                    <a:pt x="1493018" y="1257"/>
                  </a:lnTo>
                  <a:lnTo>
                    <a:pt x="1500876" y="1240"/>
                  </a:lnTo>
                  <a:lnTo>
                    <a:pt x="1508734" y="1222"/>
                  </a:lnTo>
                  <a:lnTo>
                    <a:pt x="1516592" y="1205"/>
                  </a:lnTo>
                  <a:lnTo>
                    <a:pt x="1524450" y="1188"/>
                  </a:lnTo>
                  <a:lnTo>
                    <a:pt x="1532308" y="1170"/>
                  </a:lnTo>
                  <a:lnTo>
                    <a:pt x="1540166" y="1153"/>
                  </a:lnTo>
                  <a:lnTo>
                    <a:pt x="1548024" y="1135"/>
                  </a:lnTo>
                  <a:lnTo>
                    <a:pt x="1555882" y="1118"/>
                  </a:lnTo>
                  <a:lnTo>
                    <a:pt x="1563740" y="1100"/>
                  </a:lnTo>
                  <a:lnTo>
                    <a:pt x="1571598" y="1083"/>
                  </a:lnTo>
                  <a:lnTo>
                    <a:pt x="1579456" y="1065"/>
                  </a:lnTo>
                  <a:lnTo>
                    <a:pt x="1587314" y="1048"/>
                  </a:lnTo>
                  <a:lnTo>
                    <a:pt x="1595172" y="1030"/>
                  </a:lnTo>
                  <a:lnTo>
                    <a:pt x="1603030" y="1012"/>
                  </a:lnTo>
                  <a:lnTo>
                    <a:pt x="1610888" y="995"/>
                  </a:lnTo>
                  <a:lnTo>
                    <a:pt x="1618746" y="977"/>
                  </a:lnTo>
                  <a:lnTo>
                    <a:pt x="1626604" y="959"/>
                  </a:lnTo>
                  <a:lnTo>
                    <a:pt x="1634462" y="941"/>
                  </a:lnTo>
                  <a:lnTo>
                    <a:pt x="1642320" y="924"/>
                  </a:lnTo>
                  <a:lnTo>
                    <a:pt x="1650178" y="906"/>
                  </a:lnTo>
                  <a:lnTo>
                    <a:pt x="1658036" y="888"/>
                  </a:lnTo>
                  <a:lnTo>
                    <a:pt x="1665894" y="870"/>
                  </a:lnTo>
                  <a:lnTo>
                    <a:pt x="1673752" y="852"/>
                  </a:lnTo>
                  <a:lnTo>
                    <a:pt x="1681610" y="835"/>
                  </a:lnTo>
                  <a:lnTo>
                    <a:pt x="1689468" y="817"/>
                  </a:lnTo>
                  <a:lnTo>
                    <a:pt x="1697326" y="799"/>
                  </a:lnTo>
                  <a:lnTo>
                    <a:pt x="1705184" y="781"/>
                  </a:lnTo>
                  <a:lnTo>
                    <a:pt x="1713042" y="763"/>
                  </a:lnTo>
                  <a:lnTo>
                    <a:pt x="1720900" y="745"/>
                  </a:lnTo>
                  <a:lnTo>
                    <a:pt x="1728758" y="727"/>
                  </a:lnTo>
                  <a:lnTo>
                    <a:pt x="1736616" y="709"/>
                  </a:lnTo>
                  <a:lnTo>
                    <a:pt x="1744474" y="691"/>
                  </a:lnTo>
                  <a:lnTo>
                    <a:pt x="1752332" y="672"/>
                  </a:lnTo>
                  <a:lnTo>
                    <a:pt x="1760190" y="654"/>
                  </a:lnTo>
                  <a:lnTo>
                    <a:pt x="1768048" y="636"/>
                  </a:lnTo>
                  <a:lnTo>
                    <a:pt x="1775906" y="618"/>
                  </a:lnTo>
                  <a:lnTo>
                    <a:pt x="1783764" y="600"/>
                  </a:lnTo>
                  <a:lnTo>
                    <a:pt x="1791622" y="581"/>
                  </a:lnTo>
                  <a:lnTo>
                    <a:pt x="1799480" y="562"/>
                  </a:lnTo>
                  <a:lnTo>
                    <a:pt x="1807338" y="543"/>
                  </a:lnTo>
                  <a:lnTo>
                    <a:pt x="1815196" y="524"/>
                  </a:lnTo>
                  <a:lnTo>
                    <a:pt x="1823054" y="506"/>
                  </a:lnTo>
                  <a:lnTo>
                    <a:pt x="1830912" y="488"/>
                  </a:lnTo>
                  <a:lnTo>
                    <a:pt x="1838770" y="469"/>
                  </a:lnTo>
                  <a:lnTo>
                    <a:pt x="1846628" y="451"/>
                  </a:lnTo>
                  <a:lnTo>
                    <a:pt x="1854486" y="432"/>
                  </a:lnTo>
                  <a:lnTo>
                    <a:pt x="1862344" y="414"/>
                  </a:lnTo>
                  <a:lnTo>
                    <a:pt x="1870202" y="395"/>
                  </a:lnTo>
                  <a:lnTo>
                    <a:pt x="1878060" y="377"/>
                  </a:lnTo>
                  <a:lnTo>
                    <a:pt x="1885918" y="358"/>
                  </a:lnTo>
                  <a:lnTo>
                    <a:pt x="1893776" y="339"/>
                  </a:lnTo>
                  <a:lnTo>
                    <a:pt x="1901634" y="321"/>
                  </a:lnTo>
                  <a:lnTo>
                    <a:pt x="1909492" y="302"/>
                  </a:lnTo>
                  <a:lnTo>
                    <a:pt x="1917350" y="283"/>
                  </a:lnTo>
                  <a:lnTo>
                    <a:pt x="1925208" y="265"/>
                  </a:lnTo>
                  <a:lnTo>
                    <a:pt x="1933066" y="246"/>
                  </a:lnTo>
                  <a:lnTo>
                    <a:pt x="1940924" y="227"/>
                  </a:lnTo>
                  <a:lnTo>
                    <a:pt x="1948782" y="208"/>
                  </a:lnTo>
                  <a:lnTo>
                    <a:pt x="1956640" y="189"/>
                  </a:lnTo>
                  <a:lnTo>
                    <a:pt x="1964498" y="170"/>
                  </a:lnTo>
                  <a:lnTo>
                    <a:pt x="1972356" y="152"/>
                  </a:lnTo>
                  <a:lnTo>
                    <a:pt x="1980214" y="133"/>
                  </a:lnTo>
                  <a:lnTo>
                    <a:pt x="1988072" y="114"/>
                  </a:lnTo>
                  <a:lnTo>
                    <a:pt x="1995930" y="95"/>
                  </a:lnTo>
                  <a:lnTo>
                    <a:pt x="2003788" y="76"/>
                  </a:lnTo>
                  <a:lnTo>
                    <a:pt x="2011646" y="57"/>
                  </a:lnTo>
                  <a:lnTo>
                    <a:pt x="2019504" y="38"/>
                  </a:lnTo>
                  <a:lnTo>
                    <a:pt x="2027362" y="19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186414" y="3913410"/>
              <a:ext cx="2035220" cy="6249"/>
            </a:xfrm>
            <a:custGeom>
              <a:avLst/>
              <a:pathLst>
                <a:path w="2035220" h="6249">
                  <a:moveTo>
                    <a:pt x="2035220" y="6249"/>
                  </a:moveTo>
                  <a:lnTo>
                    <a:pt x="2027362" y="6230"/>
                  </a:lnTo>
                  <a:lnTo>
                    <a:pt x="2019504" y="6211"/>
                  </a:lnTo>
                  <a:lnTo>
                    <a:pt x="2011646" y="6192"/>
                  </a:lnTo>
                  <a:lnTo>
                    <a:pt x="2003788" y="6172"/>
                  </a:lnTo>
                  <a:lnTo>
                    <a:pt x="1995930" y="6153"/>
                  </a:lnTo>
                  <a:lnTo>
                    <a:pt x="1988072" y="6133"/>
                  </a:lnTo>
                  <a:lnTo>
                    <a:pt x="1980214" y="6114"/>
                  </a:lnTo>
                  <a:lnTo>
                    <a:pt x="1972356" y="6094"/>
                  </a:lnTo>
                  <a:lnTo>
                    <a:pt x="1964498" y="6074"/>
                  </a:lnTo>
                  <a:lnTo>
                    <a:pt x="1956640" y="6054"/>
                  </a:lnTo>
                  <a:lnTo>
                    <a:pt x="1948782" y="6035"/>
                  </a:lnTo>
                  <a:lnTo>
                    <a:pt x="1940924" y="6015"/>
                  </a:lnTo>
                  <a:lnTo>
                    <a:pt x="1933066" y="5994"/>
                  </a:lnTo>
                  <a:lnTo>
                    <a:pt x="1925208" y="5974"/>
                  </a:lnTo>
                  <a:lnTo>
                    <a:pt x="1917350" y="5954"/>
                  </a:lnTo>
                  <a:lnTo>
                    <a:pt x="1909492" y="5934"/>
                  </a:lnTo>
                  <a:lnTo>
                    <a:pt x="1901634" y="5913"/>
                  </a:lnTo>
                  <a:lnTo>
                    <a:pt x="1893776" y="5892"/>
                  </a:lnTo>
                  <a:lnTo>
                    <a:pt x="1885918" y="5872"/>
                  </a:lnTo>
                  <a:lnTo>
                    <a:pt x="1878060" y="5851"/>
                  </a:lnTo>
                  <a:lnTo>
                    <a:pt x="1870202" y="5830"/>
                  </a:lnTo>
                  <a:lnTo>
                    <a:pt x="1862344" y="5808"/>
                  </a:lnTo>
                  <a:lnTo>
                    <a:pt x="1854486" y="5786"/>
                  </a:lnTo>
                  <a:lnTo>
                    <a:pt x="1846628" y="5765"/>
                  </a:lnTo>
                  <a:lnTo>
                    <a:pt x="1838770" y="5743"/>
                  </a:lnTo>
                  <a:lnTo>
                    <a:pt x="1830912" y="5721"/>
                  </a:lnTo>
                  <a:lnTo>
                    <a:pt x="1823054" y="5699"/>
                  </a:lnTo>
                  <a:lnTo>
                    <a:pt x="1815196" y="5677"/>
                  </a:lnTo>
                  <a:lnTo>
                    <a:pt x="1807338" y="5654"/>
                  </a:lnTo>
                  <a:lnTo>
                    <a:pt x="1799480" y="5632"/>
                  </a:lnTo>
                  <a:lnTo>
                    <a:pt x="1791622" y="5610"/>
                  </a:lnTo>
                  <a:lnTo>
                    <a:pt x="1783764" y="5587"/>
                  </a:lnTo>
                  <a:lnTo>
                    <a:pt x="1775906" y="5565"/>
                  </a:lnTo>
                  <a:lnTo>
                    <a:pt x="1768048" y="5542"/>
                  </a:lnTo>
                  <a:lnTo>
                    <a:pt x="1760190" y="5519"/>
                  </a:lnTo>
                  <a:lnTo>
                    <a:pt x="1752332" y="5497"/>
                  </a:lnTo>
                  <a:lnTo>
                    <a:pt x="1744474" y="5476"/>
                  </a:lnTo>
                  <a:lnTo>
                    <a:pt x="1736616" y="5455"/>
                  </a:lnTo>
                  <a:lnTo>
                    <a:pt x="1728758" y="5432"/>
                  </a:lnTo>
                  <a:lnTo>
                    <a:pt x="1720900" y="5408"/>
                  </a:lnTo>
                  <a:lnTo>
                    <a:pt x="1713042" y="5384"/>
                  </a:lnTo>
                  <a:lnTo>
                    <a:pt x="1705184" y="5360"/>
                  </a:lnTo>
                  <a:lnTo>
                    <a:pt x="1697326" y="5336"/>
                  </a:lnTo>
                  <a:lnTo>
                    <a:pt x="1689468" y="5313"/>
                  </a:lnTo>
                  <a:lnTo>
                    <a:pt x="1681610" y="5290"/>
                  </a:lnTo>
                  <a:lnTo>
                    <a:pt x="1673752" y="5268"/>
                  </a:lnTo>
                  <a:lnTo>
                    <a:pt x="1665894" y="5245"/>
                  </a:lnTo>
                  <a:lnTo>
                    <a:pt x="1658036" y="5221"/>
                  </a:lnTo>
                  <a:lnTo>
                    <a:pt x="1650178" y="5195"/>
                  </a:lnTo>
                  <a:lnTo>
                    <a:pt x="1642320" y="5169"/>
                  </a:lnTo>
                  <a:lnTo>
                    <a:pt x="1634462" y="5142"/>
                  </a:lnTo>
                  <a:lnTo>
                    <a:pt x="1626604" y="5117"/>
                  </a:lnTo>
                  <a:lnTo>
                    <a:pt x="1618746" y="5093"/>
                  </a:lnTo>
                  <a:lnTo>
                    <a:pt x="1610888" y="5068"/>
                  </a:lnTo>
                  <a:lnTo>
                    <a:pt x="1603030" y="5043"/>
                  </a:lnTo>
                  <a:lnTo>
                    <a:pt x="1595172" y="5018"/>
                  </a:lnTo>
                  <a:lnTo>
                    <a:pt x="1587314" y="4994"/>
                  </a:lnTo>
                  <a:lnTo>
                    <a:pt x="1579456" y="4969"/>
                  </a:lnTo>
                  <a:lnTo>
                    <a:pt x="1571598" y="4945"/>
                  </a:lnTo>
                  <a:lnTo>
                    <a:pt x="1563740" y="4920"/>
                  </a:lnTo>
                  <a:lnTo>
                    <a:pt x="1555882" y="4896"/>
                  </a:lnTo>
                  <a:lnTo>
                    <a:pt x="1548024" y="4871"/>
                  </a:lnTo>
                  <a:lnTo>
                    <a:pt x="1540166" y="4846"/>
                  </a:lnTo>
                  <a:lnTo>
                    <a:pt x="1532308" y="4821"/>
                  </a:lnTo>
                  <a:lnTo>
                    <a:pt x="1524450" y="4797"/>
                  </a:lnTo>
                  <a:lnTo>
                    <a:pt x="1516592" y="4770"/>
                  </a:lnTo>
                  <a:lnTo>
                    <a:pt x="1508734" y="4743"/>
                  </a:lnTo>
                  <a:lnTo>
                    <a:pt x="1500876" y="4716"/>
                  </a:lnTo>
                  <a:lnTo>
                    <a:pt x="1493018" y="4689"/>
                  </a:lnTo>
                  <a:lnTo>
                    <a:pt x="1485160" y="4662"/>
                  </a:lnTo>
                  <a:lnTo>
                    <a:pt x="1477302" y="4635"/>
                  </a:lnTo>
                  <a:lnTo>
                    <a:pt x="1469444" y="4607"/>
                  </a:lnTo>
                  <a:lnTo>
                    <a:pt x="1461586" y="4580"/>
                  </a:lnTo>
                  <a:lnTo>
                    <a:pt x="1453728" y="4553"/>
                  </a:lnTo>
                  <a:lnTo>
                    <a:pt x="1445870" y="4527"/>
                  </a:lnTo>
                  <a:lnTo>
                    <a:pt x="1438012" y="4500"/>
                  </a:lnTo>
                  <a:lnTo>
                    <a:pt x="1430154" y="4472"/>
                  </a:lnTo>
                  <a:lnTo>
                    <a:pt x="1422296" y="4444"/>
                  </a:lnTo>
                  <a:lnTo>
                    <a:pt x="1414438" y="4416"/>
                  </a:lnTo>
                  <a:lnTo>
                    <a:pt x="1406580" y="4388"/>
                  </a:lnTo>
                  <a:lnTo>
                    <a:pt x="1398722" y="4360"/>
                  </a:lnTo>
                  <a:lnTo>
                    <a:pt x="1390864" y="4331"/>
                  </a:lnTo>
                  <a:lnTo>
                    <a:pt x="1383006" y="4303"/>
                  </a:lnTo>
                  <a:lnTo>
                    <a:pt x="1375148" y="4275"/>
                  </a:lnTo>
                  <a:lnTo>
                    <a:pt x="1367290" y="4246"/>
                  </a:lnTo>
                  <a:lnTo>
                    <a:pt x="1359432" y="4217"/>
                  </a:lnTo>
                  <a:lnTo>
                    <a:pt x="1351574" y="4189"/>
                  </a:lnTo>
                  <a:lnTo>
                    <a:pt x="1343716" y="4162"/>
                  </a:lnTo>
                  <a:lnTo>
                    <a:pt x="1335858" y="4135"/>
                  </a:lnTo>
                  <a:lnTo>
                    <a:pt x="1328000" y="4108"/>
                  </a:lnTo>
                  <a:lnTo>
                    <a:pt x="1320142" y="4081"/>
                  </a:lnTo>
                  <a:lnTo>
                    <a:pt x="1312284" y="4053"/>
                  </a:lnTo>
                  <a:lnTo>
                    <a:pt x="1304426" y="4024"/>
                  </a:lnTo>
                  <a:lnTo>
                    <a:pt x="1296568" y="3995"/>
                  </a:lnTo>
                  <a:lnTo>
                    <a:pt x="1288710" y="3966"/>
                  </a:lnTo>
                  <a:lnTo>
                    <a:pt x="1280852" y="3937"/>
                  </a:lnTo>
                  <a:lnTo>
                    <a:pt x="1272994" y="3908"/>
                  </a:lnTo>
                  <a:lnTo>
                    <a:pt x="1265136" y="3878"/>
                  </a:lnTo>
                  <a:lnTo>
                    <a:pt x="1257278" y="3849"/>
                  </a:lnTo>
                  <a:lnTo>
                    <a:pt x="1249420" y="3819"/>
                  </a:lnTo>
                  <a:lnTo>
                    <a:pt x="1241562" y="3789"/>
                  </a:lnTo>
                  <a:lnTo>
                    <a:pt x="1233704" y="3759"/>
                  </a:lnTo>
                  <a:lnTo>
                    <a:pt x="1225846" y="3729"/>
                  </a:lnTo>
                  <a:lnTo>
                    <a:pt x="1217988" y="3699"/>
                  </a:lnTo>
                  <a:lnTo>
                    <a:pt x="1210130" y="3669"/>
                  </a:lnTo>
                  <a:lnTo>
                    <a:pt x="1202272" y="3638"/>
                  </a:lnTo>
                  <a:lnTo>
                    <a:pt x="1194414" y="3608"/>
                  </a:lnTo>
                  <a:lnTo>
                    <a:pt x="1186556" y="3577"/>
                  </a:lnTo>
                  <a:lnTo>
                    <a:pt x="1178698" y="3548"/>
                  </a:lnTo>
                  <a:lnTo>
                    <a:pt x="1170840" y="3519"/>
                  </a:lnTo>
                  <a:lnTo>
                    <a:pt x="1162982" y="3489"/>
                  </a:lnTo>
                  <a:lnTo>
                    <a:pt x="1155124" y="3459"/>
                  </a:lnTo>
                  <a:lnTo>
                    <a:pt x="1147266" y="3430"/>
                  </a:lnTo>
                  <a:lnTo>
                    <a:pt x="1139408" y="3399"/>
                  </a:lnTo>
                  <a:lnTo>
                    <a:pt x="1131550" y="3367"/>
                  </a:lnTo>
                  <a:lnTo>
                    <a:pt x="1123692" y="3335"/>
                  </a:lnTo>
                  <a:lnTo>
                    <a:pt x="1115834" y="3303"/>
                  </a:lnTo>
                  <a:lnTo>
                    <a:pt x="1107976" y="3270"/>
                  </a:lnTo>
                  <a:lnTo>
                    <a:pt x="1100118" y="3238"/>
                  </a:lnTo>
                  <a:lnTo>
                    <a:pt x="1092260" y="3205"/>
                  </a:lnTo>
                  <a:lnTo>
                    <a:pt x="1084402" y="3173"/>
                  </a:lnTo>
                  <a:lnTo>
                    <a:pt x="1076544" y="3140"/>
                  </a:lnTo>
                  <a:lnTo>
                    <a:pt x="1068686" y="3107"/>
                  </a:lnTo>
                  <a:lnTo>
                    <a:pt x="1060828" y="3074"/>
                  </a:lnTo>
                  <a:lnTo>
                    <a:pt x="1052970" y="3040"/>
                  </a:lnTo>
                  <a:lnTo>
                    <a:pt x="1045112" y="3007"/>
                  </a:lnTo>
                  <a:lnTo>
                    <a:pt x="1037254" y="2973"/>
                  </a:lnTo>
                  <a:lnTo>
                    <a:pt x="1029397" y="2940"/>
                  </a:lnTo>
                  <a:lnTo>
                    <a:pt x="1021539" y="2906"/>
                  </a:lnTo>
                  <a:lnTo>
                    <a:pt x="1013681" y="2872"/>
                  </a:lnTo>
                  <a:lnTo>
                    <a:pt x="1005823" y="2838"/>
                  </a:lnTo>
                  <a:lnTo>
                    <a:pt x="997965" y="2804"/>
                  </a:lnTo>
                  <a:lnTo>
                    <a:pt x="990107" y="2770"/>
                  </a:lnTo>
                  <a:lnTo>
                    <a:pt x="982249" y="2735"/>
                  </a:lnTo>
                  <a:lnTo>
                    <a:pt x="974391" y="2701"/>
                  </a:lnTo>
                  <a:lnTo>
                    <a:pt x="966533" y="2666"/>
                  </a:lnTo>
                  <a:lnTo>
                    <a:pt x="958675" y="2631"/>
                  </a:lnTo>
                  <a:lnTo>
                    <a:pt x="950817" y="2596"/>
                  </a:lnTo>
                  <a:lnTo>
                    <a:pt x="942959" y="2561"/>
                  </a:lnTo>
                  <a:lnTo>
                    <a:pt x="935101" y="2526"/>
                  </a:lnTo>
                  <a:lnTo>
                    <a:pt x="927243" y="2491"/>
                  </a:lnTo>
                  <a:lnTo>
                    <a:pt x="919385" y="2456"/>
                  </a:lnTo>
                  <a:lnTo>
                    <a:pt x="911527" y="2421"/>
                  </a:lnTo>
                  <a:lnTo>
                    <a:pt x="903669" y="2385"/>
                  </a:lnTo>
                  <a:lnTo>
                    <a:pt x="895811" y="2349"/>
                  </a:lnTo>
                  <a:lnTo>
                    <a:pt x="887953" y="2314"/>
                  </a:lnTo>
                  <a:lnTo>
                    <a:pt x="880095" y="2278"/>
                  </a:lnTo>
                  <a:lnTo>
                    <a:pt x="872237" y="2241"/>
                  </a:lnTo>
                  <a:lnTo>
                    <a:pt x="864379" y="2205"/>
                  </a:lnTo>
                  <a:lnTo>
                    <a:pt x="856521" y="2169"/>
                  </a:lnTo>
                  <a:lnTo>
                    <a:pt x="848663" y="2132"/>
                  </a:lnTo>
                  <a:lnTo>
                    <a:pt x="840805" y="2096"/>
                  </a:lnTo>
                  <a:lnTo>
                    <a:pt x="832947" y="2059"/>
                  </a:lnTo>
                  <a:lnTo>
                    <a:pt x="825089" y="2022"/>
                  </a:lnTo>
                  <a:lnTo>
                    <a:pt x="817231" y="1985"/>
                  </a:lnTo>
                  <a:lnTo>
                    <a:pt x="809373" y="1947"/>
                  </a:lnTo>
                  <a:lnTo>
                    <a:pt x="801515" y="1910"/>
                  </a:lnTo>
                  <a:lnTo>
                    <a:pt x="793657" y="1872"/>
                  </a:lnTo>
                  <a:lnTo>
                    <a:pt x="785799" y="1834"/>
                  </a:lnTo>
                  <a:lnTo>
                    <a:pt x="777941" y="1797"/>
                  </a:lnTo>
                  <a:lnTo>
                    <a:pt x="770083" y="1758"/>
                  </a:lnTo>
                  <a:lnTo>
                    <a:pt x="762225" y="1720"/>
                  </a:lnTo>
                  <a:lnTo>
                    <a:pt x="754367" y="1682"/>
                  </a:lnTo>
                  <a:lnTo>
                    <a:pt x="746509" y="1643"/>
                  </a:lnTo>
                  <a:lnTo>
                    <a:pt x="738651" y="1605"/>
                  </a:lnTo>
                  <a:lnTo>
                    <a:pt x="730793" y="1566"/>
                  </a:lnTo>
                  <a:lnTo>
                    <a:pt x="722935" y="1527"/>
                  </a:lnTo>
                  <a:lnTo>
                    <a:pt x="715077" y="1488"/>
                  </a:lnTo>
                  <a:lnTo>
                    <a:pt x="707219" y="1449"/>
                  </a:lnTo>
                  <a:lnTo>
                    <a:pt x="699361" y="1410"/>
                  </a:lnTo>
                  <a:lnTo>
                    <a:pt x="691503" y="1370"/>
                  </a:lnTo>
                  <a:lnTo>
                    <a:pt x="683645" y="1329"/>
                  </a:lnTo>
                  <a:lnTo>
                    <a:pt x="675787" y="1290"/>
                  </a:lnTo>
                  <a:lnTo>
                    <a:pt x="667929" y="1249"/>
                  </a:lnTo>
                  <a:lnTo>
                    <a:pt x="660071" y="1209"/>
                  </a:lnTo>
                  <a:lnTo>
                    <a:pt x="652213" y="1169"/>
                  </a:lnTo>
                  <a:lnTo>
                    <a:pt x="644355" y="1128"/>
                  </a:lnTo>
                  <a:lnTo>
                    <a:pt x="636497" y="1087"/>
                  </a:lnTo>
                  <a:lnTo>
                    <a:pt x="628639" y="1046"/>
                  </a:lnTo>
                  <a:lnTo>
                    <a:pt x="620781" y="1005"/>
                  </a:lnTo>
                  <a:lnTo>
                    <a:pt x="612923" y="964"/>
                  </a:lnTo>
                  <a:lnTo>
                    <a:pt x="605065" y="923"/>
                  </a:lnTo>
                  <a:lnTo>
                    <a:pt x="597207" y="881"/>
                  </a:lnTo>
                  <a:lnTo>
                    <a:pt x="589349" y="839"/>
                  </a:lnTo>
                  <a:lnTo>
                    <a:pt x="581491" y="797"/>
                  </a:lnTo>
                  <a:lnTo>
                    <a:pt x="573633" y="755"/>
                  </a:lnTo>
                  <a:lnTo>
                    <a:pt x="565775" y="713"/>
                  </a:lnTo>
                  <a:lnTo>
                    <a:pt x="557917" y="670"/>
                  </a:lnTo>
                  <a:lnTo>
                    <a:pt x="550059" y="628"/>
                  </a:lnTo>
                  <a:lnTo>
                    <a:pt x="542201" y="585"/>
                  </a:lnTo>
                  <a:lnTo>
                    <a:pt x="534343" y="542"/>
                  </a:lnTo>
                  <a:lnTo>
                    <a:pt x="526485" y="499"/>
                  </a:lnTo>
                  <a:lnTo>
                    <a:pt x="518627" y="456"/>
                  </a:lnTo>
                  <a:lnTo>
                    <a:pt x="510769" y="412"/>
                  </a:lnTo>
                  <a:lnTo>
                    <a:pt x="502911" y="369"/>
                  </a:lnTo>
                  <a:lnTo>
                    <a:pt x="495053" y="325"/>
                  </a:lnTo>
                  <a:lnTo>
                    <a:pt x="487195" y="281"/>
                  </a:lnTo>
                  <a:lnTo>
                    <a:pt x="479337" y="237"/>
                  </a:lnTo>
                  <a:lnTo>
                    <a:pt x="471479" y="192"/>
                  </a:lnTo>
                  <a:lnTo>
                    <a:pt x="463621" y="148"/>
                  </a:lnTo>
                  <a:lnTo>
                    <a:pt x="455763" y="103"/>
                  </a:lnTo>
                  <a:lnTo>
                    <a:pt x="447905" y="58"/>
                  </a:lnTo>
                  <a:lnTo>
                    <a:pt x="440047" y="13"/>
                  </a:lnTo>
                  <a:lnTo>
                    <a:pt x="432189" y="0"/>
                  </a:lnTo>
                  <a:lnTo>
                    <a:pt x="424331" y="14"/>
                  </a:lnTo>
                  <a:lnTo>
                    <a:pt x="416473" y="28"/>
                  </a:lnTo>
                  <a:lnTo>
                    <a:pt x="408615" y="43"/>
                  </a:lnTo>
                  <a:lnTo>
                    <a:pt x="400757" y="57"/>
                  </a:lnTo>
                  <a:lnTo>
                    <a:pt x="392899" y="71"/>
                  </a:lnTo>
                  <a:lnTo>
                    <a:pt x="385041" y="85"/>
                  </a:lnTo>
                  <a:lnTo>
                    <a:pt x="377183" y="100"/>
                  </a:lnTo>
                  <a:lnTo>
                    <a:pt x="369325" y="114"/>
                  </a:lnTo>
                  <a:lnTo>
                    <a:pt x="361467" y="128"/>
                  </a:lnTo>
                  <a:lnTo>
                    <a:pt x="353609" y="142"/>
                  </a:lnTo>
                  <a:lnTo>
                    <a:pt x="345751" y="157"/>
                  </a:lnTo>
                  <a:lnTo>
                    <a:pt x="337893" y="171"/>
                  </a:lnTo>
                  <a:lnTo>
                    <a:pt x="330035" y="185"/>
                  </a:lnTo>
                  <a:lnTo>
                    <a:pt x="322177" y="199"/>
                  </a:lnTo>
                  <a:lnTo>
                    <a:pt x="314319" y="213"/>
                  </a:lnTo>
                  <a:lnTo>
                    <a:pt x="306461" y="227"/>
                  </a:lnTo>
                  <a:lnTo>
                    <a:pt x="298603" y="241"/>
                  </a:lnTo>
                  <a:lnTo>
                    <a:pt x="290745" y="255"/>
                  </a:lnTo>
                  <a:lnTo>
                    <a:pt x="282887" y="269"/>
                  </a:lnTo>
                  <a:lnTo>
                    <a:pt x="275029" y="283"/>
                  </a:lnTo>
                  <a:lnTo>
                    <a:pt x="267171" y="297"/>
                  </a:lnTo>
                  <a:lnTo>
                    <a:pt x="259313" y="311"/>
                  </a:lnTo>
                  <a:lnTo>
                    <a:pt x="251455" y="325"/>
                  </a:lnTo>
                  <a:lnTo>
                    <a:pt x="243597" y="339"/>
                  </a:lnTo>
                  <a:lnTo>
                    <a:pt x="235739" y="353"/>
                  </a:lnTo>
                  <a:lnTo>
                    <a:pt x="227881" y="367"/>
                  </a:lnTo>
                  <a:lnTo>
                    <a:pt x="220023" y="381"/>
                  </a:lnTo>
                  <a:lnTo>
                    <a:pt x="212165" y="395"/>
                  </a:lnTo>
                  <a:lnTo>
                    <a:pt x="204307" y="408"/>
                  </a:lnTo>
                  <a:lnTo>
                    <a:pt x="196449" y="422"/>
                  </a:lnTo>
                  <a:lnTo>
                    <a:pt x="188591" y="436"/>
                  </a:lnTo>
                  <a:lnTo>
                    <a:pt x="180733" y="450"/>
                  </a:lnTo>
                  <a:lnTo>
                    <a:pt x="172875" y="464"/>
                  </a:lnTo>
                  <a:lnTo>
                    <a:pt x="165017" y="477"/>
                  </a:lnTo>
                  <a:lnTo>
                    <a:pt x="157159" y="491"/>
                  </a:lnTo>
                  <a:lnTo>
                    <a:pt x="149301" y="505"/>
                  </a:lnTo>
                  <a:lnTo>
                    <a:pt x="141443" y="518"/>
                  </a:lnTo>
                  <a:lnTo>
                    <a:pt x="133585" y="532"/>
                  </a:lnTo>
                  <a:lnTo>
                    <a:pt x="125727" y="546"/>
                  </a:lnTo>
                  <a:lnTo>
                    <a:pt x="117869" y="559"/>
                  </a:lnTo>
                  <a:lnTo>
                    <a:pt x="110011" y="573"/>
                  </a:lnTo>
                  <a:lnTo>
                    <a:pt x="102153" y="586"/>
                  </a:lnTo>
                  <a:lnTo>
                    <a:pt x="94295" y="600"/>
                  </a:lnTo>
                  <a:lnTo>
                    <a:pt x="86437" y="614"/>
                  </a:lnTo>
                  <a:lnTo>
                    <a:pt x="78579" y="627"/>
                  </a:lnTo>
                  <a:lnTo>
                    <a:pt x="70721" y="641"/>
                  </a:lnTo>
                  <a:lnTo>
                    <a:pt x="62863" y="654"/>
                  </a:lnTo>
                  <a:lnTo>
                    <a:pt x="55005" y="668"/>
                  </a:lnTo>
                  <a:lnTo>
                    <a:pt x="47147" y="681"/>
                  </a:lnTo>
                  <a:lnTo>
                    <a:pt x="39289" y="695"/>
                  </a:lnTo>
                  <a:lnTo>
                    <a:pt x="31431" y="708"/>
                  </a:lnTo>
                  <a:lnTo>
                    <a:pt x="23573" y="721"/>
                  </a:lnTo>
                  <a:lnTo>
                    <a:pt x="15715" y="735"/>
                  </a:lnTo>
                  <a:lnTo>
                    <a:pt x="7857" y="748"/>
                  </a:lnTo>
                  <a:lnTo>
                    <a:pt x="0" y="7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186414" y="3901956"/>
              <a:ext cx="2035220" cy="17799"/>
            </a:xfrm>
            <a:custGeom>
              <a:avLst/>
              <a:pathLst>
                <a:path w="2035220" h="17799">
                  <a:moveTo>
                    <a:pt x="0" y="3191"/>
                  </a:moveTo>
                  <a:lnTo>
                    <a:pt x="7857" y="3275"/>
                  </a:lnTo>
                  <a:lnTo>
                    <a:pt x="15715" y="3359"/>
                  </a:lnTo>
                  <a:lnTo>
                    <a:pt x="23573" y="3430"/>
                  </a:lnTo>
                  <a:lnTo>
                    <a:pt x="31431" y="3510"/>
                  </a:lnTo>
                  <a:lnTo>
                    <a:pt x="39289" y="3601"/>
                  </a:lnTo>
                  <a:lnTo>
                    <a:pt x="47147" y="3693"/>
                  </a:lnTo>
                  <a:lnTo>
                    <a:pt x="55005" y="3775"/>
                  </a:lnTo>
                  <a:lnTo>
                    <a:pt x="62863" y="3874"/>
                  </a:lnTo>
                  <a:lnTo>
                    <a:pt x="70721" y="3939"/>
                  </a:lnTo>
                  <a:lnTo>
                    <a:pt x="78579" y="4021"/>
                  </a:lnTo>
                  <a:lnTo>
                    <a:pt x="86437" y="4113"/>
                  </a:lnTo>
                  <a:lnTo>
                    <a:pt x="94295" y="4188"/>
                  </a:lnTo>
                  <a:lnTo>
                    <a:pt x="102153" y="4271"/>
                  </a:lnTo>
                  <a:lnTo>
                    <a:pt x="110011" y="4353"/>
                  </a:lnTo>
                  <a:lnTo>
                    <a:pt x="117869" y="4426"/>
                  </a:lnTo>
                  <a:lnTo>
                    <a:pt x="125727" y="4482"/>
                  </a:lnTo>
                  <a:lnTo>
                    <a:pt x="133585" y="4559"/>
                  </a:lnTo>
                  <a:lnTo>
                    <a:pt x="141443" y="4620"/>
                  </a:lnTo>
                  <a:lnTo>
                    <a:pt x="149301" y="4699"/>
                  </a:lnTo>
                  <a:lnTo>
                    <a:pt x="157159" y="4744"/>
                  </a:lnTo>
                  <a:lnTo>
                    <a:pt x="165017" y="4809"/>
                  </a:lnTo>
                  <a:lnTo>
                    <a:pt x="172875" y="4879"/>
                  </a:lnTo>
                  <a:lnTo>
                    <a:pt x="180733" y="4956"/>
                  </a:lnTo>
                  <a:lnTo>
                    <a:pt x="188591" y="5032"/>
                  </a:lnTo>
                  <a:lnTo>
                    <a:pt x="196449" y="5068"/>
                  </a:lnTo>
                  <a:lnTo>
                    <a:pt x="204307" y="5112"/>
                  </a:lnTo>
                  <a:lnTo>
                    <a:pt x="212165" y="5193"/>
                  </a:lnTo>
                  <a:lnTo>
                    <a:pt x="220023" y="5286"/>
                  </a:lnTo>
                  <a:lnTo>
                    <a:pt x="227881" y="5359"/>
                  </a:lnTo>
                  <a:lnTo>
                    <a:pt x="235739" y="5418"/>
                  </a:lnTo>
                  <a:lnTo>
                    <a:pt x="243597" y="5476"/>
                  </a:lnTo>
                  <a:lnTo>
                    <a:pt x="251455" y="5533"/>
                  </a:lnTo>
                  <a:lnTo>
                    <a:pt x="259313" y="5554"/>
                  </a:lnTo>
                  <a:lnTo>
                    <a:pt x="267171" y="5623"/>
                  </a:lnTo>
                  <a:lnTo>
                    <a:pt x="275029" y="5653"/>
                  </a:lnTo>
                  <a:lnTo>
                    <a:pt x="282887" y="5667"/>
                  </a:lnTo>
                  <a:lnTo>
                    <a:pt x="290745" y="5721"/>
                  </a:lnTo>
                  <a:lnTo>
                    <a:pt x="298603" y="5777"/>
                  </a:lnTo>
                  <a:lnTo>
                    <a:pt x="306461" y="5832"/>
                  </a:lnTo>
                  <a:lnTo>
                    <a:pt x="314319" y="5867"/>
                  </a:lnTo>
                  <a:lnTo>
                    <a:pt x="322177" y="5904"/>
                  </a:lnTo>
                  <a:lnTo>
                    <a:pt x="330035" y="5940"/>
                  </a:lnTo>
                  <a:lnTo>
                    <a:pt x="337893" y="5976"/>
                  </a:lnTo>
                  <a:lnTo>
                    <a:pt x="345751" y="6012"/>
                  </a:lnTo>
                  <a:lnTo>
                    <a:pt x="353609" y="6028"/>
                  </a:lnTo>
                  <a:lnTo>
                    <a:pt x="361467" y="6067"/>
                  </a:lnTo>
                  <a:lnTo>
                    <a:pt x="369325" y="6112"/>
                  </a:lnTo>
                  <a:lnTo>
                    <a:pt x="377183" y="6157"/>
                  </a:lnTo>
                  <a:lnTo>
                    <a:pt x="385041" y="6190"/>
                  </a:lnTo>
                  <a:lnTo>
                    <a:pt x="392899" y="6206"/>
                  </a:lnTo>
                  <a:lnTo>
                    <a:pt x="400757" y="6225"/>
                  </a:lnTo>
                  <a:lnTo>
                    <a:pt x="408615" y="6246"/>
                  </a:lnTo>
                  <a:lnTo>
                    <a:pt x="416473" y="6304"/>
                  </a:lnTo>
                  <a:lnTo>
                    <a:pt x="424331" y="6333"/>
                  </a:lnTo>
                  <a:lnTo>
                    <a:pt x="432189" y="6356"/>
                  </a:lnTo>
                  <a:lnTo>
                    <a:pt x="440047" y="6377"/>
                  </a:lnTo>
                  <a:lnTo>
                    <a:pt x="447905" y="6414"/>
                  </a:lnTo>
                  <a:lnTo>
                    <a:pt x="455763" y="6437"/>
                  </a:lnTo>
                  <a:lnTo>
                    <a:pt x="463621" y="6433"/>
                  </a:lnTo>
                  <a:lnTo>
                    <a:pt x="471479" y="6448"/>
                  </a:lnTo>
                  <a:lnTo>
                    <a:pt x="479337" y="6461"/>
                  </a:lnTo>
                  <a:lnTo>
                    <a:pt x="487195" y="6465"/>
                  </a:lnTo>
                  <a:lnTo>
                    <a:pt x="495053" y="6460"/>
                  </a:lnTo>
                  <a:lnTo>
                    <a:pt x="502911" y="6462"/>
                  </a:lnTo>
                  <a:lnTo>
                    <a:pt x="510769" y="6463"/>
                  </a:lnTo>
                  <a:lnTo>
                    <a:pt x="518627" y="6471"/>
                  </a:lnTo>
                  <a:lnTo>
                    <a:pt x="526485" y="6460"/>
                  </a:lnTo>
                  <a:lnTo>
                    <a:pt x="534343" y="6516"/>
                  </a:lnTo>
                  <a:lnTo>
                    <a:pt x="542201" y="6521"/>
                  </a:lnTo>
                  <a:lnTo>
                    <a:pt x="550059" y="6521"/>
                  </a:lnTo>
                  <a:lnTo>
                    <a:pt x="557917" y="6519"/>
                  </a:lnTo>
                  <a:lnTo>
                    <a:pt x="565775" y="6518"/>
                  </a:lnTo>
                  <a:lnTo>
                    <a:pt x="573633" y="6528"/>
                  </a:lnTo>
                  <a:lnTo>
                    <a:pt x="581491" y="6494"/>
                  </a:lnTo>
                  <a:lnTo>
                    <a:pt x="589349" y="6488"/>
                  </a:lnTo>
                  <a:lnTo>
                    <a:pt x="597207" y="6483"/>
                  </a:lnTo>
                  <a:lnTo>
                    <a:pt x="605065" y="6475"/>
                  </a:lnTo>
                  <a:lnTo>
                    <a:pt x="612923" y="6472"/>
                  </a:lnTo>
                  <a:lnTo>
                    <a:pt x="620781" y="6471"/>
                  </a:lnTo>
                  <a:lnTo>
                    <a:pt x="628639" y="6476"/>
                  </a:lnTo>
                  <a:lnTo>
                    <a:pt x="636497" y="6456"/>
                  </a:lnTo>
                  <a:lnTo>
                    <a:pt x="644355" y="6450"/>
                  </a:lnTo>
                  <a:lnTo>
                    <a:pt x="652213" y="6445"/>
                  </a:lnTo>
                  <a:lnTo>
                    <a:pt x="660071" y="6439"/>
                  </a:lnTo>
                  <a:lnTo>
                    <a:pt x="667929" y="6427"/>
                  </a:lnTo>
                  <a:lnTo>
                    <a:pt x="675787" y="6429"/>
                  </a:lnTo>
                  <a:lnTo>
                    <a:pt x="683645" y="6411"/>
                  </a:lnTo>
                  <a:lnTo>
                    <a:pt x="691503" y="6366"/>
                  </a:lnTo>
                  <a:lnTo>
                    <a:pt x="699361" y="6346"/>
                  </a:lnTo>
                  <a:lnTo>
                    <a:pt x="707219" y="6336"/>
                  </a:lnTo>
                  <a:lnTo>
                    <a:pt x="715077" y="6306"/>
                  </a:lnTo>
                  <a:lnTo>
                    <a:pt x="722935" y="6289"/>
                  </a:lnTo>
                  <a:lnTo>
                    <a:pt x="730793" y="6282"/>
                  </a:lnTo>
                  <a:lnTo>
                    <a:pt x="738651" y="6238"/>
                  </a:lnTo>
                  <a:lnTo>
                    <a:pt x="746509" y="6201"/>
                  </a:lnTo>
                  <a:lnTo>
                    <a:pt x="754367" y="6194"/>
                  </a:lnTo>
                  <a:lnTo>
                    <a:pt x="762225" y="6140"/>
                  </a:lnTo>
                  <a:lnTo>
                    <a:pt x="770083" y="6122"/>
                  </a:lnTo>
                  <a:lnTo>
                    <a:pt x="777941" y="6122"/>
                  </a:lnTo>
                  <a:lnTo>
                    <a:pt x="785799" y="6113"/>
                  </a:lnTo>
                  <a:lnTo>
                    <a:pt x="793657" y="6088"/>
                  </a:lnTo>
                  <a:lnTo>
                    <a:pt x="801515" y="6063"/>
                  </a:lnTo>
                  <a:lnTo>
                    <a:pt x="809373" y="6056"/>
                  </a:lnTo>
                  <a:lnTo>
                    <a:pt x="817231" y="6037"/>
                  </a:lnTo>
                  <a:lnTo>
                    <a:pt x="825089" y="6008"/>
                  </a:lnTo>
                  <a:lnTo>
                    <a:pt x="832947" y="5984"/>
                  </a:lnTo>
                  <a:lnTo>
                    <a:pt x="840805" y="5954"/>
                  </a:lnTo>
                  <a:lnTo>
                    <a:pt x="848663" y="5920"/>
                  </a:lnTo>
                  <a:lnTo>
                    <a:pt x="856521" y="5886"/>
                  </a:lnTo>
                  <a:lnTo>
                    <a:pt x="864379" y="5853"/>
                  </a:lnTo>
                  <a:lnTo>
                    <a:pt x="872237" y="5825"/>
                  </a:lnTo>
                  <a:lnTo>
                    <a:pt x="880095" y="5799"/>
                  </a:lnTo>
                  <a:lnTo>
                    <a:pt x="887953" y="5795"/>
                  </a:lnTo>
                  <a:lnTo>
                    <a:pt x="895811" y="5759"/>
                  </a:lnTo>
                  <a:lnTo>
                    <a:pt x="903669" y="5723"/>
                  </a:lnTo>
                  <a:lnTo>
                    <a:pt x="911527" y="5714"/>
                  </a:lnTo>
                  <a:lnTo>
                    <a:pt x="919385" y="5683"/>
                  </a:lnTo>
                  <a:lnTo>
                    <a:pt x="927243" y="5680"/>
                  </a:lnTo>
                  <a:lnTo>
                    <a:pt x="935101" y="5649"/>
                  </a:lnTo>
                  <a:lnTo>
                    <a:pt x="942959" y="5618"/>
                  </a:lnTo>
                  <a:lnTo>
                    <a:pt x="950817" y="5589"/>
                  </a:lnTo>
                  <a:lnTo>
                    <a:pt x="958675" y="5552"/>
                  </a:lnTo>
                  <a:lnTo>
                    <a:pt x="966533" y="5512"/>
                  </a:lnTo>
                  <a:lnTo>
                    <a:pt x="974391" y="5475"/>
                  </a:lnTo>
                  <a:lnTo>
                    <a:pt x="982249" y="5447"/>
                  </a:lnTo>
                  <a:lnTo>
                    <a:pt x="990107" y="5396"/>
                  </a:lnTo>
                  <a:lnTo>
                    <a:pt x="997965" y="5347"/>
                  </a:lnTo>
                  <a:lnTo>
                    <a:pt x="1005823" y="5321"/>
                  </a:lnTo>
                  <a:lnTo>
                    <a:pt x="1013681" y="5302"/>
                  </a:lnTo>
                  <a:lnTo>
                    <a:pt x="1021539" y="5294"/>
                  </a:lnTo>
                  <a:lnTo>
                    <a:pt x="1029397" y="5264"/>
                  </a:lnTo>
                  <a:lnTo>
                    <a:pt x="1037254" y="5245"/>
                  </a:lnTo>
                  <a:lnTo>
                    <a:pt x="1045112" y="5213"/>
                  </a:lnTo>
                  <a:lnTo>
                    <a:pt x="1052970" y="5178"/>
                  </a:lnTo>
                  <a:lnTo>
                    <a:pt x="1060828" y="5144"/>
                  </a:lnTo>
                  <a:lnTo>
                    <a:pt x="1068686" y="5110"/>
                  </a:lnTo>
                  <a:lnTo>
                    <a:pt x="1076544" y="5073"/>
                  </a:lnTo>
                  <a:lnTo>
                    <a:pt x="1084402" y="5032"/>
                  </a:lnTo>
                  <a:lnTo>
                    <a:pt x="1092260" y="4985"/>
                  </a:lnTo>
                  <a:lnTo>
                    <a:pt x="1100118" y="4961"/>
                  </a:lnTo>
                  <a:lnTo>
                    <a:pt x="1107976" y="4931"/>
                  </a:lnTo>
                  <a:lnTo>
                    <a:pt x="1115834" y="4896"/>
                  </a:lnTo>
                  <a:lnTo>
                    <a:pt x="1123692" y="4873"/>
                  </a:lnTo>
                  <a:lnTo>
                    <a:pt x="1131550" y="4829"/>
                  </a:lnTo>
                  <a:lnTo>
                    <a:pt x="1139408" y="4789"/>
                  </a:lnTo>
                  <a:lnTo>
                    <a:pt x="1147266" y="4753"/>
                  </a:lnTo>
                  <a:lnTo>
                    <a:pt x="1155124" y="4717"/>
                  </a:lnTo>
                  <a:lnTo>
                    <a:pt x="1162982" y="4681"/>
                  </a:lnTo>
                  <a:lnTo>
                    <a:pt x="1170840" y="4658"/>
                  </a:lnTo>
                  <a:lnTo>
                    <a:pt x="1178698" y="4639"/>
                  </a:lnTo>
                  <a:lnTo>
                    <a:pt x="1186556" y="4627"/>
                  </a:lnTo>
                  <a:lnTo>
                    <a:pt x="1194414" y="4601"/>
                  </a:lnTo>
                  <a:lnTo>
                    <a:pt x="1202272" y="4582"/>
                  </a:lnTo>
                  <a:lnTo>
                    <a:pt x="1210130" y="4552"/>
                  </a:lnTo>
                  <a:lnTo>
                    <a:pt x="1217988" y="4520"/>
                  </a:lnTo>
                  <a:lnTo>
                    <a:pt x="1225846" y="4487"/>
                  </a:lnTo>
                  <a:lnTo>
                    <a:pt x="1233704" y="4454"/>
                  </a:lnTo>
                  <a:lnTo>
                    <a:pt x="1241562" y="4422"/>
                  </a:lnTo>
                  <a:lnTo>
                    <a:pt x="1249420" y="4389"/>
                  </a:lnTo>
                  <a:lnTo>
                    <a:pt x="1257278" y="4356"/>
                  </a:lnTo>
                  <a:lnTo>
                    <a:pt x="1265136" y="4323"/>
                  </a:lnTo>
                  <a:lnTo>
                    <a:pt x="1272994" y="4290"/>
                  </a:lnTo>
                  <a:lnTo>
                    <a:pt x="1280852" y="4257"/>
                  </a:lnTo>
                  <a:lnTo>
                    <a:pt x="1288710" y="4224"/>
                  </a:lnTo>
                  <a:lnTo>
                    <a:pt x="1296568" y="4191"/>
                  </a:lnTo>
                  <a:lnTo>
                    <a:pt x="1304426" y="4158"/>
                  </a:lnTo>
                  <a:lnTo>
                    <a:pt x="1312284" y="4124"/>
                  </a:lnTo>
                  <a:lnTo>
                    <a:pt x="1320142" y="4094"/>
                  </a:lnTo>
                  <a:lnTo>
                    <a:pt x="1328000" y="4057"/>
                  </a:lnTo>
                  <a:lnTo>
                    <a:pt x="1335858" y="4024"/>
                  </a:lnTo>
                  <a:lnTo>
                    <a:pt x="1343716" y="3990"/>
                  </a:lnTo>
                  <a:lnTo>
                    <a:pt x="1351574" y="3955"/>
                  </a:lnTo>
                  <a:lnTo>
                    <a:pt x="1359432" y="3921"/>
                  </a:lnTo>
                  <a:lnTo>
                    <a:pt x="1367290" y="3887"/>
                  </a:lnTo>
                  <a:lnTo>
                    <a:pt x="1375148" y="3853"/>
                  </a:lnTo>
                  <a:lnTo>
                    <a:pt x="1383006" y="3819"/>
                  </a:lnTo>
                  <a:lnTo>
                    <a:pt x="1390864" y="3784"/>
                  </a:lnTo>
                  <a:lnTo>
                    <a:pt x="1398722" y="3750"/>
                  </a:lnTo>
                  <a:lnTo>
                    <a:pt x="1406580" y="3703"/>
                  </a:lnTo>
                  <a:lnTo>
                    <a:pt x="1414438" y="3653"/>
                  </a:lnTo>
                  <a:lnTo>
                    <a:pt x="1422296" y="3603"/>
                  </a:lnTo>
                  <a:lnTo>
                    <a:pt x="1430154" y="3553"/>
                  </a:lnTo>
                  <a:lnTo>
                    <a:pt x="1438012" y="3503"/>
                  </a:lnTo>
                  <a:lnTo>
                    <a:pt x="1445870" y="3452"/>
                  </a:lnTo>
                  <a:lnTo>
                    <a:pt x="1453728" y="3402"/>
                  </a:lnTo>
                  <a:lnTo>
                    <a:pt x="1461586" y="3351"/>
                  </a:lnTo>
                  <a:lnTo>
                    <a:pt x="1469444" y="3301"/>
                  </a:lnTo>
                  <a:lnTo>
                    <a:pt x="1477302" y="3249"/>
                  </a:lnTo>
                  <a:lnTo>
                    <a:pt x="1485160" y="3200"/>
                  </a:lnTo>
                  <a:lnTo>
                    <a:pt x="1493018" y="3161"/>
                  </a:lnTo>
                  <a:lnTo>
                    <a:pt x="1500876" y="3121"/>
                  </a:lnTo>
                  <a:lnTo>
                    <a:pt x="1508734" y="3081"/>
                  </a:lnTo>
                  <a:lnTo>
                    <a:pt x="1516592" y="3042"/>
                  </a:lnTo>
                  <a:lnTo>
                    <a:pt x="1524450" y="3002"/>
                  </a:lnTo>
                  <a:lnTo>
                    <a:pt x="1532308" y="2963"/>
                  </a:lnTo>
                  <a:lnTo>
                    <a:pt x="1540166" y="2923"/>
                  </a:lnTo>
                  <a:lnTo>
                    <a:pt x="1548024" y="2880"/>
                  </a:lnTo>
                  <a:lnTo>
                    <a:pt x="1555882" y="2844"/>
                  </a:lnTo>
                  <a:lnTo>
                    <a:pt x="1563740" y="2803"/>
                  </a:lnTo>
                  <a:lnTo>
                    <a:pt x="1571598" y="2763"/>
                  </a:lnTo>
                  <a:lnTo>
                    <a:pt x="1579456" y="2722"/>
                  </a:lnTo>
                  <a:lnTo>
                    <a:pt x="1587314" y="2682"/>
                  </a:lnTo>
                  <a:lnTo>
                    <a:pt x="1595172" y="2642"/>
                  </a:lnTo>
                  <a:lnTo>
                    <a:pt x="1603030" y="2602"/>
                  </a:lnTo>
                  <a:lnTo>
                    <a:pt x="1610888" y="2561"/>
                  </a:lnTo>
                  <a:lnTo>
                    <a:pt x="1618746" y="2521"/>
                  </a:lnTo>
                  <a:lnTo>
                    <a:pt x="1626604" y="2481"/>
                  </a:lnTo>
                  <a:lnTo>
                    <a:pt x="1634462" y="2440"/>
                  </a:lnTo>
                  <a:lnTo>
                    <a:pt x="1642320" y="2400"/>
                  </a:lnTo>
                  <a:lnTo>
                    <a:pt x="1650178" y="2359"/>
                  </a:lnTo>
                  <a:lnTo>
                    <a:pt x="1658036" y="2326"/>
                  </a:lnTo>
                  <a:lnTo>
                    <a:pt x="1665894" y="2295"/>
                  </a:lnTo>
                  <a:lnTo>
                    <a:pt x="1673752" y="2260"/>
                  </a:lnTo>
                  <a:lnTo>
                    <a:pt x="1681610" y="2195"/>
                  </a:lnTo>
                  <a:lnTo>
                    <a:pt x="1689468" y="2153"/>
                  </a:lnTo>
                  <a:lnTo>
                    <a:pt x="1697326" y="2111"/>
                  </a:lnTo>
                  <a:lnTo>
                    <a:pt x="1705184" y="2068"/>
                  </a:lnTo>
                  <a:lnTo>
                    <a:pt x="1713042" y="2006"/>
                  </a:lnTo>
                  <a:lnTo>
                    <a:pt x="1720900" y="1944"/>
                  </a:lnTo>
                  <a:lnTo>
                    <a:pt x="1728758" y="1881"/>
                  </a:lnTo>
                  <a:lnTo>
                    <a:pt x="1736616" y="1835"/>
                  </a:lnTo>
                  <a:lnTo>
                    <a:pt x="1744474" y="1793"/>
                  </a:lnTo>
                  <a:lnTo>
                    <a:pt x="1752332" y="1750"/>
                  </a:lnTo>
                  <a:lnTo>
                    <a:pt x="1760190" y="1708"/>
                  </a:lnTo>
                  <a:lnTo>
                    <a:pt x="1768048" y="1665"/>
                  </a:lnTo>
                  <a:lnTo>
                    <a:pt x="1775906" y="1623"/>
                  </a:lnTo>
                  <a:lnTo>
                    <a:pt x="1783764" y="1580"/>
                  </a:lnTo>
                  <a:lnTo>
                    <a:pt x="1791622" y="1538"/>
                  </a:lnTo>
                  <a:lnTo>
                    <a:pt x="1799480" y="1495"/>
                  </a:lnTo>
                  <a:lnTo>
                    <a:pt x="1807338" y="1452"/>
                  </a:lnTo>
                  <a:lnTo>
                    <a:pt x="1815196" y="1409"/>
                  </a:lnTo>
                  <a:lnTo>
                    <a:pt x="1823054" y="1366"/>
                  </a:lnTo>
                  <a:lnTo>
                    <a:pt x="1830912" y="1323"/>
                  </a:lnTo>
                  <a:lnTo>
                    <a:pt x="1838770" y="1280"/>
                  </a:lnTo>
                  <a:lnTo>
                    <a:pt x="1846628" y="1236"/>
                  </a:lnTo>
                  <a:lnTo>
                    <a:pt x="1854486" y="1193"/>
                  </a:lnTo>
                  <a:lnTo>
                    <a:pt x="1862344" y="1150"/>
                  </a:lnTo>
                  <a:lnTo>
                    <a:pt x="1870202" y="1107"/>
                  </a:lnTo>
                  <a:lnTo>
                    <a:pt x="1878060" y="1063"/>
                  </a:lnTo>
                  <a:lnTo>
                    <a:pt x="1885918" y="1020"/>
                  </a:lnTo>
                  <a:lnTo>
                    <a:pt x="1893776" y="976"/>
                  </a:lnTo>
                  <a:lnTo>
                    <a:pt x="1901634" y="933"/>
                  </a:lnTo>
                  <a:lnTo>
                    <a:pt x="1909492" y="889"/>
                  </a:lnTo>
                  <a:lnTo>
                    <a:pt x="1917350" y="855"/>
                  </a:lnTo>
                  <a:lnTo>
                    <a:pt x="1925208" y="801"/>
                  </a:lnTo>
                  <a:lnTo>
                    <a:pt x="1933066" y="756"/>
                  </a:lnTo>
                  <a:lnTo>
                    <a:pt x="1940924" y="712"/>
                  </a:lnTo>
                  <a:lnTo>
                    <a:pt x="1948782" y="667"/>
                  </a:lnTo>
                  <a:lnTo>
                    <a:pt x="1956640" y="620"/>
                  </a:lnTo>
                  <a:lnTo>
                    <a:pt x="1964498" y="558"/>
                  </a:lnTo>
                  <a:lnTo>
                    <a:pt x="1972356" y="497"/>
                  </a:lnTo>
                  <a:lnTo>
                    <a:pt x="1980214" y="435"/>
                  </a:lnTo>
                  <a:lnTo>
                    <a:pt x="1988072" y="373"/>
                  </a:lnTo>
                  <a:lnTo>
                    <a:pt x="1995930" y="311"/>
                  </a:lnTo>
                  <a:lnTo>
                    <a:pt x="2003788" y="249"/>
                  </a:lnTo>
                  <a:lnTo>
                    <a:pt x="2011646" y="187"/>
                  </a:lnTo>
                  <a:lnTo>
                    <a:pt x="2019504" y="125"/>
                  </a:lnTo>
                  <a:lnTo>
                    <a:pt x="2027362" y="62"/>
                  </a:lnTo>
                  <a:lnTo>
                    <a:pt x="2035220" y="0"/>
                  </a:lnTo>
                  <a:lnTo>
                    <a:pt x="2035220" y="17799"/>
                  </a:lnTo>
                  <a:lnTo>
                    <a:pt x="2027362" y="17777"/>
                  </a:lnTo>
                  <a:lnTo>
                    <a:pt x="2019504" y="17755"/>
                  </a:lnTo>
                  <a:lnTo>
                    <a:pt x="2011646" y="17734"/>
                  </a:lnTo>
                  <a:lnTo>
                    <a:pt x="2003788" y="17712"/>
                  </a:lnTo>
                  <a:lnTo>
                    <a:pt x="1995930" y="17689"/>
                  </a:lnTo>
                  <a:lnTo>
                    <a:pt x="1988072" y="17664"/>
                  </a:lnTo>
                  <a:lnTo>
                    <a:pt x="1980214" y="17638"/>
                  </a:lnTo>
                  <a:lnTo>
                    <a:pt x="1972356" y="17612"/>
                  </a:lnTo>
                  <a:lnTo>
                    <a:pt x="1964498" y="17586"/>
                  </a:lnTo>
                  <a:lnTo>
                    <a:pt x="1956640" y="17559"/>
                  </a:lnTo>
                  <a:lnTo>
                    <a:pt x="1948782" y="17533"/>
                  </a:lnTo>
                  <a:lnTo>
                    <a:pt x="1940924" y="17506"/>
                  </a:lnTo>
                  <a:lnTo>
                    <a:pt x="1933066" y="17482"/>
                  </a:lnTo>
                  <a:lnTo>
                    <a:pt x="1925208" y="17459"/>
                  </a:lnTo>
                  <a:lnTo>
                    <a:pt x="1917350" y="17435"/>
                  </a:lnTo>
                  <a:lnTo>
                    <a:pt x="1909492" y="17412"/>
                  </a:lnTo>
                  <a:lnTo>
                    <a:pt x="1901634" y="17389"/>
                  </a:lnTo>
                  <a:lnTo>
                    <a:pt x="1893776" y="17365"/>
                  </a:lnTo>
                  <a:lnTo>
                    <a:pt x="1885918" y="17342"/>
                  </a:lnTo>
                  <a:lnTo>
                    <a:pt x="1878060" y="17318"/>
                  </a:lnTo>
                  <a:lnTo>
                    <a:pt x="1870202" y="17294"/>
                  </a:lnTo>
                  <a:lnTo>
                    <a:pt x="1862344" y="17269"/>
                  </a:lnTo>
                  <a:lnTo>
                    <a:pt x="1854486" y="17245"/>
                  </a:lnTo>
                  <a:lnTo>
                    <a:pt x="1846628" y="17213"/>
                  </a:lnTo>
                  <a:lnTo>
                    <a:pt x="1838770" y="17180"/>
                  </a:lnTo>
                  <a:lnTo>
                    <a:pt x="1830912" y="17148"/>
                  </a:lnTo>
                  <a:lnTo>
                    <a:pt x="1823054" y="17116"/>
                  </a:lnTo>
                  <a:lnTo>
                    <a:pt x="1815196" y="17083"/>
                  </a:lnTo>
                  <a:lnTo>
                    <a:pt x="1807338" y="17051"/>
                  </a:lnTo>
                  <a:lnTo>
                    <a:pt x="1799480" y="17018"/>
                  </a:lnTo>
                  <a:lnTo>
                    <a:pt x="1791622" y="16985"/>
                  </a:lnTo>
                  <a:lnTo>
                    <a:pt x="1783764" y="16952"/>
                  </a:lnTo>
                  <a:lnTo>
                    <a:pt x="1775906" y="16918"/>
                  </a:lnTo>
                  <a:lnTo>
                    <a:pt x="1768048" y="16888"/>
                  </a:lnTo>
                  <a:lnTo>
                    <a:pt x="1760190" y="16863"/>
                  </a:lnTo>
                  <a:lnTo>
                    <a:pt x="1752332" y="16837"/>
                  </a:lnTo>
                  <a:lnTo>
                    <a:pt x="1744474" y="16811"/>
                  </a:lnTo>
                  <a:lnTo>
                    <a:pt x="1736616" y="16785"/>
                  </a:lnTo>
                  <a:lnTo>
                    <a:pt x="1728758" y="16759"/>
                  </a:lnTo>
                  <a:lnTo>
                    <a:pt x="1720900" y="16729"/>
                  </a:lnTo>
                  <a:lnTo>
                    <a:pt x="1713042" y="16693"/>
                  </a:lnTo>
                  <a:lnTo>
                    <a:pt x="1705184" y="16657"/>
                  </a:lnTo>
                  <a:lnTo>
                    <a:pt x="1697326" y="16620"/>
                  </a:lnTo>
                  <a:lnTo>
                    <a:pt x="1689468" y="16584"/>
                  </a:lnTo>
                  <a:lnTo>
                    <a:pt x="1681610" y="16555"/>
                  </a:lnTo>
                  <a:lnTo>
                    <a:pt x="1673752" y="16527"/>
                  </a:lnTo>
                  <a:lnTo>
                    <a:pt x="1665894" y="16500"/>
                  </a:lnTo>
                  <a:lnTo>
                    <a:pt x="1658036" y="16472"/>
                  </a:lnTo>
                  <a:lnTo>
                    <a:pt x="1650178" y="16441"/>
                  </a:lnTo>
                  <a:lnTo>
                    <a:pt x="1642320" y="16403"/>
                  </a:lnTo>
                  <a:lnTo>
                    <a:pt x="1634462" y="16366"/>
                  </a:lnTo>
                  <a:lnTo>
                    <a:pt x="1626604" y="16335"/>
                  </a:lnTo>
                  <a:lnTo>
                    <a:pt x="1618746" y="16305"/>
                  </a:lnTo>
                  <a:lnTo>
                    <a:pt x="1610888" y="16274"/>
                  </a:lnTo>
                  <a:lnTo>
                    <a:pt x="1603030" y="16244"/>
                  </a:lnTo>
                  <a:lnTo>
                    <a:pt x="1595172" y="16213"/>
                  </a:lnTo>
                  <a:lnTo>
                    <a:pt x="1587314" y="16182"/>
                  </a:lnTo>
                  <a:lnTo>
                    <a:pt x="1579456" y="16156"/>
                  </a:lnTo>
                  <a:lnTo>
                    <a:pt x="1571598" y="16130"/>
                  </a:lnTo>
                  <a:lnTo>
                    <a:pt x="1563740" y="16096"/>
                  </a:lnTo>
                  <a:lnTo>
                    <a:pt x="1555882" y="16059"/>
                  </a:lnTo>
                  <a:lnTo>
                    <a:pt x="1548024" y="16027"/>
                  </a:lnTo>
                  <a:lnTo>
                    <a:pt x="1540166" y="15995"/>
                  </a:lnTo>
                  <a:lnTo>
                    <a:pt x="1532308" y="15964"/>
                  </a:lnTo>
                  <a:lnTo>
                    <a:pt x="1524450" y="15932"/>
                  </a:lnTo>
                  <a:lnTo>
                    <a:pt x="1516592" y="15906"/>
                  </a:lnTo>
                  <a:lnTo>
                    <a:pt x="1508734" y="15882"/>
                  </a:lnTo>
                  <a:lnTo>
                    <a:pt x="1500876" y="15857"/>
                  </a:lnTo>
                  <a:lnTo>
                    <a:pt x="1493018" y="15832"/>
                  </a:lnTo>
                  <a:lnTo>
                    <a:pt x="1485160" y="15807"/>
                  </a:lnTo>
                  <a:lnTo>
                    <a:pt x="1477302" y="15782"/>
                  </a:lnTo>
                  <a:lnTo>
                    <a:pt x="1469444" y="15757"/>
                  </a:lnTo>
                  <a:lnTo>
                    <a:pt x="1461586" y="15732"/>
                  </a:lnTo>
                  <a:lnTo>
                    <a:pt x="1453728" y="15706"/>
                  </a:lnTo>
                  <a:lnTo>
                    <a:pt x="1445870" y="15675"/>
                  </a:lnTo>
                  <a:lnTo>
                    <a:pt x="1438012" y="15639"/>
                  </a:lnTo>
                  <a:lnTo>
                    <a:pt x="1430154" y="15602"/>
                  </a:lnTo>
                  <a:lnTo>
                    <a:pt x="1422296" y="15565"/>
                  </a:lnTo>
                  <a:lnTo>
                    <a:pt x="1414438" y="15527"/>
                  </a:lnTo>
                  <a:lnTo>
                    <a:pt x="1406580" y="15490"/>
                  </a:lnTo>
                  <a:lnTo>
                    <a:pt x="1398722" y="15452"/>
                  </a:lnTo>
                  <a:lnTo>
                    <a:pt x="1390864" y="15415"/>
                  </a:lnTo>
                  <a:lnTo>
                    <a:pt x="1383006" y="15384"/>
                  </a:lnTo>
                  <a:lnTo>
                    <a:pt x="1375148" y="15352"/>
                  </a:lnTo>
                  <a:lnTo>
                    <a:pt x="1367290" y="15321"/>
                  </a:lnTo>
                  <a:lnTo>
                    <a:pt x="1359432" y="15289"/>
                  </a:lnTo>
                  <a:lnTo>
                    <a:pt x="1351574" y="15257"/>
                  </a:lnTo>
                  <a:lnTo>
                    <a:pt x="1343716" y="15223"/>
                  </a:lnTo>
                  <a:lnTo>
                    <a:pt x="1335858" y="15184"/>
                  </a:lnTo>
                  <a:lnTo>
                    <a:pt x="1328000" y="15150"/>
                  </a:lnTo>
                  <a:lnTo>
                    <a:pt x="1320142" y="15123"/>
                  </a:lnTo>
                  <a:lnTo>
                    <a:pt x="1312284" y="15097"/>
                  </a:lnTo>
                  <a:lnTo>
                    <a:pt x="1304426" y="15064"/>
                  </a:lnTo>
                  <a:lnTo>
                    <a:pt x="1296568" y="15032"/>
                  </a:lnTo>
                  <a:lnTo>
                    <a:pt x="1288710" y="14999"/>
                  </a:lnTo>
                  <a:lnTo>
                    <a:pt x="1280852" y="14966"/>
                  </a:lnTo>
                  <a:lnTo>
                    <a:pt x="1272994" y="14933"/>
                  </a:lnTo>
                  <a:lnTo>
                    <a:pt x="1265136" y="14900"/>
                  </a:lnTo>
                  <a:lnTo>
                    <a:pt x="1257278" y="14867"/>
                  </a:lnTo>
                  <a:lnTo>
                    <a:pt x="1249420" y="14834"/>
                  </a:lnTo>
                  <a:lnTo>
                    <a:pt x="1241562" y="14800"/>
                  </a:lnTo>
                  <a:lnTo>
                    <a:pt x="1233704" y="14766"/>
                  </a:lnTo>
                  <a:lnTo>
                    <a:pt x="1225846" y="14732"/>
                  </a:lnTo>
                  <a:lnTo>
                    <a:pt x="1217988" y="14698"/>
                  </a:lnTo>
                  <a:lnTo>
                    <a:pt x="1210130" y="14664"/>
                  </a:lnTo>
                  <a:lnTo>
                    <a:pt x="1202272" y="14629"/>
                  </a:lnTo>
                  <a:lnTo>
                    <a:pt x="1194414" y="14595"/>
                  </a:lnTo>
                  <a:lnTo>
                    <a:pt x="1186556" y="14560"/>
                  </a:lnTo>
                  <a:lnTo>
                    <a:pt x="1178698" y="14524"/>
                  </a:lnTo>
                  <a:lnTo>
                    <a:pt x="1170840" y="14487"/>
                  </a:lnTo>
                  <a:lnTo>
                    <a:pt x="1162982" y="14441"/>
                  </a:lnTo>
                  <a:lnTo>
                    <a:pt x="1155124" y="14399"/>
                  </a:lnTo>
                  <a:lnTo>
                    <a:pt x="1147266" y="14359"/>
                  </a:lnTo>
                  <a:lnTo>
                    <a:pt x="1139408" y="14307"/>
                  </a:lnTo>
                  <a:lnTo>
                    <a:pt x="1131550" y="14256"/>
                  </a:lnTo>
                  <a:lnTo>
                    <a:pt x="1123692" y="14204"/>
                  </a:lnTo>
                  <a:lnTo>
                    <a:pt x="1115834" y="14155"/>
                  </a:lnTo>
                  <a:lnTo>
                    <a:pt x="1107976" y="14121"/>
                  </a:lnTo>
                  <a:lnTo>
                    <a:pt x="1100118" y="14092"/>
                  </a:lnTo>
                  <a:lnTo>
                    <a:pt x="1092260" y="14061"/>
                  </a:lnTo>
                  <a:lnTo>
                    <a:pt x="1084402" y="14036"/>
                  </a:lnTo>
                  <a:lnTo>
                    <a:pt x="1076544" y="14008"/>
                  </a:lnTo>
                  <a:lnTo>
                    <a:pt x="1068686" y="13979"/>
                  </a:lnTo>
                  <a:lnTo>
                    <a:pt x="1060828" y="13951"/>
                  </a:lnTo>
                  <a:lnTo>
                    <a:pt x="1052970" y="13922"/>
                  </a:lnTo>
                  <a:lnTo>
                    <a:pt x="1045112" y="13892"/>
                  </a:lnTo>
                  <a:lnTo>
                    <a:pt x="1037254" y="13845"/>
                  </a:lnTo>
                  <a:lnTo>
                    <a:pt x="1029397" y="13803"/>
                  </a:lnTo>
                  <a:lnTo>
                    <a:pt x="1021539" y="13772"/>
                  </a:lnTo>
                  <a:lnTo>
                    <a:pt x="1013681" y="13727"/>
                  </a:lnTo>
                  <a:lnTo>
                    <a:pt x="1005823" y="13676"/>
                  </a:lnTo>
                  <a:lnTo>
                    <a:pt x="997965" y="13625"/>
                  </a:lnTo>
                  <a:lnTo>
                    <a:pt x="990107" y="13578"/>
                  </a:lnTo>
                  <a:lnTo>
                    <a:pt x="982249" y="13534"/>
                  </a:lnTo>
                  <a:lnTo>
                    <a:pt x="974391" y="13487"/>
                  </a:lnTo>
                  <a:lnTo>
                    <a:pt x="966533" y="13441"/>
                  </a:lnTo>
                  <a:lnTo>
                    <a:pt x="958675" y="13395"/>
                  </a:lnTo>
                  <a:lnTo>
                    <a:pt x="950817" y="13349"/>
                  </a:lnTo>
                  <a:lnTo>
                    <a:pt x="942959" y="13308"/>
                  </a:lnTo>
                  <a:lnTo>
                    <a:pt x="935101" y="13260"/>
                  </a:lnTo>
                  <a:lnTo>
                    <a:pt x="927243" y="13211"/>
                  </a:lnTo>
                  <a:lnTo>
                    <a:pt x="919385" y="13163"/>
                  </a:lnTo>
                  <a:lnTo>
                    <a:pt x="911527" y="13114"/>
                  </a:lnTo>
                  <a:lnTo>
                    <a:pt x="903669" y="13064"/>
                  </a:lnTo>
                  <a:lnTo>
                    <a:pt x="895811" y="13015"/>
                  </a:lnTo>
                  <a:lnTo>
                    <a:pt x="887953" y="12965"/>
                  </a:lnTo>
                  <a:lnTo>
                    <a:pt x="880095" y="12924"/>
                  </a:lnTo>
                  <a:lnTo>
                    <a:pt x="872237" y="12873"/>
                  </a:lnTo>
                  <a:lnTo>
                    <a:pt x="864379" y="12823"/>
                  </a:lnTo>
                  <a:lnTo>
                    <a:pt x="856521" y="12764"/>
                  </a:lnTo>
                  <a:lnTo>
                    <a:pt x="848663" y="12713"/>
                  </a:lnTo>
                  <a:lnTo>
                    <a:pt x="840805" y="12672"/>
                  </a:lnTo>
                  <a:lnTo>
                    <a:pt x="832947" y="12634"/>
                  </a:lnTo>
                  <a:lnTo>
                    <a:pt x="825089" y="12585"/>
                  </a:lnTo>
                  <a:lnTo>
                    <a:pt x="817231" y="12535"/>
                  </a:lnTo>
                  <a:lnTo>
                    <a:pt x="809373" y="12486"/>
                  </a:lnTo>
                  <a:lnTo>
                    <a:pt x="801515" y="12446"/>
                  </a:lnTo>
                  <a:lnTo>
                    <a:pt x="793657" y="12395"/>
                  </a:lnTo>
                  <a:lnTo>
                    <a:pt x="785799" y="12344"/>
                  </a:lnTo>
                  <a:lnTo>
                    <a:pt x="777941" y="12304"/>
                  </a:lnTo>
                  <a:lnTo>
                    <a:pt x="770083" y="12274"/>
                  </a:lnTo>
                  <a:lnTo>
                    <a:pt x="762225" y="12244"/>
                  </a:lnTo>
                  <a:lnTo>
                    <a:pt x="754367" y="12213"/>
                  </a:lnTo>
                  <a:lnTo>
                    <a:pt x="746509" y="12181"/>
                  </a:lnTo>
                  <a:lnTo>
                    <a:pt x="738651" y="12143"/>
                  </a:lnTo>
                  <a:lnTo>
                    <a:pt x="730793" y="12087"/>
                  </a:lnTo>
                  <a:lnTo>
                    <a:pt x="722935" y="12048"/>
                  </a:lnTo>
                  <a:lnTo>
                    <a:pt x="715077" y="12001"/>
                  </a:lnTo>
                  <a:lnTo>
                    <a:pt x="707219" y="11964"/>
                  </a:lnTo>
                  <a:lnTo>
                    <a:pt x="699361" y="11942"/>
                  </a:lnTo>
                  <a:lnTo>
                    <a:pt x="691503" y="11899"/>
                  </a:lnTo>
                  <a:lnTo>
                    <a:pt x="683645" y="11840"/>
                  </a:lnTo>
                  <a:lnTo>
                    <a:pt x="675787" y="11796"/>
                  </a:lnTo>
                  <a:lnTo>
                    <a:pt x="667929" y="11739"/>
                  </a:lnTo>
                  <a:lnTo>
                    <a:pt x="660071" y="11694"/>
                  </a:lnTo>
                  <a:lnTo>
                    <a:pt x="652213" y="11653"/>
                  </a:lnTo>
                  <a:lnTo>
                    <a:pt x="644355" y="11622"/>
                  </a:lnTo>
                  <a:lnTo>
                    <a:pt x="636497" y="11603"/>
                  </a:lnTo>
                  <a:lnTo>
                    <a:pt x="628639" y="11565"/>
                  </a:lnTo>
                  <a:lnTo>
                    <a:pt x="620781" y="11536"/>
                  </a:lnTo>
                  <a:lnTo>
                    <a:pt x="612923" y="11496"/>
                  </a:lnTo>
                  <a:lnTo>
                    <a:pt x="605065" y="11464"/>
                  </a:lnTo>
                  <a:lnTo>
                    <a:pt x="597207" y="11452"/>
                  </a:lnTo>
                  <a:lnTo>
                    <a:pt x="589349" y="11426"/>
                  </a:lnTo>
                  <a:lnTo>
                    <a:pt x="581491" y="11386"/>
                  </a:lnTo>
                  <a:lnTo>
                    <a:pt x="573633" y="11350"/>
                  </a:lnTo>
                  <a:lnTo>
                    <a:pt x="565775" y="11321"/>
                  </a:lnTo>
                  <a:lnTo>
                    <a:pt x="557917" y="11286"/>
                  </a:lnTo>
                  <a:lnTo>
                    <a:pt x="550059" y="11247"/>
                  </a:lnTo>
                  <a:lnTo>
                    <a:pt x="542201" y="11200"/>
                  </a:lnTo>
                  <a:lnTo>
                    <a:pt x="534343" y="11172"/>
                  </a:lnTo>
                  <a:lnTo>
                    <a:pt x="526485" y="11149"/>
                  </a:lnTo>
                  <a:lnTo>
                    <a:pt x="518627" y="11122"/>
                  </a:lnTo>
                  <a:lnTo>
                    <a:pt x="510769" y="11089"/>
                  </a:lnTo>
                  <a:lnTo>
                    <a:pt x="502911" y="11070"/>
                  </a:lnTo>
                  <a:lnTo>
                    <a:pt x="495053" y="11066"/>
                  </a:lnTo>
                  <a:lnTo>
                    <a:pt x="487195" y="11060"/>
                  </a:lnTo>
                  <a:lnTo>
                    <a:pt x="479337" y="11052"/>
                  </a:lnTo>
                  <a:lnTo>
                    <a:pt x="471479" y="11032"/>
                  </a:lnTo>
                  <a:lnTo>
                    <a:pt x="463621" y="11002"/>
                  </a:lnTo>
                  <a:lnTo>
                    <a:pt x="455763" y="10990"/>
                  </a:lnTo>
                  <a:lnTo>
                    <a:pt x="447905" y="10964"/>
                  </a:lnTo>
                  <a:lnTo>
                    <a:pt x="440047" y="10947"/>
                  </a:lnTo>
                  <a:lnTo>
                    <a:pt x="432189" y="10947"/>
                  </a:lnTo>
                  <a:lnTo>
                    <a:pt x="424331" y="10916"/>
                  </a:lnTo>
                  <a:lnTo>
                    <a:pt x="416473" y="10919"/>
                  </a:lnTo>
                  <a:lnTo>
                    <a:pt x="408615" y="10919"/>
                  </a:lnTo>
                  <a:lnTo>
                    <a:pt x="400757" y="10909"/>
                  </a:lnTo>
                  <a:lnTo>
                    <a:pt x="392899" y="10899"/>
                  </a:lnTo>
                  <a:lnTo>
                    <a:pt x="385041" y="10880"/>
                  </a:lnTo>
                  <a:lnTo>
                    <a:pt x="377183" y="10888"/>
                  </a:lnTo>
                  <a:lnTo>
                    <a:pt x="369325" y="10863"/>
                  </a:lnTo>
                  <a:lnTo>
                    <a:pt x="361467" y="10878"/>
                  </a:lnTo>
                  <a:lnTo>
                    <a:pt x="353609" y="10886"/>
                  </a:lnTo>
                  <a:lnTo>
                    <a:pt x="345751" y="10861"/>
                  </a:lnTo>
                  <a:lnTo>
                    <a:pt x="337893" y="10836"/>
                  </a:lnTo>
                  <a:lnTo>
                    <a:pt x="330035" y="10811"/>
                  </a:lnTo>
                  <a:lnTo>
                    <a:pt x="322177" y="10820"/>
                  </a:lnTo>
                  <a:lnTo>
                    <a:pt x="314319" y="10802"/>
                  </a:lnTo>
                  <a:lnTo>
                    <a:pt x="306461" y="10784"/>
                  </a:lnTo>
                  <a:lnTo>
                    <a:pt x="298603" y="10768"/>
                  </a:lnTo>
                  <a:lnTo>
                    <a:pt x="290745" y="10767"/>
                  </a:lnTo>
                  <a:lnTo>
                    <a:pt x="282887" y="10765"/>
                  </a:lnTo>
                  <a:lnTo>
                    <a:pt x="275029" y="10762"/>
                  </a:lnTo>
                  <a:lnTo>
                    <a:pt x="267171" y="10776"/>
                  </a:lnTo>
                  <a:lnTo>
                    <a:pt x="259313" y="10773"/>
                  </a:lnTo>
                  <a:lnTo>
                    <a:pt x="251455" y="10791"/>
                  </a:lnTo>
                  <a:lnTo>
                    <a:pt x="243597" y="10773"/>
                  </a:lnTo>
                  <a:lnTo>
                    <a:pt x="235739" y="10782"/>
                  </a:lnTo>
                  <a:lnTo>
                    <a:pt x="227881" y="10793"/>
                  </a:lnTo>
                  <a:lnTo>
                    <a:pt x="220023" y="10803"/>
                  </a:lnTo>
                  <a:lnTo>
                    <a:pt x="212165" y="10813"/>
                  </a:lnTo>
                  <a:lnTo>
                    <a:pt x="204307" y="10823"/>
                  </a:lnTo>
                  <a:lnTo>
                    <a:pt x="196449" y="10806"/>
                  </a:lnTo>
                  <a:lnTo>
                    <a:pt x="188591" y="10788"/>
                  </a:lnTo>
                  <a:lnTo>
                    <a:pt x="180733" y="10772"/>
                  </a:lnTo>
                  <a:lnTo>
                    <a:pt x="172875" y="10790"/>
                  </a:lnTo>
                  <a:lnTo>
                    <a:pt x="165017" y="10786"/>
                  </a:lnTo>
                  <a:lnTo>
                    <a:pt x="157159" y="10772"/>
                  </a:lnTo>
                  <a:lnTo>
                    <a:pt x="149301" y="10782"/>
                  </a:lnTo>
                  <a:lnTo>
                    <a:pt x="141443" y="10793"/>
                  </a:lnTo>
                  <a:lnTo>
                    <a:pt x="133585" y="10804"/>
                  </a:lnTo>
                  <a:lnTo>
                    <a:pt x="125727" y="10803"/>
                  </a:lnTo>
                  <a:lnTo>
                    <a:pt x="117869" y="10827"/>
                  </a:lnTo>
                  <a:lnTo>
                    <a:pt x="110011" y="10836"/>
                  </a:lnTo>
                  <a:lnTo>
                    <a:pt x="102153" y="10854"/>
                  </a:lnTo>
                  <a:lnTo>
                    <a:pt x="94295" y="10857"/>
                  </a:lnTo>
                  <a:lnTo>
                    <a:pt x="86437" y="10878"/>
                  </a:lnTo>
                  <a:lnTo>
                    <a:pt x="78579" y="10890"/>
                  </a:lnTo>
                  <a:lnTo>
                    <a:pt x="70721" y="10906"/>
                  </a:lnTo>
                  <a:lnTo>
                    <a:pt x="62863" y="10923"/>
                  </a:lnTo>
                  <a:lnTo>
                    <a:pt x="55005" y="10939"/>
                  </a:lnTo>
                  <a:lnTo>
                    <a:pt x="47147" y="10955"/>
                  </a:lnTo>
                  <a:lnTo>
                    <a:pt x="39289" y="10971"/>
                  </a:lnTo>
                  <a:lnTo>
                    <a:pt x="31431" y="10987"/>
                  </a:lnTo>
                  <a:lnTo>
                    <a:pt x="23573" y="11021"/>
                  </a:lnTo>
                  <a:lnTo>
                    <a:pt x="15715" y="11018"/>
                  </a:lnTo>
                  <a:lnTo>
                    <a:pt x="7857" y="11033"/>
                  </a:lnTo>
                  <a:lnTo>
                    <a:pt x="0" y="11043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186414" y="3901956"/>
              <a:ext cx="2035220" cy="6528"/>
            </a:xfrm>
            <a:custGeom>
              <a:avLst/>
              <a:pathLst>
                <a:path w="2035220" h="6528">
                  <a:moveTo>
                    <a:pt x="0" y="3191"/>
                  </a:moveTo>
                  <a:lnTo>
                    <a:pt x="7857" y="3275"/>
                  </a:lnTo>
                  <a:lnTo>
                    <a:pt x="15715" y="3359"/>
                  </a:lnTo>
                  <a:lnTo>
                    <a:pt x="23573" y="3430"/>
                  </a:lnTo>
                  <a:lnTo>
                    <a:pt x="31431" y="3510"/>
                  </a:lnTo>
                  <a:lnTo>
                    <a:pt x="39289" y="3601"/>
                  </a:lnTo>
                  <a:lnTo>
                    <a:pt x="47147" y="3693"/>
                  </a:lnTo>
                  <a:lnTo>
                    <a:pt x="55005" y="3775"/>
                  </a:lnTo>
                  <a:lnTo>
                    <a:pt x="62863" y="3874"/>
                  </a:lnTo>
                  <a:lnTo>
                    <a:pt x="70721" y="3939"/>
                  </a:lnTo>
                  <a:lnTo>
                    <a:pt x="78579" y="4021"/>
                  </a:lnTo>
                  <a:lnTo>
                    <a:pt x="86437" y="4113"/>
                  </a:lnTo>
                  <a:lnTo>
                    <a:pt x="94295" y="4188"/>
                  </a:lnTo>
                  <a:lnTo>
                    <a:pt x="102153" y="4271"/>
                  </a:lnTo>
                  <a:lnTo>
                    <a:pt x="110011" y="4353"/>
                  </a:lnTo>
                  <a:lnTo>
                    <a:pt x="117869" y="4426"/>
                  </a:lnTo>
                  <a:lnTo>
                    <a:pt x="125727" y="4482"/>
                  </a:lnTo>
                  <a:lnTo>
                    <a:pt x="133585" y="4559"/>
                  </a:lnTo>
                  <a:lnTo>
                    <a:pt x="141443" y="4620"/>
                  </a:lnTo>
                  <a:lnTo>
                    <a:pt x="149301" y="4699"/>
                  </a:lnTo>
                  <a:lnTo>
                    <a:pt x="157159" y="4744"/>
                  </a:lnTo>
                  <a:lnTo>
                    <a:pt x="165017" y="4809"/>
                  </a:lnTo>
                  <a:lnTo>
                    <a:pt x="172875" y="4879"/>
                  </a:lnTo>
                  <a:lnTo>
                    <a:pt x="180733" y="4956"/>
                  </a:lnTo>
                  <a:lnTo>
                    <a:pt x="188591" y="5032"/>
                  </a:lnTo>
                  <a:lnTo>
                    <a:pt x="196449" y="5068"/>
                  </a:lnTo>
                  <a:lnTo>
                    <a:pt x="204307" y="5112"/>
                  </a:lnTo>
                  <a:lnTo>
                    <a:pt x="212165" y="5193"/>
                  </a:lnTo>
                  <a:lnTo>
                    <a:pt x="220023" y="5286"/>
                  </a:lnTo>
                  <a:lnTo>
                    <a:pt x="227881" y="5359"/>
                  </a:lnTo>
                  <a:lnTo>
                    <a:pt x="235739" y="5418"/>
                  </a:lnTo>
                  <a:lnTo>
                    <a:pt x="243597" y="5476"/>
                  </a:lnTo>
                  <a:lnTo>
                    <a:pt x="251455" y="5533"/>
                  </a:lnTo>
                  <a:lnTo>
                    <a:pt x="259313" y="5554"/>
                  </a:lnTo>
                  <a:lnTo>
                    <a:pt x="267171" y="5623"/>
                  </a:lnTo>
                  <a:lnTo>
                    <a:pt x="275029" y="5653"/>
                  </a:lnTo>
                  <a:lnTo>
                    <a:pt x="282887" y="5667"/>
                  </a:lnTo>
                  <a:lnTo>
                    <a:pt x="290745" y="5721"/>
                  </a:lnTo>
                  <a:lnTo>
                    <a:pt x="298603" y="5777"/>
                  </a:lnTo>
                  <a:lnTo>
                    <a:pt x="306461" y="5832"/>
                  </a:lnTo>
                  <a:lnTo>
                    <a:pt x="314319" y="5867"/>
                  </a:lnTo>
                  <a:lnTo>
                    <a:pt x="322177" y="5904"/>
                  </a:lnTo>
                  <a:lnTo>
                    <a:pt x="330035" y="5940"/>
                  </a:lnTo>
                  <a:lnTo>
                    <a:pt x="337893" y="5976"/>
                  </a:lnTo>
                  <a:lnTo>
                    <a:pt x="345751" y="6012"/>
                  </a:lnTo>
                  <a:lnTo>
                    <a:pt x="353609" y="6028"/>
                  </a:lnTo>
                  <a:lnTo>
                    <a:pt x="361467" y="6067"/>
                  </a:lnTo>
                  <a:lnTo>
                    <a:pt x="369325" y="6112"/>
                  </a:lnTo>
                  <a:lnTo>
                    <a:pt x="377183" y="6157"/>
                  </a:lnTo>
                  <a:lnTo>
                    <a:pt x="385041" y="6190"/>
                  </a:lnTo>
                  <a:lnTo>
                    <a:pt x="392899" y="6206"/>
                  </a:lnTo>
                  <a:lnTo>
                    <a:pt x="400757" y="6225"/>
                  </a:lnTo>
                  <a:lnTo>
                    <a:pt x="408615" y="6246"/>
                  </a:lnTo>
                  <a:lnTo>
                    <a:pt x="416473" y="6304"/>
                  </a:lnTo>
                  <a:lnTo>
                    <a:pt x="424331" y="6333"/>
                  </a:lnTo>
                  <a:lnTo>
                    <a:pt x="432189" y="6356"/>
                  </a:lnTo>
                  <a:lnTo>
                    <a:pt x="440047" y="6377"/>
                  </a:lnTo>
                  <a:lnTo>
                    <a:pt x="447905" y="6414"/>
                  </a:lnTo>
                  <a:lnTo>
                    <a:pt x="455763" y="6437"/>
                  </a:lnTo>
                  <a:lnTo>
                    <a:pt x="463621" y="6433"/>
                  </a:lnTo>
                  <a:lnTo>
                    <a:pt x="471479" y="6448"/>
                  </a:lnTo>
                  <a:lnTo>
                    <a:pt x="479337" y="6461"/>
                  </a:lnTo>
                  <a:lnTo>
                    <a:pt x="487195" y="6465"/>
                  </a:lnTo>
                  <a:lnTo>
                    <a:pt x="495053" y="6460"/>
                  </a:lnTo>
                  <a:lnTo>
                    <a:pt x="502911" y="6462"/>
                  </a:lnTo>
                  <a:lnTo>
                    <a:pt x="510769" y="6463"/>
                  </a:lnTo>
                  <a:lnTo>
                    <a:pt x="518627" y="6471"/>
                  </a:lnTo>
                  <a:lnTo>
                    <a:pt x="526485" y="6460"/>
                  </a:lnTo>
                  <a:lnTo>
                    <a:pt x="534343" y="6516"/>
                  </a:lnTo>
                  <a:lnTo>
                    <a:pt x="542201" y="6521"/>
                  </a:lnTo>
                  <a:lnTo>
                    <a:pt x="550059" y="6521"/>
                  </a:lnTo>
                  <a:lnTo>
                    <a:pt x="557917" y="6519"/>
                  </a:lnTo>
                  <a:lnTo>
                    <a:pt x="565775" y="6518"/>
                  </a:lnTo>
                  <a:lnTo>
                    <a:pt x="573633" y="6528"/>
                  </a:lnTo>
                  <a:lnTo>
                    <a:pt x="581491" y="6494"/>
                  </a:lnTo>
                  <a:lnTo>
                    <a:pt x="589349" y="6488"/>
                  </a:lnTo>
                  <a:lnTo>
                    <a:pt x="597207" y="6483"/>
                  </a:lnTo>
                  <a:lnTo>
                    <a:pt x="605065" y="6475"/>
                  </a:lnTo>
                  <a:lnTo>
                    <a:pt x="612923" y="6472"/>
                  </a:lnTo>
                  <a:lnTo>
                    <a:pt x="620781" y="6471"/>
                  </a:lnTo>
                  <a:lnTo>
                    <a:pt x="628639" y="6476"/>
                  </a:lnTo>
                  <a:lnTo>
                    <a:pt x="636497" y="6456"/>
                  </a:lnTo>
                  <a:lnTo>
                    <a:pt x="644355" y="6450"/>
                  </a:lnTo>
                  <a:lnTo>
                    <a:pt x="652213" y="6445"/>
                  </a:lnTo>
                  <a:lnTo>
                    <a:pt x="660071" y="6439"/>
                  </a:lnTo>
                  <a:lnTo>
                    <a:pt x="667929" y="6427"/>
                  </a:lnTo>
                  <a:lnTo>
                    <a:pt x="675787" y="6429"/>
                  </a:lnTo>
                  <a:lnTo>
                    <a:pt x="683645" y="6411"/>
                  </a:lnTo>
                  <a:lnTo>
                    <a:pt x="691503" y="6366"/>
                  </a:lnTo>
                  <a:lnTo>
                    <a:pt x="699361" y="6346"/>
                  </a:lnTo>
                  <a:lnTo>
                    <a:pt x="707219" y="6336"/>
                  </a:lnTo>
                  <a:lnTo>
                    <a:pt x="715077" y="6306"/>
                  </a:lnTo>
                  <a:lnTo>
                    <a:pt x="722935" y="6289"/>
                  </a:lnTo>
                  <a:lnTo>
                    <a:pt x="730793" y="6282"/>
                  </a:lnTo>
                  <a:lnTo>
                    <a:pt x="738651" y="6238"/>
                  </a:lnTo>
                  <a:lnTo>
                    <a:pt x="746509" y="6201"/>
                  </a:lnTo>
                  <a:lnTo>
                    <a:pt x="754367" y="6194"/>
                  </a:lnTo>
                  <a:lnTo>
                    <a:pt x="762225" y="6140"/>
                  </a:lnTo>
                  <a:lnTo>
                    <a:pt x="770083" y="6122"/>
                  </a:lnTo>
                  <a:lnTo>
                    <a:pt x="777941" y="6122"/>
                  </a:lnTo>
                  <a:lnTo>
                    <a:pt x="785799" y="6113"/>
                  </a:lnTo>
                  <a:lnTo>
                    <a:pt x="793657" y="6088"/>
                  </a:lnTo>
                  <a:lnTo>
                    <a:pt x="801515" y="6063"/>
                  </a:lnTo>
                  <a:lnTo>
                    <a:pt x="809373" y="6056"/>
                  </a:lnTo>
                  <a:lnTo>
                    <a:pt x="817231" y="6037"/>
                  </a:lnTo>
                  <a:lnTo>
                    <a:pt x="825089" y="6008"/>
                  </a:lnTo>
                  <a:lnTo>
                    <a:pt x="832947" y="5984"/>
                  </a:lnTo>
                  <a:lnTo>
                    <a:pt x="840805" y="5954"/>
                  </a:lnTo>
                  <a:lnTo>
                    <a:pt x="848663" y="5920"/>
                  </a:lnTo>
                  <a:lnTo>
                    <a:pt x="856521" y="5886"/>
                  </a:lnTo>
                  <a:lnTo>
                    <a:pt x="864379" y="5853"/>
                  </a:lnTo>
                  <a:lnTo>
                    <a:pt x="872237" y="5825"/>
                  </a:lnTo>
                  <a:lnTo>
                    <a:pt x="880095" y="5799"/>
                  </a:lnTo>
                  <a:lnTo>
                    <a:pt x="887953" y="5795"/>
                  </a:lnTo>
                  <a:lnTo>
                    <a:pt x="895811" y="5759"/>
                  </a:lnTo>
                  <a:lnTo>
                    <a:pt x="903669" y="5723"/>
                  </a:lnTo>
                  <a:lnTo>
                    <a:pt x="911527" y="5714"/>
                  </a:lnTo>
                  <a:lnTo>
                    <a:pt x="919385" y="5683"/>
                  </a:lnTo>
                  <a:lnTo>
                    <a:pt x="927243" y="5680"/>
                  </a:lnTo>
                  <a:lnTo>
                    <a:pt x="935101" y="5649"/>
                  </a:lnTo>
                  <a:lnTo>
                    <a:pt x="942959" y="5618"/>
                  </a:lnTo>
                  <a:lnTo>
                    <a:pt x="950817" y="5589"/>
                  </a:lnTo>
                  <a:lnTo>
                    <a:pt x="958675" y="5552"/>
                  </a:lnTo>
                  <a:lnTo>
                    <a:pt x="966533" y="5512"/>
                  </a:lnTo>
                  <a:lnTo>
                    <a:pt x="974391" y="5475"/>
                  </a:lnTo>
                  <a:lnTo>
                    <a:pt x="982249" y="5447"/>
                  </a:lnTo>
                  <a:lnTo>
                    <a:pt x="990107" y="5396"/>
                  </a:lnTo>
                  <a:lnTo>
                    <a:pt x="997965" y="5347"/>
                  </a:lnTo>
                  <a:lnTo>
                    <a:pt x="1005823" y="5321"/>
                  </a:lnTo>
                  <a:lnTo>
                    <a:pt x="1013681" y="5302"/>
                  </a:lnTo>
                  <a:lnTo>
                    <a:pt x="1021539" y="5294"/>
                  </a:lnTo>
                  <a:lnTo>
                    <a:pt x="1029397" y="5264"/>
                  </a:lnTo>
                  <a:lnTo>
                    <a:pt x="1037254" y="5245"/>
                  </a:lnTo>
                  <a:lnTo>
                    <a:pt x="1045112" y="5213"/>
                  </a:lnTo>
                  <a:lnTo>
                    <a:pt x="1052970" y="5178"/>
                  </a:lnTo>
                  <a:lnTo>
                    <a:pt x="1060828" y="5144"/>
                  </a:lnTo>
                  <a:lnTo>
                    <a:pt x="1068686" y="5110"/>
                  </a:lnTo>
                  <a:lnTo>
                    <a:pt x="1076544" y="5073"/>
                  </a:lnTo>
                  <a:lnTo>
                    <a:pt x="1084402" y="5032"/>
                  </a:lnTo>
                  <a:lnTo>
                    <a:pt x="1092260" y="4985"/>
                  </a:lnTo>
                  <a:lnTo>
                    <a:pt x="1100118" y="4961"/>
                  </a:lnTo>
                  <a:lnTo>
                    <a:pt x="1107976" y="4931"/>
                  </a:lnTo>
                  <a:lnTo>
                    <a:pt x="1115834" y="4896"/>
                  </a:lnTo>
                  <a:lnTo>
                    <a:pt x="1123692" y="4873"/>
                  </a:lnTo>
                  <a:lnTo>
                    <a:pt x="1131550" y="4829"/>
                  </a:lnTo>
                  <a:lnTo>
                    <a:pt x="1139408" y="4789"/>
                  </a:lnTo>
                  <a:lnTo>
                    <a:pt x="1147266" y="4753"/>
                  </a:lnTo>
                  <a:lnTo>
                    <a:pt x="1155124" y="4717"/>
                  </a:lnTo>
                  <a:lnTo>
                    <a:pt x="1162982" y="4681"/>
                  </a:lnTo>
                  <a:lnTo>
                    <a:pt x="1170840" y="4658"/>
                  </a:lnTo>
                  <a:lnTo>
                    <a:pt x="1178698" y="4639"/>
                  </a:lnTo>
                  <a:lnTo>
                    <a:pt x="1186556" y="4627"/>
                  </a:lnTo>
                  <a:lnTo>
                    <a:pt x="1194414" y="4601"/>
                  </a:lnTo>
                  <a:lnTo>
                    <a:pt x="1202272" y="4582"/>
                  </a:lnTo>
                  <a:lnTo>
                    <a:pt x="1210130" y="4552"/>
                  </a:lnTo>
                  <a:lnTo>
                    <a:pt x="1217988" y="4520"/>
                  </a:lnTo>
                  <a:lnTo>
                    <a:pt x="1225846" y="4487"/>
                  </a:lnTo>
                  <a:lnTo>
                    <a:pt x="1233704" y="4454"/>
                  </a:lnTo>
                  <a:lnTo>
                    <a:pt x="1241562" y="4422"/>
                  </a:lnTo>
                  <a:lnTo>
                    <a:pt x="1249420" y="4389"/>
                  </a:lnTo>
                  <a:lnTo>
                    <a:pt x="1257278" y="4356"/>
                  </a:lnTo>
                  <a:lnTo>
                    <a:pt x="1265136" y="4323"/>
                  </a:lnTo>
                  <a:lnTo>
                    <a:pt x="1272994" y="4290"/>
                  </a:lnTo>
                  <a:lnTo>
                    <a:pt x="1280852" y="4257"/>
                  </a:lnTo>
                  <a:lnTo>
                    <a:pt x="1288710" y="4224"/>
                  </a:lnTo>
                  <a:lnTo>
                    <a:pt x="1296568" y="4191"/>
                  </a:lnTo>
                  <a:lnTo>
                    <a:pt x="1304426" y="4158"/>
                  </a:lnTo>
                  <a:lnTo>
                    <a:pt x="1312284" y="4124"/>
                  </a:lnTo>
                  <a:lnTo>
                    <a:pt x="1320142" y="4094"/>
                  </a:lnTo>
                  <a:lnTo>
                    <a:pt x="1328000" y="4057"/>
                  </a:lnTo>
                  <a:lnTo>
                    <a:pt x="1335858" y="4024"/>
                  </a:lnTo>
                  <a:lnTo>
                    <a:pt x="1343716" y="3990"/>
                  </a:lnTo>
                  <a:lnTo>
                    <a:pt x="1351574" y="3955"/>
                  </a:lnTo>
                  <a:lnTo>
                    <a:pt x="1359432" y="3921"/>
                  </a:lnTo>
                  <a:lnTo>
                    <a:pt x="1367290" y="3887"/>
                  </a:lnTo>
                  <a:lnTo>
                    <a:pt x="1375148" y="3853"/>
                  </a:lnTo>
                  <a:lnTo>
                    <a:pt x="1383006" y="3819"/>
                  </a:lnTo>
                  <a:lnTo>
                    <a:pt x="1390864" y="3784"/>
                  </a:lnTo>
                  <a:lnTo>
                    <a:pt x="1398722" y="3750"/>
                  </a:lnTo>
                  <a:lnTo>
                    <a:pt x="1406580" y="3703"/>
                  </a:lnTo>
                  <a:lnTo>
                    <a:pt x="1414438" y="3653"/>
                  </a:lnTo>
                  <a:lnTo>
                    <a:pt x="1422296" y="3603"/>
                  </a:lnTo>
                  <a:lnTo>
                    <a:pt x="1430154" y="3553"/>
                  </a:lnTo>
                  <a:lnTo>
                    <a:pt x="1438012" y="3503"/>
                  </a:lnTo>
                  <a:lnTo>
                    <a:pt x="1445870" y="3452"/>
                  </a:lnTo>
                  <a:lnTo>
                    <a:pt x="1453728" y="3402"/>
                  </a:lnTo>
                  <a:lnTo>
                    <a:pt x="1461586" y="3351"/>
                  </a:lnTo>
                  <a:lnTo>
                    <a:pt x="1469444" y="3301"/>
                  </a:lnTo>
                  <a:lnTo>
                    <a:pt x="1477302" y="3249"/>
                  </a:lnTo>
                  <a:lnTo>
                    <a:pt x="1485160" y="3200"/>
                  </a:lnTo>
                  <a:lnTo>
                    <a:pt x="1493018" y="3161"/>
                  </a:lnTo>
                  <a:lnTo>
                    <a:pt x="1500876" y="3121"/>
                  </a:lnTo>
                  <a:lnTo>
                    <a:pt x="1508734" y="3081"/>
                  </a:lnTo>
                  <a:lnTo>
                    <a:pt x="1516592" y="3042"/>
                  </a:lnTo>
                  <a:lnTo>
                    <a:pt x="1524450" y="3002"/>
                  </a:lnTo>
                  <a:lnTo>
                    <a:pt x="1532308" y="2963"/>
                  </a:lnTo>
                  <a:lnTo>
                    <a:pt x="1540166" y="2923"/>
                  </a:lnTo>
                  <a:lnTo>
                    <a:pt x="1548024" y="2880"/>
                  </a:lnTo>
                  <a:lnTo>
                    <a:pt x="1555882" y="2844"/>
                  </a:lnTo>
                  <a:lnTo>
                    <a:pt x="1563740" y="2803"/>
                  </a:lnTo>
                  <a:lnTo>
                    <a:pt x="1571598" y="2763"/>
                  </a:lnTo>
                  <a:lnTo>
                    <a:pt x="1579456" y="2722"/>
                  </a:lnTo>
                  <a:lnTo>
                    <a:pt x="1587314" y="2682"/>
                  </a:lnTo>
                  <a:lnTo>
                    <a:pt x="1595172" y="2642"/>
                  </a:lnTo>
                  <a:lnTo>
                    <a:pt x="1603030" y="2602"/>
                  </a:lnTo>
                  <a:lnTo>
                    <a:pt x="1610888" y="2561"/>
                  </a:lnTo>
                  <a:lnTo>
                    <a:pt x="1618746" y="2521"/>
                  </a:lnTo>
                  <a:lnTo>
                    <a:pt x="1626604" y="2481"/>
                  </a:lnTo>
                  <a:lnTo>
                    <a:pt x="1634462" y="2440"/>
                  </a:lnTo>
                  <a:lnTo>
                    <a:pt x="1642320" y="2400"/>
                  </a:lnTo>
                  <a:lnTo>
                    <a:pt x="1650178" y="2359"/>
                  </a:lnTo>
                  <a:lnTo>
                    <a:pt x="1658036" y="2326"/>
                  </a:lnTo>
                  <a:lnTo>
                    <a:pt x="1665894" y="2295"/>
                  </a:lnTo>
                  <a:lnTo>
                    <a:pt x="1673752" y="2260"/>
                  </a:lnTo>
                  <a:lnTo>
                    <a:pt x="1681610" y="2195"/>
                  </a:lnTo>
                  <a:lnTo>
                    <a:pt x="1689468" y="2153"/>
                  </a:lnTo>
                  <a:lnTo>
                    <a:pt x="1697326" y="2111"/>
                  </a:lnTo>
                  <a:lnTo>
                    <a:pt x="1705184" y="2068"/>
                  </a:lnTo>
                  <a:lnTo>
                    <a:pt x="1713042" y="2006"/>
                  </a:lnTo>
                  <a:lnTo>
                    <a:pt x="1720900" y="1944"/>
                  </a:lnTo>
                  <a:lnTo>
                    <a:pt x="1728758" y="1881"/>
                  </a:lnTo>
                  <a:lnTo>
                    <a:pt x="1736616" y="1835"/>
                  </a:lnTo>
                  <a:lnTo>
                    <a:pt x="1744474" y="1793"/>
                  </a:lnTo>
                  <a:lnTo>
                    <a:pt x="1752332" y="1750"/>
                  </a:lnTo>
                  <a:lnTo>
                    <a:pt x="1760190" y="1708"/>
                  </a:lnTo>
                  <a:lnTo>
                    <a:pt x="1768048" y="1665"/>
                  </a:lnTo>
                  <a:lnTo>
                    <a:pt x="1775906" y="1623"/>
                  </a:lnTo>
                  <a:lnTo>
                    <a:pt x="1783764" y="1580"/>
                  </a:lnTo>
                  <a:lnTo>
                    <a:pt x="1791622" y="1538"/>
                  </a:lnTo>
                  <a:lnTo>
                    <a:pt x="1799480" y="1495"/>
                  </a:lnTo>
                  <a:lnTo>
                    <a:pt x="1807338" y="1452"/>
                  </a:lnTo>
                  <a:lnTo>
                    <a:pt x="1815196" y="1409"/>
                  </a:lnTo>
                  <a:lnTo>
                    <a:pt x="1823054" y="1366"/>
                  </a:lnTo>
                  <a:lnTo>
                    <a:pt x="1830912" y="1323"/>
                  </a:lnTo>
                  <a:lnTo>
                    <a:pt x="1838770" y="1280"/>
                  </a:lnTo>
                  <a:lnTo>
                    <a:pt x="1846628" y="1236"/>
                  </a:lnTo>
                  <a:lnTo>
                    <a:pt x="1854486" y="1193"/>
                  </a:lnTo>
                  <a:lnTo>
                    <a:pt x="1862344" y="1150"/>
                  </a:lnTo>
                  <a:lnTo>
                    <a:pt x="1870202" y="1107"/>
                  </a:lnTo>
                  <a:lnTo>
                    <a:pt x="1878060" y="1063"/>
                  </a:lnTo>
                  <a:lnTo>
                    <a:pt x="1885918" y="1020"/>
                  </a:lnTo>
                  <a:lnTo>
                    <a:pt x="1893776" y="976"/>
                  </a:lnTo>
                  <a:lnTo>
                    <a:pt x="1901634" y="933"/>
                  </a:lnTo>
                  <a:lnTo>
                    <a:pt x="1909492" y="889"/>
                  </a:lnTo>
                  <a:lnTo>
                    <a:pt x="1917350" y="855"/>
                  </a:lnTo>
                  <a:lnTo>
                    <a:pt x="1925208" y="801"/>
                  </a:lnTo>
                  <a:lnTo>
                    <a:pt x="1933066" y="756"/>
                  </a:lnTo>
                  <a:lnTo>
                    <a:pt x="1940924" y="712"/>
                  </a:lnTo>
                  <a:lnTo>
                    <a:pt x="1948782" y="667"/>
                  </a:lnTo>
                  <a:lnTo>
                    <a:pt x="1956640" y="620"/>
                  </a:lnTo>
                  <a:lnTo>
                    <a:pt x="1964498" y="558"/>
                  </a:lnTo>
                  <a:lnTo>
                    <a:pt x="1972356" y="497"/>
                  </a:lnTo>
                  <a:lnTo>
                    <a:pt x="1980214" y="435"/>
                  </a:lnTo>
                  <a:lnTo>
                    <a:pt x="1988072" y="373"/>
                  </a:lnTo>
                  <a:lnTo>
                    <a:pt x="1995930" y="311"/>
                  </a:lnTo>
                  <a:lnTo>
                    <a:pt x="2003788" y="249"/>
                  </a:lnTo>
                  <a:lnTo>
                    <a:pt x="2011646" y="187"/>
                  </a:lnTo>
                  <a:lnTo>
                    <a:pt x="2019504" y="125"/>
                  </a:lnTo>
                  <a:lnTo>
                    <a:pt x="2027362" y="62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186414" y="3912719"/>
              <a:ext cx="2035220" cy="7036"/>
            </a:xfrm>
            <a:custGeom>
              <a:avLst/>
              <a:pathLst>
                <a:path w="2035220" h="7036">
                  <a:moveTo>
                    <a:pt x="2035220" y="7036"/>
                  </a:moveTo>
                  <a:lnTo>
                    <a:pt x="2027362" y="7015"/>
                  </a:lnTo>
                  <a:lnTo>
                    <a:pt x="2019504" y="6993"/>
                  </a:lnTo>
                  <a:lnTo>
                    <a:pt x="2011646" y="6971"/>
                  </a:lnTo>
                  <a:lnTo>
                    <a:pt x="2003788" y="6949"/>
                  </a:lnTo>
                  <a:lnTo>
                    <a:pt x="1995930" y="6927"/>
                  </a:lnTo>
                  <a:lnTo>
                    <a:pt x="1988072" y="6901"/>
                  </a:lnTo>
                  <a:lnTo>
                    <a:pt x="1980214" y="6875"/>
                  </a:lnTo>
                  <a:lnTo>
                    <a:pt x="1972356" y="6849"/>
                  </a:lnTo>
                  <a:lnTo>
                    <a:pt x="1964498" y="6823"/>
                  </a:lnTo>
                  <a:lnTo>
                    <a:pt x="1956640" y="6797"/>
                  </a:lnTo>
                  <a:lnTo>
                    <a:pt x="1948782" y="6770"/>
                  </a:lnTo>
                  <a:lnTo>
                    <a:pt x="1940924" y="6744"/>
                  </a:lnTo>
                  <a:lnTo>
                    <a:pt x="1933066" y="6719"/>
                  </a:lnTo>
                  <a:lnTo>
                    <a:pt x="1925208" y="6696"/>
                  </a:lnTo>
                  <a:lnTo>
                    <a:pt x="1917350" y="6673"/>
                  </a:lnTo>
                  <a:lnTo>
                    <a:pt x="1909492" y="6650"/>
                  </a:lnTo>
                  <a:lnTo>
                    <a:pt x="1901634" y="6626"/>
                  </a:lnTo>
                  <a:lnTo>
                    <a:pt x="1893776" y="6603"/>
                  </a:lnTo>
                  <a:lnTo>
                    <a:pt x="1885918" y="6579"/>
                  </a:lnTo>
                  <a:lnTo>
                    <a:pt x="1878060" y="6555"/>
                  </a:lnTo>
                  <a:lnTo>
                    <a:pt x="1870202" y="6531"/>
                  </a:lnTo>
                  <a:lnTo>
                    <a:pt x="1862344" y="6507"/>
                  </a:lnTo>
                  <a:lnTo>
                    <a:pt x="1854486" y="6482"/>
                  </a:lnTo>
                  <a:lnTo>
                    <a:pt x="1846628" y="6450"/>
                  </a:lnTo>
                  <a:lnTo>
                    <a:pt x="1838770" y="6418"/>
                  </a:lnTo>
                  <a:lnTo>
                    <a:pt x="1830912" y="6386"/>
                  </a:lnTo>
                  <a:lnTo>
                    <a:pt x="1823054" y="6353"/>
                  </a:lnTo>
                  <a:lnTo>
                    <a:pt x="1815196" y="6321"/>
                  </a:lnTo>
                  <a:lnTo>
                    <a:pt x="1807338" y="6288"/>
                  </a:lnTo>
                  <a:lnTo>
                    <a:pt x="1799480" y="6255"/>
                  </a:lnTo>
                  <a:lnTo>
                    <a:pt x="1791622" y="6222"/>
                  </a:lnTo>
                  <a:lnTo>
                    <a:pt x="1783764" y="6189"/>
                  </a:lnTo>
                  <a:lnTo>
                    <a:pt x="1775906" y="6156"/>
                  </a:lnTo>
                  <a:lnTo>
                    <a:pt x="1768048" y="6126"/>
                  </a:lnTo>
                  <a:lnTo>
                    <a:pt x="1760190" y="6100"/>
                  </a:lnTo>
                  <a:lnTo>
                    <a:pt x="1752332" y="6074"/>
                  </a:lnTo>
                  <a:lnTo>
                    <a:pt x="1744474" y="6049"/>
                  </a:lnTo>
                  <a:lnTo>
                    <a:pt x="1736616" y="6023"/>
                  </a:lnTo>
                  <a:lnTo>
                    <a:pt x="1728758" y="5996"/>
                  </a:lnTo>
                  <a:lnTo>
                    <a:pt x="1720900" y="5967"/>
                  </a:lnTo>
                  <a:lnTo>
                    <a:pt x="1713042" y="5931"/>
                  </a:lnTo>
                  <a:lnTo>
                    <a:pt x="1705184" y="5894"/>
                  </a:lnTo>
                  <a:lnTo>
                    <a:pt x="1697326" y="5858"/>
                  </a:lnTo>
                  <a:lnTo>
                    <a:pt x="1689468" y="5821"/>
                  </a:lnTo>
                  <a:lnTo>
                    <a:pt x="1681610" y="5792"/>
                  </a:lnTo>
                  <a:lnTo>
                    <a:pt x="1673752" y="5765"/>
                  </a:lnTo>
                  <a:lnTo>
                    <a:pt x="1665894" y="5737"/>
                  </a:lnTo>
                  <a:lnTo>
                    <a:pt x="1658036" y="5709"/>
                  </a:lnTo>
                  <a:lnTo>
                    <a:pt x="1650178" y="5678"/>
                  </a:lnTo>
                  <a:lnTo>
                    <a:pt x="1642320" y="5641"/>
                  </a:lnTo>
                  <a:lnTo>
                    <a:pt x="1634462" y="5603"/>
                  </a:lnTo>
                  <a:lnTo>
                    <a:pt x="1626604" y="5572"/>
                  </a:lnTo>
                  <a:lnTo>
                    <a:pt x="1618746" y="5542"/>
                  </a:lnTo>
                  <a:lnTo>
                    <a:pt x="1610888" y="5512"/>
                  </a:lnTo>
                  <a:lnTo>
                    <a:pt x="1603030" y="5482"/>
                  </a:lnTo>
                  <a:lnTo>
                    <a:pt x="1595172" y="5451"/>
                  </a:lnTo>
                  <a:lnTo>
                    <a:pt x="1587314" y="5420"/>
                  </a:lnTo>
                  <a:lnTo>
                    <a:pt x="1579456" y="5393"/>
                  </a:lnTo>
                  <a:lnTo>
                    <a:pt x="1571598" y="5368"/>
                  </a:lnTo>
                  <a:lnTo>
                    <a:pt x="1563740" y="5334"/>
                  </a:lnTo>
                  <a:lnTo>
                    <a:pt x="1555882" y="5297"/>
                  </a:lnTo>
                  <a:lnTo>
                    <a:pt x="1548024" y="5264"/>
                  </a:lnTo>
                  <a:lnTo>
                    <a:pt x="1540166" y="5233"/>
                  </a:lnTo>
                  <a:lnTo>
                    <a:pt x="1532308" y="5201"/>
                  </a:lnTo>
                  <a:lnTo>
                    <a:pt x="1524450" y="5170"/>
                  </a:lnTo>
                  <a:lnTo>
                    <a:pt x="1516592" y="5144"/>
                  </a:lnTo>
                  <a:lnTo>
                    <a:pt x="1508734" y="5119"/>
                  </a:lnTo>
                  <a:lnTo>
                    <a:pt x="1500876" y="5095"/>
                  </a:lnTo>
                  <a:lnTo>
                    <a:pt x="1493018" y="5070"/>
                  </a:lnTo>
                  <a:lnTo>
                    <a:pt x="1485160" y="5045"/>
                  </a:lnTo>
                  <a:lnTo>
                    <a:pt x="1477302" y="5020"/>
                  </a:lnTo>
                  <a:lnTo>
                    <a:pt x="1469444" y="4995"/>
                  </a:lnTo>
                  <a:lnTo>
                    <a:pt x="1461586" y="4969"/>
                  </a:lnTo>
                  <a:lnTo>
                    <a:pt x="1453728" y="4944"/>
                  </a:lnTo>
                  <a:lnTo>
                    <a:pt x="1445870" y="4913"/>
                  </a:lnTo>
                  <a:lnTo>
                    <a:pt x="1438012" y="4876"/>
                  </a:lnTo>
                  <a:lnTo>
                    <a:pt x="1430154" y="4839"/>
                  </a:lnTo>
                  <a:lnTo>
                    <a:pt x="1422296" y="4802"/>
                  </a:lnTo>
                  <a:lnTo>
                    <a:pt x="1414438" y="4765"/>
                  </a:lnTo>
                  <a:lnTo>
                    <a:pt x="1406580" y="4727"/>
                  </a:lnTo>
                  <a:lnTo>
                    <a:pt x="1398722" y="4690"/>
                  </a:lnTo>
                  <a:lnTo>
                    <a:pt x="1390864" y="4653"/>
                  </a:lnTo>
                  <a:lnTo>
                    <a:pt x="1383006" y="4621"/>
                  </a:lnTo>
                  <a:lnTo>
                    <a:pt x="1375148" y="4590"/>
                  </a:lnTo>
                  <a:lnTo>
                    <a:pt x="1367290" y="4558"/>
                  </a:lnTo>
                  <a:lnTo>
                    <a:pt x="1359432" y="4527"/>
                  </a:lnTo>
                  <a:lnTo>
                    <a:pt x="1351574" y="4495"/>
                  </a:lnTo>
                  <a:lnTo>
                    <a:pt x="1343716" y="4460"/>
                  </a:lnTo>
                  <a:lnTo>
                    <a:pt x="1335858" y="4422"/>
                  </a:lnTo>
                  <a:lnTo>
                    <a:pt x="1328000" y="4387"/>
                  </a:lnTo>
                  <a:lnTo>
                    <a:pt x="1320142" y="4361"/>
                  </a:lnTo>
                  <a:lnTo>
                    <a:pt x="1312284" y="4334"/>
                  </a:lnTo>
                  <a:lnTo>
                    <a:pt x="1304426" y="4302"/>
                  </a:lnTo>
                  <a:lnTo>
                    <a:pt x="1296568" y="4269"/>
                  </a:lnTo>
                  <a:lnTo>
                    <a:pt x="1288710" y="4237"/>
                  </a:lnTo>
                  <a:lnTo>
                    <a:pt x="1280852" y="4204"/>
                  </a:lnTo>
                  <a:lnTo>
                    <a:pt x="1272994" y="4171"/>
                  </a:lnTo>
                  <a:lnTo>
                    <a:pt x="1265136" y="4138"/>
                  </a:lnTo>
                  <a:lnTo>
                    <a:pt x="1257278" y="4105"/>
                  </a:lnTo>
                  <a:lnTo>
                    <a:pt x="1249420" y="4071"/>
                  </a:lnTo>
                  <a:lnTo>
                    <a:pt x="1241562" y="4037"/>
                  </a:lnTo>
                  <a:lnTo>
                    <a:pt x="1233704" y="4004"/>
                  </a:lnTo>
                  <a:lnTo>
                    <a:pt x="1225846" y="3970"/>
                  </a:lnTo>
                  <a:lnTo>
                    <a:pt x="1217988" y="3936"/>
                  </a:lnTo>
                  <a:lnTo>
                    <a:pt x="1210130" y="3901"/>
                  </a:lnTo>
                  <a:lnTo>
                    <a:pt x="1202272" y="3867"/>
                  </a:lnTo>
                  <a:lnTo>
                    <a:pt x="1194414" y="3832"/>
                  </a:lnTo>
                  <a:lnTo>
                    <a:pt x="1186556" y="3797"/>
                  </a:lnTo>
                  <a:lnTo>
                    <a:pt x="1178698" y="3762"/>
                  </a:lnTo>
                  <a:lnTo>
                    <a:pt x="1170840" y="3725"/>
                  </a:lnTo>
                  <a:lnTo>
                    <a:pt x="1162982" y="3678"/>
                  </a:lnTo>
                  <a:lnTo>
                    <a:pt x="1155124" y="3637"/>
                  </a:lnTo>
                  <a:lnTo>
                    <a:pt x="1147266" y="3597"/>
                  </a:lnTo>
                  <a:lnTo>
                    <a:pt x="1139408" y="3545"/>
                  </a:lnTo>
                  <a:lnTo>
                    <a:pt x="1131550" y="3493"/>
                  </a:lnTo>
                  <a:lnTo>
                    <a:pt x="1123692" y="3441"/>
                  </a:lnTo>
                  <a:lnTo>
                    <a:pt x="1115834" y="3393"/>
                  </a:lnTo>
                  <a:lnTo>
                    <a:pt x="1107976" y="3358"/>
                  </a:lnTo>
                  <a:lnTo>
                    <a:pt x="1100118" y="3330"/>
                  </a:lnTo>
                  <a:lnTo>
                    <a:pt x="1092260" y="3299"/>
                  </a:lnTo>
                  <a:lnTo>
                    <a:pt x="1084402" y="3273"/>
                  </a:lnTo>
                  <a:lnTo>
                    <a:pt x="1076544" y="3245"/>
                  </a:lnTo>
                  <a:lnTo>
                    <a:pt x="1068686" y="3217"/>
                  </a:lnTo>
                  <a:lnTo>
                    <a:pt x="1060828" y="3188"/>
                  </a:lnTo>
                  <a:lnTo>
                    <a:pt x="1052970" y="3160"/>
                  </a:lnTo>
                  <a:lnTo>
                    <a:pt x="1045112" y="3129"/>
                  </a:lnTo>
                  <a:lnTo>
                    <a:pt x="1037254" y="3083"/>
                  </a:lnTo>
                  <a:lnTo>
                    <a:pt x="1029397" y="3040"/>
                  </a:lnTo>
                  <a:lnTo>
                    <a:pt x="1021539" y="3010"/>
                  </a:lnTo>
                  <a:lnTo>
                    <a:pt x="1013681" y="2965"/>
                  </a:lnTo>
                  <a:lnTo>
                    <a:pt x="1005823" y="2914"/>
                  </a:lnTo>
                  <a:lnTo>
                    <a:pt x="997965" y="2863"/>
                  </a:lnTo>
                  <a:lnTo>
                    <a:pt x="990107" y="2816"/>
                  </a:lnTo>
                  <a:lnTo>
                    <a:pt x="982249" y="2771"/>
                  </a:lnTo>
                  <a:lnTo>
                    <a:pt x="974391" y="2724"/>
                  </a:lnTo>
                  <a:lnTo>
                    <a:pt x="966533" y="2678"/>
                  </a:lnTo>
                  <a:lnTo>
                    <a:pt x="958675" y="2632"/>
                  </a:lnTo>
                  <a:lnTo>
                    <a:pt x="950817" y="2586"/>
                  </a:lnTo>
                  <a:lnTo>
                    <a:pt x="942959" y="2546"/>
                  </a:lnTo>
                  <a:lnTo>
                    <a:pt x="935101" y="2498"/>
                  </a:lnTo>
                  <a:lnTo>
                    <a:pt x="927243" y="2449"/>
                  </a:lnTo>
                  <a:lnTo>
                    <a:pt x="919385" y="2400"/>
                  </a:lnTo>
                  <a:lnTo>
                    <a:pt x="911527" y="2352"/>
                  </a:lnTo>
                  <a:lnTo>
                    <a:pt x="903669" y="2302"/>
                  </a:lnTo>
                  <a:lnTo>
                    <a:pt x="895811" y="2252"/>
                  </a:lnTo>
                  <a:lnTo>
                    <a:pt x="887953" y="2203"/>
                  </a:lnTo>
                  <a:lnTo>
                    <a:pt x="880095" y="2162"/>
                  </a:lnTo>
                  <a:lnTo>
                    <a:pt x="872237" y="2111"/>
                  </a:lnTo>
                  <a:lnTo>
                    <a:pt x="864379" y="2060"/>
                  </a:lnTo>
                  <a:lnTo>
                    <a:pt x="856521" y="2001"/>
                  </a:lnTo>
                  <a:lnTo>
                    <a:pt x="848663" y="1950"/>
                  </a:lnTo>
                  <a:lnTo>
                    <a:pt x="840805" y="1909"/>
                  </a:lnTo>
                  <a:lnTo>
                    <a:pt x="832947" y="1871"/>
                  </a:lnTo>
                  <a:lnTo>
                    <a:pt x="825089" y="1822"/>
                  </a:lnTo>
                  <a:lnTo>
                    <a:pt x="817231" y="1773"/>
                  </a:lnTo>
                  <a:lnTo>
                    <a:pt x="809373" y="1723"/>
                  </a:lnTo>
                  <a:lnTo>
                    <a:pt x="801515" y="1683"/>
                  </a:lnTo>
                  <a:lnTo>
                    <a:pt x="793657" y="1633"/>
                  </a:lnTo>
                  <a:lnTo>
                    <a:pt x="785799" y="1582"/>
                  </a:lnTo>
                  <a:lnTo>
                    <a:pt x="777941" y="1542"/>
                  </a:lnTo>
                  <a:lnTo>
                    <a:pt x="770083" y="1512"/>
                  </a:lnTo>
                  <a:lnTo>
                    <a:pt x="762225" y="1481"/>
                  </a:lnTo>
                  <a:lnTo>
                    <a:pt x="754367" y="1450"/>
                  </a:lnTo>
                  <a:lnTo>
                    <a:pt x="746509" y="1418"/>
                  </a:lnTo>
                  <a:lnTo>
                    <a:pt x="738651" y="1381"/>
                  </a:lnTo>
                  <a:lnTo>
                    <a:pt x="730793" y="1325"/>
                  </a:lnTo>
                  <a:lnTo>
                    <a:pt x="722935" y="1286"/>
                  </a:lnTo>
                  <a:lnTo>
                    <a:pt x="715077" y="1238"/>
                  </a:lnTo>
                  <a:lnTo>
                    <a:pt x="707219" y="1202"/>
                  </a:lnTo>
                  <a:lnTo>
                    <a:pt x="699361" y="1179"/>
                  </a:lnTo>
                  <a:lnTo>
                    <a:pt x="691503" y="1136"/>
                  </a:lnTo>
                  <a:lnTo>
                    <a:pt x="683645" y="1078"/>
                  </a:lnTo>
                  <a:lnTo>
                    <a:pt x="675787" y="1034"/>
                  </a:lnTo>
                  <a:lnTo>
                    <a:pt x="667929" y="977"/>
                  </a:lnTo>
                  <a:lnTo>
                    <a:pt x="660071" y="931"/>
                  </a:lnTo>
                  <a:lnTo>
                    <a:pt x="652213" y="891"/>
                  </a:lnTo>
                  <a:lnTo>
                    <a:pt x="644355" y="860"/>
                  </a:lnTo>
                  <a:lnTo>
                    <a:pt x="636497" y="840"/>
                  </a:lnTo>
                  <a:lnTo>
                    <a:pt x="628639" y="802"/>
                  </a:lnTo>
                  <a:lnTo>
                    <a:pt x="620781" y="774"/>
                  </a:lnTo>
                  <a:lnTo>
                    <a:pt x="612923" y="733"/>
                  </a:lnTo>
                  <a:lnTo>
                    <a:pt x="605065" y="701"/>
                  </a:lnTo>
                  <a:lnTo>
                    <a:pt x="597207" y="689"/>
                  </a:lnTo>
                  <a:lnTo>
                    <a:pt x="589349" y="664"/>
                  </a:lnTo>
                  <a:lnTo>
                    <a:pt x="581491" y="623"/>
                  </a:lnTo>
                  <a:lnTo>
                    <a:pt x="573633" y="588"/>
                  </a:lnTo>
                  <a:lnTo>
                    <a:pt x="565775" y="558"/>
                  </a:lnTo>
                  <a:lnTo>
                    <a:pt x="557917" y="524"/>
                  </a:lnTo>
                  <a:lnTo>
                    <a:pt x="550059" y="485"/>
                  </a:lnTo>
                  <a:lnTo>
                    <a:pt x="542201" y="438"/>
                  </a:lnTo>
                  <a:lnTo>
                    <a:pt x="534343" y="410"/>
                  </a:lnTo>
                  <a:lnTo>
                    <a:pt x="526485" y="387"/>
                  </a:lnTo>
                  <a:lnTo>
                    <a:pt x="518627" y="360"/>
                  </a:lnTo>
                  <a:lnTo>
                    <a:pt x="510769" y="327"/>
                  </a:lnTo>
                  <a:lnTo>
                    <a:pt x="502911" y="307"/>
                  </a:lnTo>
                  <a:lnTo>
                    <a:pt x="495053" y="303"/>
                  </a:lnTo>
                  <a:lnTo>
                    <a:pt x="487195" y="297"/>
                  </a:lnTo>
                  <a:lnTo>
                    <a:pt x="479337" y="290"/>
                  </a:lnTo>
                  <a:lnTo>
                    <a:pt x="471479" y="270"/>
                  </a:lnTo>
                  <a:lnTo>
                    <a:pt x="463621" y="239"/>
                  </a:lnTo>
                  <a:lnTo>
                    <a:pt x="455763" y="228"/>
                  </a:lnTo>
                  <a:lnTo>
                    <a:pt x="447905" y="202"/>
                  </a:lnTo>
                  <a:lnTo>
                    <a:pt x="440047" y="185"/>
                  </a:lnTo>
                  <a:lnTo>
                    <a:pt x="432189" y="185"/>
                  </a:lnTo>
                  <a:lnTo>
                    <a:pt x="424331" y="153"/>
                  </a:lnTo>
                  <a:lnTo>
                    <a:pt x="416473" y="157"/>
                  </a:lnTo>
                  <a:lnTo>
                    <a:pt x="408615" y="157"/>
                  </a:lnTo>
                  <a:lnTo>
                    <a:pt x="400757" y="146"/>
                  </a:lnTo>
                  <a:lnTo>
                    <a:pt x="392899" y="136"/>
                  </a:lnTo>
                  <a:lnTo>
                    <a:pt x="385041" y="117"/>
                  </a:lnTo>
                  <a:lnTo>
                    <a:pt x="377183" y="126"/>
                  </a:lnTo>
                  <a:lnTo>
                    <a:pt x="369325" y="101"/>
                  </a:lnTo>
                  <a:lnTo>
                    <a:pt x="361467" y="116"/>
                  </a:lnTo>
                  <a:lnTo>
                    <a:pt x="353609" y="124"/>
                  </a:lnTo>
                  <a:lnTo>
                    <a:pt x="345751" y="99"/>
                  </a:lnTo>
                  <a:lnTo>
                    <a:pt x="337893" y="73"/>
                  </a:lnTo>
                  <a:lnTo>
                    <a:pt x="330035" y="48"/>
                  </a:lnTo>
                  <a:lnTo>
                    <a:pt x="322177" y="58"/>
                  </a:lnTo>
                  <a:lnTo>
                    <a:pt x="314319" y="39"/>
                  </a:lnTo>
                  <a:lnTo>
                    <a:pt x="306461" y="21"/>
                  </a:lnTo>
                  <a:lnTo>
                    <a:pt x="298603" y="6"/>
                  </a:lnTo>
                  <a:lnTo>
                    <a:pt x="290745" y="4"/>
                  </a:lnTo>
                  <a:lnTo>
                    <a:pt x="282887" y="2"/>
                  </a:lnTo>
                  <a:lnTo>
                    <a:pt x="275029" y="0"/>
                  </a:lnTo>
                  <a:lnTo>
                    <a:pt x="267171" y="14"/>
                  </a:lnTo>
                  <a:lnTo>
                    <a:pt x="259313" y="11"/>
                  </a:lnTo>
                  <a:lnTo>
                    <a:pt x="251455" y="29"/>
                  </a:lnTo>
                  <a:lnTo>
                    <a:pt x="243597" y="11"/>
                  </a:lnTo>
                  <a:lnTo>
                    <a:pt x="235739" y="20"/>
                  </a:lnTo>
                  <a:lnTo>
                    <a:pt x="227881" y="31"/>
                  </a:lnTo>
                  <a:lnTo>
                    <a:pt x="220023" y="41"/>
                  </a:lnTo>
                  <a:lnTo>
                    <a:pt x="212165" y="51"/>
                  </a:lnTo>
                  <a:lnTo>
                    <a:pt x="204307" y="61"/>
                  </a:lnTo>
                  <a:lnTo>
                    <a:pt x="196449" y="44"/>
                  </a:lnTo>
                  <a:lnTo>
                    <a:pt x="188591" y="26"/>
                  </a:lnTo>
                  <a:lnTo>
                    <a:pt x="180733" y="10"/>
                  </a:lnTo>
                  <a:lnTo>
                    <a:pt x="172875" y="27"/>
                  </a:lnTo>
                  <a:lnTo>
                    <a:pt x="165017" y="23"/>
                  </a:lnTo>
                  <a:lnTo>
                    <a:pt x="157159" y="10"/>
                  </a:lnTo>
                  <a:lnTo>
                    <a:pt x="149301" y="20"/>
                  </a:lnTo>
                  <a:lnTo>
                    <a:pt x="141443" y="31"/>
                  </a:lnTo>
                  <a:lnTo>
                    <a:pt x="133585" y="41"/>
                  </a:lnTo>
                  <a:lnTo>
                    <a:pt x="125727" y="41"/>
                  </a:lnTo>
                  <a:lnTo>
                    <a:pt x="117869" y="65"/>
                  </a:lnTo>
                  <a:lnTo>
                    <a:pt x="110011" y="74"/>
                  </a:lnTo>
                  <a:lnTo>
                    <a:pt x="102153" y="91"/>
                  </a:lnTo>
                  <a:lnTo>
                    <a:pt x="94295" y="94"/>
                  </a:lnTo>
                  <a:lnTo>
                    <a:pt x="86437" y="116"/>
                  </a:lnTo>
                  <a:lnTo>
                    <a:pt x="78579" y="127"/>
                  </a:lnTo>
                  <a:lnTo>
                    <a:pt x="70721" y="144"/>
                  </a:lnTo>
                  <a:lnTo>
                    <a:pt x="62863" y="160"/>
                  </a:lnTo>
                  <a:lnTo>
                    <a:pt x="55005" y="176"/>
                  </a:lnTo>
                  <a:lnTo>
                    <a:pt x="47147" y="192"/>
                  </a:lnTo>
                  <a:lnTo>
                    <a:pt x="39289" y="208"/>
                  </a:lnTo>
                  <a:lnTo>
                    <a:pt x="31431" y="224"/>
                  </a:lnTo>
                  <a:lnTo>
                    <a:pt x="23573" y="258"/>
                  </a:lnTo>
                  <a:lnTo>
                    <a:pt x="15715" y="255"/>
                  </a:lnTo>
                  <a:lnTo>
                    <a:pt x="7857" y="271"/>
                  </a:lnTo>
                  <a:lnTo>
                    <a:pt x="0" y="2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186414" y="3897429"/>
              <a:ext cx="2035220" cy="18167"/>
            </a:xfrm>
            <a:custGeom>
              <a:avLst/>
              <a:pathLst>
                <a:path w="2035220" h="18167">
                  <a:moveTo>
                    <a:pt x="0" y="12015"/>
                  </a:moveTo>
                  <a:lnTo>
                    <a:pt x="7857" y="12019"/>
                  </a:lnTo>
                  <a:lnTo>
                    <a:pt x="15715" y="12033"/>
                  </a:lnTo>
                  <a:lnTo>
                    <a:pt x="23573" y="12059"/>
                  </a:lnTo>
                  <a:lnTo>
                    <a:pt x="31431" y="12076"/>
                  </a:lnTo>
                  <a:lnTo>
                    <a:pt x="39289" y="12102"/>
                  </a:lnTo>
                  <a:lnTo>
                    <a:pt x="47147" y="12127"/>
                  </a:lnTo>
                  <a:lnTo>
                    <a:pt x="55005" y="12153"/>
                  </a:lnTo>
                  <a:lnTo>
                    <a:pt x="62863" y="12178"/>
                  </a:lnTo>
                  <a:lnTo>
                    <a:pt x="70721" y="12203"/>
                  </a:lnTo>
                  <a:lnTo>
                    <a:pt x="78579" y="12208"/>
                  </a:lnTo>
                  <a:lnTo>
                    <a:pt x="86437" y="12221"/>
                  </a:lnTo>
                  <a:lnTo>
                    <a:pt x="94295" y="12240"/>
                  </a:lnTo>
                  <a:lnTo>
                    <a:pt x="102153" y="12256"/>
                  </a:lnTo>
                  <a:lnTo>
                    <a:pt x="110011" y="12286"/>
                  </a:lnTo>
                  <a:lnTo>
                    <a:pt x="117869" y="12307"/>
                  </a:lnTo>
                  <a:lnTo>
                    <a:pt x="125727" y="12311"/>
                  </a:lnTo>
                  <a:lnTo>
                    <a:pt x="133585" y="12314"/>
                  </a:lnTo>
                  <a:lnTo>
                    <a:pt x="141443" y="12316"/>
                  </a:lnTo>
                  <a:lnTo>
                    <a:pt x="149301" y="12317"/>
                  </a:lnTo>
                  <a:lnTo>
                    <a:pt x="157159" y="12315"/>
                  </a:lnTo>
                  <a:lnTo>
                    <a:pt x="165017" y="12312"/>
                  </a:lnTo>
                  <a:lnTo>
                    <a:pt x="172875" y="12325"/>
                  </a:lnTo>
                  <a:lnTo>
                    <a:pt x="180733" y="12339"/>
                  </a:lnTo>
                  <a:lnTo>
                    <a:pt x="188591" y="12353"/>
                  </a:lnTo>
                  <a:lnTo>
                    <a:pt x="196449" y="12348"/>
                  </a:lnTo>
                  <a:lnTo>
                    <a:pt x="204307" y="12360"/>
                  </a:lnTo>
                  <a:lnTo>
                    <a:pt x="212165" y="12381"/>
                  </a:lnTo>
                  <a:lnTo>
                    <a:pt x="220023" y="12376"/>
                  </a:lnTo>
                  <a:lnTo>
                    <a:pt x="227881" y="12369"/>
                  </a:lnTo>
                  <a:lnTo>
                    <a:pt x="235739" y="12372"/>
                  </a:lnTo>
                  <a:lnTo>
                    <a:pt x="243597" y="12375"/>
                  </a:lnTo>
                  <a:lnTo>
                    <a:pt x="251455" y="12367"/>
                  </a:lnTo>
                  <a:lnTo>
                    <a:pt x="259313" y="12355"/>
                  </a:lnTo>
                  <a:lnTo>
                    <a:pt x="267171" y="12363"/>
                  </a:lnTo>
                  <a:lnTo>
                    <a:pt x="275029" y="12364"/>
                  </a:lnTo>
                  <a:lnTo>
                    <a:pt x="282887" y="12362"/>
                  </a:lnTo>
                  <a:lnTo>
                    <a:pt x="290745" y="12384"/>
                  </a:lnTo>
                  <a:lnTo>
                    <a:pt x="298603" y="12397"/>
                  </a:lnTo>
                  <a:lnTo>
                    <a:pt x="306461" y="12407"/>
                  </a:lnTo>
                  <a:lnTo>
                    <a:pt x="314319" y="12414"/>
                  </a:lnTo>
                  <a:lnTo>
                    <a:pt x="322177" y="12427"/>
                  </a:lnTo>
                  <a:lnTo>
                    <a:pt x="330035" y="12431"/>
                  </a:lnTo>
                  <a:lnTo>
                    <a:pt x="337893" y="12436"/>
                  </a:lnTo>
                  <a:lnTo>
                    <a:pt x="345751" y="12452"/>
                  </a:lnTo>
                  <a:lnTo>
                    <a:pt x="353609" y="12474"/>
                  </a:lnTo>
                  <a:lnTo>
                    <a:pt x="361467" y="12450"/>
                  </a:lnTo>
                  <a:lnTo>
                    <a:pt x="369325" y="12450"/>
                  </a:lnTo>
                  <a:lnTo>
                    <a:pt x="377183" y="12467"/>
                  </a:lnTo>
                  <a:lnTo>
                    <a:pt x="385041" y="12478"/>
                  </a:lnTo>
                  <a:lnTo>
                    <a:pt x="392899" y="12466"/>
                  </a:lnTo>
                  <a:lnTo>
                    <a:pt x="400757" y="12485"/>
                  </a:lnTo>
                  <a:lnTo>
                    <a:pt x="408615" y="12460"/>
                  </a:lnTo>
                  <a:lnTo>
                    <a:pt x="416473" y="12444"/>
                  </a:lnTo>
                  <a:lnTo>
                    <a:pt x="424331" y="12442"/>
                  </a:lnTo>
                  <a:lnTo>
                    <a:pt x="432189" y="12423"/>
                  </a:lnTo>
                  <a:lnTo>
                    <a:pt x="440047" y="12402"/>
                  </a:lnTo>
                  <a:lnTo>
                    <a:pt x="447905" y="12404"/>
                  </a:lnTo>
                  <a:lnTo>
                    <a:pt x="455763" y="12369"/>
                  </a:lnTo>
                  <a:lnTo>
                    <a:pt x="463621" y="12382"/>
                  </a:lnTo>
                  <a:lnTo>
                    <a:pt x="471479" y="12374"/>
                  </a:lnTo>
                  <a:lnTo>
                    <a:pt x="479337" y="12358"/>
                  </a:lnTo>
                  <a:lnTo>
                    <a:pt x="487195" y="12340"/>
                  </a:lnTo>
                  <a:lnTo>
                    <a:pt x="495053" y="12334"/>
                  </a:lnTo>
                  <a:lnTo>
                    <a:pt x="502911" y="12337"/>
                  </a:lnTo>
                  <a:lnTo>
                    <a:pt x="510769" y="12325"/>
                  </a:lnTo>
                  <a:lnTo>
                    <a:pt x="518627" y="12299"/>
                  </a:lnTo>
                  <a:lnTo>
                    <a:pt x="526485" y="12287"/>
                  </a:lnTo>
                  <a:lnTo>
                    <a:pt x="534343" y="12279"/>
                  </a:lnTo>
                  <a:lnTo>
                    <a:pt x="542201" y="12264"/>
                  </a:lnTo>
                  <a:lnTo>
                    <a:pt x="550059" y="12233"/>
                  </a:lnTo>
                  <a:lnTo>
                    <a:pt x="557917" y="12228"/>
                  </a:lnTo>
                  <a:lnTo>
                    <a:pt x="565775" y="12227"/>
                  </a:lnTo>
                  <a:lnTo>
                    <a:pt x="573633" y="12227"/>
                  </a:lnTo>
                  <a:lnTo>
                    <a:pt x="581491" y="12204"/>
                  </a:lnTo>
                  <a:lnTo>
                    <a:pt x="589349" y="12150"/>
                  </a:lnTo>
                  <a:lnTo>
                    <a:pt x="597207" y="12119"/>
                  </a:lnTo>
                  <a:lnTo>
                    <a:pt x="605065" y="12123"/>
                  </a:lnTo>
                  <a:lnTo>
                    <a:pt x="612923" y="12122"/>
                  </a:lnTo>
                  <a:lnTo>
                    <a:pt x="620781" y="12082"/>
                  </a:lnTo>
                  <a:lnTo>
                    <a:pt x="628639" y="12100"/>
                  </a:lnTo>
                  <a:lnTo>
                    <a:pt x="636497" y="12108"/>
                  </a:lnTo>
                  <a:lnTo>
                    <a:pt x="644355" y="12096"/>
                  </a:lnTo>
                  <a:lnTo>
                    <a:pt x="652213" y="12080"/>
                  </a:lnTo>
                  <a:lnTo>
                    <a:pt x="660071" y="12044"/>
                  </a:lnTo>
                  <a:lnTo>
                    <a:pt x="667929" y="12000"/>
                  </a:lnTo>
                  <a:lnTo>
                    <a:pt x="675787" y="11979"/>
                  </a:lnTo>
                  <a:lnTo>
                    <a:pt x="683645" y="11945"/>
                  </a:lnTo>
                  <a:lnTo>
                    <a:pt x="691503" y="11917"/>
                  </a:lnTo>
                  <a:lnTo>
                    <a:pt x="699361" y="11891"/>
                  </a:lnTo>
                  <a:lnTo>
                    <a:pt x="707219" y="11859"/>
                  </a:lnTo>
                  <a:lnTo>
                    <a:pt x="715077" y="11817"/>
                  </a:lnTo>
                  <a:lnTo>
                    <a:pt x="722935" y="11776"/>
                  </a:lnTo>
                  <a:lnTo>
                    <a:pt x="730793" y="11741"/>
                  </a:lnTo>
                  <a:lnTo>
                    <a:pt x="738651" y="11727"/>
                  </a:lnTo>
                  <a:lnTo>
                    <a:pt x="746509" y="11681"/>
                  </a:lnTo>
                  <a:lnTo>
                    <a:pt x="754367" y="11635"/>
                  </a:lnTo>
                  <a:lnTo>
                    <a:pt x="762225" y="11589"/>
                  </a:lnTo>
                  <a:lnTo>
                    <a:pt x="770083" y="11543"/>
                  </a:lnTo>
                  <a:lnTo>
                    <a:pt x="777941" y="11498"/>
                  </a:lnTo>
                  <a:lnTo>
                    <a:pt x="785799" y="11450"/>
                  </a:lnTo>
                  <a:lnTo>
                    <a:pt x="793657" y="11402"/>
                  </a:lnTo>
                  <a:lnTo>
                    <a:pt x="801515" y="11356"/>
                  </a:lnTo>
                  <a:lnTo>
                    <a:pt x="809373" y="11313"/>
                  </a:lnTo>
                  <a:lnTo>
                    <a:pt x="817231" y="11292"/>
                  </a:lnTo>
                  <a:lnTo>
                    <a:pt x="825089" y="11263"/>
                  </a:lnTo>
                  <a:lnTo>
                    <a:pt x="832947" y="11241"/>
                  </a:lnTo>
                  <a:lnTo>
                    <a:pt x="840805" y="11208"/>
                  </a:lnTo>
                  <a:lnTo>
                    <a:pt x="848663" y="11157"/>
                  </a:lnTo>
                  <a:lnTo>
                    <a:pt x="856521" y="11107"/>
                  </a:lnTo>
                  <a:lnTo>
                    <a:pt x="864379" y="11057"/>
                  </a:lnTo>
                  <a:lnTo>
                    <a:pt x="872237" y="11008"/>
                  </a:lnTo>
                  <a:lnTo>
                    <a:pt x="880095" y="10964"/>
                  </a:lnTo>
                  <a:lnTo>
                    <a:pt x="887953" y="10921"/>
                  </a:lnTo>
                  <a:lnTo>
                    <a:pt x="895811" y="10872"/>
                  </a:lnTo>
                  <a:lnTo>
                    <a:pt x="903669" y="10824"/>
                  </a:lnTo>
                  <a:lnTo>
                    <a:pt x="911527" y="10775"/>
                  </a:lnTo>
                  <a:lnTo>
                    <a:pt x="919385" y="10743"/>
                  </a:lnTo>
                  <a:lnTo>
                    <a:pt x="927243" y="10680"/>
                  </a:lnTo>
                  <a:lnTo>
                    <a:pt x="935101" y="10639"/>
                  </a:lnTo>
                  <a:lnTo>
                    <a:pt x="942959" y="10578"/>
                  </a:lnTo>
                  <a:lnTo>
                    <a:pt x="950817" y="10525"/>
                  </a:lnTo>
                  <a:lnTo>
                    <a:pt x="958675" y="10481"/>
                  </a:lnTo>
                  <a:lnTo>
                    <a:pt x="966533" y="10435"/>
                  </a:lnTo>
                  <a:lnTo>
                    <a:pt x="974391" y="10388"/>
                  </a:lnTo>
                  <a:lnTo>
                    <a:pt x="982249" y="10331"/>
                  </a:lnTo>
                  <a:lnTo>
                    <a:pt x="990107" y="10281"/>
                  </a:lnTo>
                  <a:lnTo>
                    <a:pt x="997965" y="10230"/>
                  </a:lnTo>
                  <a:lnTo>
                    <a:pt x="1005823" y="10180"/>
                  </a:lnTo>
                  <a:lnTo>
                    <a:pt x="1013681" y="10129"/>
                  </a:lnTo>
                  <a:lnTo>
                    <a:pt x="1021539" y="10061"/>
                  </a:lnTo>
                  <a:lnTo>
                    <a:pt x="1029397" y="9983"/>
                  </a:lnTo>
                  <a:lnTo>
                    <a:pt x="1037254" y="9930"/>
                  </a:lnTo>
                  <a:lnTo>
                    <a:pt x="1045112" y="9877"/>
                  </a:lnTo>
                  <a:lnTo>
                    <a:pt x="1052970" y="9844"/>
                  </a:lnTo>
                  <a:lnTo>
                    <a:pt x="1060828" y="9801"/>
                  </a:lnTo>
                  <a:lnTo>
                    <a:pt x="1068686" y="9731"/>
                  </a:lnTo>
                  <a:lnTo>
                    <a:pt x="1076544" y="9693"/>
                  </a:lnTo>
                  <a:lnTo>
                    <a:pt x="1084402" y="9652"/>
                  </a:lnTo>
                  <a:lnTo>
                    <a:pt x="1092260" y="9614"/>
                  </a:lnTo>
                  <a:lnTo>
                    <a:pt x="1100118" y="9554"/>
                  </a:lnTo>
                  <a:lnTo>
                    <a:pt x="1107976" y="9485"/>
                  </a:lnTo>
                  <a:lnTo>
                    <a:pt x="1115834" y="9407"/>
                  </a:lnTo>
                  <a:lnTo>
                    <a:pt x="1123692" y="9359"/>
                  </a:lnTo>
                  <a:lnTo>
                    <a:pt x="1131550" y="9283"/>
                  </a:lnTo>
                  <a:lnTo>
                    <a:pt x="1139408" y="9227"/>
                  </a:lnTo>
                  <a:lnTo>
                    <a:pt x="1147266" y="9160"/>
                  </a:lnTo>
                  <a:lnTo>
                    <a:pt x="1155124" y="9094"/>
                  </a:lnTo>
                  <a:lnTo>
                    <a:pt x="1162982" y="9027"/>
                  </a:lnTo>
                  <a:lnTo>
                    <a:pt x="1170840" y="8970"/>
                  </a:lnTo>
                  <a:lnTo>
                    <a:pt x="1178698" y="8915"/>
                  </a:lnTo>
                  <a:lnTo>
                    <a:pt x="1186556" y="8860"/>
                  </a:lnTo>
                  <a:lnTo>
                    <a:pt x="1194414" y="8805"/>
                  </a:lnTo>
                  <a:lnTo>
                    <a:pt x="1202272" y="8737"/>
                  </a:lnTo>
                  <a:lnTo>
                    <a:pt x="1210130" y="8694"/>
                  </a:lnTo>
                  <a:lnTo>
                    <a:pt x="1217988" y="8639"/>
                  </a:lnTo>
                  <a:lnTo>
                    <a:pt x="1225846" y="8581"/>
                  </a:lnTo>
                  <a:lnTo>
                    <a:pt x="1233704" y="8516"/>
                  </a:lnTo>
                  <a:lnTo>
                    <a:pt x="1241562" y="8461"/>
                  </a:lnTo>
                  <a:lnTo>
                    <a:pt x="1249420" y="8399"/>
                  </a:lnTo>
                  <a:lnTo>
                    <a:pt x="1257278" y="8330"/>
                  </a:lnTo>
                  <a:lnTo>
                    <a:pt x="1265136" y="8279"/>
                  </a:lnTo>
                  <a:lnTo>
                    <a:pt x="1272994" y="8227"/>
                  </a:lnTo>
                  <a:lnTo>
                    <a:pt x="1280852" y="8168"/>
                  </a:lnTo>
                  <a:lnTo>
                    <a:pt x="1288710" y="8096"/>
                  </a:lnTo>
                  <a:lnTo>
                    <a:pt x="1296568" y="8024"/>
                  </a:lnTo>
                  <a:lnTo>
                    <a:pt x="1304426" y="7951"/>
                  </a:lnTo>
                  <a:lnTo>
                    <a:pt x="1312284" y="7879"/>
                  </a:lnTo>
                  <a:lnTo>
                    <a:pt x="1320142" y="7806"/>
                  </a:lnTo>
                  <a:lnTo>
                    <a:pt x="1328000" y="7732"/>
                  </a:lnTo>
                  <a:lnTo>
                    <a:pt x="1335858" y="7659"/>
                  </a:lnTo>
                  <a:lnTo>
                    <a:pt x="1343716" y="7585"/>
                  </a:lnTo>
                  <a:lnTo>
                    <a:pt x="1351574" y="7510"/>
                  </a:lnTo>
                  <a:lnTo>
                    <a:pt x="1359432" y="7436"/>
                  </a:lnTo>
                  <a:lnTo>
                    <a:pt x="1367290" y="7361"/>
                  </a:lnTo>
                  <a:lnTo>
                    <a:pt x="1375148" y="7287"/>
                  </a:lnTo>
                  <a:lnTo>
                    <a:pt x="1383006" y="7217"/>
                  </a:lnTo>
                  <a:lnTo>
                    <a:pt x="1390864" y="7146"/>
                  </a:lnTo>
                  <a:lnTo>
                    <a:pt x="1398722" y="7075"/>
                  </a:lnTo>
                  <a:lnTo>
                    <a:pt x="1406580" y="7013"/>
                  </a:lnTo>
                  <a:lnTo>
                    <a:pt x="1414438" y="6952"/>
                  </a:lnTo>
                  <a:lnTo>
                    <a:pt x="1422296" y="6890"/>
                  </a:lnTo>
                  <a:lnTo>
                    <a:pt x="1430154" y="6828"/>
                  </a:lnTo>
                  <a:lnTo>
                    <a:pt x="1438012" y="6750"/>
                  </a:lnTo>
                  <a:lnTo>
                    <a:pt x="1445870" y="6656"/>
                  </a:lnTo>
                  <a:lnTo>
                    <a:pt x="1453728" y="6570"/>
                  </a:lnTo>
                  <a:lnTo>
                    <a:pt x="1461586" y="6476"/>
                  </a:lnTo>
                  <a:lnTo>
                    <a:pt x="1469444" y="6376"/>
                  </a:lnTo>
                  <a:lnTo>
                    <a:pt x="1477302" y="6288"/>
                  </a:lnTo>
                  <a:lnTo>
                    <a:pt x="1485160" y="6201"/>
                  </a:lnTo>
                  <a:lnTo>
                    <a:pt x="1493018" y="6121"/>
                  </a:lnTo>
                  <a:lnTo>
                    <a:pt x="1500876" y="6042"/>
                  </a:lnTo>
                  <a:lnTo>
                    <a:pt x="1508734" y="5970"/>
                  </a:lnTo>
                  <a:lnTo>
                    <a:pt x="1516592" y="5897"/>
                  </a:lnTo>
                  <a:lnTo>
                    <a:pt x="1524450" y="5824"/>
                  </a:lnTo>
                  <a:lnTo>
                    <a:pt x="1532308" y="5751"/>
                  </a:lnTo>
                  <a:lnTo>
                    <a:pt x="1540166" y="5665"/>
                  </a:lnTo>
                  <a:lnTo>
                    <a:pt x="1548024" y="5573"/>
                  </a:lnTo>
                  <a:lnTo>
                    <a:pt x="1555882" y="5506"/>
                  </a:lnTo>
                  <a:lnTo>
                    <a:pt x="1563740" y="5442"/>
                  </a:lnTo>
                  <a:lnTo>
                    <a:pt x="1571598" y="5358"/>
                  </a:lnTo>
                  <a:lnTo>
                    <a:pt x="1579456" y="5273"/>
                  </a:lnTo>
                  <a:lnTo>
                    <a:pt x="1587314" y="5194"/>
                  </a:lnTo>
                  <a:lnTo>
                    <a:pt x="1595172" y="5120"/>
                  </a:lnTo>
                  <a:lnTo>
                    <a:pt x="1603030" y="5045"/>
                  </a:lnTo>
                  <a:lnTo>
                    <a:pt x="1610888" y="4970"/>
                  </a:lnTo>
                  <a:lnTo>
                    <a:pt x="1618746" y="4895"/>
                  </a:lnTo>
                  <a:lnTo>
                    <a:pt x="1626604" y="4820"/>
                  </a:lnTo>
                  <a:lnTo>
                    <a:pt x="1634462" y="4745"/>
                  </a:lnTo>
                  <a:lnTo>
                    <a:pt x="1642320" y="4669"/>
                  </a:lnTo>
                  <a:lnTo>
                    <a:pt x="1650178" y="4584"/>
                  </a:lnTo>
                  <a:lnTo>
                    <a:pt x="1658036" y="4503"/>
                  </a:lnTo>
                  <a:lnTo>
                    <a:pt x="1665894" y="4434"/>
                  </a:lnTo>
                  <a:lnTo>
                    <a:pt x="1673752" y="4364"/>
                  </a:lnTo>
                  <a:lnTo>
                    <a:pt x="1681610" y="4286"/>
                  </a:lnTo>
                  <a:lnTo>
                    <a:pt x="1689468" y="4208"/>
                  </a:lnTo>
                  <a:lnTo>
                    <a:pt x="1697326" y="4130"/>
                  </a:lnTo>
                  <a:lnTo>
                    <a:pt x="1705184" y="4052"/>
                  </a:lnTo>
                  <a:lnTo>
                    <a:pt x="1713042" y="3974"/>
                  </a:lnTo>
                  <a:lnTo>
                    <a:pt x="1720900" y="3895"/>
                  </a:lnTo>
                  <a:lnTo>
                    <a:pt x="1728758" y="3816"/>
                  </a:lnTo>
                  <a:lnTo>
                    <a:pt x="1736616" y="3736"/>
                  </a:lnTo>
                  <a:lnTo>
                    <a:pt x="1744474" y="3656"/>
                  </a:lnTo>
                  <a:lnTo>
                    <a:pt x="1752332" y="3576"/>
                  </a:lnTo>
                  <a:lnTo>
                    <a:pt x="1760190" y="3496"/>
                  </a:lnTo>
                  <a:lnTo>
                    <a:pt x="1768048" y="3415"/>
                  </a:lnTo>
                  <a:lnTo>
                    <a:pt x="1775906" y="3334"/>
                  </a:lnTo>
                  <a:lnTo>
                    <a:pt x="1783764" y="3247"/>
                  </a:lnTo>
                  <a:lnTo>
                    <a:pt x="1791622" y="3150"/>
                  </a:lnTo>
                  <a:lnTo>
                    <a:pt x="1799480" y="3053"/>
                  </a:lnTo>
                  <a:lnTo>
                    <a:pt x="1807338" y="2955"/>
                  </a:lnTo>
                  <a:lnTo>
                    <a:pt x="1815196" y="2857"/>
                  </a:lnTo>
                  <a:lnTo>
                    <a:pt x="1823054" y="2759"/>
                  </a:lnTo>
                  <a:lnTo>
                    <a:pt x="1830912" y="2661"/>
                  </a:lnTo>
                  <a:lnTo>
                    <a:pt x="1838770" y="2562"/>
                  </a:lnTo>
                  <a:lnTo>
                    <a:pt x="1846628" y="2476"/>
                  </a:lnTo>
                  <a:lnTo>
                    <a:pt x="1854486" y="2390"/>
                  </a:lnTo>
                  <a:lnTo>
                    <a:pt x="1862344" y="2280"/>
                  </a:lnTo>
                  <a:lnTo>
                    <a:pt x="1870202" y="2170"/>
                  </a:lnTo>
                  <a:lnTo>
                    <a:pt x="1878060" y="2060"/>
                  </a:lnTo>
                  <a:lnTo>
                    <a:pt x="1885918" y="1955"/>
                  </a:lnTo>
                  <a:lnTo>
                    <a:pt x="1893776" y="1852"/>
                  </a:lnTo>
                  <a:lnTo>
                    <a:pt x="1901634" y="1749"/>
                  </a:lnTo>
                  <a:lnTo>
                    <a:pt x="1909492" y="1645"/>
                  </a:lnTo>
                  <a:lnTo>
                    <a:pt x="1917350" y="1539"/>
                  </a:lnTo>
                  <a:lnTo>
                    <a:pt x="1925208" y="1429"/>
                  </a:lnTo>
                  <a:lnTo>
                    <a:pt x="1933066" y="1333"/>
                  </a:lnTo>
                  <a:lnTo>
                    <a:pt x="1940924" y="1227"/>
                  </a:lnTo>
                  <a:lnTo>
                    <a:pt x="1948782" y="1122"/>
                  </a:lnTo>
                  <a:lnTo>
                    <a:pt x="1956640" y="1023"/>
                  </a:lnTo>
                  <a:lnTo>
                    <a:pt x="1964498" y="931"/>
                  </a:lnTo>
                  <a:lnTo>
                    <a:pt x="1972356" y="840"/>
                  </a:lnTo>
                  <a:lnTo>
                    <a:pt x="1980214" y="748"/>
                  </a:lnTo>
                  <a:lnTo>
                    <a:pt x="1988072" y="655"/>
                  </a:lnTo>
                  <a:lnTo>
                    <a:pt x="1995930" y="563"/>
                  </a:lnTo>
                  <a:lnTo>
                    <a:pt x="2003788" y="465"/>
                  </a:lnTo>
                  <a:lnTo>
                    <a:pt x="2011646" y="349"/>
                  </a:lnTo>
                  <a:lnTo>
                    <a:pt x="2019504" y="233"/>
                  </a:lnTo>
                  <a:lnTo>
                    <a:pt x="2027362" y="117"/>
                  </a:lnTo>
                  <a:lnTo>
                    <a:pt x="2035220" y="0"/>
                  </a:lnTo>
                  <a:lnTo>
                    <a:pt x="2035220" y="17988"/>
                  </a:lnTo>
                  <a:lnTo>
                    <a:pt x="2027362" y="17969"/>
                  </a:lnTo>
                  <a:lnTo>
                    <a:pt x="2019504" y="17950"/>
                  </a:lnTo>
                  <a:lnTo>
                    <a:pt x="2011646" y="17931"/>
                  </a:lnTo>
                  <a:lnTo>
                    <a:pt x="2003788" y="17913"/>
                  </a:lnTo>
                  <a:lnTo>
                    <a:pt x="1995930" y="17903"/>
                  </a:lnTo>
                  <a:lnTo>
                    <a:pt x="1988072" y="17894"/>
                  </a:lnTo>
                  <a:lnTo>
                    <a:pt x="1980214" y="17884"/>
                  </a:lnTo>
                  <a:lnTo>
                    <a:pt x="1972356" y="17875"/>
                  </a:lnTo>
                  <a:lnTo>
                    <a:pt x="1964498" y="17865"/>
                  </a:lnTo>
                  <a:lnTo>
                    <a:pt x="1956640" y="17856"/>
                  </a:lnTo>
                  <a:lnTo>
                    <a:pt x="1948782" y="17846"/>
                  </a:lnTo>
                  <a:lnTo>
                    <a:pt x="1940924" y="17837"/>
                  </a:lnTo>
                  <a:lnTo>
                    <a:pt x="1933066" y="17827"/>
                  </a:lnTo>
                  <a:lnTo>
                    <a:pt x="1925208" y="17817"/>
                  </a:lnTo>
                  <a:lnTo>
                    <a:pt x="1917350" y="17808"/>
                  </a:lnTo>
                  <a:lnTo>
                    <a:pt x="1909492" y="17798"/>
                  </a:lnTo>
                  <a:lnTo>
                    <a:pt x="1901634" y="17789"/>
                  </a:lnTo>
                  <a:lnTo>
                    <a:pt x="1893776" y="17779"/>
                  </a:lnTo>
                  <a:lnTo>
                    <a:pt x="1885918" y="17770"/>
                  </a:lnTo>
                  <a:lnTo>
                    <a:pt x="1878060" y="17760"/>
                  </a:lnTo>
                  <a:lnTo>
                    <a:pt x="1870202" y="17750"/>
                  </a:lnTo>
                  <a:lnTo>
                    <a:pt x="1862344" y="17741"/>
                  </a:lnTo>
                  <a:lnTo>
                    <a:pt x="1854486" y="17731"/>
                  </a:lnTo>
                  <a:lnTo>
                    <a:pt x="1846628" y="17722"/>
                  </a:lnTo>
                  <a:lnTo>
                    <a:pt x="1838770" y="17710"/>
                  </a:lnTo>
                  <a:lnTo>
                    <a:pt x="1830912" y="17694"/>
                  </a:lnTo>
                  <a:lnTo>
                    <a:pt x="1823054" y="17681"/>
                  </a:lnTo>
                  <a:lnTo>
                    <a:pt x="1815196" y="17671"/>
                  </a:lnTo>
                  <a:lnTo>
                    <a:pt x="1807338" y="17660"/>
                  </a:lnTo>
                  <a:lnTo>
                    <a:pt x="1799480" y="17652"/>
                  </a:lnTo>
                  <a:lnTo>
                    <a:pt x="1791622" y="17640"/>
                  </a:lnTo>
                  <a:lnTo>
                    <a:pt x="1783764" y="17630"/>
                  </a:lnTo>
                  <a:lnTo>
                    <a:pt x="1775906" y="17620"/>
                  </a:lnTo>
                  <a:lnTo>
                    <a:pt x="1768048" y="17609"/>
                  </a:lnTo>
                  <a:lnTo>
                    <a:pt x="1760190" y="17599"/>
                  </a:lnTo>
                  <a:lnTo>
                    <a:pt x="1752332" y="17589"/>
                  </a:lnTo>
                  <a:lnTo>
                    <a:pt x="1744474" y="17579"/>
                  </a:lnTo>
                  <a:lnTo>
                    <a:pt x="1736616" y="17568"/>
                  </a:lnTo>
                  <a:lnTo>
                    <a:pt x="1728758" y="17558"/>
                  </a:lnTo>
                  <a:lnTo>
                    <a:pt x="1720900" y="17548"/>
                  </a:lnTo>
                  <a:lnTo>
                    <a:pt x="1713042" y="17544"/>
                  </a:lnTo>
                  <a:lnTo>
                    <a:pt x="1705184" y="17541"/>
                  </a:lnTo>
                  <a:lnTo>
                    <a:pt x="1697326" y="17537"/>
                  </a:lnTo>
                  <a:lnTo>
                    <a:pt x="1689468" y="17527"/>
                  </a:lnTo>
                  <a:lnTo>
                    <a:pt x="1681610" y="17518"/>
                  </a:lnTo>
                  <a:lnTo>
                    <a:pt x="1673752" y="17508"/>
                  </a:lnTo>
                  <a:lnTo>
                    <a:pt x="1665894" y="17498"/>
                  </a:lnTo>
                  <a:lnTo>
                    <a:pt x="1658036" y="17488"/>
                  </a:lnTo>
                  <a:lnTo>
                    <a:pt x="1650178" y="17478"/>
                  </a:lnTo>
                  <a:lnTo>
                    <a:pt x="1642320" y="17468"/>
                  </a:lnTo>
                  <a:lnTo>
                    <a:pt x="1634462" y="17458"/>
                  </a:lnTo>
                  <a:lnTo>
                    <a:pt x="1626604" y="17444"/>
                  </a:lnTo>
                  <a:lnTo>
                    <a:pt x="1618746" y="17430"/>
                  </a:lnTo>
                  <a:lnTo>
                    <a:pt x="1610888" y="17415"/>
                  </a:lnTo>
                  <a:lnTo>
                    <a:pt x="1603030" y="17400"/>
                  </a:lnTo>
                  <a:lnTo>
                    <a:pt x="1595172" y="17386"/>
                  </a:lnTo>
                  <a:lnTo>
                    <a:pt x="1587314" y="17371"/>
                  </a:lnTo>
                  <a:lnTo>
                    <a:pt x="1579456" y="17360"/>
                  </a:lnTo>
                  <a:lnTo>
                    <a:pt x="1571598" y="17350"/>
                  </a:lnTo>
                  <a:lnTo>
                    <a:pt x="1563740" y="17339"/>
                  </a:lnTo>
                  <a:lnTo>
                    <a:pt x="1555882" y="17328"/>
                  </a:lnTo>
                  <a:lnTo>
                    <a:pt x="1548024" y="17318"/>
                  </a:lnTo>
                  <a:lnTo>
                    <a:pt x="1540166" y="17307"/>
                  </a:lnTo>
                  <a:lnTo>
                    <a:pt x="1532308" y="17293"/>
                  </a:lnTo>
                  <a:lnTo>
                    <a:pt x="1524450" y="17285"/>
                  </a:lnTo>
                  <a:lnTo>
                    <a:pt x="1516592" y="17275"/>
                  </a:lnTo>
                  <a:lnTo>
                    <a:pt x="1508734" y="17264"/>
                  </a:lnTo>
                  <a:lnTo>
                    <a:pt x="1500876" y="17254"/>
                  </a:lnTo>
                  <a:lnTo>
                    <a:pt x="1493018" y="17243"/>
                  </a:lnTo>
                  <a:lnTo>
                    <a:pt x="1485160" y="17233"/>
                  </a:lnTo>
                  <a:lnTo>
                    <a:pt x="1477302" y="17222"/>
                  </a:lnTo>
                  <a:lnTo>
                    <a:pt x="1469444" y="17211"/>
                  </a:lnTo>
                  <a:lnTo>
                    <a:pt x="1461586" y="17201"/>
                  </a:lnTo>
                  <a:lnTo>
                    <a:pt x="1453728" y="17190"/>
                  </a:lnTo>
                  <a:lnTo>
                    <a:pt x="1445870" y="17179"/>
                  </a:lnTo>
                  <a:lnTo>
                    <a:pt x="1438012" y="17168"/>
                  </a:lnTo>
                  <a:lnTo>
                    <a:pt x="1430154" y="17158"/>
                  </a:lnTo>
                  <a:lnTo>
                    <a:pt x="1422296" y="17147"/>
                  </a:lnTo>
                  <a:lnTo>
                    <a:pt x="1414438" y="17136"/>
                  </a:lnTo>
                  <a:lnTo>
                    <a:pt x="1406580" y="17123"/>
                  </a:lnTo>
                  <a:lnTo>
                    <a:pt x="1398722" y="17108"/>
                  </a:lnTo>
                  <a:lnTo>
                    <a:pt x="1390864" y="17098"/>
                  </a:lnTo>
                  <a:lnTo>
                    <a:pt x="1383006" y="17087"/>
                  </a:lnTo>
                  <a:lnTo>
                    <a:pt x="1375148" y="17078"/>
                  </a:lnTo>
                  <a:lnTo>
                    <a:pt x="1367290" y="17067"/>
                  </a:lnTo>
                  <a:lnTo>
                    <a:pt x="1359432" y="17057"/>
                  </a:lnTo>
                  <a:lnTo>
                    <a:pt x="1351574" y="17046"/>
                  </a:lnTo>
                  <a:lnTo>
                    <a:pt x="1343716" y="17036"/>
                  </a:lnTo>
                  <a:lnTo>
                    <a:pt x="1335858" y="17026"/>
                  </a:lnTo>
                  <a:lnTo>
                    <a:pt x="1328000" y="17015"/>
                  </a:lnTo>
                  <a:lnTo>
                    <a:pt x="1320142" y="16998"/>
                  </a:lnTo>
                  <a:lnTo>
                    <a:pt x="1312284" y="16986"/>
                  </a:lnTo>
                  <a:lnTo>
                    <a:pt x="1304426" y="16976"/>
                  </a:lnTo>
                  <a:lnTo>
                    <a:pt x="1296568" y="16952"/>
                  </a:lnTo>
                  <a:lnTo>
                    <a:pt x="1288710" y="16930"/>
                  </a:lnTo>
                  <a:lnTo>
                    <a:pt x="1280852" y="16913"/>
                  </a:lnTo>
                  <a:lnTo>
                    <a:pt x="1272994" y="16896"/>
                  </a:lnTo>
                  <a:lnTo>
                    <a:pt x="1265136" y="16878"/>
                  </a:lnTo>
                  <a:lnTo>
                    <a:pt x="1257278" y="16860"/>
                  </a:lnTo>
                  <a:lnTo>
                    <a:pt x="1249420" y="16839"/>
                  </a:lnTo>
                  <a:lnTo>
                    <a:pt x="1241562" y="16826"/>
                  </a:lnTo>
                  <a:lnTo>
                    <a:pt x="1233704" y="16805"/>
                  </a:lnTo>
                  <a:lnTo>
                    <a:pt x="1225846" y="16782"/>
                  </a:lnTo>
                  <a:lnTo>
                    <a:pt x="1217988" y="16770"/>
                  </a:lnTo>
                  <a:lnTo>
                    <a:pt x="1210130" y="16749"/>
                  </a:lnTo>
                  <a:lnTo>
                    <a:pt x="1202272" y="16733"/>
                  </a:lnTo>
                  <a:lnTo>
                    <a:pt x="1194414" y="16720"/>
                  </a:lnTo>
                  <a:lnTo>
                    <a:pt x="1186556" y="16703"/>
                  </a:lnTo>
                  <a:lnTo>
                    <a:pt x="1178698" y="16686"/>
                  </a:lnTo>
                  <a:lnTo>
                    <a:pt x="1170840" y="16669"/>
                  </a:lnTo>
                  <a:lnTo>
                    <a:pt x="1162982" y="16653"/>
                  </a:lnTo>
                  <a:lnTo>
                    <a:pt x="1155124" y="16652"/>
                  </a:lnTo>
                  <a:lnTo>
                    <a:pt x="1147266" y="16648"/>
                  </a:lnTo>
                  <a:lnTo>
                    <a:pt x="1139408" y="16629"/>
                  </a:lnTo>
                  <a:lnTo>
                    <a:pt x="1131550" y="16610"/>
                  </a:lnTo>
                  <a:lnTo>
                    <a:pt x="1123692" y="16608"/>
                  </a:lnTo>
                  <a:lnTo>
                    <a:pt x="1115834" y="16606"/>
                  </a:lnTo>
                  <a:lnTo>
                    <a:pt x="1107976" y="16604"/>
                  </a:lnTo>
                  <a:lnTo>
                    <a:pt x="1100118" y="16586"/>
                  </a:lnTo>
                  <a:lnTo>
                    <a:pt x="1092260" y="16581"/>
                  </a:lnTo>
                  <a:lnTo>
                    <a:pt x="1084402" y="16558"/>
                  </a:lnTo>
                  <a:lnTo>
                    <a:pt x="1076544" y="16536"/>
                  </a:lnTo>
                  <a:lnTo>
                    <a:pt x="1068686" y="16534"/>
                  </a:lnTo>
                  <a:lnTo>
                    <a:pt x="1060828" y="16520"/>
                  </a:lnTo>
                  <a:lnTo>
                    <a:pt x="1052970" y="16528"/>
                  </a:lnTo>
                  <a:lnTo>
                    <a:pt x="1045112" y="16515"/>
                  </a:lnTo>
                  <a:lnTo>
                    <a:pt x="1037254" y="16511"/>
                  </a:lnTo>
                  <a:lnTo>
                    <a:pt x="1029397" y="16512"/>
                  </a:lnTo>
                  <a:lnTo>
                    <a:pt x="1021539" y="16516"/>
                  </a:lnTo>
                  <a:lnTo>
                    <a:pt x="1013681" y="16500"/>
                  </a:lnTo>
                  <a:lnTo>
                    <a:pt x="1005823" y="16497"/>
                  </a:lnTo>
                  <a:lnTo>
                    <a:pt x="997965" y="16493"/>
                  </a:lnTo>
                  <a:lnTo>
                    <a:pt x="990107" y="16490"/>
                  </a:lnTo>
                  <a:lnTo>
                    <a:pt x="982249" y="16483"/>
                  </a:lnTo>
                  <a:lnTo>
                    <a:pt x="974391" y="16467"/>
                  </a:lnTo>
                  <a:lnTo>
                    <a:pt x="966533" y="16466"/>
                  </a:lnTo>
                  <a:lnTo>
                    <a:pt x="958675" y="16465"/>
                  </a:lnTo>
                  <a:lnTo>
                    <a:pt x="950817" y="16453"/>
                  </a:lnTo>
                  <a:lnTo>
                    <a:pt x="942959" y="16441"/>
                  </a:lnTo>
                  <a:lnTo>
                    <a:pt x="935101" y="16429"/>
                  </a:lnTo>
                  <a:lnTo>
                    <a:pt x="927243" y="16417"/>
                  </a:lnTo>
                  <a:lnTo>
                    <a:pt x="919385" y="16404"/>
                  </a:lnTo>
                  <a:lnTo>
                    <a:pt x="911527" y="16395"/>
                  </a:lnTo>
                  <a:lnTo>
                    <a:pt x="903669" y="16379"/>
                  </a:lnTo>
                  <a:lnTo>
                    <a:pt x="895811" y="16367"/>
                  </a:lnTo>
                  <a:lnTo>
                    <a:pt x="887953" y="16367"/>
                  </a:lnTo>
                  <a:lnTo>
                    <a:pt x="880095" y="16366"/>
                  </a:lnTo>
                  <a:lnTo>
                    <a:pt x="872237" y="16361"/>
                  </a:lnTo>
                  <a:lnTo>
                    <a:pt x="864379" y="16360"/>
                  </a:lnTo>
                  <a:lnTo>
                    <a:pt x="856521" y="16338"/>
                  </a:lnTo>
                  <a:lnTo>
                    <a:pt x="848663" y="16337"/>
                  </a:lnTo>
                  <a:lnTo>
                    <a:pt x="840805" y="16337"/>
                  </a:lnTo>
                  <a:lnTo>
                    <a:pt x="832947" y="16342"/>
                  </a:lnTo>
                  <a:lnTo>
                    <a:pt x="825089" y="16342"/>
                  </a:lnTo>
                  <a:lnTo>
                    <a:pt x="817231" y="16340"/>
                  </a:lnTo>
                  <a:lnTo>
                    <a:pt x="809373" y="16336"/>
                  </a:lnTo>
                  <a:lnTo>
                    <a:pt x="801515" y="16336"/>
                  </a:lnTo>
                  <a:lnTo>
                    <a:pt x="793657" y="16335"/>
                  </a:lnTo>
                  <a:lnTo>
                    <a:pt x="785799" y="16346"/>
                  </a:lnTo>
                  <a:lnTo>
                    <a:pt x="777941" y="16351"/>
                  </a:lnTo>
                  <a:lnTo>
                    <a:pt x="770083" y="16356"/>
                  </a:lnTo>
                  <a:lnTo>
                    <a:pt x="762225" y="16362"/>
                  </a:lnTo>
                  <a:lnTo>
                    <a:pt x="754367" y="16370"/>
                  </a:lnTo>
                  <a:lnTo>
                    <a:pt x="746509" y="16372"/>
                  </a:lnTo>
                  <a:lnTo>
                    <a:pt x="738651" y="16377"/>
                  </a:lnTo>
                  <a:lnTo>
                    <a:pt x="730793" y="16380"/>
                  </a:lnTo>
                  <a:lnTo>
                    <a:pt x="722935" y="16377"/>
                  </a:lnTo>
                  <a:lnTo>
                    <a:pt x="715077" y="16374"/>
                  </a:lnTo>
                  <a:lnTo>
                    <a:pt x="707219" y="16371"/>
                  </a:lnTo>
                  <a:lnTo>
                    <a:pt x="699361" y="16378"/>
                  </a:lnTo>
                  <a:lnTo>
                    <a:pt x="691503" y="16393"/>
                  </a:lnTo>
                  <a:lnTo>
                    <a:pt x="683645" y="16398"/>
                  </a:lnTo>
                  <a:lnTo>
                    <a:pt x="675787" y="16397"/>
                  </a:lnTo>
                  <a:lnTo>
                    <a:pt x="667929" y="16403"/>
                  </a:lnTo>
                  <a:lnTo>
                    <a:pt x="660071" y="16411"/>
                  </a:lnTo>
                  <a:lnTo>
                    <a:pt x="652213" y="16422"/>
                  </a:lnTo>
                  <a:lnTo>
                    <a:pt x="644355" y="16439"/>
                  </a:lnTo>
                  <a:lnTo>
                    <a:pt x="636497" y="16444"/>
                  </a:lnTo>
                  <a:lnTo>
                    <a:pt x="628639" y="16449"/>
                  </a:lnTo>
                  <a:lnTo>
                    <a:pt x="620781" y="16455"/>
                  </a:lnTo>
                  <a:lnTo>
                    <a:pt x="612923" y="16470"/>
                  </a:lnTo>
                  <a:lnTo>
                    <a:pt x="605065" y="16477"/>
                  </a:lnTo>
                  <a:lnTo>
                    <a:pt x="597207" y="16481"/>
                  </a:lnTo>
                  <a:lnTo>
                    <a:pt x="589349" y="16499"/>
                  </a:lnTo>
                  <a:lnTo>
                    <a:pt x="581491" y="16512"/>
                  </a:lnTo>
                  <a:lnTo>
                    <a:pt x="573633" y="16533"/>
                  </a:lnTo>
                  <a:lnTo>
                    <a:pt x="565775" y="16549"/>
                  </a:lnTo>
                  <a:lnTo>
                    <a:pt x="557917" y="16563"/>
                  </a:lnTo>
                  <a:lnTo>
                    <a:pt x="550059" y="16573"/>
                  </a:lnTo>
                  <a:lnTo>
                    <a:pt x="542201" y="16584"/>
                  </a:lnTo>
                  <a:lnTo>
                    <a:pt x="534343" y="16600"/>
                  </a:lnTo>
                  <a:lnTo>
                    <a:pt x="526485" y="16624"/>
                  </a:lnTo>
                  <a:lnTo>
                    <a:pt x="518627" y="16636"/>
                  </a:lnTo>
                  <a:lnTo>
                    <a:pt x="510769" y="16657"/>
                  </a:lnTo>
                  <a:lnTo>
                    <a:pt x="502911" y="16677"/>
                  </a:lnTo>
                  <a:lnTo>
                    <a:pt x="495053" y="16700"/>
                  </a:lnTo>
                  <a:lnTo>
                    <a:pt x="487195" y="16710"/>
                  </a:lnTo>
                  <a:lnTo>
                    <a:pt x="479337" y="16734"/>
                  </a:lnTo>
                  <a:lnTo>
                    <a:pt x="471479" y="16756"/>
                  </a:lnTo>
                  <a:lnTo>
                    <a:pt x="463621" y="16782"/>
                  </a:lnTo>
                  <a:lnTo>
                    <a:pt x="455763" y="16807"/>
                  </a:lnTo>
                  <a:lnTo>
                    <a:pt x="447905" y="16831"/>
                  </a:lnTo>
                  <a:lnTo>
                    <a:pt x="440047" y="16858"/>
                  </a:lnTo>
                  <a:lnTo>
                    <a:pt x="432189" y="16882"/>
                  </a:lnTo>
                  <a:lnTo>
                    <a:pt x="424331" y="16903"/>
                  </a:lnTo>
                  <a:lnTo>
                    <a:pt x="416473" y="16923"/>
                  </a:lnTo>
                  <a:lnTo>
                    <a:pt x="408615" y="16938"/>
                  </a:lnTo>
                  <a:lnTo>
                    <a:pt x="400757" y="16952"/>
                  </a:lnTo>
                  <a:lnTo>
                    <a:pt x="392899" y="16963"/>
                  </a:lnTo>
                  <a:lnTo>
                    <a:pt x="385041" y="16980"/>
                  </a:lnTo>
                  <a:lnTo>
                    <a:pt x="377183" y="16995"/>
                  </a:lnTo>
                  <a:lnTo>
                    <a:pt x="369325" y="17028"/>
                  </a:lnTo>
                  <a:lnTo>
                    <a:pt x="361467" y="17076"/>
                  </a:lnTo>
                  <a:lnTo>
                    <a:pt x="353609" y="17105"/>
                  </a:lnTo>
                  <a:lnTo>
                    <a:pt x="345751" y="17131"/>
                  </a:lnTo>
                  <a:lnTo>
                    <a:pt x="337893" y="17147"/>
                  </a:lnTo>
                  <a:lnTo>
                    <a:pt x="330035" y="17164"/>
                  </a:lnTo>
                  <a:lnTo>
                    <a:pt x="322177" y="17183"/>
                  </a:lnTo>
                  <a:lnTo>
                    <a:pt x="314319" y="17210"/>
                  </a:lnTo>
                  <a:lnTo>
                    <a:pt x="306461" y="17230"/>
                  </a:lnTo>
                  <a:lnTo>
                    <a:pt x="298603" y="17250"/>
                  </a:lnTo>
                  <a:lnTo>
                    <a:pt x="290745" y="17269"/>
                  </a:lnTo>
                  <a:lnTo>
                    <a:pt x="282887" y="17298"/>
                  </a:lnTo>
                  <a:lnTo>
                    <a:pt x="275029" y="17322"/>
                  </a:lnTo>
                  <a:lnTo>
                    <a:pt x="267171" y="17348"/>
                  </a:lnTo>
                  <a:lnTo>
                    <a:pt x="259313" y="17371"/>
                  </a:lnTo>
                  <a:lnTo>
                    <a:pt x="251455" y="17380"/>
                  </a:lnTo>
                  <a:lnTo>
                    <a:pt x="243597" y="17399"/>
                  </a:lnTo>
                  <a:lnTo>
                    <a:pt x="235739" y="17406"/>
                  </a:lnTo>
                  <a:lnTo>
                    <a:pt x="227881" y="17432"/>
                  </a:lnTo>
                  <a:lnTo>
                    <a:pt x="220023" y="17459"/>
                  </a:lnTo>
                  <a:lnTo>
                    <a:pt x="212165" y="17479"/>
                  </a:lnTo>
                  <a:lnTo>
                    <a:pt x="204307" y="17498"/>
                  </a:lnTo>
                  <a:lnTo>
                    <a:pt x="196449" y="17517"/>
                  </a:lnTo>
                  <a:lnTo>
                    <a:pt x="188591" y="17542"/>
                  </a:lnTo>
                  <a:lnTo>
                    <a:pt x="180733" y="17568"/>
                  </a:lnTo>
                  <a:lnTo>
                    <a:pt x="172875" y="17594"/>
                  </a:lnTo>
                  <a:lnTo>
                    <a:pt x="165017" y="17622"/>
                  </a:lnTo>
                  <a:lnTo>
                    <a:pt x="157159" y="17668"/>
                  </a:lnTo>
                  <a:lnTo>
                    <a:pt x="149301" y="17688"/>
                  </a:lnTo>
                  <a:lnTo>
                    <a:pt x="141443" y="17723"/>
                  </a:lnTo>
                  <a:lnTo>
                    <a:pt x="133585" y="17751"/>
                  </a:lnTo>
                  <a:lnTo>
                    <a:pt x="125727" y="17773"/>
                  </a:lnTo>
                  <a:lnTo>
                    <a:pt x="117869" y="17795"/>
                  </a:lnTo>
                  <a:lnTo>
                    <a:pt x="110011" y="17814"/>
                  </a:lnTo>
                  <a:lnTo>
                    <a:pt x="102153" y="17842"/>
                  </a:lnTo>
                  <a:lnTo>
                    <a:pt x="94295" y="17870"/>
                  </a:lnTo>
                  <a:lnTo>
                    <a:pt x="86437" y="17886"/>
                  </a:lnTo>
                  <a:lnTo>
                    <a:pt x="78579" y="17915"/>
                  </a:lnTo>
                  <a:lnTo>
                    <a:pt x="70721" y="17935"/>
                  </a:lnTo>
                  <a:lnTo>
                    <a:pt x="62863" y="17956"/>
                  </a:lnTo>
                  <a:lnTo>
                    <a:pt x="55005" y="17976"/>
                  </a:lnTo>
                  <a:lnTo>
                    <a:pt x="47147" y="17996"/>
                  </a:lnTo>
                  <a:lnTo>
                    <a:pt x="39289" y="18021"/>
                  </a:lnTo>
                  <a:lnTo>
                    <a:pt x="31431" y="18047"/>
                  </a:lnTo>
                  <a:lnTo>
                    <a:pt x="23573" y="18077"/>
                  </a:lnTo>
                  <a:lnTo>
                    <a:pt x="15715" y="18103"/>
                  </a:lnTo>
                  <a:lnTo>
                    <a:pt x="7857" y="18135"/>
                  </a:lnTo>
                  <a:lnTo>
                    <a:pt x="0" y="18167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186414" y="3897429"/>
              <a:ext cx="2035220" cy="12485"/>
            </a:xfrm>
            <a:custGeom>
              <a:avLst/>
              <a:pathLst>
                <a:path w="2035220" h="12485">
                  <a:moveTo>
                    <a:pt x="0" y="12015"/>
                  </a:moveTo>
                  <a:lnTo>
                    <a:pt x="7857" y="12019"/>
                  </a:lnTo>
                  <a:lnTo>
                    <a:pt x="15715" y="12033"/>
                  </a:lnTo>
                  <a:lnTo>
                    <a:pt x="23573" y="12059"/>
                  </a:lnTo>
                  <a:lnTo>
                    <a:pt x="31431" y="12076"/>
                  </a:lnTo>
                  <a:lnTo>
                    <a:pt x="39289" y="12102"/>
                  </a:lnTo>
                  <a:lnTo>
                    <a:pt x="47147" y="12127"/>
                  </a:lnTo>
                  <a:lnTo>
                    <a:pt x="55005" y="12153"/>
                  </a:lnTo>
                  <a:lnTo>
                    <a:pt x="62863" y="12178"/>
                  </a:lnTo>
                  <a:lnTo>
                    <a:pt x="70721" y="12203"/>
                  </a:lnTo>
                  <a:lnTo>
                    <a:pt x="78579" y="12208"/>
                  </a:lnTo>
                  <a:lnTo>
                    <a:pt x="86437" y="12221"/>
                  </a:lnTo>
                  <a:lnTo>
                    <a:pt x="94295" y="12240"/>
                  </a:lnTo>
                  <a:lnTo>
                    <a:pt x="102153" y="12256"/>
                  </a:lnTo>
                  <a:lnTo>
                    <a:pt x="110011" y="12286"/>
                  </a:lnTo>
                  <a:lnTo>
                    <a:pt x="117869" y="12307"/>
                  </a:lnTo>
                  <a:lnTo>
                    <a:pt x="125727" y="12311"/>
                  </a:lnTo>
                  <a:lnTo>
                    <a:pt x="133585" y="12314"/>
                  </a:lnTo>
                  <a:lnTo>
                    <a:pt x="141443" y="12316"/>
                  </a:lnTo>
                  <a:lnTo>
                    <a:pt x="149301" y="12317"/>
                  </a:lnTo>
                  <a:lnTo>
                    <a:pt x="157159" y="12315"/>
                  </a:lnTo>
                  <a:lnTo>
                    <a:pt x="165017" y="12312"/>
                  </a:lnTo>
                  <a:lnTo>
                    <a:pt x="172875" y="12325"/>
                  </a:lnTo>
                  <a:lnTo>
                    <a:pt x="180733" y="12339"/>
                  </a:lnTo>
                  <a:lnTo>
                    <a:pt x="188591" y="12353"/>
                  </a:lnTo>
                  <a:lnTo>
                    <a:pt x="196449" y="12348"/>
                  </a:lnTo>
                  <a:lnTo>
                    <a:pt x="204307" y="12360"/>
                  </a:lnTo>
                  <a:lnTo>
                    <a:pt x="212165" y="12381"/>
                  </a:lnTo>
                  <a:lnTo>
                    <a:pt x="220023" y="12376"/>
                  </a:lnTo>
                  <a:lnTo>
                    <a:pt x="227881" y="12369"/>
                  </a:lnTo>
                  <a:lnTo>
                    <a:pt x="235739" y="12372"/>
                  </a:lnTo>
                  <a:lnTo>
                    <a:pt x="243597" y="12375"/>
                  </a:lnTo>
                  <a:lnTo>
                    <a:pt x="251455" y="12367"/>
                  </a:lnTo>
                  <a:lnTo>
                    <a:pt x="259313" y="12355"/>
                  </a:lnTo>
                  <a:lnTo>
                    <a:pt x="267171" y="12363"/>
                  </a:lnTo>
                  <a:lnTo>
                    <a:pt x="275029" y="12364"/>
                  </a:lnTo>
                  <a:lnTo>
                    <a:pt x="282887" y="12362"/>
                  </a:lnTo>
                  <a:lnTo>
                    <a:pt x="290745" y="12384"/>
                  </a:lnTo>
                  <a:lnTo>
                    <a:pt x="298603" y="12397"/>
                  </a:lnTo>
                  <a:lnTo>
                    <a:pt x="306461" y="12407"/>
                  </a:lnTo>
                  <a:lnTo>
                    <a:pt x="314319" y="12414"/>
                  </a:lnTo>
                  <a:lnTo>
                    <a:pt x="322177" y="12427"/>
                  </a:lnTo>
                  <a:lnTo>
                    <a:pt x="330035" y="12431"/>
                  </a:lnTo>
                  <a:lnTo>
                    <a:pt x="337893" y="12436"/>
                  </a:lnTo>
                  <a:lnTo>
                    <a:pt x="345751" y="12452"/>
                  </a:lnTo>
                  <a:lnTo>
                    <a:pt x="353609" y="12474"/>
                  </a:lnTo>
                  <a:lnTo>
                    <a:pt x="361467" y="12450"/>
                  </a:lnTo>
                  <a:lnTo>
                    <a:pt x="369325" y="12450"/>
                  </a:lnTo>
                  <a:lnTo>
                    <a:pt x="377183" y="12467"/>
                  </a:lnTo>
                  <a:lnTo>
                    <a:pt x="385041" y="12478"/>
                  </a:lnTo>
                  <a:lnTo>
                    <a:pt x="392899" y="12466"/>
                  </a:lnTo>
                  <a:lnTo>
                    <a:pt x="400757" y="12485"/>
                  </a:lnTo>
                  <a:lnTo>
                    <a:pt x="408615" y="12460"/>
                  </a:lnTo>
                  <a:lnTo>
                    <a:pt x="416473" y="12444"/>
                  </a:lnTo>
                  <a:lnTo>
                    <a:pt x="424331" y="12442"/>
                  </a:lnTo>
                  <a:lnTo>
                    <a:pt x="432189" y="12423"/>
                  </a:lnTo>
                  <a:lnTo>
                    <a:pt x="440047" y="12402"/>
                  </a:lnTo>
                  <a:lnTo>
                    <a:pt x="447905" y="12404"/>
                  </a:lnTo>
                  <a:lnTo>
                    <a:pt x="455763" y="12369"/>
                  </a:lnTo>
                  <a:lnTo>
                    <a:pt x="463621" y="12382"/>
                  </a:lnTo>
                  <a:lnTo>
                    <a:pt x="471479" y="12374"/>
                  </a:lnTo>
                  <a:lnTo>
                    <a:pt x="479337" y="12358"/>
                  </a:lnTo>
                  <a:lnTo>
                    <a:pt x="487195" y="12340"/>
                  </a:lnTo>
                  <a:lnTo>
                    <a:pt x="495053" y="12334"/>
                  </a:lnTo>
                  <a:lnTo>
                    <a:pt x="502911" y="12337"/>
                  </a:lnTo>
                  <a:lnTo>
                    <a:pt x="510769" y="12325"/>
                  </a:lnTo>
                  <a:lnTo>
                    <a:pt x="518627" y="12299"/>
                  </a:lnTo>
                  <a:lnTo>
                    <a:pt x="526485" y="12287"/>
                  </a:lnTo>
                  <a:lnTo>
                    <a:pt x="534343" y="12279"/>
                  </a:lnTo>
                  <a:lnTo>
                    <a:pt x="542201" y="12264"/>
                  </a:lnTo>
                  <a:lnTo>
                    <a:pt x="550059" y="12233"/>
                  </a:lnTo>
                  <a:lnTo>
                    <a:pt x="557917" y="12228"/>
                  </a:lnTo>
                  <a:lnTo>
                    <a:pt x="565775" y="12227"/>
                  </a:lnTo>
                  <a:lnTo>
                    <a:pt x="573633" y="12227"/>
                  </a:lnTo>
                  <a:lnTo>
                    <a:pt x="581491" y="12204"/>
                  </a:lnTo>
                  <a:lnTo>
                    <a:pt x="589349" y="12150"/>
                  </a:lnTo>
                  <a:lnTo>
                    <a:pt x="597207" y="12119"/>
                  </a:lnTo>
                  <a:lnTo>
                    <a:pt x="605065" y="12123"/>
                  </a:lnTo>
                  <a:lnTo>
                    <a:pt x="612923" y="12122"/>
                  </a:lnTo>
                  <a:lnTo>
                    <a:pt x="620781" y="12082"/>
                  </a:lnTo>
                  <a:lnTo>
                    <a:pt x="628639" y="12100"/>
                  </a:lnTo>
                  <a:lnTo>
                    <a:pt x="636497" y="12108"/>
                  </a:lnTo>
                  <a:lnTo>
                    <a:pt x="644355" y="12096"/>
                  </a:lnTo>
                  <a:lnTo>
                    <a:pt x="652213" y="12080"/>
                  </a:lnTo>
                  <a:lnTo>
                    <a:pt x="660071" y="12044"/>
                  </a:lnTo>
                  <a:lnTo>
                    <a:pt x="667929" y="12000"/>
                  </a:lnTo>
                  <a:lnTo>
                    <a:pt x="675787" y="11979"/>
                  </a:lnTo>
                  <a:lnTo>
                    <a:pt x="683645" y="11945"/>
                  </a:lnTo>
                  <a:lnTo>
                    <a:pt x="691503" y="11917"/>
                  </a:lnTo>
                  <a:lnTo>
                    <a:pt x="699361" y="11891"/>
                  </a:lnTo>
                  <a:lnTo>
                    <a:pt x="707219" y="11859"/>
                  </a:lnTo>
                  <a:lnTo>
                    <a:pt x="715077" y="11817"/>
                  </a:lnTo>
                  <a:lnTo>
                    <a:pt x="722935" y="11776"/>
                  </a:lnTo>
                  <a:lnTo>
                    <a:pt x="730793" y="11741"/>
                  </a:lnTo>
                  <a:lnTo>
                    <a:pt x="738651" y="11727"/>
                  </a:lnTo>
                  <a:lnTo>
                    <a:pt x="746509" y="11681"/>
                  </a:lnTo>
                  <a:lnTo>
                    <a:pt x="754367" y="11635"/>
                  </a:lnTo>
                  <a:lnTo>
                    <a:pt x="762225" y="11589"/>
                  </a:lnTo>
                  <a:lnTo>
                    <a:pt x="770083" y="11543"/>
                  </a:lnTo>
                  <a:lnTo>
                    <a:pt x="777941" y="11498"/>
                  </a:lnTo>
                  <a:lnTo>
                    <a:pt x="785799" y="11450"/>
                  </a:lnTo>
                  <a:lnTo>
                    <a:pt x="793657" y="11402"/>
                  </a:lnTo>
                  <a:lnTo>
                    <a:pt x="801515" y="11356"/>
                  </a:lnTo>
                  <a:lnTo>
                    <a:pt x="809373" y="11313"/>
                  </a:lnTo>
                  <a:lnTo>
                    <a:pt x="817231" y="11292"/>
                  </a:lnTo>
                  <a:lnTo>
                    <a:pt x="825089" y="11263"/>
                  </a:lnTo>
                  <a:lnTo>
                    <a:pt x="832947" y="11241"/>
                  </a:lnTo>
                  <a:lnTo>
                    <a:pt x="840805" y="11208"/>
                  </a:lnTo>
                  <a:lnTo>
                    <a:pt x="848663" y="11157"/>
                  </a:lnTo>
                  <a:lnTo>
                    <a:pt x="856521" y="11107"/>
                  </a:lnTo>
                  <a:lnTo>
                    <a:pt x="864379" y="11057"/>
                  </a:lnTo>
                  <a:lnTo>
                    <a:pt x="872237" y="11008"/>
                  </a:lnTo>
                  <a:lnTo>
                    <a:pt x="880095" y="10964"/>
                  </a:lnTo>
                  <a:lnTo>
                    <a:pt x="887953" y="10921"/>
                  </a:lnTo>
                  <a:lnTo>
                    <a:pt x="895811" y="10872"/>
                  </a:lnTo>
                  <a:lnTo>
                    <a:pt x="903669" y="10824"/>
                  </a:lnTo>
                  <a:lnTo>
                    <a:pt x="911527" y="10775"/>
                  </a:lnTo>
                  <a:lnTo>
                    <a:pt x="919385" y="10743"/>
                  </a:lnTo>
                  <a:lnTo>
                    <a:pt x="927243" y="10680"/>
                  </a:lnTo>
                  <a:lnTo>
                    <a:pt x="935101" y="10639"/>
                  </a:lnTo>
                  <a:lnTo>
                    <a:pt x="942959" y="10578"/>
                  </a:lnTo>
                  <a:lnTo>
                    <a:pt x="950817" y="10525"/>
                  </a:lnTo>
                  <a:lnTo>
                    <a:pt x="958675" y="10481"/>
                  </a:lnTo>
                  <a:lnTo>
                    <a:pt x="966533" y="10435"/>
                  </a:lnTo>
                  <a:lnTo>
                    <a:pt x="974391" y="10388"/>
                  </a:lnTo>
                  <a:lnTo>
                    <a:pt x="982249" y="10331"/>
                  </a:lnTo>
                  <a:lnTo>
                    <a:pt x="990107" y="10281"/>
                  </a:lnTo>
                  <a:lnTo>
                    <a:pt x="997965" y="10230"/>
                  </a:lnTo>
                  <a:lnTo>
                    <a:pt x="1005823" y="10180"/>
                  </a:lnTo>
                  <a:lnTo>
                    <a:pt x="1013681" y="10129"/>
                  </a:lnTo>
                  <a:lnTo>
                    <a:pt x="1021539" y="10061"/>
                  </a:lnTo>
                  <a:lnTo>
                    <a:pt x="1029397" y="9983"/>
                  </a:lnTo>
                  <a:lnTo>
                    <a:pt x="1037254" y="9930"/>
                  </a:lnTo>
                  <a:lnTo>
                    <a:pt x="1045112" y="9877"/>
                  </a:lnTo>
                  <a:lnTo>
                    <a:pt x="1052970" y="9844"/>
                  </a:lnTo>
                  <a:lnTo>
                    <a:pt x="1060828" y="9801"/>
                  </a:lnTo>
                  <a:lnTo>
                    <a:pt x="1068686" y="9731"/>
                  </a:lnTo>
                  <a:lnTo>
                    <a:pt x="1076544" y="9693"/>
                  </a:lnTo>
                  <a:lnTo>
                    <a:pt x="1084402" y="9652"/>
                  </a:lnTo>
                  <a:lnTo>
                    <a:pt x="1092260" y="9614"/>
                  </a:lnTo>
                  <a:lnTo>
                    <a:pt x="1100118" y="9554"/>
                  </a:lnTo>
                  <a:lnTo>
                    <a:pt x="1107976" y="9485"/>
                  </a:lnTo>
                  <a:lnTo>
                    <a:pt x="1115834" y="9407"/>
                  </a:lnTo>
                  <a:lnTo>
                    <a:pt x="1123692" y="9359"/>
                  </a:lnTo>
                  <a:lnTo>
                    <a:pt x="1131550" y="9283"/>
                  </a:lnTo>
                  <a:lnTo>
                    <a:pt x="1139408" y="9227"/>
                  </a:lnTo>
                  <a:lnTo>
                    <a:pt x="1147266" y="9160"/>
                  </a:lnTo>
                  <a:lnTo>
                    <a:pt x="1155124" y="9094"/>
                  </a:lnTo>
                  <a:lnTo>
                    <a:pt x="1162982" y="9027"/>
                  </a:lnTo>
                  <a:lnTo>
                    <a:pt x="1170840" y="8970"/>
                  </a:lnTo>
                  <a:lnTo>
                    <a:pt x="1178698" y="8915"/>
                  </a:lnTo>
                  <a:lnTo>
                    <a:pt x="1186556" y="8860"/>
                  </a:lnTo>
                  <a:lnTo>
                    <a:pt x="1194414" y="8805"/>
                  </a:lnTo>
                  <a:lnTo>
                    <a:pt x="1202272" y="8737"/>
                  </a:lnTo>
                  <a:lnTo>
                    <a:pt x="1210130" y="8694"/>
                  </a:lnTo>
                  <a:lnTo>
                    <a:pt x="1217988" y="8639"/>
                  </a:lnTo>
                  <a:lnTo>
                    <a:pt x="1225846" y="8581"/>
                  </a:lnTo>
                  <a:lnTo>
                    <a:pt x="1233704" y="8516"/>
                  </a:lnTo>
                  <a:lnTo>
                    <a:pt x="1241562" y="8461"/>
                  </a:lnTo>
                  <a:lnTo>
                    <a:pt x="1249420" y="8399"/>
                  </a:lnTo>
                  <a:lnTo>
                    <a:pt x="1257278" y="8330"/>
                  </a:lnTo>
                  <a:lnTo>
                    <a:pt x="1265136" y="8279"/>
                  </a:lnTo>
                  <a:lnTo>
                    <a:pt x="1272994" y="8227"/>
                  </a:lnTo>
                  <a:lnTo>
                    <a:pt x="1280852" y="8168"/>
                  </a:lnTo>
                  <a:lnTo>
                    <a:pt x="1288710" y="8096"/>
                  </a:lnTo>
                  <a:lnTo>
                    <a:pt x="1296568" y="8024"/>
                  </a:lnTo>
                  <a:lnTo>
                    <a:pt x="1304426" y="7951"/>
                  </a:lnTo>
                  <a:lnTo>
                    <a:pt x="1312284" y="7879"/>
                  </a:lnTo>
                  <a:lnTo>
                    <a:pt x="1320142" y="7806"/>
                  </a:lnTo>
                  <a:lnTo>
                    <a:pt x="1328000" y="7732"/>
                  </a:lnTo>
                  <a:lnTo>
                    <a:pt x="1335858" y="7659"/>
                  </a:lnTo>
                  <a:lnTo>
                    <a:pt x="1343716" y="7585"/>
                  </a:lnTo>
                  <a:lnTo>
                    <a:pt x="1351574" y="7510"/>
                  </a:lnTo>
                  <a:lnTo>
                    <a:pt x="1359432" y="7436"/>
                  </a:lnTo>
                  <a:lnTo>
                    <a:pt x="1367290" y="7361"/>
                  </a:lnTo>
                  <a:lnTo>
                    <a:pt x="1375148" y="7287"/>
                  </a:lnTo>
                  <a:lnTo>
                    <a:pt x="1383006" y="7217"/>
                  </a:lnTo>
                  <a:lnTo>
                    <a:pt x="1390864" y="7146"/>
                  </a:lnTo>
                  <a:lnTo>
                    <a:pt x="1398722" y="7075"/>
                  </a:lnTo>
                  <a:lnTo>
                    <a:pt x="1406580" y="7013"/>
                  </a:lnTo>
                  <a:lnTo>
                    <a:pt x="1414438" y="6952"/>
                  </a:lnTo>
                  <a:lnTo>
                    <a:pt x="1422296" y="6890"/>
                  </a:lnTo>
                  <a:lnTo>
                    <a:pt x="1430154" y="6828"/>
                  </a:lnTo>
                  <a:lnTo>
                    <a:pt x="1438012" y="6750"/>
                  </a:lnTo>
                  <a:lnTo>
                    <a:pt x="1445870" y="6656"/>
                  </a:lnTo>
                  <a:lnTo>
                    <a:pt x="1453728" y="6570"/>
                  </a:lnTo>
                  <a:lnTo>
                    <a:pt x="1461586" y="6476"/>
                  </a:lnTo>
                  <a:lnTo>
                    <a:pt x="1469444" y="6376"/>
                  </a:lnTo>
                  <a:lnTo>
                    <a:pt x="1477302" y="6288"/>
                  </a:lnTo>
                  <a:lnTo>
                    <a:pt x="1485160" y="6201"/>
                  </a:lnTo>
                  <a:lnTo>
                    <a:pt x="1493018" y="6121"/>
                  </a:lnTo>
                  <a:lnTo>
                    <a:pt x="1500876" y="6042"/>
                  </a:lnTo>
                  <a:lnTo>
                    <a:pt x="1508734" y="5970"/>
                  </a:lnTo>
                  <a:lnTo>
                    <a:pt x="1516592" y="5897"/>
                  </a:lnTo>
                  <a:lnTo>
                    <a:pt x="1524450" y="5824"/>
                  </a:lnTo>
                  <a:lnTo>
                    <a:pt x="1532308" y="5751"/>
                  </a:lnTo>
                  <a:lnTo>
                    <a:pt x="1540166" y="5665"/>
                  </a:lnTo>
                  <a:lnTo>
                    <a:pt x="1548024" y="5573"/>
                  </a:lnTo>
                  <a:lnTo>
                    <a:pt x="1555882" y="5506"/>
                  </a:lnTo>
                  <a:lnTo>
                    <a:pt x="1563740" y="5442"/>
                  </a:lnTo>
                  <a:lnTo>
                    <a:pt x="1571598" y="5358"/>
                  </a:lnTo>
                  <a:lnTo>
                    <a:pt x="1579456" y="5273"/>
                  </a:lnTo>
                  <a:lnTo>
                    <a:pt x="1587314" y="5194"/>
                  </a:lnTo>
                  <a:lnTo>
                    <a:pt x="1595172" y="5120"/>
                  </a:lnTo>
                  <a:lnTo>
                    <a:pt x="1603030" y="5045"/>
                  </a:lnTo>
                  <a:lnTo>
                    <a:pt x="1610888" y="4970"/>
                  </a:lnTo>
                  <a:lnTo>
                    <a:pt x="1618746" y="4895"/>
                  </a:lnTo>
                  <a:lnTo>
                    <a:pt x="1626604" y="4820"/>
                  </a:lnTo>
                  <a:lnTo>
                    <a:pt x="1634462" y="4745"/>
                  </a:lnTo>
                  <a:lnTo>
                    <a:pt x="1642320" y="4669"/>
                  </a:lnTo>
                  <a:lnTo>
                    <a:pt x="1650178" y="4584"/>
                  </a:lnTo>
                  <a:lnTo>
                    <a:pt x="1658036" y="4503"/>
                  </a:lnTo>
                  <a:lnTo>
                    <a:pt x="1665894" y="4434"/>
                  </a:lnTo>
                  <a:lnTo>
                    <a:pt x="1673752" y="4364"/>
                  </a:lnTo>
                  <a:lnTo>
                    <a:pt x="1681610" y="4286"/>
                  </a:lnTo>
                  <a:lnTo>
                    <a:pt x="1689468" y="4208"/>
                  </a:lnTo>
                  <a:lnTo>
                    <a:pt x="1697326" y="4130"/>
                  </a:lnTo>
                  <a:lnTo>
                    <a:pt x="1705184" y="4052"/>
                  </a:lnTo>
                  <a:lnTo>
                    <a:pt x="1713042" y="3974"/>
                  </a:lnTo>
                  <a:lnTo>
                    <a:pt x="1720900" y="3895"/>
                  </a:lnTo>
                  <a:lnTo>
                    <a:pt x="1728758" y="3816"/>
                  </a:lnTo>
                  <a:lnTo>
                    <a:pt x="1736616" y="3736"/>
                  </a:lnTo>
                  <a:lnTo>
                    <a:pt x="1744474" y="3656"/>
                  </a:lnTo>
                  <a:lnTo>
                    <a:pt x="1752332" y="3576"/>
                  </a:lnTo>
                  <a:lnTo>
                    <a:pt x="1760190" y="3496"/>
                  </a:lnTo>
                  <a:lnTo>
                    <a:pt x="1768048" y="3415"/>
                  </a:lnTo>
                  <a:lnTo>
                    <a:pt x="1775906" y="3334"/>
                  </a:lnTo>
                  <a:lnTo>
                    <a:pt x="1783764" y="3247"/>
                  </a:lnTo>
                  <a:lnTo>
                    <a:pt x="1791622" y="3150"/>
                  </a:lnTo>
                  <a:lnTo>
                    <a:pt x="1799480" y="3053"/>
                  </a:lnTo>
                  <a:lnTo>
                    <a:pt x="1807338" y="2955"/>
                  </a:lnTo>
                  <a:lnTo>
                    <a:pt x="1815196" y="2857"/>
                  </a:lnTo>
                  <a:lnTo>
                    <a:pt x="1823054" y="2759"/>
                  </a:lnTo>
                  <a:lnTo>
                    <a:pt x="1830912" y="2661"/>
                  </a:lnTo>
                  <a:lnTo>
                    <a:pt x="1838770" y="2562"/>
                  </a:lnTo>
                  <a:lnTo>
                    <a:pt x="1846628" y="2476"/>
                  </a:lnTo>
                  <a:lnTo>
                    <a:pt x="1854486" y="2390"/>
                  </a:lnTo>
                  <a:lnTo>
                    <a:pt x="1862344" y="2280"/>
                  </a:lnTo>
                  <a:lnTo>
                    <a:pt x="1870202" y="2170"/>
                  </a:lnTo>
                  <a:lnTo>
                    <a:pt x="1878060" y="2060"/>
                  </a:lnTo>
                  <a:lnTo>
                    <a:pt x="1885918" y="1955"/>
                  </a:lnTo>
                  <a:lnTo>
                    <a:pt x="1893776" y="1852"/>
                  </a:lnTo>
                  <a:lnTo>
                    <a:pt x="1901634" y="1749"/>
                  </a:lnTo>
                  <a:lnTo>
                    <a:pt x="1909492" y="1645"/>
                  </a:lnTo>
                  <a:lnTo>
                    <a:pt x="1917350" y="1539"/>
                  </a:lnTo>
                  <a:lnTo>
                    <a:pt x="1925208" y="1429"/>
                  </a:lnTo>
                  <a:lnTo>
                    <a:pt x="1933066" y="1333"/>
                  </a:lnTo>
                  <a:lnTo>
                    <a:pt x="1940924" y="1227"/>
                  </a:lnTo>
                  <a:lnTo>
                    <a:pt x="1948782" y="1122"/>
                  </a:lnTo>
                  <a:lnTo>
                    <a:pt x="1956640" y="1023"/>
                  </a:lnTo>
                  <a:lnTo>
                    <a:pt x="1964498" y="931"/>
                  </a:lnTo>
                  <a:lnTo>
                    <a:pt x="1972356" y="840"/>
                  </a:lnTo>
                  <a:lnTo>
                    <a:pt x="1980214" y="748"/>
                  </a:lnTo>
                  <a:lnTo>
                    <a:pt x="1988072" y="655"/>
                  </a:lnTo>
                  <a:lnTo>
                    <a:pt x="1995930" y="563"/>
                  </a:lnTo>
                  <a:lnTo>
                    <a:pt x="2003788" y="465"/>
                  </a:lnTo>
                  <a:lnTo>
                    <a:pt x="2011646" y="349"/>
                  </a:lnTo>
                  <a:lnTo>
                    <a:pt x="2019504" y="233"/>
                  </a:lnTo>
                  <a:lnTo>
                    <a:pt x="2027362" y="117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1186414" y="3913764"/>
              <a:ext cx="2035220" cy="1831"/>
            </a:xfrm>
            <a:custGeom>
              <a:avLst/>
              <a:pathLst>
                <a:path w="2035220" h="1831">
                  <a:moveTo>
                    <a:pt x="2035220" y="1653"/>
                  </a:moveTo>
                  <a:lnTo>
                    <a:pt x="2027362" y="1634"/>
                  </a:lnTo>
                  <a:lnTo>
                    <a:pt x="2019504" y="1615"/>
                  </a:lnTo>
                  <a:lnTo>
                    <a:pt x="2011646" y="1595"/>
                  </a:lnTo>
                  <a:lnTo>
                    <a:pt x="2003788" y="1577"/>
                  </a:lnTo>
                  <a:lnTo>
                    <a:pt x="1995930" y="1568"/>
                  </a:lnTo>
                  <a:lnTo>
                    <a:pt x="1988072" y="1558"/>
                  </a:lnTo>
                  <a:lnTo>
                    <a:pt x="1980214" y="1549"/>
                  </a:lnTo>
                  <a:lnTo>
                    <a:pt x="1972356" y="1539"/>
                  </a:lnTo>
                  <a:lnTo>
                    <a:pt x="1964498" y="1530"/>
                  </a:lnTo>
                  <a:lnTo>
                    <a:pt x="1956640" y="1520"/>
                  </a:lnTo>
                  <a:lnTo>
                    <a:pt x="1948782" y="1511"/>
                  </a:lnTo>
                  <a:lnTo>
                    <a:pt x="1940924" y="1501"/>
                  </a:lnTo>
                  <a:lnTo>
                    <a:pt x="1933066" y="1491"/>
                  </a:lnTo>
                  <a:lnTo>
                    <a:pt x="1925208" y="1482"/>
                  </a:lnTo>
                  <a:lnTo>
                    <a:pt x="1917350" y="1472"/>
                  </a:lnTo>
                  <a:lnTo>
                    <a:pt x="1909492" y="1463"/>
                  </a:lnTo>
                  <a:lnTo>
                    <a:pt x="1901634" y="1453"/>
                  </a:lnTo>
                  <a:lnTo>
                    <a:pt x="1893776" y="1444"/>
                  </a:lnTo>
                  <a:lnTo>
                    <a:pt x="1885918" y="1434"/>
                  </a:lnTo>
                  <a:lnTo>
                    <a:pt x="1878060" y="1424"/>
                  </a:lnTo>
                  <a:lnTo>
                    <a:pt x="1870202" y="1415"/>
                  </a:lnTo>
                  <a:lnTo>
                    <a:pt x="1862344" y="1405"/>
                  </a:lnTo>
                  <a:lnTo>
                    <a:pt x="1854486" y="1396"/>
                  </a:lnTo>
                  <a:lnTo>
                    <a:pt x="1846628" y="1386"/>
                  </a:lnTo>
                  <a:lnTo>
                    <a:pt x="1838770" y="1374"/>
                  </a:lnTo>
                  <a:lnTo>
                    <a:pt x="1830912" y="1359"/>
                  </a:lnTo>
                  <a:lnTo>
                    <a:pt x="1823054" y="1345"/>
                  </a:lnTo>
                  <a:lnTo>
                    <a:pt x="1815196" y="1335"/>
                  </a:lnTo>
                  <a:lnTo>
                    <a:pt x="1807338" y="1325"/>
                  </a:lnTo>
                  <a:lnTo>
                    <a:pt x="1799480" y="1316"/>
                  </a:lnTo>
                  <a:lnTo>
                    <a:pt x="1791622" y="1305"/>
                  </a:lnTo>
                  <a:lnTo>
                    <a:pt x="1783764" y="1294"/>
                  </a:lnTo>
                  <a:lnTo>
                    <a:pt x="1775906" y="1284"/>
                  </a:lnTo>
                  <a:lnTo>
                    <a:pt x="1768048" y="1274"/>
                  </a:lnTo>
                  <a:lnTo>
                    <a:pt x="1760190" y="1264"/>
                  </a:lnTo>
                  <a:lnTo>
                    <a:pt x="1752332" y="1254"/>
                  </a:lnTo>
                  <a:lnTo>
                    <a:pt x="1744474" y="1243"/>
                  </a:lnTo>
                  <a:lnTo>
                    <a:pt x="1736616" y="1233"/>
                  </a:lnTo>
                  <a:lnTo>
                    <a:pt x="1728758" y="1223"/>
                  </a:lnTo>
                  <a:lnTo>
                    <a:pt x="1720900" y="1212"/>
                  </a:lnTo>
                  <a:lnTo>
                    <a:pt x="1713042" y="1208"/>
                  </a:lnTo>
                  <a:lnTo>
                    <a:pt x="1705184" y="1206"/>
                  </a:lnTo>
                  <a:lnTo>
                    <a:pt x="1697326" y="1202"/>
                  </a:lnTo>
                  <a:lnTo>
                    <a:pt x="1689468" y="1192"/>
                  </a:lnTo>
                  <a:lnTo>
                    <a:pt x="1681610" y="1182"/>
                  </a:lnTo>
                  <a:lnTo>
                    <a:pt x="1673752" y="1172"/>
                  </a:lnTo>
                  <a:lnTo>
                    <a:pt x="1665894" y="1162"/>
                  </a:lnTo>
                  <a:lnTo>
                    <a:pt x="1658036" y="1153"/>
                  </a:lnTo>
                  <a:lnTo>
                    <a:pt x="1650178" y="1143"/>
                  </a:lnTo>
                  <a:lnTo>
                    <a:pt x="1642320" y="1133"/>
                  </a:lnTo>
                  <a:lnTo>
                    <a:pt x="1634462" y="1122"/>
                  </a:lnTo>
                  <a:lnTo>
                    <a:pt x="1626604" y="1109"/>
                  </a:lnTo>
                  <a:lnTo>
                    <a:pt x="1618746" y="1094"/>
                  </a:lnTo>
                  <a:lnTo>
                    <a:pt x="1610888" y="1080"/>
                  </a:lnTo>
                  <a:lnTo>
                    <a:pt x="1603030" y="1065"/>
                  </a:lnTo>
                  <a:lnTo>
                    <a:pt x="1595172" y="1050"/>
                  </a:lnTo>
                  <a:lnTo>
                    <a:pt x="1587314" y="1036"/>
                  </a:lnTo>
                  <a:lnTo>
                    <a:pt x="1579456" y="1025"/>
                  </a:lnTo>
                  <a:lnTo>
                    <a:pt x="1571598" y="1014"/>
                  </a:lnTo>
                  <a:lnTo>
                    <a:pt x="1563740" y="1003"/>
                  </a:lnTo>
                  <a:lnTo>
                    <a:pt x="1555882" y="993"/>
                  </a:lnTo>
                  <a:lnTo>
                    <a:pt x="1548024" y="982"/>
                  </a:lnTo>
                  <a:lnTo>
                    <a:pt x="1540166" y="972"/>
                  </a:lnTo>
                  <a:lnTo>
                    <a:pt x="1532308" y="958"/>
                  </a:lnTo>
                  <a:lnTo>
                    <a:pt x="1524450" y="949"/>
                  </a:lnTo>
                  <a:lnTo>
                    <a:pt x="1516592" y="940"/>
                  </a:lnTo>
                  <a:lnTo>
                    <a:pt x="1508734" y="929"/>
                  </a:lnTo>
                  <a:lnTo>
                    <a:pt x="1500876" y="918"/>
                  </a:lnTo>
                  <a:lnTo>
                    <a:pt x="1493018" y="908"/>
                  </a:lnTo>
                  <a:lnTo>
                    <a:pt x="1485160" y="897"/>
                  </a:lnTo>
                  <a:lnTo>
                    <a:pt x="1477302" y="887"/>
                  </a:lnTo>
                  <a:lnTo>
                    <a:pt x="1469444" y="876"/>
                  </a:lnTo>
                  <a:lnTo>
                    <a:pt x="1461586" y="865"/>
                  </a:lnTo>
                  <a:lnTo>
                    <a:pt x="1453728" y="854"/>
                  </a:lnTo>
                  <a:lnTo>
                    <a:pt x="1445870" y="844"/>
                  </a:lnTo>
                  <a:lnTo>
                    <a:pt x="1438012" y="833"/>
                  </a:lnTo>
                  <a:lnTo>
                    <a:pt x="1430154" y="822"/>
                  </a:lnTo>
                  <a:lnTo>
                    <a:pt x="1422296" y="811"/>
                  </a:lnTo>
                  <a:lnTo>
                    <a:pt x="1414438" y="801"/>
                  </a:lnTo>
                  <a:lnTo>
                    <a:pt x="1406580" y="787"/>
                  </a:lnTo>
                  <a:lnTo>
                    <a:pt x="1398722" y="772"/>
                  </a:lnTo>
                  <a:lnTo>
                    <a:pt x="1390864" y="762"/>
                  </a:lnTo>
                  <a:lnTo>
                    <a:pt x="1383006" y="752"/>
                  </a:lnTo>
                  <a:lnTo>
                    <a:pt x="1375148" y="742"/>
                  </a:lnTo>
                  <a:lnTo>
                    <a:pt x="1367290" y="731"/>
                  </a:lnTo>
                  <a:lnTo>
                    <a:pt x="1359432" y="721"/>
                  </a:lnTo>
                  <a:lnTo>
                    <a:pt x="1351574" y="711"/>
                  </a:lnTo>
                  <a:lnTo>
                    <a:pt x="1343716" y="700"/>
                  </a:lnTo>
                  <a:lnTo>
                    <a:pt x="1335858" y="690"/>
                  </a:lnTo>
                  <a:lnTo>
                    <a:pt x="1328000" y="680"/>
                  </a:lnTo>
                  <a:lnTo>
                    <a:pt x="1320142" y="663"/>
                  </a:lnTo>
                  <a:lnTo>
                    <a:pt x="1312284" y="651"/>
                  </a:lnTo>
                  <a:lnTo>
                    <a:pt x="1304426" y="641"/>
                  </a:lnTo>
                  <a:lnTo>
                    <a:pt x="1296568" y="617"/>
                  </a:lnTo>
                  <a:lnTo>
                    <a:pt x="1288710" y="595"/>
                  </a:lnTo>
                  <a:lnTo>
                    <a:pt x="1280852" y="578"/>
                  </a:lnTo>
                  <a:lnTo>
                    <a:pt x="1272994" y="560"/>
                  </a:lnTo>
                  <a:lnTo>
                    <a:pt x="1265136" y="543"/>
                  </a:lnTo>
                  <a:lnTo>
                    <a:pt x="1257278" y="525"/>
                  </a:lnTo>
                  <a:lnTo>
                    <a:pt x="1249420" y="504"/>
                  </a:lnTo>
                  <a:lnTo>
                    <a:pt x="1241562" y="490"/>
                  </a:lnTo>
                  <a:lnTo>
                    <a:pt x="1233704" y="469"/>
                  </a:lnTo>
                  <a:lnTo>
                    <a:pt x="1225846" y="446"/>
                  </a:lnTo>
                  <a:lnTo>
                    <a:pt x="1217988" y="434"/>
                  </a:lnTo>
                  <a:lnTo>
                    <a:pt x="1210130" y="414"/>
                  </a:lnTo>
                  <a:lnTo>
                    <a:pt x="1202272" y="398"/>
                  </a:lnTo>
                  <a:lnTo>
                    <a:pt x="1194414" y="385"/>
                  </a:lnTo>
                  <a:lnTo>
                    <a:pt x="1186556" y="367"/>
                  </a:lnTo>
                  <a:lnTo>
                    <a:pt x="1178698" y="350"/>
                  </a:lnTo>
                  <a:lnTo>
                    <a:pt x="1170840" y="333"/>
                  </a:lnTo>
                  <a:lnTo>
                    <a:pt x="1162982" y="318"/>
                  </a:lnTo>
                  <a:lnTo>
                    <a:pt x="1155124" y="316"/>
                  </a:lnTo>
                  <a:lnTo>
                    <a:pt x="1147266" y="313"/>
                  </a:lnTo>
                  <a:lnTo>
                    <a:pt x="1139408" y="294"/>
                  </a:lnTo>
                  <a:lnTo>
                    <a:pt x="1131550" y="274"/>
                  </a:lnTo>
                  <a:lnTo>
                    <a:pt x="1123692" y="272"/>
                  </a:lnTo>
                  <a:lnTo>
                    <a:pt x="1115834" y="270"/>
                  </a:lnTo>
                  <a:lnTo>
                    <a:pt x="1107976" y="268"/>
                  </a:lnTo>
                  <a:lnTo>
                    <a:pt x="1100118" y="251"/>
                  </a:lnTo>
                  <a:lnTo>
                    <a:pt x="1092260" y="246"/>
                  </a:lnTo>
                  <a:lnTo>
                    <a:pt x="1084402" y="223"/>
                  </a:lnTo>
                  <a:lnTo>
                    <a:pt x="1076544" y="201"/>
                  </a:lnTo>
                  <a:lnTo>
                    <a:pt x="1068686" y="199"/>
                  </a:lnTo>
                  <a:lnTo>
                    <a:pt x="1060828" y="185"/>
                  </a:lnTo>
                  <a:lnTo>
                    <a:pt x="1052970" y="192"/>
                  </a:lnTo>
                  <a:lnTo>
                    <a:pt x="1045112" y="179"/>
                  </a:lnTo>
                  <a:lnTo>
                    <a:pt x="1037254" y="175"/>
                  </a:lnTo>
                  <a:lnTo>
                    <a:pt x="1029397" y="177"/>
                  </a:lnTo>
                  <a:lnTo>
                    <a:pt x="1021539" y="180"/>
                  </a:lnTo>
                  <a:lnTo>
                    <a:pt x="1013681" y="165"/>
                  </a:lnTo>
                  <a:lnTo>
                    <a:pt x="1005823" y="162"/>
                  </a:lnTo>
                  <a:lnTo>
                    <a:pt x="997965" y="158"/>
                  </a:lnTo>
                  <a:lnTo>
                    <a:pt x="990107" y="155"/>
                  </a:lnTo>
                  <a:lnTo>
                    <a:pt x="982249" y="148"/>
                  </a:lnTo>
                  <a:lnTo>
                    <a:pt x="974391" y="132"/>
                  </a:lnTo>
                  <a:lnTo>
                    <a:pt x="966533" y="130"/>
                  </a:lnTo>
                  <a:lnTo>
                    <a:pt x="958675" y="130"/>
                  </a:lnTo>
                  <a:lnTo>
                    <a:pt x="950817" y="118"/>
                  </a:lnTo>
                  <a:lnTo>
                    <a:pt x="942959" y="105"/>
                  </a:lnTo>
                  <a:lnTo>
                    <a:pt x="935101" y="93"/>
                  </a:lnTo>
                  <a:lnTo>
                    <a:pt x="927243" y="81"/>
                  </a:lnTo>
                  <a:lnTo>
                    <a:pt x="919385" y="69"/>
                  </a:lnTo>
                  <a:lnTo>
                    <a:pt x="911527" y="59"/>
                  </a:lnTo>
                  <a:lnTo>
                    <a:pt x="903669" y="44"/>
                  </a:lnTo>
                  <a:lnTo>
                    <a:pt x="895811" y="31"/>
                  </a:lnTo>
                  <a:lnTo>
                    <a:pt x="887953" y="32"/>
                  </a:lnTo>
                  <a:lnTo>
                    <a:pt x="880095" y="30"/>
                  </a:lnTo>
                  <a:lnTo>
                    <a:pt x="872237" y="25"/>
                  </a:lnTo>
                  <a:lnTo>
                    <a:pt x="864379" y="25"/>
                  </a:lnTo>
                  <a:lnTo>
                    <a:pt x="856521" y="2"/>
                  </a:lnTo>
                  <a:lnTo>
                    <a:pt x="848663" y="2"/>
                  </a:lnTo>
                  <a:lnTo>
                    <a:pt x="840805" y="1"/>
                  </a:lnTo>
                  <a:lnTo>
                    <a:pt x="832947" y="6"/>
                  </a:lnTo>
                  <a:lnTo>
                    <a:pt x="825089" y="7"/>
                  </a:lnTo>
                  <a:lnTo>
                    <a:pt x="817231" y="4"/>
                  </a:lnTo>
                  <a:lnTo>
                    <a:pt x="809373" y="1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11"/>
                  </a:lnTo>
                  <a:lnTo>
                    <a:pt x="777941" y="16"/>
                  </a:lnTo>
                  <a:lnTo>
                    <a:pt x="770083" y="21"/>
                  </a:lnTo>
                  <a:lnTo>
                    <a:pt x="762225" y="26"/>
                  </a:lnTo>
                  <a:lnTo>
                    <a:pt x="754367" y="34"/>
                  </a:lnTo>
                  <a:lnTo>
                    <a:pt x="746509" y="36"/>
                  </a:lnTo>
                  <a:lnTo>
                    <a:pt x="738651" y="42"/>
                  </a:lnTo>
                  <a:lnTo>
                    <a:pt x="730793" y="45"/>
                  </a:lnTo>
                  <a:lnTo>
                    <a:pt x="722935" y="42"/>
                  </a:lnTo>
                  <a:lnTo>
                    <a:pt x="715077" y="38"/>
                  </a:lnTo>
                  <a:lnTo>
                    <a:pt x="707219" y="35"/>
                  </a:lnTo>
                  <a:lnTo>
                    <a:pt x="699361" y="42"/>
                  </a:lnTo>
                  <a:lnTo>
                    <a:pt x="691503" y="58"/>
                  </a:lnTo>
                  <a:lnTo>
                    <a:pt x="683645" y="63"/>
                  </a:lnTo>
                  <a:lnTo>
                    <a:pt x="675787" y="62"/>
                  </a:lnTo>
                  <a:lnTo>
                    <a:pt x="667929" y="67"/>
                  </a:lnTo>
                  <a:lnTo>
                    <a:pt x="660071" y="75"/>
                  </a:lnTo>
                  <a:lnTo>
                    <a:pt x="652213" y="86"/>
                  </a:lnTo>
                  <a:lnTo>
                    <a:pt x="644355" y="104"/>
                  </a:lnTo>
                  <a:lnTo>
                    <a:pt x="636497" y="109"/>
                  </a:lnTo>
                  <a:lnTo>
                    <a:pt x="628639" y="114"/>
                  </a:lnTo>
                  <a:lnTo>
                    <a:pt x="620781" y="119"/>
                  </a:lnTo>
                  <a:lnTo>
                    <a:pt x="612923" y="135"/>
                  </a:lnTo>
                  <a:lnTo>
                    <a:pt x="605065" y="142"/>
                  </a:lnTo>
                  <a:lnTo>
                    <a:pt x="597207" y="146"/>
                  </a:lnTo>
                  <a:lnTo>
                    <a:pt x="589349" y="163"/>
                  </a:lnTo>
                  <a:lnTo>
                    <a:pt x="581491" y="177"/>
                  </a:lnTo>
                  <a:lnTo>
                    <a:pt x="573633" y="197"/>
                  </a:lnTo>
                  <a:lnTo>
                    <a:pt x="565775" y="214"/>
                  </a:lnTo>
                  <a:lnTo>
                    <a:pt x="557917" y="228"/>
                  </a:lnTo>
                  <a:lnTo>
                    <a:pt x="550059" y="238"/>
                  </a:lnTo>
                  <a:lnTo>
                    <a:pt x="542201" y="248"/>
                  </a:lnTo>
                  <a:lnTo>
                    <a:pt x="534343" y="265"/>
                  </a:lnTo>
                  <a:lnTo>
                    <a:pt x="526485" y="289"/>
                  </a:lnTo>
                  <a:lnTo>
                    <a:pt x="518627" y="300"/>
                  </a:lnTo>
                  <a:lnTo>
                    <a:pt x="510769" y="322"/>
                  </a:lnTo>
                  <a:lnTo>
                    <a:pt x="502911" y="342"/>
                  </a:lnTo>
                  <a:lnTo>
                    <a:pt x="495053" y="365"/>
                  </a:lnTo>
                  <a:lnTo>
                    <a:pt x="487195" y="374"/>
                  </a:lnTo>
                  <a:lnTo>
                    <a:pt x="479337" y="399"/>
                  </a:lnTo>
                  <a:lnTo>
                    <a:pt x="471479" y="421"/>
                  </a:lnTo>
                  <a:lnTo>
                    <a:pt x="463621" y="447"/>
                  </a:lnTo>
                  <a:lnTo>
                    <a:pt x="455763" y="471"/>
                  </a:lnTo>
                  <a:lnTo>
                    <a:pt x="447905" y="496"/>
                  </a:lnTo>
                  <a:lnTo>
                    <a:pt x="440047" y="522"/>
                  </a:lnTo>
                  <a:lnTo>
                    <a:pt x="432189" y="547"/>
                  </a:lnTo>
                  <a:lnTo>
                    <a:pt x="424331" y="568"/>
                  </a:lnTo>
                  <a:lnTo>
                    <a:pt x="416473" y="588"/>
                  </a:lnTo>
                  <a:lnTo>
                    <a:pt x="408615" y="602"/>
                  </a:lnTo>
                  <a:lnTo>
                    <a:pt x="400757" y="617"/>
                  </a:lnTo>
                  <a:lnTo>
                    <a:pt x="392899" y="627"/>
                  </a:lnTo>
                  <a:lnTo>
                    <a:pt x="385041" y="645"/>
                  </a:lnTo>
                  <a:lnTo>
                    <a:pt x="377183" y="659"/>
                  </a:lnTo>
                  <a:lnTo>
                    <a:pt x="369325" y="693"/>
                  </a:lnTo>
                  <a:lnTo>
                    <a:pt x="361467" y="741"/>
                  </a:lnTo>
                  <a:lnTo>
                    <a:pt x="353609" y="770"/>
                  </a:lnTo>
                  <a:lnTo>
                    <a:pt x="345751" y="795"/>
                  </a:lnTo>
                  <a:lnTo>
                    <a:pt x="337893" y="811"/>
                  </a:lnTo>
                  <a:lnTo>
                    <a:pt x="330035" y="828"/>
                  </a:lnTo>
                  <a:lnTo>
                    <a:pt x="322177" y="847"/>
                  </a:lnTo>
                  <a:lnTo>
                    <a:pt x="314319" y="875"/>
                  </a:lnTo>
                  <a:lnTo>
                    <a:pt x="306461" y="894"/>
                  </a:lnTo>
                  <a:lnTo>
                    <a:pt x="298603" y="914"/>
                  </a:lnTo>
                  <a:lnTo>
                    <a:pt x="290745" y="934"/>
                  </a:lnTo>
                  <a:lnTo>
                    <a:pt x="282887" y="963"/>
                  </a:lnTo>
                  <a:lnTo>
                    <a:pt x="275029" y="987"/>
                  </a:lnTo>
                  <a:lnTo>
                    <a:pt x="267171" y="1013"/>
                  </a:lnTo>
                  <a:lnTo>
                    <a:pt x="259313" y="1036"/>
                  </a:lnTo>
                  <a:lnTo>
                    <a:pt x="251455" y="1045"/>
                  </a:lnTo>
                  <a:lnTo>
                    <a:pt x="243597" y="1064"/>
                  </a:lnTo>
                  <a:lnTo>
                    <a:pt x="235739" y="1071"/>
                  </a:lnTo>
                  <a:lnTo>
                    <a:pt x="227881" y="1096"/>
                  </a:lnTo>
                  <a:lnTo>
                    <a:pt x="220023" y="1123"/>
                  </a:lnTo>
                  <a:lnTo>
                    <a:pt x="212165" y="1144"/>
                  </a:lnTo>
                  <a:lnTo>
                    <a:pt x="204307" y="1162"/>
                  </a:lnTo>
                  <a:lnTo>
                    <a:pt x="196449" y="1182"/>
                  </a:lnTo>
                  <a:lnTo>
                    <a:pt x="188591" y="1207"/>
                  </a:lnTo>
                  <a:lnTo>
                    <a:pt x="180733" y="1233"/>
                  </a:lnTo>
                  <a:lnTo>
                    <a:pt x="172875" y="1259"/>
                  </a:lnTo>
                  <a:lnTo>
                    <a:pt x="165017" y="1287"/>
                  </a:lnTo>
                  <a:lnTo>
                    <a:pt x="157159" y="1333"/>
                  </a:lnTo>
                  <a:lnTo>
                    <a:pt x="149301" y="1353"/>
                  </a:lnTo>
                  <a:lnTo>
                    <a:pt x="141443" y="1388"/>
                  </a:lnTo>
                  <a:lnTo>
                    <a:pt x="133585" y="1415"/>
                  </a:lnTo>
                  <a:lnTo>
                    <a:pt x="125727" y="1438"/>
                  </a:lnTo>
                  <a:lnTo>
                    <a:pt x="117869" y="1459"/>
                  </a:lnTo>
                  <a:lnTo>
                    <a:pt x="110011" y="1478"/>
                  </a:lnTo>
                  <a:lnTo>
                    <a:pt x="102153" y="1506"/>
                  </a:lnTo>
                  <a:lnTo>
                    <a:pt x="94295" y="1535"/>
                  </a:lnTo>
                  <a:lnTo>
                    <a:pt x="86437" y="1551"/>
                  </a:lnTo>
                  <a:lnTo>
                    <a:pt x="78579" y="1579"/>
                  </a:lnTo>
                  <a:lnTo>
                    <a:pt x="70721" y="1600"/>
                  </a:lnTo>
                  <a:lnTo>
                    <a:pt x="62863" y="1620"/>
                  </a:lnTo>
                  <a:lnTo>
                    <a:pt x="55005" y="1640"/>
                  </a:lnTo>
                  <a:lnTo>
                    <a:pt x="47147" y="1661"/>
                  </a:lnTo>
                  <a:lnTo>
                    <a:pt x="39289" y="1686"/>
                  </a:lnTo>
                  <a:lnTo>
                    <a:pt x="31431" y="1711"/>
                  </a:lnTo>
                  <a:lnTo>
                    <a:pt x="23573" y="1741"/>
                  </a:lnTo>
                  <a:lnTo>
                    <a:pt x="15715" y="1768"/>
                  </a:lnTo>
                  <a:lnTo>
                    <a:pt x="7857" y="1800"/>
                  </a:lnTo>
                  <a:lnTo>
                    <a:pt x="0" y="18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1186414" y="3909477"/>
              <a:ext cx="2035220" cy="9691"/>
            </a:xfrm>
            <a:custGeom>
              <a:avLst/>
              <a:pathLst>
                <a:path w="2035220" h="9691">
                  <a:moveTo>
                    <a:pt x="0" y="3440"/>
                  </a:moveTo>
                  <a:lnTo>
                    <a:pt x="7857" y="3463"/>
                  </a:lnTo>
                  <a:lnTo>
                    <a:pt x="15715" y="3480"/>
                  </a:lnTo>
                  <a:lnTo>
                    <a:pt x="23573" y="3500"/>
                  </a:lnTo>
                  <a:lnTo>
                    <a:pt x="31431" y="3518"/>
                  </a:lnTo>
                  <a:lnTo>
                    <a:pt x="39289" y="3538"/>
                  </a:lnTo>
                  <a:lnTo>
                    <a:pt x="47147" y="3546"/>
                  </a:lnTo>
                  <a:lnTo>
                    <a:pt x="55005" y="3572"/>
                  </a:lnTo>
                  <a:lnTo>
                    <a:pt x="62863" y="3602"/>
                  </a:lnTo>
                  <a:lnTo>
                    <a:pt x="70721" y="3606"/>
                  </a:lnTo>
                  <a:lnTo>
                    <a:pt x="78579" y="3609"/>
                  </a:lnTo>
                  <a:lnTo>
                    <a:pt x="86437" y="3625"/>
                  </a:lnTo>
                  <a:lnTo>
                    <a:pt x="94295" y="3633"/>
                  </a:lnTo>
                  <a:lnTo>
                    <a:pt x="102153" y="3646"/>
                  </a:lnTo>
                  <a:lnTo>
                    <a:pt x="110011" y="3672"/>
                  </a:lnTo>
                  <a:lnTo>
                    <a:pt x="117869" y="3684"/>
                  </a:lnTo>
                  <a:lnTo>
                    <a:pt x="125727" y="3702"/>
                  </a:lnTo>
                  <a:lnTo>
                    <a:pt x="133585" y="3721"/>
                  </a:lnTo>
                  <a:lnTo>
                    <a:pt x="141443" y="3712"/>
                  </a:lnTo>
                  <a:lnTo>
                    <a:pt x="149301" y="3718"/>
                  </a:lnTo>
                  <a:lnTo>
                    <a:pt x="157159" y="3740"/>
                  </a:lnTo>
                  <a:lnTo>
                    <a:pt x="165017" y="3770"/>
                  </a:lnTo>
                  <a:lnTo>
                    <a:pt x="172875" y="3785"/>
                  </a:lnTo>
                  <a:lnTo>
                    <a:pt x="180733" y="3797"/>
                  </a:lnTo>
                  <a:lnTo>
                    <a:pt x="188591" y="3817"/>
                  </a:lnTo>
                  <a:lnTo>
                    <a:pt x="196449" y="3840"/>
                  </a:lnTo>
                  <a:lnTo>
                    <a:pt x="204307" y="3849"/>
                  </a:lnTo>
                  <a:lnTo>
                    <a:pt x="212165" y="3860"/>
                  </a:lnTo>
                  <a:lnTo>
                    <a:pt x="220023" y="3864"/>
                  </a:lnTo>
                  <a:lnTo>
                    <a:pt x="227881" y="3870"/>
                  </a:lnTo>
                  <a:lnTo>
                    <a:pt x="235739" y="3877"/>
                  </a:lnTo>
                  <a:lnTo>
                    <a:pt x="243597" y="3888"/>
                  </a:lnTo>
                  <a:lnTo>
                    <a:pt x="251455" y="3900"/>
                  </a:lnTo>
                  <a:lnTo>
                    <a:pt x="259313" y="3921"/>
                  </a:lnTo>
                  <a:lnTo>
                    <a:pt x="267171" y="3922"/>
                  </a:lnTo>
                  <a:lnTo>
                    <a:pt x="275029" y="3928"/>
                  </a:lnTo>
                  <a:lnTo>
                    <a:pt x="282887" y="3932"/>
                  </a:lnTo>
                  <a:lnTo>
                    <a:pt x="290745" y="3944"/>
                  </a:lnTo>
                  <a:lnTo>
                    <a:pt x="298603" y="3954"/>
                  </a:lnTo>
                  <a:lnTo>
                    <a:pt x="306461" y="3961"/>
                  </a:lnTo>
                  <a:lnTo>
                    <a:pt x="314319" y="3973"/>
                  </a:lnTo>
                  <a:lnTo>
                    <a:pt x="322177" y="3995"/>
                  </a:lnTo>
                  <a:lnTo>
                    <a:pt x="330035" y="4001"/>
                  </a:lnTo>
                  <a:lnTo>
                    <a:pt x="337893" y="4017"/>
                  </a:lnTo>
                  <a:lnTo>
                    <a:pt x="345751" y="4029"/>
                  </a:lnTo>
                  <a:lnTo>
                    <a:pt x="353609" y="4037"/>
                  </a:lnTo>
                  <a:lnTo>
                    <a:pt x="361467" y="4057"/>
                  </a:lnTo>
                  <a:lnTo>
                    <a:pt x="369325" y="4069"/>
                  </a:lnTo>
                  <a:lnTo>
                    <a:pt x="377183" y="4079"/>
                  </a:lnTo>
                  <a:lnTo>
                    <a:pt x="385041" y="4096"/>
                  </a:lnTo>
                  <a:lnTo>
                    <a:pt x="392899" y="4098"/>
                  </a:lnTo>
                  <a:lnTo>
                    <a:pt x="400757" y="4103"/>
                  </a:lnTo>
                  <a:lnTo>
                    <a:pt x="408615" y="4115"/>
                  </a:lnTo>
                  <a:lnTo>
                    <a:pt x="416473" y="4123"/>
                  </a:lnTo>
                  <a:lnTo>
                    <a:pt x="424331" y="4139"/>
                  </a:lnTo>
                  <a:lnTo>
                    <a:pt x="432189" y="4151"/>
                  </a:lnTo>
                  <a:lnTo>
                    <a:pt x="440047" y="4163"/>
                  </a:lnTo>
                  <a:lnTo>
                    <a:pt x="447905" y="4172"/>
                  </a:lnTo>
                  <a:lnTo>
                    <a:pt x="455763" y="4178"/>
                  </a:lnTo>
                  <a:lnTo>
                    <a:pt x="463621" y="4198"/>
                  </a:lnTo>
                  <a:lnTo>
                    <a:pt x="471479" y="4189"/>
                  </a:lnTo>
                  <a:lnTo>
                    <a:pt x="479337" y="4199"/>
                  </a:lnTo>
                  <a:lnTo>
                    <a:pt x="487195" y="4202"/>
                  </a:lnTo>
                  <a:lnTo>
                    <a:pt x="495053" y="4222"/>
                  </a:lnTo>
                  <a:lnTo>
                    <a:pt x="502911" y="4219"/>
                  </a:lnTo>
                  <a:lnTo>
                    <a:pt x="510769" y="4211"/>
                  </a:lnTo>
                  <a:lnTo>
                    <a:pt x="518627" y="4202"/>
                  </a:lnTo>
                  <a:lnTo>
                    <a:pt x="526485" y="4202"/>
                  </a:lnTo>
                  <a:lnTo>
                    <a:pt x="534343" y="4194"/>
                  </a:lnTo>
                  <a:lnTo>
                    <a:pt x="542201" y="4188"/>
                  </a:lnTo>
                  <a:lnTo>
                    <a:pt x="550059" y="4182"/>
                  </a:lnTo>
                  <a:lnTo>
                    <a:pt x="557917" y="4192"/>
                  </a:lnTo>
                  <a:lnTo>
                    <a:pt x="565775" y="4186"/>
                  </a:lnTo>
                  <a:lnTo>
                    <a:pt x="573633" y="4188"/>
                  </a:lnTo>
                  <a:lnTo>
                    <a:pt x="581491" y="4182"/>
                  </a:lnTo>
                  <a:lnTo>
                    <a:pt x="589349" y="4185"/>
                  </a:lnTo>
                  <a:lnTo>
                    <a:pt x="597207" y="4191"/>
                  </a:lnTo>
                  <a:lnTo>
                    <a:pt x="605065" y="4185"/>
                  </a:lnTo>
                  <a:lnTo>
                    <a:pt x="612923" y="4182"/>
                  </a:lnTo>
                  <a:lnTo>
                    <a:pt x="620781" y="4191"/>
                  </a:lnTo>
                  <a:lnTo>
                    <a:pt x="628639" y="4179"/>
                  </a:lnTo>
                  <a:lnTo>
                    <a:pt x="636497" y="4193"/>
                  </a:lnTo>
                  <a:lnTo>
                    <a:pt x="644355" y="4194"/>
                  </a:lnTo>
                  <a:lnTo>
                    <a:pt x="652213" y="4192"/>
                  </a:lnTo>
                  <a:lnTo>
                    <a:pt x="660071" y="4185"/>
                  </a:lnTo>
                  <a:lnTo>
                    <a:pt x="667929" y="4166"/>
                  </a:lnTo>
                  <a:lnTo>
                    <a:pt x="675787" y="4166"/>
                  </a:lnTo>
                  <a:lnTo>
                    <a:pt x="683645" y="4148"/>
                  </a:lnTo>
                  <a:lnTo>
                    <a:pt x="691503" y="4142"/>
                  </a:lnTo>
                  <a:lnTo>
                    <a:pt x="699361" y="4144"/>
                  </a:lnTo>
                  <a:lnTo>
                    <a:pt x="707219" y="4145"/>
                  </a:lnTo>
                  <a:lnTo>
                    <a:pt x="715077" y="4125"/>
                  </a:lnTo>
                  <a:lnTo>
                    <a:pt x="722935" y="4128"/>
                  </a:lnTo>
                  <a:lnTo>
                    <a:pt x="730793" y="4119"/>
                  </a:lnTo>
                  <a:lnTo>
                    <a:pt x="738651" y="4112"/>
                  </a:lnTo>
                  <a:lnTo>
                    <a:pt x="746509" y="4119"/>
                  </a:lnTo>
                  <a:lnTo>
                    <a:pt x="754367" y="4114"/>
                  </a:lnTo>
                  <a:lnTo>
                    <a:pt x="762225" y="4113"/>
                  </a:lnTo>
                  <a:lnTo>
                    <a:pt x="770083" y="4100"/>
                  </a:lnTo>
                  <a:lnTo>
                    <a:pt x="777941" y="4098"/>
                  </a:lnTo>
                  <a:lnTo>
                    <a:pt x="785799" y="4090"/>
                  </a:lnTo>
                  <a:lnTo>
                    <a:pt x="793657" y="4083"/>
                  </a:lnTo>
                  <a:lnTo>
                    <a:pt x="801515" y="4085"/>
                  </a:lnTo>
                  <a:lnTo>
                    <a:pt x="809373" y="4062"/>
                  </a:lnTo>
                  <a:lnTo>
                    <a:pt x="817231" y="4038"/>
                  </a:lnTo>
                  <a:lnTo>
                    <a:pt x="825089" y="4022"/>
                  </a:lnTo>
                  <a:lnTo>
                    <a:pt x="832947" y="4021"/>
                  </a:lnTo>
                  <a:lnTo>
                    <a:pt x="840805" y="4006"/>
                  </a:lnTo>
                  <a:lnTo>
                    <a:pt x="848663" y="3987"/>
                  </a:lnTo>
                  <a:lnTo>
                    <a:pt x="856521" y="3969"/>
                  </a:lnTo>
                  <a:lnTo>
                    <a:pt x="864379" y="3951"/>
                  </a:lnTo>
                  <a:lnTo>
                    <a:pt x="872237" y="3941"/>
                  </a:lnTo>
                  <a:lnTo>
                    <a:pt x="880095" y="3922"/>
                  </a:lnTo>
                  <a:lnTo>
                    <a:pt x="887953" y="3902"/>
                  </a:lnTo>
                  <a:lnTo>
                    <a:pt x="895811" y="3879"/>
                  </a:lnTo>
                  <a:lnTo>
                    <a:pt x="903669" y="3858"/>
                  </a:lnTo>
                  <a:lnTo>
                    <a:pt x="911527" y="3841"/>
                  </a:lnTo>
                  <a:lnTo>
                    <a:pt x="919385" y="3821"/>
                  </a:lnTo>
                  <a:lnTo>
                    <a:pt x="927243" y="3801"/>
                  </a:lnTo>
                  <a:lnTo>
                    <a:pt x="935101" y="3782"/>
                  </a:lnTo>
                  <a:lnTo>
                    <a:pt x="942959" y="3763"/>
                  </a:lnTo>
                  <a:lnTo>
                    <a:pt x="950817" y="3744"/>
                  </a:lnTo>
                  <a:lnTo>
                    <a:pt x="958675" y="3725"/>
                  </a:lnTo>
                  <a:lnTo>
                    <a:pt x="966533" y="3707"/>
                  </a:lnTo>
                  <a:lnTo>
                    <a:pt x="974391" y="3692"/>
                  </a:lnTo>
                  <a:lnTo>
                    <a:pt x="982249" y="3667"/>
                  </a:lnTo>
                  <a:lnTo>
                    <a:pt x="990107" y="3649"/>
                  </a:lnTo>
                  <a:lnTo>
                    <a:pt x="997965" y="3631"/>
                  </a:lnTo>
                  <a:lnTo>
                    <a:pt x="1005823" y="3615"/>
                  </a:lnTo>
                  <a:lnTo>
                    <a:pt x="1013681" y="3596"/>
                  </a:lnTo>
                  <a:lnTo>
                    <a:pt x="1021539" y="3576"/>
                  </a:lnTo>
                  <a:lnTo>
                    <a:pt x="1029397" y="3557"/>
                  </a:lnTo>
                  <a:lnTo>
                    <a:pt x="1037254" y="3537"/>
                  </a:lnTo>
                  <a:lnTo>
                    <a:pt x="1045112" y="3517"/>
                  </a:lnTo>
                  <a:lnTo>
                    <a:pt x="1052970" y="3495"/>
                  </a:lnTo>
                  <a:lnTo>
                    <a:pt x="1060828" y="3467"/>
                  </a:lnTo>
                  <a:lnTo>
                    <a:pt x="1068686" y="3454"/>
                  </a:lnTo>
                  <a:lnTo>
                    <a:pt x="1076544" y="3428"/>
                  </a:lnTo>
                  <a:lnTo>
                    <a:pt x="1084402" y="3407"/>
                  </a:lnTo>
                  <a:lnTo>
                    <a:pt x="1092260" y="3381"/>
                  </a:lnTo>
                  <a:lnTo>
                    <a:pt x="1100118" y="3355"/>
                  </a:lnTo>
                  <a:lnTo>
                    <a:pt x="1107976" y="3329"/>
                  </a:lnTo>
                  <a:lnTo>
                    <a:pt x="1115834" y="3313"/>
                  </a:lnTo>
                  <a:lnTo>
                    <a:pt x="1123692" y="3289"/>
                  </a:lnTo>
                  <a:lnTo>
                    <a:pt x="1131550" y="3263"/>
                  </a:lnTo>
                  <a:lnTo>
                    <a:pt x="1139408" y="3252"/>
                  </a:lnTo>
                  <a:lnTo>
                    <a:pt x="1147266" y="3232"/>
                  </a:lnTo>
                  <a:lnTo>
                    <a:pt x="1155124" y="3219"/>
                  </a:lnTo>
                  <a:lnTo>
                    <a:pt x="1162982" y="3205"/>
                  </a:lnTo>
                  <a:lnTo>
                    <a:pt x="1170840" y="3189"/>
                  </a:lnTo>
                  <a:lnTo>
                    <a:pt x="1178698" y="3163"/>
                  </a:lnTo>
                  <a:lnTo>
                    <a:pt x="1186556" y="3132"/>
                  </a:lnTo>
                  <a:lnTo>
                    <a:pt x="1194414" y="3104"/>
                  </a:lnTo>
                  <a:lnTo>
                    <a:pt x="1202272" y="3090"/>
                  </a:lnTo>
                  <a:lnTo>
                    <a:pt x="1210130" y="3078"/>
                  </a:lnTo>
                  <a:lnTo>
                    <a:pt x="1217988" y="3061"/>
                  </a:lnTo>
                  <a:lnTo>
                    <a:pt x="1225846" y="3046"/>
                  </a:lnTo>
                  <a:lnTo>
                    <a:pt x="1233704" y="3025"/>
                  </a:lnTo>
                  <a:lnTo>
                    <a:pt x="1241562" y="2996"/>
                  </a:lnTo>
                  <a:lnTo>
                    <a:pt x="1249420" y="2963"/>
                  </a:lnTo>
                  <a:lnTo>
                    <a:pt x="1257278" y="2926"/>
                  </a:lnTo>
                  <a:lnTo>
                    <a:pt x="1265136" y="2889"/>
                  </a:lnTo>
                  <a:lnTo>
                    <a:pt x="1272994" y="2861"/>
                  </a:lnTo>
                  <a:lnTo>
                    <a:pt x="1280852" y="2841"/>
                  </a:lnTo>
                  <a:lnTo>
                    <a:pt x="1288710" y="2810"/>
                  </a:lnTo>
                  <a:lnTo>
                    <a:pt x="1296568" y="2763"/>
                  </a:lnTo>
                  <a:lnTo>
                    <a:pt x="1304426" y="2735"/>
                  </a:lnTo>
                  <a:lnTo>
                    <a:pt x="1312284" y="2720"/>
                  </a:lnTo>
                  <a:lnTo>
                    <a:pt x="1320142" y="2705"/>
                  </a:lnTo>
                  <a:lnTo>
                    <a:pt x="1328000" y="2690"/>
                  </a:lnTo>
                  <a:lnTo>
                    <a:pt x="1335858" y="2659"/>
                  </a:lnTo>
                  <a:lnTo>
                    <a:pt x="1343716" y="2622"/>
                  </a:lnTo>
                  <a:lnTo>
                    <a:pt x="1351574" y="2581"/>
                  </a:lnTo>
                  <a:lnTo>
                    <a:pt x="1359432" y="2550"/>
                  </a:lnTo>
                  <a:lnTo>
                    <a:pt x="1367290" y="2524"/>
                  </a:lnTo>
                  <a:lnTo>
                    <a:pt x="1375148" y="2495"/>
                  </a:lnTo>
                  <a:lnTo>
                    <a:pt x="1383006" y="2461"/>
                  </a:lnTo>
                  <a:lnTo>
                    <a:pt x="1390864" y="2428"/>
                  </a:lnTo>
                  <a:lnTo>
                    <a:pt x="1398722" y="2396"/>
                  </a:lnTo>
                  <a:lnTo>
                    <a:pt x="1406580" y="2363"/>
                  </a:lnTo>
                  <a:lnTo>
                    <a:pt x="1414438" y="2342"/>
                  </a:lnTo>
                  <a:lnTo>
                    <a:pt x="1422296" y="2329"/>
                  </a:lnTo>
                  <a:lnTo>
                    <a:pt x="1430154" y="2314"/>
                  </a:lnTo>
                  <a:lnTo>
                    <a:pt x="1438012" y="2288"/>
                  </a:lnTo>
                  <a:lnTo>
                    <a:pt x="1445870" y="2261"/>
                  </a:lnTo>
                  <a:lnTo>
                    <a:pt x="1453728" y="2235"/>
                  </a:lnTo>
                  <a:lnTo>
                    <a:pt x="1461586" y="2209"/>
                  </a:lnTo>
                  <a:lnTo>
                    <a:pt x="1469444" y="2177"/>
                  </a:lnTo>
                  <a:lnTo>
                    <a:pt x="1477302" y="2144"/>
                  </a:lnTo>
                  <a:lnTo>
                    <a:pt x="1485160" y="2121"/>
                  </a:lnTo>
                  <a:lnTo>
                    <a:pt x="1493018" y="2098"/>
                  </a:lnTo>
                  <a:lnTo>
                    <a:pt x="1500876" y="2075"/>
                  </a:lnTo>
                  <a:lnTo>
                    <a:pt x="1508734" y="2048"/>
                  </a:lnTo>
                  <a:lnTo>
                    <a:pt x="1516592" y="2021"/>
                  </a:lnTo>
                  <a:lnTo>
                    <a:pt x="1524450" y="1994"/>
                  </a:lnTo>
                  <a:lnTo>
                    <a:pt x="1532308" y="1967"/>
                  </a:lnTo>
                  <a:lnTo>
                    <a:pt x="1540166" y="1940"/>
                  </a:lnTo>
                  <a:lnTo>
                    <a:pt x="1548024" y="1918"/>
                  </a:lnTo>
                  <a:lnTo>
                    <a:pt x="1555882" y="1897"/>
                  </a:lnTo>
                  <a:lnTo>
                    <a:pt x="1563740" y="1863"/>
                  </a:lnTo>
                  <a:lnTo>
                    <a:pt x="1571598" y="1838"/>
                  </a:lnTo>
                  <a:lnTo>
                    <a:pt x="1579456" y="1807"/>
                  </a:lnTo>
                  <a:lnTo>
                    <a:pt x="1587314" y="1775"/>
                  </a:lnTo>
                  <a:lnTo>
                    <a:pt x="1595172" y="1748"/>
                  </a:lnTo>
                  <a:lnTo>
                    <a:pt x="1603030" y="1720"/>
                  </a:lnTo>
                  <a:lnTo>
                    <a:pt x="1610888" y="1691"/>
                  </a:lnTo>
                  <a:lnTo>
                    <a:pt x="1618746" y="1661"/>
                  </a:lnTo>
                  <a:lnTo>
                    <a:pt x="1626604" y="1632"/>
                  </a:lnTo>
                  <a:lnTo>
                    <a:pt x="1634462" y="1602"/>
                  </a:lnTo>
                  <a:lnTo>
                    <a:pt x="1642320" y="1572"/>
                  </a:lnTo>
                  <a:lnTo>
                    <a:pt x="1650178" y="1542"/>
                  </a:lnTo>
                  <a:lnTo>
                    <a:pt x="1658036" y="1512"/>
                  </a:lnTo>
                  <a:lnTo>
                    <a:pt x="1665894" y="1482"/>
                  </a:lnTo>
                  <a:lnTo>
                    <a:pt x="1673752" y="1446"/>
                  </a:lnTo>
                  <a:lnTo>
                    <a:pt x="1681610" y="1404"/>
                  </a:lnTo>
                  <a:lnTo>
                    <a:pt x="1689468" y="1362"/>
                  </a:lnTo>
                  <a:lnTo>
                    <a:pt x="1697326" y="1341"/>
                  </a:lnTo>
                  <a:lnTo>
                    <a:pt x="1705184" y="1321"/>
                  </a:lnTo>
                  <a:lnTo>
                    <a:pt x="1713042" y="1300"/>
                  </a:lnTo>
                  <a:lnTo>
                    <a:pt x="1720900" y="1270"/>
                  </a:lnTo>
                  <a:lnTo>
                    <a:pt x="1728758" y="1240"/>
                  </a:lnTo>
                  <a:lnTo>
                    <a:pt x="1736616" y="1210"/>
                  </a:lnTo>
                  <a:lnTo>
                    <a:pt x="1744474" y="1180"/>
                  </a:lnTo>
                  <a:lnTo>
                    <a:pt x="1752332" y="1149"/>
                  </a:lnTo>
                  <a:lnTo>
                    <a:pt x="1760190" y="1118"/>
                  </a:lnTo>
                  <a:lnTo>
                    <a:pt x="1768048" y="1087"/>
                  </a:lnTo>
                  <a:lnTo>
                    <a:pt x="1775906" y="1056"/>
                  </a:lnTo>
                  <a:lnTo>
                    <a:pt x="1783764" y="1019"/>
                  </a:lnTo>
                  <a:lnTo>
                    <a:pt x="1791622" y="993"/>
                  </a:lnTo>
                  <a:lnTo>
                    <a:pt x="1799480" y="963"/>
                  </a:lnTo>
                  <a:lnTo>
                    <a:pt x="1807338" y="932"/>
                  </a:lnTo>
                  <a:lnTo>
                    <a:pt x="1815196" y="901"/>
                  </a:lnTo>
                  <a:lnTo>
                    <a:pt x="1823054" y="870"/>
                  </a:lnTo>
                  <a:lnTo>
                    <a:pt x="1830912" y="845"/>
                  </a:lnTo>
                  <a:lnTo>
                    <a:pt x="1838770" y="821"/>
                  </a:lnTo>
                  <a:lnTo>
                    <a:pt x="1846628" y="798"/>
                  </a:lnTo>
                  <a:lnTo>
                    <a:pt x="1854486" y="774"/>
                  </a:lnTo>
                  <a:lnTo>
                    <a:pt x="1862344" y="751"/>
                  </a:lnTo>
                  <a:lnTo>
                    <a:pt x="1870202" y="727"/>
                  </a:lnTo>
                  <a:lnTo>
                    <a:pt x="1878060" y="693"/>
                  </a:lnTo>
                  <a:lnTo>
                    <a:pt x="1885918" y="658"/>
                  </a:lnTo>
                  <a:lnTo>
                    <a:pt x="1893776" y="622"/>
                  </a:lnTo>
                  <a:lnTo>
                    <a:pt x="1901634" y="587"/>
                  </a:lnTo>
                  <a:lnTo>
                    <a:pt x="1909492" y="552"/>
                  </a:lnTo>
                  <a:lnTo>
                    <a:pt x="1917350" y="521"/>
                  </a:lnTo>
                  <a:lnTo>
                    <a:pt x="1925208" y="495"/>
                  </a:lnTo>
                  <a:lnTo>
                    <a:pt x="1933066" y="470"/>
                  </a:lnTo>
                  <a:lnTo>
                    <a:pt x="1940924" y="444"/>
                  </a:lnTo>
                  <a:lnTo>
                    <a:pt x="1948782" y="412"/>
                  </a:lnTo>
                  <a:lnTo>
                    <a:pt x="1956640" y="380"/>
                  </a:lnTo>
                  <a:lnTo>
                    <a:pt x="1964498" y="347"/>
                  </a:lnTo>
                  <a:lnTo>
                    <a:pt x="1972356" y="298"/>
                  </a:lnTo>
                  <a:lnTo>
                    <a:pt x="1980214" y="244"/>
                  </a:lnTo>
                  <a:lnTo>
                    <a:pt x="1988072" y="197"/>
                  </a:lnTo>
                  <a:lnTo>
                    <a:pt x="1995930" y="170"/>
                  </a:lnTo>
                  <a:lnTo>
                    <a:pt x="2003788" y="142"/>
                  </a:lnTo>
                  <a:lnTo>
                    <a:pt x="2011646" y="115"/>
                  </a:lnTo>
                  <a:lnTo>
                    <a:pt x="2019504" y="77"/>
                  </a:lnTo>
                  <a:lnTo>
                    <a:pt x="2027362" y="38"/>
                  </a:lnTo>
                  <a:lnTo>
                    <a:pt x="2035220" y="0"/>
                  </a:lnTo>
                  <a:lnTo>
                    <a:pt x="2035220" y="9691"/>
                  </a:lnTo>
                  <a:lnTo>
                    <a:pt x="2027362" y="9677"/>
                  </a:lnTo>
                  <a:lnTo>
                    <a:pt x="2019504" y="9662"/>
                  </a:lnTo>
                  <a:lnTo>
                    <a:pt x="2011646" y="9648"/>
                  </a:lnTo>
                  <a:lnTo>
                    <a:pt x="2003788" y="9634"/>
                  </a:lnTo>
                  <a:lnTo>
                    <a:pt x="1995930" y="9620"/>
                  </a:lnTo>
                  <a:lnTo>
                    <a:pt x="1988072" y="9605"/>
                  </a:lnTo>
                  <a:lnTo>
                    <a:pt x="1980214" y="9591"/>
                  </a:lnTo>
                  <a:lnTo>
                    <a:pt x="1972356" y="9576"/>
                  </a:lnTo>
                  <a:lnTo>
                    <a:pt x="1964498" y="9564"/>
                  </a:lnTo>
                  <a:lnTo>
                    <a:pt x="1956640" y="9552"/>
                  </a:lnTo>
                  <a:lnTo>
                    <a:pt x="1948782" y="9540"/>
                  </a:lnTo>
                  <a:lnTo>
                    <a:pt x="1940924" y="9527"/>
                  </a:lnTo>
                  <a:lnTo>
                    <a:pt x="1933066" y="9515"/>
                  </a:lnTo>
                  <a:lnTo>
                    <a:pt x="1925208" y="9503"/>
                  </a:lnTo>
                  <a:lnTo>
                    <a:pt x="1917350" y="9490"/>
                  </a:lnTo>
                  <a:lnTo>
                    <a:pt x="1909492" y="9478"/>
                  </a:lnTo>
                  <a:lnTo>
                    <a:pt x="1901634" y="9465"/>
                  </a:lnTo>
                  <a:lnTo>
                    <a:pt x="1893776" y="9453"/>
                  </a:lnTo>
                  <a:lnTo>
                    <a:pt x="1885918" y="9441"/>
                  </a:lnTo>
                  <a:lnTo>
                    <a:pt x="1878060" y="9428"/>
                  </a:lnTo>
                  <a:lnTo>
                    <a:pt x="1870202" y="9415"/>
                  </a:lnTo>
                  <a:lnTo>
                    <a:pt x="1862344" y="9403"/>
                  </a:lnTo>
                  <a:lnTo>
                    <a:pt x="1854486" y="9390"/>
                  </a:lnTo>
                  <a:lnTo>
                    <a:pt x="1846628" y="9378"/>
                  </a:lnTo>
                  <a:lnTo>
                    <a:pt x="1838770" y="9365"/>
                  </a:lnTo>
                  <a:lnTo>
                    <a:pt x="1830912" y="9352"/>
                  </a:lnTo>
                  <a:lnTo>
                    <a:pt x="1823054" y="9339"/>
                  </a:lnTo>
                  <a:lnTo>
                    <a:pt x="1815196" y="9327"/>
                  </a:lnTo>
                  <a:lnTo>
                    <a:pt x="1807338" y="9314"/>
                  </a:lnTo>
                  <a:lnTo>
                    <a:pt x="1799480" y="9303"/>
                  </a:lnTo>
                  <a:lnTo>
                    <a:pt x="1791622" y="9296"/>
                  </a:lnTo>
                  <a:lnTo>
                    <a:pt x="1783764" y="9287"/>
                  </a:lnTo>
                  <a:lnTo>
                    <a:pt x="1775906" y="9274"/>
                  </a:lnTo>
                  <a:lnTo>
                    <a:pt x="1768048" y="9260"/>
                  </a:lnTo>
                  <a:lnTo>
                    <a:pt x="1760190" y="9247"/>
                  </a:lnTo>
                  <a:lnTo>
                    <a:pt x="1752332" y="9239"/>
                  </a:lnTo>
                  <a:lnTo>
                    <a:pt x="1744474" y="9226"/>
                  </a:lnTo>
                  <a:lnTo>
                    <a:pt x="1736616" y="9213"/>
                  </a:lnTo>
                  <a:lnTo>
                    <a:pt x="1728758" y="9199"/>
                  </a:lnTo>
                  <a:lnTo>
                    <a:pt x="1720900" y="9186"/>
                  </a:lnTo>
                  <a:lnTo>
                    <a:pt x="1713042" y="9173"/>
                  </a:lnTo>
                  <a:lnTo>
                    <a:pt x="1705184" y="9159"/>
                  </a:lnTo>
                  <a:lnTo>
                    <a:pt x="1697326" y="9146"/>
                  </a:lnTo>
                  <a:lnTo>
                    <a:pt x="1689468" y="9131"/>
                  </a:lnTo>
                  <a:lnTo>
                    <a:pt x="1681610" y="9115"/>
                  </a:lnTo>
                  <a:lnTo>
                    <a:pt x="1673752" y="9098"/>
                  </a:lnTo>
                  <a:lnTo>
                    <a:pt x="1665894" y="9083"/>
                  </a:lnTo>
                  <a:lnTo>
                    <a:pt x="1658036" y="9069"/>
                  </a:lnTo>
                  <a:lnTo>
                    <a:pt x="1650178" y="9061"/>
                  </a:lnTo>
                  <a:lnTo>
                    <a:pt x="1642320" y="9052"/>
                  </a:lnTo>
                  <a:lnTo>
                    <a:pt x="1634462" y="9039"/>
                  </a:lnTo>
                  <a:lnTo>
                    <a:pt x="1626604" y="9025"/>
                  </a:lnTo>
                  <a:lnTo>
                    <a:pt x="1618746" y="9011"/>
                  </a:lnTo>
                  <a:lnTo>
                    <a:pt x="1610888" y="8997"/>
                  </a:lnTo>
                  <a:lnTo>
                    <a:pt x="1603030" y="8984"/>
                  </a:lnTo>
                  <a:lnTo>
                    <a:pt x="1595172" y="8971"/>
                  </a:lnTo>
                  <a:lnTo>
                    <a:pt x="1587314" y="8957"/>
                  </a:lnTo>
                  <a:lnTo>
                    <a:pt x="1579456" y="8948"/>
                  </a:lnTo>
                  <a:lnTo>
                    <a:pt x="1571598" y="8942"/>
                  </a:lnTo>
                  <a:lnTo>
                    <a:pt x="1563740" y="8928"/>
                  </a:lnTo>
                  <a:lnTo>
                    <a:pt x="1555882" y="8911"/>
                  </a:lnTo>
                  <a:lnTo>
                    <a:pt x="1548024" y="8893"/>
                  </a:lnTo>
                  <a:lnTo>
                    <a:pt x="1540166" y="8874"/>
                  </a:lnTo>
                  <a:lnTo>
                    <a:pt x="1532308" y="8859"/>
                  </a:lnTo>
                  <a:lnTo>
                    <a:pt x="1524450" y="8841"/>
                  </a:lnTo>
                  <a:lnTo>
                    <a:pt x="1516592" y="8824"/>
                  </a:lnTo>
                  <a:lnTo>
                    <a:pt x="1508734" y="8814"/>
                  </a:lnTo>
                  <a:lnTo>
                    <a:pt x="1500876" y="8805"/>
                  </a:lnTo>
                  <a:lnTo>
                    <a:pt x="1493018" y="8791"/>
                  </a:lnTo>
                  <a:lnTo>
                    <a:pt x="1485160" y="8777"/>
                  </a:lnTo>
                  <a:lnTo>
                    <a:pt x="1477302" y="8763"/>
                  </a:lnTo>
                  <a:lnTo>
                    <a:pt x="1469444" y="8749"/>
                  </a:lnTo>
                  <a:lnTo>
                    <a:pt x="1461586" y="8735"/>
                  </a:lnTo>
                  <a:lnTo>
                    <a:pt x="1453728" y="8720"/>
                  </a:lnTo>
                  <a:lnTo>
                    <a:pt x="1445870" y="8705"/>
                  </a:lnTo>
                  <a:lnTo>
                    <a:pt x="1438012" y="8689"/>
                  </a:lnTo>
                  <a:lnTo>
                    <a:pt x="1430154" y="8673"/>
                  </a:lnTo>
                  <a:lnTo>
                    <a:pt x="1422296" y="8657"/>
                  </a:lnTo>
                  <a:lnTo>
                    <a:pt x="1414438" y="8644"/>
                  </a:lnTo>
                  <a:lnTo>
                    <a:pt x="1406580" y="8628"/>
                  </a:lnTo>
                  <a:lnTo>
                    <a:pt x="1398722" y="8609"/>
                  </a:lnTo>
                  <a:lnTo>
                    <a:pt x="1390864" y="8595"/>
                  </a:lnTo>
                  <a:lnTo>
                    <a:pt x="1383006" y="8579"/>
                  </a:lnTo>
                  <a:lnTo>
                    <a:pt x="1375148" y="8561"/>
                  </a:lnTo>
                  <a:lnTo>
                    <a:pt x="1367290" y="8544"/>
                  </a:lnTo>
                  <a:lnTo>
                    <a:pt x="1359432" y="8535"/>
                  </a:lnTo>
                  <a:lnTo>
                    <a:pt x="1351574" y="8519"/>
                  </a:lnTo>
                  <a:lnTo>
                    <a:pt x="1343716" y="8504"/>
                  </a:lnTo>
                  <a:lnTo>
                    <a:pt x="1335858" y="8488"/>
                  </a:lnTo>
                  <a:lnTo>
                    <a:pt x="1328000" y="8475"/>
                  </a:lnTo>
                  <a:lnTo>
                    <a:pt x="1320142" y="8461"/>
                  </a:lnTo>
                  <a:lnTo>
                    <a:pt x="1312284" y="8447"/>
                  </a:lnTo>
                  <a:lnTo>
                    <a:pt x="1304426" y="8434"/>
                  </a:lnTo>
                  <a:lnTo>
                    <a:pt x="1296568" y="8421"/>
                  </a:lnTo>
                  <a:lnTo>
                    <a:pt x="1288710" y="8407"/>
                  </a:lnTo>
                  <a:lnTo>
                    <a:pt x="1280852" y="8395"/>
                  </a:lnTo>
                  <a:lnTo>
                    <a:pt x="1272994" y="8383"/>
                  </a:lnTo>
                  <a:lnTo>
                    <a:pt x="1265136" y="8373"/>
                  </a:lnTo>
                  <a:lnTo>
                    <a:pt x="1257278" y="8361"/>
                  </a:lnTo>
                  <a:lnTo>
                    <a:pt x="1249420" y="8347"/>
                  </a:lnTo>
                  <a:lnTo>
                    <a:pt x="1241562" y="8336"/>
                  </a:lnTo>
                  <a:lnTo>
                    <a:pt x="1233704" y="8321"/>
                  </a:lnTo>
                  <a:lnTo>
                    <a:pt x="1225846" y="8304"/>
                  </a:lnTo>
                  <a:lnTo>
                    <a:pt x="1217988" y="8290"/>
                  </a:lnTo>
                  <a:lnTo>
                    <a:pt x="1210130" y="8276"/>
                  </a:lnTo>
                  <a:lnTo>
                    <a:pt x="1202272" y="8260"/>
                  </a:lnTo>
                  <a:lnTo>
                    <a:pt x="1194414" y="8249"/>
                  </a:lnTo>
                  <a:lnTo>
                    <a:pt x="1186556" y="8239"/>
                  </a:lnTo>
                  <a:lnTo>
                    <a:pt x="1178698" y="8229"/>
                  </a:lnTo>
                  <a:lnTo>
                    <a:pt x="1170840" y="8218"/>
                  </a:lnTo>
                  <a:lnTo>
                    <a:pt x="1162982" y="8206"/>
                  </a:lnTo>
                  <a:lnTo>
                    <a:pt x="1155124" y="8197"/>
                  </a:lnTo>
                  <a:lnTo>
                    <a:pt x="1147266" y="8193"/>
                  </a:lnTo>
                  <a:lnTo>
                    <a:pt x="1139408" y="8190"/>
                  </a:lnTo>
                  <a:lnTo>
                    <a:pt x="1131550" y="8186"/>
                  </a:lnTo>
                  <a:lnTo>
                    <a:pt x="1123692" y="8183"/>
                  </a:lnTo>
                  <a:lnTo>
                    <a:pt x="1115834" y="8177"/>
                  </a:lnTo>
                  <a:lnTo>
                    <a:pt x="1107976" y="8165"/>
                  </a:lnTo>
                  <a:lnTo>
                    <a:pt x="1100118" y="8158"/>
                  </a:lnTo>
                  <a:lnTo>
                    <a:pt x="1092260" y="8159"/>
                  </a:lnTo>
                  <a:lnTo>
                    <a:pt x="1084402" y="8148"/>
                  </a:lnTo>
                  <a:lnTo>
                    <a:pt x="1076544" y="8133"/>
                  </a:lnTo>
                  <a:lnTo>
                    <a:pt x="1068686" y="8131"/>
                  </a:lnTo>
                  <a:lnTo>
                    <a:pt x="1060828" y="8125"/>
                  </a:lnTo>
                  <a:lnTo>
                    <a:pt x="1052970" y="8115"/>
                  </a:lnTo>
                  <a:lnTo>
                    <a:pt x="1045112" y="8105"/>
                  </a:lnTo>
                  <a:lnTo>
                    <a:pt x="1037254" y="8098"/>
                  </a:lnTo>
                  <a:lnTo>
                    <a:pt x="1029397" y="8093"/>
                  </a:lnTo>
                  <a:lnTo>
                    <a:pt x="1021539" y="8084"/>
                  </a:lnTo>
                  <a:lnTo>
                    <a:pt x="1013681" y="8075"/>
                  </a:lnTo>
                  <a:lnTo>
                    <a:pt x="1005823" y="8074"/>
                  </a:lnTo>
                  <a:lnTo>
                    <a:pt x="997965" y="8056"/>
                  </a:lnTo>
                  <a:lnTo>
                    <a:pt x="990107" y="8049"/>
                  </a:lnTo>
                  <a:lnTo>
                    <a:pt x="982249" y="8052"/>
                  </a:lnTo>
                  <a:lnTo>
                    <a:pt x="974391" y="8039"/>
                  </a:lnTo>
                  <a:lnTo>
                    <a:pt x="966533" y="8036"/>
                  </a:lnTo>
                  <a:lnTo>
                    <a:pt x="958675" y="8035"/>
                  </a:lnTo>
                  <a:lnTo>
                    <a:pt x="950817" y="8033"/>
                  </a:lnTo>
                  <a:lnTo>
                    <a:pt x="942959" y="8032"/>
                  </a:lnTo>
                  <a:lnTo>
                    <a:pt x="935101" y="8026"/>
                  </a:lnTo>
                  <a:lnTo>
                    <a:pt x="927243" y="8009"/>
                  </a:lnTo>
                  <a:lnTo>
                    <a:pt x="919385" y="7992"/>
                  </a:lnTo>
                  <a:lnTo>
                    <a:pt x="911527" y="7979"/>
                  </a:lnTo>
                  <a:lnTo>
                    <a:pt x="903669" y="7965"/>
                  </a:lnTo>
                  <a:lnTo>
                    <a:pt x="895811" y="7972"/>
                  </a:lnTo>
                  <a:lnTo>
                    <a:pt x="887953" y="7960"/>
                  </a:lnTo>
                  <a:lnTo>
                    <a:pt x="880095" y="7948"/>
                  </a:lnTo>
                  <a:lnTo>
                    <a:pt x="872237" y="7936"/>
                  </a:lnTo>
                  <a:lnTo>
                    <a:pt x="864379" y="7931"/>
                  </a:lnTo>
                  <a:lnTo>
                    <a:pt x="856521" y="7925"/>
                  </a:lnTo>
                  <a:lnTo>
                    <a:pt x="848663" y="7919"/>
                  </a:lnTo>
                  <a:lnTo>
                    <a:pt x="840805" y="7914"/>
                  </a:lnTo>
                  <a:lnTo>
                    <a:pt x="832947" y="7908"/>
                  </a:lnTo>
                  <a:lnTo>
                    <a:pt x="825089" y="7905"/>
                  </a:lnTo>
                  <a:lnTo>
                    <a:pt x="817231" y="7899"/>
                  </a:lnTo>
                  <a:lnTo>
                    <a:pt x="809373" y="7891"/>
                  </a:lnTo>
                  <a:lnTo>
                    <a:pt x="801515" y="7883"/>
                  </a:lnTo>
                  <a:lnTo>
                    <a:pt x="793657" y="7880"/>
                  </a:lnTo>
                  <a:lnTo>
                    <a:pt x="785799" y="7888"/>
                  </a:lnTo>
                  <a:lnTo>
                    <a:pt x="777941" y="7894"/>
                  </a:lnTo>
                  <a:lnTo>
                    <a:pt x="770083" y="7892"/>
                  </a:lnTo>
                  <a:lnTo>
                    <a:pt x="762225" y="7884"/>
                  </a:lnTo>
                  <a:lnTo>
                    <a:pt x="754367" y="7873"/>
                  </a:lnTo>
                  <a:lnTo>
                    <a:pt x="746509" y="7867"/>
                  </a:lnTo>
                  <a:lnTo>
                    <a:pt x="738651" y="7868"/>
                  </a:lnTo>
                  <a:lnTo>
                    <a:pt x="730793" y="7872"/>
                  </a:lnTo>
                  <a:lnTo>
                    <a:pt x="722935" y="7869"/>
                  </a:lnTo>
                  <a:lnTo>
                    <a:pt x="715077" y="7867"/>
                  </a:lnTo>
                  <a:lnTo>
                    <a:pt x="707219" y="7865"/>
                  </a:lnTo>
                  <a:lnTo>
                    <a:pt x="699361" y="7862"/>
                  </a:lnTo>
                  <a:lnTo>
                    <a:pt x="691503" y="7866"/>
                  </a:lnTo>
                  <a:lnTo>
                    <a:pt x="683645" y="7859"/>
                  </a:lnTo>
                  <a:lnTo>
                    <a:pt x="675787" y="7855"/>
                  </a:lnTo>
                  <a:lnTo>
                    <a:pt x="667929" y="7861"/>
                  </a:lnTo>
                  <a:lnTo>
                    <a:pt x="660071" y="7854"/>
                  </a:lnTo>
                  <a:lnTo>
                    <a:pt x="652213" y="7848"/>
                  </a:lnTo>
                  <a:lnTo>
                    <a:pt x="644355" y="7841"/>
                  </a:lnTo>
                  <a:lnTo>
                    <a:pt x="636497" y="7842"/>
                  </a:lnTo>
                  <a:lnTo>
                    <a:pt x="628639" y="7831"/>
                  </a:lnTo>
                  <a:lnTo>
                    <a:pt x="620781" y="7833"/>
                  </a:lnTo>
                  <a:lnTo>
                    <a:pt x="612923" y="7835"/>
                  </a:lnTo>
                  <a:lnTo>
                    <a:pt x="605065" y="7832"/>
                  </a:lnTo>
                  <a:lnTo>
                    <a:pt x="597207" y="7839"/>
                  </a:lnTo>
                  <a:lnTo>
                    <a:pt x="589349" y="7838"/>
                  </a:lnTo>
                  <a:lnTo>
                    <a:pt x="581491" y="7831"/>
                  </a:lnTo>
                  <a:lnTo>
                    <a:pt x="573633" y="7845"/>
                  </a:lnTo>
                  <a:lnTo>
                    <a:pt x="565775" y="7844"/>
                  </a:lnTo>
                  <a:lnTo>
                    <a:pt x="557917" y="7829"/>
                  </a:lnTo>
                  <a:lnTo>
                    <a:pt x="550059" y="7815"/>
                  </a:lnTo>
                  <a:lnTo>
                    <a:pt x="542201" y="7813"/>
                  </a:lnTo>
                  <a:lnTo>
                    <a:pt x="534343" y="7810"/>
                  </a:lnTo>
                  <a:lnTo>
                    <a:pt x="526485" y="7810"/>
                  </a:lnTo>
                  <a:lnTo>
                    <a:pt x="518627" y="7817"/>
                  </a:lnTo>
                  <a:lnTo>
                    <a:pt x="510769" y="7830"/>
                  </a:lnTo>
                  <a:lnTo>
                    <a:pt x="502911" y="7829"/>
                  </a:lnTo>
                  <a:lnTo>
                    <a:pt x="495053" y="7827"/>
                  </a:lnTo>
                  <a:lnTo>
                    <a:pt x="487195" y="7825"/>
                  </a:lnTo>
                  <a:lnTo>
                    <a:pt x="479337" y="7823"/>
                  </a:lnTo>
                  <a:lnTo>
                    <a:pt x="471479" y="7821"/>
                  </a:lnTo>
                  <a:lnTo>
                    <a:pt x="463621" y="7819"/>
                  </a:lnTo>
                  <a:lnTo>
                    <a:pt x="455763" y="7815"/>
                  </a:lnTo>
                  <a:lnTo>
                    <a:pt x="447905" y="7816"/>
                  </a:lnTo>
                  <a:lnTo>
                    <a:pt x="440047" y="7816"/>
                  </a:lnTo>
                  <a:lnTo>
                    <a:pt x="432189" y="7816"/>
                  </a:lnTo>
                  <a:lnTo>
                    <a:pt x="424331" y="7817"/>
                  </a:lnTo>
                  <a:lnTo>
                    <a:pt x="416473" y="7825"/>
                  </a:lnTo>
                  <a:lnTo>
                    <a:pt x="408615" y="7825"/>
                  </a:lnTo>
                  <a:lnTo>
                    <a:pt x="400757" y="7832"/>
                  </a:lnTo>
                  <a:lnTo>
                    <a:pt x="392899" y="7841"/>
                  </a:lnTo>
                  <a:lnTo>
                    <a:pt x="385041" y="7846"/>
                  </a:lnTo>
                  <a:lnTo>
                    <a:pt x="377183" y="7859"/>
                  </a:lnTo>
                  <a:lnTo>
                    <a:pt x="369325" y="7859"/>
                  </a:lnTo>
                  <a:lnTo>
                    <a:pt x="361467" y="7861"/>
                  </a:lnTo>
                  <a:lnTo>
                    <a:pt x="353609" y="7866"/>
                  </a:lnTo>
                  <a:lnTo>
                    <a:pt x="345751" y="7869"/>
                  </a:lnTo>
                  <a:lnTo>
                    <a:pt x="337893" y="7872"/>
                  </a:lnTo>
                  <a:lnTo>
                    <a:pt x="330035" y="7880"/>
                  </a:lnTo>
                  <a:lnTo>
                    <a:pt x="322177" y="7885"/>
                  </a:lnTo>
                  <a:lnTo>
                    <a:pt x="314319" y="7894"/>
                  </a:lnTo>
                  <a:lnTo>
                    <a:pt x="306461" y="7900"/>
                  </a:lnTo>
                  <a:lnTo>
                    <a:pt x="298603" y="7900"/>
                  </a:lnTo>
                  <a:lnTo>
                    <a:pt x="290745" y="7898"/>
                  </a:lnTo>
                  <a:lnTo>
                    <a:pt x="282887" y="7905"/>
                  </a:lnTo>
                  <a:lnTo>
                    <a:pt x="275029" y="7900"/>
                  </a:lnTo>
                  <a:lnTo>
                    <a:pt x="267171" y="7899"/>
                  </a:lnTo>
                  <a:lnTo>
                    <a:pt x="259313" y="7907"/>
                  </a:lnTo>
                  <a:lnTo>
                    <a:pt x="251455" y="7917"/>
                  </a:lnTo>
                  <a:lnTo>
                    <a:pt x="243597" y="7916"/>
                  </a:lnTo>
                  <a:lnTo>
                    <a:pt x="235739" y="7915"/>
                  </a:lnTo>
                  <a:lnTo>
                    <a:pt x="227881" y="7918"/>
                  </a:lnTo>
                  <a:lnTo>
                    <a:pt x="220023" y="7933"/>
                  </a:lnTo>
                  <a:lnTo>
                    <a:pt x="212165" y="7942"/>
                  </a:lnTo>
                  <a:lnTo>
                    <a:pt x="204307" y="7944"/>
                  </a:lnTo>
                  <a:lnTo>
                    <a:pt x="196449" y="7950"/>
                  </a:lnTo>
                  <a:lnTo>
                    <a:pt x="188591" y="7962"/>
                  </a:lnTo>
                  <a:lnTo>
                    <a:pt x="180733" y="7972"/>
                  </a:lnTo>
                  <a:lnTo>
                    <a:pt x="172875" y="7985"/>
                  </a:lnTo>
                  <a:lnTo>
                    <a:pt x="165017" y="7998"/>
                  </a:lnTo>
                  <a:lnTo>
                    <a:pt x="157159" y="8016"/>
                  </a:lnTo>
                  <a:lnTo>
                    <a:pt x="149301" y="8031"/>
                  </a:lnTo>
                  <a:lnTo>
                    <a:pt x="141443" y="8048"/>
                  </a:lnTo>
                  <a:lnTo>
                    <a:pt x="133585" y="8054"/>
                  </a:lnTo>
                  <a:lnTo>
                    <a:pt x="125727" y="8068"/>
                  </a:lnTo>
                  <a:lnTo>
                    <a:pt x="117869" y="8076"/>
                  </a:lnTo>
                  <a:lnTo>
                    <a:pt x="110011" y="8089"/>
                  </a:lnTo>
                  <a:lnTo>
                    <a:pt x="102153" y="8102"/>
                  </a:lnTo>
                  <a:lnTo>
                    <a:pt x="94295" y="8115"/>
                  </a:lnTo>
                  <a:lnTo>
                    <a:pt x="86437" y="8130"/>
                  </a:lnTo>
                  <a:lnTo>
                    <a:pt x="78579" y="8148"/>
                  </a:lnTo>
                  <a:lnTo>
                    <a:pt x="70721" y="8155"/>
                  </a:lnTo>
                  <a:lnTo>
                    <a:pt x="62863" y="8169"/>
                  </a:lnTo>
                  <a:lnTo>
                    <a:pt x="55005" y="8186"/>
                  </a:lnTo>
                  <a:lnTo>
                    <a:pt x="47147" y="8197"/>
                  </a:lnTo>
                  <a:lnTo>
                    <a:pt x="39289" y="8211"/>
                  </a:lnTo>
                  <a:lnTo>
                    <a:pt x="31431" y="8225"/>
                  </a:lnTo>
                  <a:lnTo>
                    <a:pt x="23573" y="8234"/>
                  </a:lnTo>
                  <a:lnTo>
                    <a:pt x="15715" y="8241"/>
                  </a:lnTo>
                  <a:lnTo>
                    <a:pt x="7857" y="8254"/>
                  </a:lnTo>
                  <a:lnTo>
                    <a:pt x="0" y="826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186414" y="3909477"/>
              <a:ext cx="2035220" cy="4222"/>
            </a:xfrm>
            <a:custGeom>
              <a:avLst/>
              <a:pathLst>
                <a:path w="2035220" h="4222">
                  <a:moveTo>
                    <a:pt x="0" y="3440"/>
                  </a:moveTo>
                  <a:lnTo>
                    <a:pt x="7857" y="3463"/>
                  </a:lnTo>
                  <a:lnTo>
                    <a:pt x="15715" y="3480"/>
                  </a:lnTo>
                  <a:lnTo>
                    <a:pt x="23573" y="3500"/>
                  </a:lnTo>
                  <a:lnTo>
                    <a:pt x="31431" y="3518"/>
                  </a:lnTo>
                  <a:lnTo>
                    <a:pt x="39289" y="3538"/>
                  </a:lnTo>
                  <a:lnTo>
                    <a:pt x="47147" y="3546"/>
                  </a:lnTo>
                  <a:lnTo>
                    <a:pt x="55005" y="3572"/>
                  </a:lnTo>
                  <a:lnTo>
                    <a:pt x="62863" y="3602"/>
                  </a:lnTo>
                  <a:lnTo>
                    <a:pt x="70721" y="3606"/>
                  </a:lnTo>
                  <a:lnTo>
                    <a:pt x="78579" y="3609"/>
                  </a:lnTo>
                  <a:lnTo>
                    <a:pt x="86437" y="3625"/>
                  </a:lnTo>
                  <a:lnTo>
                    <a:pt x="94295" y="3633"/>
                  </a:lnTo>
                  <a:lnTo>
                    <a:pt x="102153" y="3646"/>
                  </a:lnTo>
                  <a:lnTo>
                    <a:pt x="110011" y="3672"/>
                  </a:lnTo>
                  <a:lnTo>
                    <a:pt x="117869" y="3684"/>
                  </a:lnTo>
                  <a:lnTo>
                    <a:pt x="125727" y="3702"/>
                  </a:lnTo>
                  <a:lnTo>
                    <a:pt x="133585" y="3721"/>
                  </a:lnTo>
                  <a:lnTo>
                    <a:pt x="141443" y="3712"/>
                  </a:lnTo>
                  <a:lnTo>
                    <a:pt x="149301" y="3718"/>
                  </a:lnTo>
                  <a:lnTo>
                    <a:pt x="157159" y="3740"/>
                  </a:lnTo>
                  <a:lnTo>
                    <a:pt x="165017" y="3770"/>
                  </a:lnTo>
                  <a:lnTo>
                    <a:pt x="172875" y="3785"/>
                  </a:lnTo>
                  <a:lnTo>
                    <a:pt x="180733" y="3797"/>
                  </a:lnTo>
                  <a:lnTo>
                    <a:pt x="188591" y="3817"/>
                  </a:lnTo>
                  <a:lnTo>
                    <a:pt x="196449" y="3840"/>
                  </a:lnTo>
                  <a:lnTo>
                    <a:pt x="204307" y="3849"/>
                  </a:lnTo>
                  <a:lnTo>
                    <a:pt x="212165" y="3860"/>
                  </a:lnTo>
                  <a:lnTo>
                    <a:pt x="220023" y="3864"/>
                  </a:lnTo>
                  <a:lnTo>
                    <a:pt x="227881" y="3870"/>
                  </a:lnTo>
                  <a:lnTo>
                    <a:pt x="235739" y="3877"/>
                  </a:lnTo>
                  <a:lnTo>
                    <a:pt x="243597" y="3888"/>
                  </a:lnTo>
                  <a:lnTo>
                    <a:pt x="251455" y="3900"/>
                  </a:lnTo>
                  <a:lnTo>
                    <a:pt x="259313" y="3921"/>
                  </a:lnTo>
                  <a:lnTo>
                    <a:pt x="267171" y="3922"/>
                  </a:lnTo>
                  <a:lnTo>
                    <a:pt x="275029" y="3928"/>
                  </a:lnTo>
                  <a:lnTo>
                    <a:pt x="282887" y="3932"/>
                  </a:lnTo>
                  <a:lnTo>
                    <a:pt x="290745" y="3944"/>
                  </a:lnTo>
                  <a:lnTo>
                    <a:pt x="298603" y="3954"/>
                  </a:lnTo>
                  <a:lnTo>
                    <a:pt x="306461" y="3961"/>
                  </a:lnTo>
                  <a:lnTo>
                    <a:pt x="314319" y="3973"/>
                  </a:lnTo>
                  <a:lnTo>
                    <a:pt x="322177" y="3995"/>
                  </a:lnTo>
                  <a:lnTo>
                    <a:pt x="330035" y="4001"/>
                  </a:lnTo>
                  <a:lnTo>
                    <a:pt x="337893" y="4017"/>
                  </a:lnTo>
                  <a:lnTo>
                    <a:pt x="345751" y="4029"/>
                  </a:lnTo>
                  <a:lnTo>
                    <a:pt x="353609" y="4037"/>
                  </a:lnTo>
                  <a:lnTo>
                    <a:pt x="361467" y="4057"/>
                  </a:lnTo>
                  <a:lnTo>
                    <a:pt x="369325" y="4069"/>
                  </a:lnTo>
                  <a:lnTo>
                    <a:pt x="377183" y="4079"/>
                  </a:lnTo>
                  <a:lnTo>
                    <a:pt x="385041" y="4096"/>
                  </a:lnTo>
                  <a:lnTo>
                    <a:pt x="392899" y="4098"/>
                  </a:lnTo>
                  <a:lnTo>
                    <a:pt x="400757" y="4103"/>
                  </a:lnTo>
                  <a:lnTo>
                    <a:pt x="408615" y="4115"/>
                  </a:lnTo>
                  <a:lnTo>
                    <a:pt x="416473" y="4123"/>
                  </a:lnTo>
                  <a:lnTo>
                    <a:pt x="424331" y="4139"/>
                  </a:lnTo>
                  <a:lnTo>
                    <a:pt x="432189" y="4151"/>
                  </a:lnTo>
                  <a:lnTo>
                    <a:pt x="440047" y="4163"/>
                  </a:lnTo>
                  <a:lnTo>
                    <a:pt x="447905" y="4172"/>
                  </a:lnTo>
                  <a:lnTo>
                    <a:pt x="455763" y="4178"/>
                  </a:lnTo>
                  <a:lnTo>
                    <a:pt x="463621" y="4198"/>
                  </a:lnTo>
                  <a:lnTo>
                    <a:pt x="471479" y="4189"/>
                  </a:lnTo>
                  <a:lnTo>
                    <a:pt x="479337" y="4199"/>
                  </a:lnTo>
                  <a:lnTo>
                    <a:pt x="487195" y="4202"/>
                  </a:lnTo>
                  <a:lnTo>
                    <a:pt x="495053" y="4222"/>
                  </a:lnTo>
                  <a:lnTo>
                    <a:pt x="502911" y="4219"/>
                  </a:lnTo>
                  <a:lnTo>
                    <a:pt x="510769" y="4211"/>
                  </a:lnTo>
                  <a:lnTo>
                    <a:pt x="518627" y="4202"/>
                  </a:lnTo>
                  <a:lnTo>
                    <a:pt x="526485" y="4202"/>
                  </a:lnTo>
                  <a:lnTo>
                    <a:pt x="534343" y="4194"/>
                  </a:lnTo>
                  <a:lnTo>
                    <a:pt x="542201" y="4188"/>
                  </a:lnTo>
                  <a:lnTo>
                    <a:pt x="550059" y="4182"/>
                  </a:lnTo>
                  <a:lnTo>
                    <a:pt x="557917" y="4192"/>
                  </a:lnTo>
                  <a:lnTo>
                    <a:pt x="565775" y="4186"/>
                  </a:lnTo>
                  <a:lnTo>
                    <a:pt x="573633" y="4188"/>
                  </a:lnTo>
                  <a:lnTo>
                    <a:pt x="581491" y="4182"/>
                  </a:lnTo>
                  <a:lnTo>
                    <a:pt x="589349" y="4185"/>
                  </a:lnTo>
                  <a:lnTo>
                    <a:pt x="597207" y="4191"/>
                  </a:lnTo>
                  <a:lnTo>
                    <a:pt x="605065" y="4185"/>
                  </a:lnTo>
                  <a:lnTo>
                    <a:pt x="612923" y="4182"/>
                  </a:lnTo>
                  <a:lnTo>
                    <a:pt x="620781" y="4191"/>
                  </a:lnTo>
                  <a:lnTo>
                    <a:pt x="628639" y="4179"/>
                  </a:lnTo>
                  <a:lnTo>
                    <a:pt x="636497" y="4193"/>
                  </a:lnTo>
                  <a:lnTo>
                    <a:pt x="644355" y="4194"/>
                  </a:lnTo>
                  <a:lnTo>
                    <a:pt x="652213" y="4192"/>
                  </a:lnTo>
                  <a:lnTo>
                    <a:pt x="660071" y="4185"/>
                  </a:lnTo>
                  <a:lnTo>
                    <a:pt x="667929" y="4166"/>
                  </a:lnTo>
                  <a:lnTo>
                    <a:pt x="675787" y="4166"/>
                  </a:lnTo>
                  <a:lnTo>
                    <a:pt x="683645" y="4148"/>
                  </a:lnTo>
                  <a:lnTo>
                    <a:pt x="691503" y="4142"/>
                  </a:lnTo>
                  <a:lnTo>
                    <a:pt x="699361" y="4144"/>
                  </a:lnTo>
                  <a:lnTo>
                    <a:pt x="707219" y="4145"/>
                  </a:lnTo>
                  <a:lnTo>
                    <a:pt x="715077" y="4125"/>
                  </a:lnTo>
                  <a:lnTo>
                    <a:pt x="722935" y="4128"/>
                  </a:lnTo>
                  <a:lnTo>
                    <a:pt x="730793" y="4119"/>
                  </a:lnTo>
                  <a:lnTo>
                    <a:pt x="738651" y="4112"/>
                  </a:lnTo>
                  <a:lnTo>
                    <a:pt x="746509" y="4119"/>
                  </a:lnTo>
                  <a:lnTo>
                    <a:pt x="754367" y="4114"/>
                  </a:lnTo>
                  <a:lnTo>
                    <a:pt x="762225" y="4113"/>
                  </a:lnTo>
                  <a:lnTo>
                    <a:pt x="770083" y="4100"/>
                  </a:lnTo>
                  <a:lnTo>
                    <a:pt x="777941" y="4098"/>
                  </a:lnTo>
                  <a:lnTo>
                    <a:pt x="785799" y="4090"/>
                  </a:lnTo>
                  <a:lnTo>
                    <a:pt x="793657" y="4083"/>
                  </a:lnTo>
                  <a:lnTo>
                    <a:pt x="801515" y="4085"/>
                  </a:lnTo>
                  <a:lnTo>
                    <a:pt x="809373" y="4062"/>
                  </a:lnTo>
                  <a:lnTo>
                    <a:pt x="817231" y="4038"/>
                  </a:lnTo>
                  <a:lnTo>
                    <a:pt x="825089" y="4022"/>
                  </a:lnTo>
                  <a:lnTo>
                    <a:pt x="832947" y="4021"/>
                  </a:lnTo>
                  <a:lnTo>
                    <a:pt x="840805" y="4006"/>
                  </a:lnTo>
                  <a:lnTo>
                    <a:pt x="848663" y="3987"/>
                  </a:lnTo>
                  <a:lnTo>
                    <a:pt x="856521" y="3969"/>
                  </a:lnTo>
                  <a:lnTo>
                    <a:pt x="864379" y="3951"/>
                  </a:lnTo>
                  <a:lnTo>
                    <a:pt x="872237" y="3941"/>
                  </a:lnTo>
                  <a:lnTo>
                    <a:pt x="880095" y="3922"/>
                  </a:lnTo>
                  <a:lnTo>
                    <a:pt x="887953" y="3902"/>
                  </a:lnTo>
                  <a:lnTo>
                    <a:pt x="895811" y="3879"/>
                  </a:lnTo>
                  <a:lnTo>
                    <a:pt x="903669" y="3858"/>
                  </a:lnTo>
                  <a:lnTo>
                    <a:pt x="911527" y="3841"/>
                  </a:lnTo>
                  <a:lnTo>
                    <a:pt x="919385" y="3821"/>
                  </a:lnTo>
                  <a:lnTo>
                    <a:pt x="927243" y="3801"/>
                  </a:lnTo>
                  <a:lnTo>
                    <a:pt x="935101" y="3782"/>
                  </a:lnTo>
                  <a:lnTo>
                    <a:pt x="942959" y="3763"/>
                  </a:lnTo>
                  <a:lnTo>
                    <a:pt x="950817" y="3744"/>
                  </a:lnTo>
                  <a:lnTo>
                    <a:pt x="958675" y="3725"/>
                  </a:lnTo>
                  <a:lnTo>
                    <a:pt x="966533" y="3707"/>
                  </a:lnTo>
                  <a:lnTo>
                    <a:pt x="974391" y="3692"/>
                  </a:lnTo>
                  <a:lnTo>
                    <a:pt x="982249" y="3667"/>
                  </a:lnTo>
                  <a:lnTo>
                    <a:pt x="990107" y="3649"/>
                  </a:lnTo>
                  <a:lnTo>
                    <a:pt x="997965" y="3631"/>
                  </a:lnTo>
                  <a:lnTo>
                    <a:pt x="1005823" y="3615"/>
                  </a:lnTo>
                  <a:lnTo>
                    <a:pt x="1013681" y="3596"/>
                  </a:lnTo>
                  <a:lnTo>
                    <a:pt x="1021539" y="3576"/>
                  </a:lnTo>
                  <a:lnTo>
                    <a:pt x="1029397" y="3557"/>
                  </a:lnTo>
                  <a:lnTo>
                    <a:pt x="1037254" y="3537"/>
                  </a:lnTo>
                  <a:lnTo>
                    <a:pt x="1045112" y="3517"/>
                  </a:lnTo>
                  <a:lnTo>
                    <a:pt x="1052970" y="3495"/>
                  </a:lnTo>
                  <a:lnTo>
                    <a:pt x="1060828" y="3467"/>
                  </a:lnTo>
                  <a:lnTo>
                    <a:pt x="1068686" y="3454"/>
                  </a:lnTo>
                  <a:lnTo>
                    <a:pt x="1076544" y="3428"/>
                  </a:lnTo>
                  <a:lnTo>
                    <a:pt x="1084402" y="3407"/>
                  </a:lnTo>
                  <a:lnTo>
                    <a:pt x="1092260" y="3381"/>
                  </a:lnTo>
                  <a:lnTo>
                    <a:pt x="1100118" y="3355"/>
                  </a:lnTo>
                  <a:lnTo>
                    <a:pt x="1107976" y="3329"/>
                  </a:lnTo>
                  <a:lnTo>
                    <a:pt x="1115834" y="3313"/>
                  </a:lnTo>
                  <a:lnTo>
                    <a:pt x="1123692" y="3289"/>
                  </a:lnTo>
                  <a:lnTo>
                    <a:pt x="1131550" y="3263"/>
                  </a:lnTo>
                  <a:lnTo>
                    <a:pt x="1139408" y="3252"/>
                  </a:lnTo>
                  <a:lnTo>
                    <a:pt x="1147266" y="3232"/>
                  </a:lnTo>
                  <a:lnTo>
                    <a:pt x="1155124" y="3219"/>
                  </a:lnTo>
                  <a:lnTo>
                    <a:pt x="1162982" y="3205"/>
                  </a:lnTo>
                  <a:lnTo>
                    <a:pt x="1170840" y="3189"/>
                  </a:lnTo>
                  <a:lnTo>
                    <a:pt x="1178698" y="3163"/>
                  </a:lnTo>
                  <a:lnTo>
                    <a:pt x="1186556" y="3132"/>
                  </a:lnTo>
                  <a:lnTo>
                    <a:pt x="1194414" y="3104"/>
                  </a:lnTo>
                  <a:lnTo>
                    <a:pt x="1202272" y="3090"/>
                  </a:lnTo>
                  <a:lnTo>
                    <a:pt x="1210130" y="3078"/>
                  </a:lnTo>
                  <a:lnTo>
                    <a:pt x="1217988" y="3061"/>
                  </a:lnTo>
                  <a:lnTo>
                    <a:pt x="1225846" y="3046"/>
                  </a:lnTo>
                  <a:lnTo>
                    <a:pt x="1233704" y="3025"/>
                  </a:lnTo>
                  <a:lnTo>
                    <a:pt x="1241562" y="2996"/>
                  </a:lnTo>
                  <a:lnTo>
                    <a:pt x="1249420" y="2963"/>
                  </a:lnTo>
                  <a:lnTo>
                    <a:pt x="1257278" y="2926"/>
                  </a:lnTo>
                  <a:lnTo>
                    <a:pt x="1265136" y="2889"/>
                  </a:lnTo>
                  <a:lnTo>
                    <a:pt x="1272994" y="2861"/>
                  </a:lnTo>
                  <a:lnTo>
                    <a:pt x="1280852" y="2841"/>
                  </a:lnTo>
                  <a:lnTo>
                    <a:pt x="1288710" y="2810"/>
                  </a:lnTo>
                  <a:lnTo>
                    <a:pt x="1296568" y="2763"/>
                  </a:lnTo>
                  <a:lnTo>
                    <a:pt x="1304426" y="2735"/>
                  </a:lnTo>
                  <a:lnTo>
                    <a:pt x="1312284" y="2720"/>
                  </a:lnTo>
                  <a:lnTo>
                    <a:pt x="1320142" y="2705"/>
                  </a:lnTo>
                  <a:lnTo>
                    <a:pt x="1328000" y="2690"/>
                  </a:lnTo>
                  <a:lnTo>
                    <a:pt x="1335858" y="2659"/>
                  </a:lnTo>
                  <a:lnTo>
                    <a:pt x="1343716" y="2622"/>
                  </a:lnTo>
                  <a:lnTo>
                    <a:pt x="1351574" y="2581"/>
                  </a:lnTo>
                  <a:lnTo>
                    <a:pt x="1359432" y="2550"/>
                  </a:lnTo>
                  <a:lnTo>
                    <a:pt x="1367290" y="2524"/>
                  </a:lnTo>
                  <a:lnTo>
                    <a:pt x="1375148" y="2495"/>
                  </a:lnTo>
                  <a:lnTo>
                    <a:pt x="1383006" y="2461"/>
                  </a:lnTo>
                  <a:lnTo>
                    <a:pt x="1390864" y="2428"/>
                  </a:lnTo>
                  <a:lnTo>
                    <a:pt x="1398722" y="2396"/>
                  </a:lnTo>
                  <a:lnTo>
                    <a:pt x="1406580" y="2363"/>
                  </a:lnTo>
                  <a:lnTo>
                    <a:pt x="1414438" y="2342"/>
                  </a:lnTo>
                  <a:lnTo>
                    <a:pt x="1422296" y="2329"/>
                  </a:lnTo>
                  <a:lnTo>
                    <a:pt x="1430154" y="2314"/>
                  </a:lnTo>
                  <a:lnTo>
                    <a:pt x="1438012" y="2288"/>
                  </a:lnTo>
                  <a:lnTo>
                    <a:pt x="1445870" y="2261"/>
                  </a:lnTo>
                  <a:lnTo>
                    <a:pt x="1453728" y="2235"/>
                  </a:lnTo>
                  <a:lnTo>
                    <a:pt x="1461586" y="2209"/>
                  </a:lnTo>
                  <a:lnTo>
                    <a:pt x="1469444" y="2177"/>
                  </a:lnTo>
                  <a:lnTo>
                    <a:pt x="1477302" y="2144"/>
                  </a:lnTo>
                  <a:lnTo>
                    <a:pt x="1485160" y="2121"/>
                  </a:lnTo>
                  <a:lnTo>
                    <a:pt x="1493018" y="2098"/>
                  </a:lnTo>
                  <a:lnTo>
                    <a:pt x="1500876" y="2075"/>
                  </a:lnTo>
                  <a:lnTo>
                    <a:pt x="1508734" y="2048"/>
                  </a:lnTo>
                  <a:lnTo>
                    <a:pt x="1516592" y="2021"/>
                  </a:lnTo>
                  <a:lnTo>
                    <a:pt x="1524450" y="1994"/>
                  </a:lnTo>
                  <a:lnTo>
                    <a:pt x="1532308" y="1967"/>
                  </a:lnTo>
                  <a:lnTo>
                    <a:pt x="1540166" y="1940"/>
                  </a:lnTo>
                  <a:lnTo>
                    <a:pt x="1548024" y="1918"/>
                  </a:lnTo>
                  <a:lnTo>
                    <a:pt x="1555882" y="1897"/>
                  </a:lnTo>
                  <a:lnTo>
                    <a:pt x="1563740" y="1863"/>
                  </a:lnTo>
                  <a:lnTo>
                    <a:pt x="1571598" y="1838"/>
                  </a:lnTo>
                  <a:lnTo>
                    <a:pt x="1579456" y="1807"/>
                  </a:lnTo>
                  <a:lnTo>
                    <a:pt x="1587314" y="1775"/>
                  </a:lnTo>
                  <a:lnTo>
                    <a:pt x="1595172" y="1748"/>
                  </a:lnTo>
                  <a:lnTo>
                    <a:pt x="1603030" y="1720"/>
                  </a:lnTo>
                  <a:lnTo>
                    <a:pt x="1610888" y="1691"/>
                  </a:lnTo>
                  <a:lnTo>
                    <a:pt x="1618746" y="1661"/>
                  </a:lnTo>
                  <a:lnTo>
                    <a:pt x="1626604" y="1632"/>
                  </a:lnTo>
                  <a:lnTo>
                    <a:pt x="1634462" y="1602"/>
                  </a:lnTo>
                  <a:lnTo>
                    <a:pt x="1642320" y="1572"/>
                  </a:lnTo>
                  <a:lnTo>
                    <a:pt x="1650178" y="1542"/>
                  </a:lnTo>
                  <a:lnTo>
                    <a:pt x="1658036" y="1512"/>
                  </a:lnTo>
                  <a:lnTo>
                    <a:pt x="1665894" y="1482"/>
                  </a:lnTo>
                  <a:lnTo>
                    <a:pt x="1673752" y="1446"/>
                  </a:lnTo>
                  <a:lnTo>
                    <a:pt x="1681610" y="1404"/>
                  </a:lnTo>
                  <a:lnTo>
                    <a:pt x="1689468" y="1362"/>
                  </a:lnTo>
                  <a:lnTo>
                    <a:pt x="1697326" y="1341"/>
                  </a:lnTo>
                  <a:lnTo>
                    <a:pt x="1705184" y="1321"/>
                  </a:lnTo>
                  <a:lnTo>
                    <a:pt x="1713042" y="1300"/>
                  </a:lnTo>
                  <a:lnTo>
                    <a:pt x="1720900" y="1270"/>
                  </a:lnTo>
                  <a:lnTo>
                    <a:pt x="1728758" y="1240"/>
                  </a:lnTo>
                  <a:lnTo>
                    <a:pt x="1736616" y="1210"/>
                  </a:lnTo>
                  <a:lnTo>
                    <a:pt x="1744474" y="1180"/>
                  </a:lnTo>
                  <a:lnTo>
                    <a:pt x="1752332" y="1149"/>
                  </a:lnTo>
                  <a:lnTo>
                    <a:pt x="1760190" y="1118"/>
                  </a:lnTo>
                  <a:lnTo>
                    <a:pt x="1768048" y="1087"/>
                  </a:lnTo>
                  <a:lnTo>
                    <a:pt x="1775906" y="1056"/>
                  </a:lnTo>
                  <a:lnTo>
                    <a:pt x="1783764" y="1019"/>
                  </a:lnTo>
                  <a:lnTo>
                    <a:pt x="1791622" y="993"/>
                  </a:lnTo>
                  <a:lnTo>
                    <a:pt x="1799480" y="963"/>
                  </a:lnTo>
                  <a:lnTo>
                    <a:pt x="1807338" y="932"/>
                  </a:lnTo>
                  <a:lnTo>
                    <a:pt x="1815196" y="901"/>
                  </a:lnTo>
                  <a:lnTo>
                    <a:pt x="1823054" y="870"/>
                  </a:lnTo>
                  <a:lnTo>
                    <a:pt x="1830912" y="845"/>
                  </a:lnTo>
                  <a:lnTo>
                    <a:pt x="1838770" y="821"/>
                  </a:lnTo>
                  <a:lnTo>
                    <a:pt x="1846628" y="798"/>
                  </a:lnTo>
                  <a:lnTo>
                    <a:pt x="1854486" y="774"/>
                  </a:lnTo>
                  <a:lnTo>
                    <a:pt x="1862344" y="751"/>
                  </a:lnTo>
                  <a:lnTo>
                    <a:pt x="1870202" y="727"/>
                  </a:lnTo>
                  <a:lnTo>
                    <a:pt x="1878060" y="693"/>
                  </a:lnTo>
                  <a:lnTo>
                    <a:pt x="1885918" y="658"/>
                  </a:lnTo>
                  <a:lnTo>
                    <a:pt x="1893776" y="622"/>
                  </a:lnTo>
                  <a:lnTo>
                    <a:pt x="1901634" y="587"/>
                  </a:lnTo>
                  <a:lnTo>
                    <a:pt x="1909492" y="552"/>
                  </a:lnTo>
                  <a:lnTo>
                    <a:pt x="1917350" y="521"/>
                  </a:lnTo>
                  <a:lnTo>
                    <a:pt x="1925208" y="495"/>
                  </a:lnTo>
                  <a:lnTo>
                    <a:pt x="1933066" y="470"/>
                  </a:lnTo>
                  <a:lnTo>
                    <a:pt x="1940924" y="444"/>
                  </a:lnTo>
                  <a:lnTo>
                    <a:pt x="1948782" y="412"/>
                  </a:lnTo>
                  <a:lnTo>
                    <a:pt x="1956640" y="380"/>
                  </a:lnTo>
                  <a:lnTo>
                    <a:pt x="1964498" y="347"/>
                  </a:lnTo>
                  <a:lnTo>
                    <a:pt x="1972356" y="298"/>
                  </a:lnTo>
                  <a:lnTo>
                    <a:pt x="1980214" y="244"/>
                  </a:lnTo>
                  <a:lnTo>
                    <a:pt x="1988072" y="197"/>
                  </a:lnTo>
                  <a:lnTo>
                    <a:pt x="1995930" y="170"/>
                  </a:lnTo>
                  <a:lnTo>
                    <a:pt x="2003788" y="142"/>
                  </a:lnTo>
                  <a:lnTo>
                    <a:pt x="2011646" y="115"/>
                  </a:lnTo>
                  <a:lnTo>
                    <a:pt x="2019504" y="77"/>
                  </a:lnTo>
                  <a:lnTo>
                    <a:pt x="2027362" y="3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186414" y="3917288"/>
              <a:ext cx="2035220" cy="1880"/>
            </a:xfrm>
            <a:custGeom>
              <a:avLst/>
              <a:pathLst>
                <a:path w="2035220" h="1880">
                  <a:moveTo>
                    <a:pt x="2035220" y="1880"/>
                  </a:moveTo>
                  <a:lnTo>
                    <a:pt x="2027362" y="1866"/>
                  </a:lnTo>
                  <a:lnTo>
                    <a:pt x="2019504" y="1852"/>
                  </a:lnTo>
                  <a:lnTo>
                    <a:pt x="2011646" y="1838"/>
                  </a:lnTo>
                  <a:lnTo>
                    <a:pt x="2003788" y="1823"/>
                  </a:lnTo>
                  <a:lnTo>
                    <a:pt x="1995930" y="1809"/>
                  </a:lnTo>
                  <a:lnTo>
                    <a:pt x="1988072" y="1795"/>
                  </a:lnTo>
                  <a:lnTo>
                    <a:pt x="1980214" y="1780"/>
                  </a:lnTo>
                  <a:lnTo>
                    <a:pt x="1972356" y="1766"/>
                  </a:lnTo>
                  <a:lnTo>
                    <a:pt x="1964498" y="1753"/>
                  </a:lnTo>
                  <a:lnTo>
                    <a:pt x="1956640" y="1741"/>
                  </a:lnTo>
                  <a:lnTo>
                    <a:pt x="1948782" y="1729"/>
                  </a:lnTo>
                  <a:lnTo>
                    <a:pt x="1940924" y="1717"/>
                  </a:lnTo>
                  <a:lnTo>
                    <a:pt x="1933066" y="1704"/>
                  </a:lnTo>
                  <a:lnTo>
                    <a:pt x="1925208" y="1692"/>
                  </a:lnTo>
                  <a:lnTo>
                    <a:pt x="1917350" y="1680"/>
                  </a:lnTo>
                  <a:lnTo>
                    <a:pt x="1909492" y="1667"/>
                  </a:lnTo>
                  <a:lnTo>
                    <a:pt x="1901634" y="1655"/>
                  </a:lnTo>
                  <a:lnTo>
                    <a:pt x="1893776" y="1642"/>
                  </a:lnTo>
                  <a:lnTo>
                    <a:pt x="1885918" y="1630"/>
                  </a:lnTo>
                  <a:lnTo>
                    <a:pt x="1878060" y="1617"/>
                  </a:lnTo>
                  <a:lnTo>
                    <a:pt x="1870202" y="1605"/>
                  </a:lnTo>
                  <a:lnTo>
                    <a:pt x="1862344" y="1592"/>
                  </a:lnTo>
                  <a:lnTo>
                    <a:pt x="1854486" y="1580"/>
                  </a:lnTo>
                  <a:lnTo>
                    <a:pt x="1846628" y="1567"/>
                  </a:lnTo>
                  <a:lnTo>
                    <a:pt x="1838770" y="1554"/>
                  </a:lnTo>
                  <a:lnTo>
                    <a:pt x="1830912" y="1542"/>
                  </a:lnTo>
                  <a:lnTo>
                    <a:pt x="1823054" y="1529"/>
                  </a:lnTo>
                  <a:lnTo>
                    <a:pt x="1815196" y="1516"/>
                  </a:lnTo>
                  <a:lnTo>
                    <a:pt x="1807338" y="1503"/>
                  </a:lnTo>
                  <a:lnTo>
                    <a:pt x="1799480" y="1492"/>
                  </a:lnTo>
                  <a:lnTo>
                    <a:pt x="1791622" y="1485"/>
                  </a:lnTo>
                  <a:lnTo>
                    <a:pt x="1783764" y="1476"/>
                  </a:lnTo>
                  <a:lnTo>
                    <a:pt x="1775906" y="1463"/>
                  </a:lnTo>
                  <a:lnTo>
                    <a:pt x="1768048" y="1450"/>
                  </a:lnTo>
                  <a:lnTo>
                    <a:pt x="1760190" y="1436"/>
                  </a:lnTo>
                  <a:lnTo>
                    <a:pt x="1752332" y="1428"/>
                  </a:lnTo>
                  <a:lnTo>
                    <a:pt x="1744474" y="1415"/>
                  </a:lnTo>
                  <a:lnTo>
                    <a:pt x="1736616" y="1402"/>
                  </a:lnTo>
                  <a:lnTo>
                    <a:pt x="1728758" y="1389"/>
                  </a:lnTo>
                  <a:lnTo>
                    <a:pt x="1720900" y="1375"/>
                  </a:lnTo>
                  <a:lnTo>
                    <a:pt x="1713042" y="1362"/>
                  </a:lnTo>
                  <a:lnTo>
                    <a:pt x="1705184" y="1349"/>
                  </a:lnTo>
                  <a:lnTo>
                    <a:pt x="1697326" y="1335"/>
                  </a:lnTo>
                  <a:lnTo>
                    <a:pt x="1689468" y="1320"/>
                  </a:lnTo>
                  <a:lnTo>
                    <a:pt x="1681610" y="1304"/>
                  </a:lnTo>
                  <a:lnTo>
                    <a:pt x="1673752" y="1288"/>
                  </a:lnTo>
                  <a:lnTo>
                    <a:pt x="1665894" y="1272"/>
                  </a:lnTo>
                  <a:lnTo>
                    <a:pt x="1658036" y="1258"/>
                  </a:lnTo>
                  <a:lnTo>
                    <a:pt x="1650178" y="1250"/>
                  </a:lnTo>
                  <a:lnTo>
                    <a:pt x="1642320" y="1241"/>
                  </a:lnTo>
                  <a:lnTo>
                    <a:pt x="1634462" y="1228"/>
                  </a:lnTo>
                  <a:lnTo>
                    <a:pt x="1626604" y="1215"/>
                  </a:lnTo>
                  <a:lnTo>
                    <a:pt x="1618746" y="1201"/>
                  </a:lnTo>
                  <a:lnTo>
                    <a:pt x="1610888" y="1186"/>
                  </a:lnTo>
                  <a:lnTo>
                    <a:pt x="1603030" y="1174"/>
                  </a:lnTo>
                  <a:lnTo>
                    <a:pt x="1595172" y="1160"/>
                  </a:lnTo>
                  <a:lnTo>
                    <a:pt x="1587314" y="1146"/>
                  </a:lnTo>
                  <a:lnTo>
                    <a:pt x="1579456" y="1137"/>
                  </a:lnTo>
                  <a:lnTo>
                    <a:pt x="1571598" y="1131"/>
                  </a:lnTo>
                  <a:lnTo>
                    <a:pt x="1563740" y="1117"/>
                  </a:lnTo>
                  <a:lnTo>
                    <a:pt x="1555882" y="1100"/>
                  </a:lnTo>
                  <a:lnTo>
                    <a:pt x="1548024" y="1083"/>
                  </a:lnTo>
                  <a:lnTo>
                    <a:pt x="1540166" y="1064"/>
                  </a:lnTo>
                  <a:lnTo>
                    <a:pt x="1532308" y="1048"/>
                  </a:lnTo>
                  <a:lnTo>
                    <a:pt x="1524450" y="1031"/>
                  </a:lnTo>
                  <a:lnTo>
                    <a:pt x="1516592" y="1013"/>
                  </a:lnTo>
                  <a:lnTo>
                    <a:pt x="1508734" y="1003"/>
                  </a:lnTo>
                  <a:lnTo>
                    <a:pt x="1500876" y="994"/>
                  </a:lnTo>
                  <a:lnTo>
                    <a:pt x="1493018" y="980"/>
                  </a:lnTo>
                  <a:lnTo>
                    <a:pt x="1485160" y="966"/>
                  </a:lnTo>
                  <a:lnTo>
                    <a:pt x="1477302" y="952"/>
                  </a:lnTo>
                  <a:lnTo>
                    <a:pt x="1469444" y="938"/>
                  </a:lnTo>
                  <a:lnTo>
                    <a:pt x="1461586" y="924"/>
                  </a:lnTo>
                  <a:lnTo>
                    <a:pt x="1453728" y="910"/>
                  </a:lnTo>
                  <a:lnTo>
                    <a:pt x="1445870" y="894"/>
                  </a:lnTo>
                  <a:lnTo>
                    <a:pt x="1438012" y="878"/>
                  </a:lnTo>
                  <a:lnTo>
                    <a:pt x="1430154" y="862"/>
                  </a:lnTo>
                  <a:lnTo>
                    <a:pt x="1422296" y="846"/>
                  </a:lnTo>
                  <a:lnTo>
                    <a:pt x="1414438" y="833"/>
                  </a:lnTo>
                  <a:lnTo>
                    <a:pt x="1406580" y="818"/>
                  </a:lnTo>
                  <a:lnTo>
                    <a:pt x="1398722" y="799"/>
                  </a:lnTo>
                  <a:lnTo>
                    <a:pt x="1390864" y="784"/>
                  </a:lnTo>
                  <a:lnTo>
                    <a:pt x="1383006" y="768"/>
                  </a:lnTo>
                  <a:lnTo>
                    <a:pt x="1375148" y="750"/>
                  </a:lnTo>
                  <a:lnTo>
                    <a:pt x="1367290" y="733"/>
                  </a:lnTo>
                  <a:lnTo>
                    <a:pt x="1359432" y="724"/>
                  </a:lnTo>
                  <a:lnTo>
                    <a:pt x="1351574" y="709"/>
                  </a:lnTo>
                  <a:lnTo>
                    <a:pt x="1343716" y="693"/>
                  </a:lnTo>
                  <a:lnTo>
                    <a:pt x="1335858" y="677"/>
                  </a:lnTo>
                  <a:lnTo>
                    <a:pt x="1328000" y="664"/>
                  </a:lnTo>
                  <a:lnTo>
                    <a:pt x="1320142" y="650"/>
                  </a:lnTo>
                  <a:lnTo>
                    <a:pt x="1312284" y="636"/>
                  </a:lnTo>
                  <a:lnTo>
                    <a:pt x="1304426" y="623"/>
                  </a:lnTo>
                  <a:lnTo>
                    <a:pt x="1296568" y="610"/>
                  </a:lnTo>
                  <a:lnTo>
                    <a:pt x="1288710" y="597"/>
                  </a:lnTo>
                  <a:lnTo>
                    <a:pt x="1280852" y="585"/>
                  </a:lnTo>
                  <a:lnTo>
                    <a:pt x="1272994" y="572"/>
                  </a:lnTo>
                  <a:lnTo>
                    <a:pt x="1265136" y="563"/>
                  </a:lnTo>
                  <a:lnTo>
                    <a:pt x="1257278" y="550"/>
                  </a:lnTo>
                  <a:lnTo>
                    <a:pt x="1249420" y="536"/>
                  </a:lnTo>
                  <a:lnTo>
                    <a:pt x="1241562" y="525"/>
                  </a:lnTo>
                  <a:lnTo>
                    <a:pt x="1233704" y="510"/>
                  </a:lnTo>
                  <a:lnTo>
                    <a:pt x="1225846" y="494"/>
                  </a:lnTo>
                  <a:lnTo>
                    <a:pt x="1217988" y="480"/>
                  </a:lnTo>
                  <a:lnTo>
                    <a:pt x="1210130" y="466"/>
                  </a:lnTo>
                  <a:lnTo>
                    <a:pt x="1202272" y="449"/>
                  </a:lnTo>
                  <a:lnTo>
                    <a:pt x="1194414" y="438"/>
                  </a:lnTo>
                  <a:lnTo>
                    <a:pt x="1186556" y="428"/>
                  </a:lnTo>
                  <a:lnTo>
                    <a:pt x="1178698" y="418"/>
                  </a:lnTo>
                  <a:lnTo>
                    <a:pt x="1170840" y="407"/>
                  </a:lnTo>
                  <a:lnTo>
                    <a:pt x="1162982" y="396"/>
                  </a:lnTo>
                  <a:lnTo>
                    <a:pt x="1155124" y="386"/>
                  </a:lnTo>
                  <a:lnTo>
                    <a:pt x="1147266" y="383"/>
                  </a:lnTo>
                  <a:lnTo>
                    <a:pt x="1139408" y="379"/>
                  </a:lnTo>
                  <a:lnTo>
                    <a:pt x="1131550" y="376"/>
                  </a:lnTo>
                  <a:lnTo>
                    <a:pt x="1123692" y="372"/>
                  </a:lnTo>
                  <a:lnTo>
                    <a:pt x="1115834" y="367"/>
                  </a:lnTo>
                  <a:lnTo>
                    <a:pt x="1107976" y="355"/>
                  </a:lnTo>
                  <a:lnTo>
                    <a:pt x="1100118" y="347"/>
                  </a:lnTo>
                  <a:lnTo>
                    <a:pt x="1092260" y="348"/>
                  </a:lnTo>
                  <a:lnTo>
                    <a:pt x="1084402" y="338"/>
                  </a:lnTo>
                  <a:lnTo>
                    <a:pt x="1076544" y="323"/>
                  </a:lnTo>
                  <a:lnTo>
                    <a:pt x="1068686" y="320"/>
                  </a:lnTo>
                  <a:lnTo>
                    <a:pt x="1060828" y="314"/>
                  </a:lnTo>
                  <a:lnTo>
                    <a:pt x="1052970" y="305"/>
                  </a:lnTo>
                  <a:lnTo>
                    <a:pt x="1045112" y="294"/>
                  </a:lnTo>
                  <a:lnTo>
                    <a:pt x="1037254" y="287"/>
                  </a:lnTo>
                  <a:lnTo>
                    <a:pt x="1029397" y="283"/>
                  </a:lnTo>
                  <a:lnTo>
                    <a:pt x="1021539" y="273"/>
                  </a:lnTo>
                  <a:lnTo>
                    <a:pt x="1013681" y="264"/>
                  </a:lnTo>
                  <a:lnTo>
                    <a:pt x="1005823" y="263"/>
                  </a:lnTo>
                  <a:lnTo>
                    <a:pt x="997965" y="245"/>
                  </a:lnTo>
                  <a:lnTo>
                    <a:pt x="990107" y="239"/>
                  </a:lnTo>
                  <a:lnTo>
                    <a:pt x="982249" y="241"/>
                  </a:lnTo>
                  <a:lnTo>
                    <a:pt x="974391" y="228"/>
                  </a:lnTo>
                  <a:lnTo>
                    <a:pt x="966533" y="225"/>
                  </a:lnTo>
                  <a:lnTo>
                    <a:pt x="958675" y="224"/>
                  </a:lnTo>
                  <a:lnTo>
                    <a:pt x="950817" y="223"/>
                  </a:lnTo>
                  <a:lnTo>
                    <a:pt x="942959" y="221"/>
                  </a:lnTo>
                  <a:lnTo>
                    <a:pt x="935101" y="216"/>
                  </a:lnTo>
                  <a:lnTo>
                    <a:pt x="927243" y="198"/>
                  </a:lnTo>
                  <a:lnTo>
                    <a:pt x="919385" y="181"/>
                  </a:lnTo>
                  <a:lnTo>
                    <a:pt x="911527" y="168"/>
                  </a:lnTo>
                  <a:lnTo>
                    <a:pt x="903669" y="154"/>
                  </a:lnTo>
                  <a:lnTo>
                    <a:pt x="895811" y="161"/>
                  </a:lnTo>
                  <a:lnTo>
                    <a:pt x="887953" y="149"/>
                  </a:lnTo>
                  <a:lnTo>
                    <a:pt x="880095" y="138"/>
                  </a:lnTo>
                  <a:lnTo>
                    <a:pt x="872237" y="126"/>
                  </a:lnTo>
                  <a:lnTo>
                    <a:pt x="864379" y="120"/>
                  </a:lnTo>
                  <a:lnTo>
                    <a:pt x="856521" y="114"/>
                  </a:lnTo>
                  <a:lnTo>
                    <a:pt x="848663" y="109"/>
                  </a:lnTo>
                  <a:lnTo>
                    <a:pt x="840805" y="103"/>
                  </a:lnTo>
                  <a:lnTo>
                    <a:pt x="832947" y="97"/>
                  </a:lnTo>
                  <a:lnTo>
                    <a:pt x="825089" y="94"/>
                  </a:lnTo>
                  <a:lnTo>
                    <a:pt x="817231" y="88"/>
                  </a:lnTo>
                  <a:lnTo>
                    <a:pt x="809373" y="80"/>
                  </a:lnTo>
                  <a:lnTo>
                    <a:pt x="801515" y="73"/>
                  </a:lnTo>
                  <a:lnTo>
                    <a:pt x="793657" y="70"/>
                  </a:lnTo>
                  <a:lnTo>
                    <a:pt x="785799" y="77"/>
                  </a:lnTo>
                  <a:lnTo>
                    <a:pt x="777941" y="83"/>
                  </a:lnTo>
                  <a:lnTo>
                    <a:pt x="770083" y="81"/>
                  </a:lnTo>
                  <a:lnTo>
                    <a:pt x="762225" y="73"/>
                  </a:lnTo>
                  <a:lnTo>
                    <a:pt x="754367" y="63"/>
                  </a:lnTo>
                  <a:lnTo>
                    <a:pt x="746509" y="56"/>
                  </a:lnTo>
                  <a:lnTo>
                    <a:pt x="738651" y="57"/>
                  </a:lnTo>
                  <a:lnTo>
                    <a:pt x="730793" y="61"/>
                  </a:lnTo>
                  <a:lnTo>
                    <a:pt x="722935" y="59"/>
                  </a:lnTo>
                  <a:lnTo>
                    <a:pt x="715077" y="56"/>
                  </a:lnTo>
                  <a:lnTo>
                    <a:pt x="707219" y="54"/>
                  </a:lnTo>
                  <a:lnTo>
                    <a:pt x="699361" y="51"/>
                  </a:lnTo>
                  <a:lnTo>
                    <a:pt x="691503" y="56"/>
                  </a:lnTo>
                  <a:lnTo>
                    <a:pt x="683645" y="48"/>
                  </a:lnTo>
                  <a:lnTo>
                    <a:pt x="675787" y="44"/>
                  </a:lnTo>
                  <a:lnTo>
                    <a:pt x="667929" y="50"/>
                  </a:lnTo>
                  <a:lnTo>
                    <a:pt x="660071" y="43"/>
                  </a:lnTo>
                  <a:lnTo>
                    <a:pt x="652213" y="37"/>
                  </a:lnTo>
                  <a:lnTo>
                    <a:pt x="644355" y="30"/>
                  </a:lnTo>
                  <a:lnTo>
                    <a:pt x="636497" y="32"/>
                  </a:lnTo>
                  <a:lnTo>
                    <a:pt x="628639" y="20"/>
                  </a:lnTo>
                  <a:lnTo>
                    <a:pt x="620781" y="22"/>
                  </a:lnTo>
                  <a:lnTo>
                    <a:pt x="612923" y="24"/>
                  </a:lnTo>
                  <a:lnTo>
                    <a:pt x="605065" y="22"/>
                  </a:lnTo>
                  <a:lnTo>
                    <a:pt x="597207" y="29"/>
                  </a:lnTo>
                  <a:lnTo>
                    <a:pt x="589349" y="27"/>
                  </a:lnTo>
                  <a:lnTo>
                    <a:pt x="581491" y="21"/>
                  </a:lnTo>
                  <a:lnTo>
                    <a:pt x="573633" y="35"/>
                  </a:lnTo>
                  <a:lnTo>
                    <a:pt x="565775" y="33"/>
                  </a:lnTo>
                  <a:lnTo>
                    <a:pt x="557917" y="18"/>
                  </a:lnTo>
                  <a:lnTo>
                    <a:pt x="550059" y="5"/>
                  </a:lnTo>
                  <a:lnTo>
                    <a:pt x="542201" y="2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6"/>
                  </a:lnTo>
                  <a:lnTo>
                    <a:pt x="510769" y="20"/>
                  </a:lnTo>
                  <a:lnTo>
                    <a:pt x="502911" y="18"/>
                  </a:lnTo>
                  <a:lnTo>
                    <a:pt x="495053" y="16"/>
                  </a:lnTo>
                  <a:lnTo>
                    <a:pt x="487195" y="14"/>
                  </a:lnTo>
                  <a:lnTo>
                    <a:pt x="479337" y="12"/>
                  </a:lnTo>
                  <a:lnTo>
                    <a:pt x="471479" y="11"/>
                  </a:lnTo>
                  <a:lnTo>
                    <a:pt x="463621" y="8"/>
                  </a:lnTo>
                  <a:lnTo>
                    <a:pt x="455763" y="4"/>
                  </a:lnTo>
                  <a:lnTo>
                    <a:pt x="447905" y="5"/>
                  </a:lnTo>
                  <a:lnTo>
                    <a:pt x="440047" y="5"/>
                  </a:lnTo>
                  <a:lnTo>
                    <a:pt x="432189" y="5"/>
                  </a:lnTo>
                  <a:lnTo>
                    <a:pt x="424331" y="6"/>
                  </a:lnTo>
                  <a:lnTo>
                    <a:pt x="416473" y="15"/>
                  </a:lnTo>
                  <a:lnTo>
                    <a:pt x="408615" y="14"/>
                  </a:lnTo>
                  <a:lnTo>
                    <a:pt x="400757" y="21"/>
                  </a:lnTo>
                  <a:lnTo>
                    <a:pt x="392899" y="31"/>
                  </a:lnTo>
                  <a:lnTo>
                    <a:pt x="385041" y="36"/>
                  </a:lnTo>
                  <a:lnTo>
                    <a:pt x="377183" y="48"/>
                  </a:lnTo>
                  <a:lnTo>
                    <a:pt x="369325" y="48"/>
                  </a:lnTo>
                  <a:lnTo>
                    <a:pt x="361467" y="50"/>
                  </a:lnTo>
                  <a:lnTo>
                    <a:pt x="353609" y="55"/>
                  </a:lnTo>
                  <a:lnTo>
                    <a:pt x="345751" y="59"/>
                  </a:lnTo>
                  <a:lnTo>
                    <a:pt x="337893" y="61"/>
                  </a:lnTo>
                  <a:lnTo>
                    <a:pt x="330035" y="70"/>
                  </a:lnTo>
                  <a:lnTo>
                    <a:pt x="322177" y="75"/>
                  </a:lnTo>
                  <a:lnTo>
                    <a:pt x="314319" y="83"/>
                  </a:lnTo>
                  <a:lnTo>
                    <a:pt x="306461" y="89"/>
                  </a:lnTo>
                  <a:lnTo>
                    <a:pt x="298603" y="89"/>
                  </a:lnTo>
                  <a:lnTo>
                    <a:pt x="290745" y="88"/>
                  </a:lnTo>
                  <a:lnTo>
                    <a:pt x="282887" y="95"/>
                  </a:lnTo>
                  <a:lnTo>
                    <a:pt x="275029" y="89"/>
                  </a:lnTo>
                  <a:lnTo>
                    <a:pt x="267171" y="88"/>
                  </a:lnTo>
                  <a:lnTo>
                    <a:pt x="259313" y="96"/>
                  </a:lnTo>
                  <a:lnTo>
                    <a:pt x="251455" y="107"/>
                  </a:lnTo>
                  <a:lnTo>
                    <a:pt x="243597" y="106"/>
                  </a:lnTo>
                  <a:lnTo>
                    <a:pt x="235739" y="104"/>
                  </a:lnTo>
                  <a:lnTo>
                    <a:pt x="227881" y="108"/>
                  </a:lnTo>
                  <a:lnTo>
                    <a:pt x="220023" y="123"/>
                  </a:lnTo>
                  <a:lnTo>
                    <a:pt x="212165" y="131"/>
                  </a:lnTo>
                  <a:lnTo>
                    <a:pt x="204307" y="133"/>
                  </a:lnTo>
                  <a:lnTo>
                    <a:pt x="196449" y="140"/>
                  </a:lnTo>
                  <a:lnTo>
                    <a:pt x="188591" y="151"/>
                  </a:lnTo>
                  <a:lnTo>
                    <a:pt x="180733" y="162"/>
                  </a:lnTo>
                  <a:lnTo>
                    <a:pt x="172875" y="175"/>
                  </a:lnTo>
                  <a:lnTo>
                    <a:pt x="165017" y="188"/>
                  </a:lnTo>
                  <a:lnTo>
                    <a:pt x="157159" y="206"/>
                  </a:lnTo>
                  <a:lnTo>
                    <a:pt x="149301" y="220"/>
                  </a:lnTo>
                  <a:lnTo>
                    <a:pt x="141443" y="237"/>
                  </a:lnTo>
                  <a:lnTo>
                    <a:pt x="133585" y="244"/>
                  </a:lnTo>
                  <a:lnTo>
                    <a:pt x="125727" y="257"/>
                  </a:lnTo>
                  <a:lnTo>
                    <a:pt x="117869" y="266"/>
                  </a:lnTo>
                  <a:lnTo>
                    <a:pt x="110011" y="279"/>
                  </a:lnTo>
                  <a:lnTo>
                    <a:pt x="102153" y="292"/>
                  </a:lnTo>
                  <a:lnTo>
                    <a:pt x="94295" y="305"/>
                  </a:lnTo>
                  <a:lnTo>
                    <a:pt x="86437" y="319"/>
                  </a:lnTo>
                  <a:lnTo>
                    <a:pt x="78579" y="338"/>
                  </a:lnTo>
                  <a:lnTo>
                    <a:pt x="70721" y="344"/>
                  </a:lnTo>
                  <a:lnTo>
                    <a:pt x="62863" y="358"/>
                  </a:lnTo>
                  <a:lnTo>
                    <a:pt x="55005" y="375"/>
                  </a:lnTo>
                  <a:lnTo>
                    <a:pt x="47147" y="386"/>
                  </a:lnTo>
                  <a:lnTo>
                    <a:pt x="39289" y="400"/>
                  </a:lnTo>
                  <a:lnTo>
                    <a:pt x="31431" y="415"/>
                  </a:lnTo>
                  <a:lnTo>
                    <a:pt x="23573" y="424"/>
                  </a:lnTo>
                  <a:lnTo>
                    <a:pt x="15715" y="431"/>
                  </a:lnTo>
                  <a:lnTo>
                    <a:pt x="7857" y="443"/>
                  </a:lnTo>
                  <a:lnTo>
                    <a:pt x="0" y="4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186414" y="3816999"/>
              <a:ext cx="2035220" cy="106195"/>
            </a:xfrm>
            <a:custGeom>
              <a:avLst/>
              <a:pathLst>
                <a:path w="2035220" h="106195">
                  <a:moveTo>
                    <a:pt x="0" y="95266"/>
                  </a:moveTo>
                  <a:lnTo>
                    <a:pt x="7857" y="95304"/>
                  </a:lnTo>
                  <a:lnTo>
                    <a:pt x="15715" y="95350"/>
                  </a:lnTo>
                  <a:lnTo>
                    <a:pt x="23573" y="95387"/>
                  </a:lnTo>
                  <a:lnTo>
                    <a:pt x="31431" y="95422"/>
                  </a:lnTo>
                  <a:lnTo>
                    <a:pt x="39289" y="95456"/>
                  </a:lnTo>
                  <a:lnTo>
                    <a:pt x="47147" y="95475"/>
                  </a:lnTo>
                  <a:lnTo>
                    <a:pt x="55005" y="95485"/>
                  </a:lnTo>
                  <a:lnTo>
                    <a:pt x="62863" y="95535"/>
                  </a:lnTo>
                  <a:lnTo>
                    <a:pt x="70721" y="95553"/>
                  </a:lnTo>
                  <a:lnTo>
                    <a:pt x="78579" y="95557"/>
                  </a:lnTo>
                  <a:lnTo>
                    <a:pt x="86437" y="95568"/>
                  </a:lnTo>
                  <a:lnTo>
                    <a:pt x="94295" y="95567"/>
                  </a:lnTo>
                  <a:lnTo>
                    <a:pt x="102153" y="95583"/>
                  </a:lnTo>
                  <a:lnTo>
                    <a:pt x="110011" y="95565"/>
                  </a:lnTo>
                  <a:lnTo>
                    <a:pt x="117869" y="95531"/>
                  </a:lnTo>
                  <a:lnTo>
                    <a:pt x="125727" y="95530"/>
                  </a:lnTo>
                  <a:lnTo>
                    <a:pt x="133585" y="95564"/>
                  </a:lnTo>
                  <a:lnTo>
                    <a:pt x="141443" y="95556"/>
                  </a:lnTo>
                  <a:lnTo>
                    <a:pt x="149301" y="95529"/>
                  </a:lnTo>
                  <a:lnTo>
                    <a:pt x="157159" y="95467"/>
                  </a:lnTo>
                  <a:lnTo>
                    <a:pt x="165017" y="95423"/>
                  </a:lnTo>
                  <a:lnTo>
                    <a:pt x="172875" y="95377"/>
                  </a:lnTo>
                  <a:lnTo>
                    <a:pt x="180733" y="95369"/>
                  </a:lnTo>
                  <a:lnTo>
                    <a:pt x="188591" y="95343"/>
                  </a:lnTo>
                  <a:lnTo>
                    <a:pt x="196449" y="95250"/>
                  </a:lnTo>
                  <a:lnTo>
                    <a:pt x="204307" y="95161"/>
                  </a:lnTo>
                  <a:lnTo>
                    <a:pt x="212165" y="95101"/>
                  </a:lnTo>
                  <a:lnTo>
                    <a:pt x="220023" y="95041"/>
                  </a:lnTo>
                  <a:lnTo>
                    <a:pt x="227881" y="94980"/>
                  </a:lnTo>
                  <a:lnTo>
                    <a:pt x="235739" y="94919"/>
                  </a:lnTo>
                  <a:lnTo>
                    <a:pt x="243597" y="94855"/>
                  </a:lnTo>
                  <a:lnTo>
                    <a:pt x="251455" y="94799"/>
                  </a:lnTo>
                  <a:lnTo>
                    <a:pt x="259313" y="94744"/>
                  </a:lnTo>
                  <a:lnTo>
                    <a:pt x="267171" y="94708"/>
                  </a:lnTo>
                  <a:lnTo>
                    <a:pt x="275029" y="94619"/>
                  </a:lnTo>
                  <a:lnTo>
                    <a:pt x="282887" y="94548"/>
                  </a:lnTo>
                  <a:lnTo>
                    <a:pt x="290745" y="94463"/>
                  </a:lnTo>
                  <a:lnTo>
                    <a:pt x="298603" y="94421"/>
                  </a:lnTo>
                  <a:lnTo>
                    <a:pt x="306461" y="94337"/>
                  </a:lnTo>
                  <a:lnTo>
                    <a:pt x="314319" y="94227"/>
                  </a:lnTo>
                  <a:lnTo>
                    <a:pt x="322177" y="94105"/>
                  </a:lnTo>
                  <a:lnTo>
                    <a:pt x="330035" y="93982"/>
                  </a:lnTo>
                  <a:lnTo>
                    <a:pt x="337893" y="93858"/>
                  </a:lnTo>
                  <a:lnTo>
                    <a:pt x="345751" y="93733"/>
                  </a:lnTo>
                  <a:lnTo>
                    <a:pt x="353609" y="93633"/>
                  </a:lnTo>
                  <a:lnTo>
                    <a:pt x="361467" y="93553"/>
                  </a:lnTo>
                  <a:lnTo>
                    <a:pt x="369325" y="93473"/>
                  </a:lnTo>
                  <a:lnTo>
                    <a:pt x="377183" y="93356"/>
                  </a:lnTo>
                  <a:lnTo>
                    <a:pt x="385041" y="93268"/>
                  </a:lnTo>
                  <a:lnTo>
                    <a:pt x="392899" y="93180"/>
                  </a:lnTo>
                  <a:lnTo>
                    <a:pt x="400757" y="93091"/>
                  </a:lnTo>
                  <a:lnTo>
                    <a:pt x="408615" y="92998"/>
                  </a:lnTo>
                  <a:lnTo>
                    <a:pt x="416473" y="92869"/>
                  </a:lnTo>
                  <a:lnTo>
                    <a:pt x="424331" y="92723"/>
                  </a:lnTo>
                  <a:lnTo>
                    <a:pt x="432189" y="92578"/>
                  </a:lnTo>
                  <a:lnTo>
                    <a:pt x="440047" y="92476"/>
                  </a:lnTo>
                  <a:lnTo>
                    <a:pt x="447905" y="92326"/>
                  </a:lnTo>
                  <a:lnTo>
                    <a:pt x="455763" y="92210"/>
                  </a:lnTo>
                  <a:lnTo>
                    <a:pt x="463621" y="92090"/>
                  </a:lnTo>
                  <a:lnTo>
                    <a:pt x="471479" y="91951"/>
                  </a:lnTo>
                  <a:lnTo>
                    <a:pt x="479337" y="91802"/>
                  </a:lnTo>
                  <a:lnTo>
                    <a:pt x="487195" y="91694"/>
                  </a:lnTo>
                  <a:lnTo>
                    <a:pt x="495053" y="91565"/>
                  </a:lnTo>
                  <a:lnTo>
                    <a:pt x="502911" y="91426"/>
                  </a:lnTo>
                  <a:lnTo>
                    <a:pt x="510769" y="91290"/>
                  </a:lnTo>
                  <a:lnTo>
                    <a:pt x="518627" y="91167"/>
                  </a:lnTo>
                  <a:lnTo>
                    <a:pt x="526485" y="91037"/>
                  </a:lnTo>
                  <a:lnTo>
                    <a:pt x="534343" y="90908"/>
                  </a:lnTo>
                  <a:lnTo>
                    <a:pt x="542201" y="90788"/>
                  </a:lnTo>
                  <a:lnTo>
                    <a:pt x="550059" y="90660"/>
                  </a:lnTo>
                  <a:lnTo>
                    <a:pt x="557917" y="90531"/>
                  </a:lnTo>
                  <a:lnTo>
                    <a:pt x="565775" y="90400"/>
                  </a:lnTo>
                  <a:lnTo>
                    <a:pt x="573633" y="90268"/>
                  </a:lnTo>
                  <a:lnTo>
                    <a:pt x="581491" y="90107"/>
                  </a:lnTo>
                  <a:lnTo>
                    <a:pt x="589349" y="89941"/>
                  </a:lnTo>
                  <a:lnTo>
                    <a:pt x="597207" y="89783"/>
                  </a:lnTo>
                  <a:lnTo>
                    <a:pt x="605065" y="89605"/>
                  </a:lnTo>
                  <a:lnTo>
                    <a:pt x="612923" y="89433"/>
                  </a:lnTo>
                  <a:lnTo>
                    <a:pt x="620781" y="89261"/>
                  </a:lnTo>
                  <a:lnTo>
                    <a:pt x="628639" y="89103"/>
                  </a:lnTo>
                  <a:lnTo>
                    <a:pt x="636497" y="88977"/>
                  </a:lnTo>
                  <a:lnTo>
                    <a:pt x="644355" y="88850"/>
                  </a:lnTo>
                  <a:lnTo>
                    <a:pt x="652213" y="88722"/>
                  </a:lnTo>
                  <a:lnTo>
                    <a:pt x="660071" y="88571"/>
                  </a:lnTo>
                  <a:lnTo>
                    <a:pt x="667929" y="88341"/>
                  </a:lnTo>
                  <a:lnTo>
                    <a:pt x="675787" y="88109"/>
                  </a:lnTo>
                  <a:lnTo>
                    <a:pt x="683645" y="87874"/>
                  </a:lnTo>
                  <a:lnTo>
                    <a:pt x="691503" y="87714"/>
                  </a:lnTo>
                  <a:lnTo>
                    <a:pt x="699361" y="87533"/>
                  </a:lnTo>
                  <a:lnTo>
                    <a:pt x="707219" y="87304"/>
                  </a:lnTo>
                  <a:lnTo>
                    <a:pt x="715077" y="87073"/>
                  </a:lnTo>
                  <a:lnTo>
                    <a:pt x="722935" y="86867"/>
                  </a:lnTo>
                  <a:lnTo>
                    <a:pt x="730793" y="86671"/>
                  </a:lnTo>
                  <a:lnTo>
                    <a:pt x="738651" y="86473"/>
                  </a:lnTo>
                  <a:lnTo>
                    <a:pt x="746509" y="86274"/>
                  </a:lnTo>
                  <a:lnTo>
                    <a:pt x="754367" y="86084"/>
                  </a:lnTo>
                  <a:lnTo>
                    <a:pt x="762225" y="85892"/>
                  </a:lnTo>
                  <a:lnTo>
                    <a:pt x="770083" y="85697"/>
                  </a:lnTo>
                  <a:lnTo>
                    <a:pt x="777941" y="85470"/>
                  </a:lnTo>
                  <a:lnTo>
                    <a:pt x="785799" y="85243"/>
                  </a:lnTo>
                  <a:lnTo>
                    <a:pt x="793657" y="85031"/>
                  </a:lnTo>
                  <a:lnTo>
                    <a:pt x="801515" y="84850"/>
                  </a:lnTo>
                  <a:lnTo>
                    <a:pt x="809373" y="84672"/>
                  </a:lnTo>
                  <a:lnTo>
                    <a:pt x="817231" y="84493"/>
                  </a:lnTo>
                  <a:lnTo>
                    <a:pt x="825089" y="84255"/>
                  </a:lnTo>
                  <a:lnTo>
                    <a:pt x="832947" y="83962"/>
                  </a:lnTo>
                  <a:lnTo>
                    <a:pt x="840805" y="83748"/>
                  </a:lnTo>
                  <a:lnTo>
                    <a:pt x="848663" y="83564"/>
                  </a:lnTo>
                  <a:lnTo>
                    <a:pt x="856521" y="83379"/>
                  </a:lnTo>
                  <a:lnTo>
                    <a:pt x="864379" y="83192"/>
                  </a:lnTo>
                  <a:lnTo>
                    <a:pt x="872237" y="83004"/>
                  </a:lnTo>
                  <a:lnTo>
                    <a:pt x="880095" y="82796"/>
                  </a:lnTo>
                  <a:lnTo>
                    <a:pt x="887953" y="82575"/>
                  </a:lnTo>
                  <a:lnTo>
                    <a:pt x="895811" y="82353"/>
                  </a:lnTo>
                  <a:lnTo>
                    <a:pt x="903669" y="82130"/>
                  </a:lnTo>
                  <a:lnTo>
                    <a:pt x="911527" y="81904"/>
                  </a:lnTo>
                  <a:lnTo>
                    <a:pt x="919385" y="81712"/>
                  </a:lnTo>
                  <a:lnTo>
                    <a:pt x="927243" y="81444"/>
                  </a:lnTo>
                  <a:lnTo>
                    <a:pt x="935101" y="81209"/>
                  </a:lnTo>
                  <a:lnTo>
                    <a:pt x="942959" y="80972"/>
                  </a:lnTo>
                  <a:lnTo>
                    <a:pt x="950817" y="80733"/>
                  </a:lnTo>
                  <a:lnTo>
                    <a:pt x="958675" y="80477"/>
                  </a:lnTo>
                  <a:lnTo>
                    <a:pt x="966533" y="80155"/>
                  </a:lnTo>
                  <a:lnTo>
                    <a:pt x="974391" y="79824"/>
                  </a:lnTo>
                  <a:lnTo>
                    <a:pt x="982249" y="79488"/>
                  </a:lnTo>
                  <a:lnTo>
                    <a:pt x="990107" y="79149"/>
                  </a:lnTo>
                  <a:lnTo>
                    <a:pt x="997965" y="78807"/>
                  </a:lnTo>
                  <a:lnTo>
                    <a:pt x="1005823" y="78500"/>
                  </a:lnTo>
                  <a:lnTo>
                    <a:pt x="1013681" y="78223"/>
                  </a:lnTo>
                  <a:lnTo>
                    <a:pt x="1021539" y="77944"/>
                  </a:lnTo>
                  <a:lnTo>
                    <a:pt x="1029397" y="77662"/>
                  </a:lnTo>
                  <a:lnTo>
                    <a:pt x="1037254" y="77379"/>
                  </a:lnTo>
                  <a:lnTo>
                    <a:pt x="1045112" y="77048"/>
                  </a:lnTo>
                  <a:lnTo>
                    <a:pt x="1052970" y="76656"/>
                  </a:lnTo>
                  <a:lnTo>
                    <a:pt x="1060828" y="76259"/>
                  </a:lnTo>
                  <a:lnTo>
                    <a:pt x="1068686" y="75856"/>
                  </a:lnTo>
                  <a:lnTo>
                    <a:pt x="1076544" y="75447"/>
                  </a:lnTo>
                  <a:lnTo>
                    <a:pt x="1084402" y="75032"/>
                  </a:lnTo>
                  <a:lnTo>
                    <a:pt x="1092260" y="74611"/>
                  </a:lnTo>
                  <a:lnTo>
                    <a:pt x="1100118" y="74228"/>
                  </a:lnTo>
                  <a:lnTo>
                    <a:pt x="1107976" y="73853"/>
                  </a:lnTo>
                  <a:lnTo>
                    <a:pt x="1115834" y="73474"/>
                  </a:lnTo>
                  <a:lnTo>
                    <a:pt x="1123692" y="73091"/>
                  </a:lnTo>
                  <a:lnTo>
                    <a:pt x="1131550" y="72706"/>
                  </a:lnTo>
                  <a:lnTo>
                    <a:pt x="1139408" y="72316"/>
                  </a:lnTo>
                  <a:lnTo>
                    <a:pt x="1147266" y="71922"/>
                  </a:lnTo>
                  <a:lnTo>
                    <a:pt x="1155124" y="71574"/>
                  </a:lnTo>
                  <a:lnTo>
                    <a:pt x="1162982" y="71232"/>
                  </a:lnTo>
                  <a:lnTo>
                    <a:pt x="1170840" y="70887"/>
                  </a:lnTo>
                  <a:lnTo>
                    <a:pt x="1178698" y="70541"/>
                  </a:lnTo>
                  <a:lnTo>
                    <a:pt x="1186556" y="70191"/>
                  </a:lnTo>
                  <a:lnTo>
                    <a:pt x="1194414" y="69838"/>
                  </a:lnTo>
                  <a:lnTo>
                    <a:pt x="1202272" y="69481"/>
                  </a:lnTo>
                  <a:lnTo>
                    <a:pt x="1210130" y="69121"/>
                  </a:lnTo>
                  <a:lnTo>
                    <a:pt x="1217988" y="68758"/>
                  </a:lnTo>
                  <a:lnTo>
                    <a:pt x="1225846" y="68391"/>
                  </a:lnTo>
                  <a:lnTo>
                    <a:pt x="1233704" y="68020"/>
                  </a:lnTo>
                  <a:lnTo>
                    <a:pt x="1241562" y="67651"/>
                  </a:lnTo>
                  <a:lnTo>
                    <a:pt x="1249420" y="67295"/>
                  </a:lnTo>
                  <a:lnTo>
                    <a:pt x="1257278" y="66937"/>
                  </a:lnTo>
                  <a:lnTo>
                    <a:pt x="1265136" y="66575"/>
                  </a:lnTo>
                  <a:lnTo>
                    <a:pt x="1272994" y="66210"/>
                  </a:lnTo>
                  <a:lnTo>
                    <a:pt x="1280852" y="65842"/>
                  </a:lnTo>
                  <a:lnTo>
                    <a:pt x="1288710" y="65471"/>
                  </a:lnTo>
                  <a:lnTo>
                    <a:pt x="1296568" y="65097"/>
                  </a:lnTo>
                  <a:lnTo>
                    <a:pt x="1304426" y="64719"/>
                  </a:lnTo>
                  <a:lnTo>
                    <a:pt x="1312284" y="64339"/>
                  </a:lnTo>
                  <a:lnTo>
                    <a:pt x="1320142" y="63924"/>
                  </a:lnTo>
                  <a:lnTo>
                    <a:pt x="1328000" y="63466"/>
                  </a:lnTo>
                  <a:lnTo>
                    <a:pt x="1335858" y="63004"/>
                  </a:lnTo>
                  <a:lnTo>
                    <a:pt x="1343716" y="62537"/>
                  </a:lnTo>
                  <a:lnTo>
                    <a:pt x="1351574" y="62066"/>
                  </a:lnTo>
                  <a:lnTo>
                    <a:pt x="1359432" y="61623"/>
                  </a:lnTo>
                  <a:lnTo>
                    <a:pt x="1367290" y="61211"/>
                  </a:lnTo>
                  <a:lnTo>
                    <a:pt x="1375148" y="60795"/>
                  </a:lnTo>
                  <a:lnTo>
                    <a:pt x="1383006" y="60375"/>
                  </a:lnTo>
                  <a:lnTo>
                    <a:pt x="1390864" y="59952"/>
                  </a:lnTo>
                  <a:lnTo>
                    <a:pt x="1398722" y="59485"/>
                  </a:lnTo>
                  <a:lnTo>
                    <a:pt x="1406580" y="58964"/>
                  </a:lnTo>
                  <a:lnTo>
                    <a:pt x="1414438" y="58436"/>
                  </a:lnTo>
                  <a:lnTo>
                    <a:pt x="1422296" y="57958"/>
                  </a:lnTo>
                  <a:lnTo>
                    <a:pt x="1430154" y="57485"/>
                  </a:lnTo>
                  <a:lnTo>
                    <a:pt x="1438012" y="57008"/>
                  </a:lnTo>
                  <a:lnTo>
                    <a:pt x="1445870" y="56528"/>
                  </a:lnTo>
                  <a:lnTo>
                    <a:pt x="1453728" y="56044"/>
                  </a:lnTo>
                  <a:lnTo>
                    <a:pt x="1461586" y="55539"/>
                  </a:lnTo>
                  <a:lnTo>
                    <a:pt x="1469444" y="54976"/>
                  </a:lnTo>
                  <a:lnTo>
                    <a:pt x="1477302" y="54429"/>
                  </a:lnTo>
                  <a:lnTo>
                    <a:pt x="1485160" y="53928"/>
                  </a:lnTo>
                  <a:lnTo>
                    <a:pt x="1493018" y="53379"/>
                  </a:lnTo>
                  <a:lnTo>
                    <a:pt x="1500876" y="52806"/>
                  </a:lnTo>
                  <a:lnTo>
                    <a:pt x="1508734" y="52225"/>
                  </a:lnTo>
                  <a:lnTo>
                    <a:pt x="1516592" y="51637"/>
                  </a:lnTo>
                  <a:lnTo>
                    <a:pt x="1524450" y="51097"/>
                  </a:lnTo>
                  <a:lnTo>
                    <a:pt x="1532308" y="50531"/>
                  </a:lnTo>
                  <a:lnTo>
                    <a:pt x="1540166" y="49898"/>
                  </a:lnTo>
                  <a:lnTo>
                    <a:pt x="1548024" y="49258"/>
                  </a:lnTo>
                  <a:lnTo>
                    <a:pt x="1555882" y="48615"/>
                  </a:lnTo>
                  <a:lnTo>
                    <a:pt x="1563740" y="48028"/>
                  </a:lnTo>
                  <a:lnTo>
                    <a:pt x="1571598" y="47474"/>
                  </a:lnTo>
                  <a:lnTo>
                    <a:pt x="1579456" y="46916"/>
                  </a:lnTo>
                  <a:lnTo>
                    <a:pt x="1587314" y="46355"/>
                  </a:lnTo>
                  <a:lnTo>
                    <a:pt x="1595172" y="45790"/>
                  </a:lnTo>
                  <a:lnTo>
                    <a:pt x="1603030" y="45220"/>
                  </a:lnTo>
                  <a:lnTo>
                    <a:pt x="1610888" y="44681"/>
                  </a:lnTo>
                  <a:lnTo>
                    <a:pt x="1618746" y="44154"/>
                  </a:lnTo>
                  <a:lnTo>
                    <a:pt x="1626604" y="43623"/>
                  </a:lnTo>
                  <a:lnTo>
                    <a:pt x="1634462" y="42955"/>
                  </a:lnTo>
                  <a:lnTo>
                    <a:pt x="1642320" y="42284"/>
                  </a:lnTo>
                  <a:lnTo>
                    <a:pt x="1650178" y="41678"/>
                  </a:lnTo>
                  <a:lnTo>
                    <a:pt x="1658036" y="41067"/>
                  </a:lnTo>
                  <a:lnTo>
                    <a:pt x="1665894" y="40451"/>
                  </a:lnTo>
                  <a:lnTo>
                    <a:pt x="1673752" y="39829"/>
                  </a:lnTo>
                  <a:lnTo>
                    <a:pt x="1681610" y="39202"/>
                  </a:lnTo>
                  <a:lnTo>
                    <a:pt x="1689468" y="38556"/>
                  </a:lnTo>
                  <a:lnTo>
                    <a:pt x="1697326" y="37849"/>
                  </a:lnTo>
                  <a:lnTo>
                    <a:pt x="1705184" y="37136"/>
                  </a:lnTo>
                  <a:lnTo>
                    <a:pt x="1713042" y="36417"/>
                  </a:lnTo>
                  <a:lnTo>
                    <a:pt x="1720900" y="35692"/>
                  </a:lnTo>
                  <a:lnTo>
                    <a:pt x="1728758" y="34961"/>
                  </a:lnTo>
                  <a:lnTo>
                    <a:pt x="1736616" y="34224"/>
                  </a:lnTo>
                  <a:lnTo>
                    <a:pt x="1744474" y="33481"/>
                  </a:lnTo>
                  <a:lnTo>
                    <a:pt x="1752332" y="32730"/>
                  </a:lnTo>
                  <a:lnTo>
                    <a:pt x="1760190" y="31972"/>
                  </a:lnTo>
                  <a:lnTo>
                    <a:pt x="1768048" y="31207"/>
                  </a:lnTo>
                  <a:lnTo>
                    <a:pt x="1775906" y="30435"/>
                  </a:lnTo>
                  <a:lnTo>
                    <a:pt x="1783764" y="29656"/>
                  </a:lnTo>
                  <a:lnTo>
                    <a:pt x="1791622" y="28869"/>
                  </a:lnTo>
                  <a:lnTo>
                    <a:pt x="1799480" y="28076"/>
                  </a:lnTo>
                  <a:lnTo>
                    <a:pt x="1807338" y="27275"/>
                  </a:lnTo>
                  <a:lnTo>
                    <a:pt x="1815196" y="26466"/>
                  </a:lnTo>
                  <a:lnTo>
                    <a:pt x="1823054" y="25651"/>
                  </a:lnTo>
                  <a:lnTo>
                    <a:pt x="1830912" y="24827"/>
                  </a:lnTo>
                  <a:lnTo>
                    <a:pt x="1838770" y="24022"/>
                  </a:lnTo>
                  <a:lnTo>
                    <a:pt x="1846628" y="23259"/>
                  </a:lnTo>
                  <a:lnTo>
                    <a:pt x="1854486" y="22491"/>
                  </a:lnTo>
                  <a:lnTo>
                    <a:pt x="1862344" y="21716"/>
                  </a:lnTo>
                  <a:lnTo>
                    <a:pt x="1870202" y="20934"/>
                  </a:lnTo>
                  <a:lnTo>
                    <a:pt x="1878060" y="20147"/>
                  </a:lnTo>
                  <a:lnTo>
                    <a:pt x="1885918" y="19353"/>
                  </a:lnTo>
                  <a:lnTo>
                    <a:pt x="1893776" y="18530"/>
                  </a:lnTo>
                  <a:lnTo>
                    <a:pt x="1901634" y="17560"/>
                  </a:lnTo>
                  <a:lnTo>
                    <a:pt x="1909492" y="16581"/>
                  </a:lnTo>
                  <a:lnTo>
                    <a:pt x="1917350" y="15592"/>
                  </a:lnTo>
                  <a:lnTo>
                    <a:pt x="1925208" y="14593"/>
                  </a:lnTo>
                  <a:lnTo>
                    <a:pt x="1933066" y="13584"/>
                  </a:lnTo>
                  <a:lnTo>
                    <a:pt x="1940924" y="12565"/>
                  </a:lnTo>
                  <a:lnTo>
                    <a:pt x="1948782" y="11535"/>
                  </a:lnTo>
                  <a:lnTo>
                    <a:pt x="1956640" y="10554"/>
                  </a:lnTo>
                  <a:lnTo>
                    <a:pt x="1964498" y="9590"/>
                  </a:lnTo>
                  <a:lnTo>
                    <a:pt x="1972356" y="8618"/>
                  </a:lnTo>
                  <a:lnTo>
                    <a:pt x="1980214" y="7637"/>
                  </a:lnTo>
                  <a:lnTo>
                    <a:pt x="1988072" y="6647"/>
                  </a:lnTo>
                  <a:lnTo>
                    <a:pt x="1995930" y="5648"/>
                  </a:lnTo>
                  <a:lnTo>
                    <a:pt x="2003788" y="4610"/>
                  </a:lnTo>
                  <a:lnTo>
                    <a:pt x="2011646" y="3472"/>
                  </a:lnTo>
                  <a:lnTo>
                    <a:pt x="2019504" y="2323"/>
                  </a:lnTo>
                  <a:lnTo>
                    <a:pt x="2027362" y="1167"/>
                  </a:lnTo>
                  <a:lnTo>
                    <a:pt x="2035220" y="0"/>
                  </a:lnTo>
                  <a:lnTo>
                    <a:pt x="2035220" y="106195"/>
                  </a:lnTo>
                  <a:lnTo>
                    <a:pt x="2027362" y="106185"/>
                  </a:lnTo>
                  <a:lnTo>
                    <a:pt x="2019504" y="106176"/>
                  </a:lnTo>
                  <a:lnTo>
                    <a:pt x="2011646" y="106166"/>
                  </a:lnTo>
                  <a:lnTo>
                    <a:pt x="2003788" y="106157"/>
                  </a:lnTo>
                  <a:lnTo>
                    <a:pt x="1995930" y="106147"/>
                  </a:lnTo>
                  <a:lnTo>
                    <a:pt x="1988072" y="106137"/>
                  </a:lnTo>
                  <a:lnTo>
                    <a:pt x="1980214" y="106127"/>
                  </a:lnTo>
                  <a:lnTo>
                    <a:pt x="1972356" y="106117"/>
                  </a:lnTo>
                  <a:lnTo>
                    <a:pt x="1964498" y="106107"/>
                  </a:lnTo>
                  <a:lnTo>
                    <a:pt x="1956640" y="106097"/>
                  </a:lnTo>
                  <a:lnTo>
                    <a:pt x="1948782" y="106089"/>
                  </a:lnTo>
                  <a:lnTo>
                    <a:pt x="1940924" y="106078"/>
                  </a:lnTo>
                  <a:lnTo>
                    <a:pt x="1933066" y="106066"/>
                  </a:lnTo>
                  <a:lnTo>
                    <a:pt x="1925208" y="106056"/>
                  </a:lnTo>
                  <a:lnTo>
                    <a:pt x="1917350" y="106045"/>
                  </a:lnTo>
                  <a:lnTo>
                    <a:pt x="1909492" y="106035"/>
                  </a:lnTo>
                  <a:lnTo>
                    <a:pt x="1901634" y="106024"/>
                  </a:lnTo>
                  <a:lnTo>
                    <a:pt x="1893776" y="106014"/>
                  </a:lnTo>
                  <a:lnTo>
                    <a:pt x="1885918" y="106003"/>
                  </a:lnTo>
                  <a:lnTo>
                    <a:pt x="1878060" y="105992"/>
                  </a:lnTo>
                  <a:lnTo>
                    <a:pt x="1870202" y="105981"/>
                  </a:lnTo>
                  <a:lnTo>
                    <a:pt x="1862344" y="105969"/>
                  </a:lnTo>
                  <a:lnTo>
                    <a:pt x="1854486" y="105958"/>
                  </a:lnTo>
                  <a:lnTo>
                    <a:pt x="1846628" y="105947"/>
                  </a:lnTo>
                  <a:lnTo>
                    <a:pt x="1838770" y="105935"/>
                  </a:lnTo>
                  <a:lnTo>
                    <a:pt x="1830912" y="105924"/>
                  </a:lnTo>
                  <a:lnTo>
                    <a:pt x="1823054" y="105912"/>
                  </a:lnTo>
                  <a:lnTo>
                    <a:pt x="1815196" y="105900"/>
                  </a:lnTo>
                  <a:lnTo>
                    <a:pt x="1807338" y="105888"/>
                  </a:lnTo>
                  <a:lnTo>
                    <a:pt x="1799480" y="105876"/>
                  </a:lnTo>
                  <a:lnTo>
                    <a:pt x="1791622" y="105864"/>
                  </a:lnTo>
                  <a:lnTo>
                    <a:pt x="1783764" y="105851"/>
                  </a:lnTo>
                  <a:lnTo>
                    <a:pt x="1775906" y="105839"/>
                  </a:lnTo>
                  <a:lnTo>
                    <a:pt x="1768048" y="105826"/>
                  </a:lnTo>
                  <a:lnTo>
                    <a:pt x="1760190" y="105813"/>
                  </a:lnTo>
                  <a:lnTo>
                    <a:pt x="1752332" y="105800"/>
                  </a:lnTo>
                  <a:lnTo>
                    <a:pt x="1744474" y="105787"/>
                  </a:lnTo>
                  <a:lnTo>
                    <a:pt x="1736616" y="105774"/>
                  </a:lnTo>
                  <a:lnTo>
                    <a:pt x="1728758" y="105765"/>
                  </a:lnTo>
                  <a:lnTo>
                    <a:pt x="1720900" y="105756"/>
                  </a:lnTo>
                  <a:lnTo>
                    <a:pt x="1713042" y="105748"/>
                  </a:lnTo>
                  <a:lnTo>
                    <a:pt x="1705184" y="105737"/>
                  </a:lnTo>
                  <a:lnTo>
                    <a:pt x="1697326" y="105721"/>
                  </a:lnTo>
                  <a:lnTo>
                    <a:pt x="1689468" y="105705"/>
                  </a:lnTo>
                  <a:lnTo>
                    <a:pt x="1681610" y="105688"/>
                  </a:lnTo>
                  <a:lnTo>
                    <a:pt x="1673752" y="105671"/>
                  </a:lnTo>
                  <a:lnTo>
                    <a:pt x="1665894" y="105654"/>
                  </a:lnTo>
                  <a:lnTo>
                    <a:pt x="1658036" y="105636"/>
                  </a:lnTo>
                  <a:lnTo>
                    <a:pt x="1650178" y="105622"/>
                  </a:lnTo>
                  <a:lnTo>
                    <a:pt x="1642320" y="105606"/>
                  </a:lnTo>
                  <a:lnTo>
                    <a:pt x="1634462" y="105589"/>
                  </a:lnTo>
                  <a:lnTo>
                    <a:pt x="1626604" y="105572"/>
                  </a:lnTo>
                  <a:lnTo>
                    <a:pt x="1618746" y="105555"/>
                  </a:lnTo>
                  <a:lnTo>
                    <a:pt x="1610888" y="105538"/>
                  </a:lnTo>
                  <a:lnTo>
                    <a:pt x="1603030" y="105518"/>
                  </a:lnTo>
                  <a:lnTo>
                    <a:pt x="1595172" y="105497"/>
                  </a:lnTo>
                  <a:lnTo>
                    <a:pt x="1587314" y="105477"/>
                  </a:lnTo>
                  <a:lnTo>
                    <a:pt x="1579456" y="105456"/>
                  </a:lnTo>
                  <a:lnTo>
                    <a:pt x="1571598" y="105435"/>
                  </a:lnTo>
                  <a:lnTo>
                    <a:pt x="1563740" y="105415"/>
                  </a:lnTo>
                  <a:lnTo>
                    <a:pt x="1555882" y="105396"/>
                  </a:lnTo>
                  <a:lnTo>
                    <a:pt x="1548024" y="105374"/>
                  </a:lnTo>
                  <a:lnTo>
                    <a:pt x="1540166" y="105351"/>
                  </a:lnTo>
                  <a:lnTo>
                    <a:pt x="1532308" y="105327"/>
                  </a:lnTo>
                  <a:lnTo>
                    <a:pt x="1524450" y="105305"/>
                  </a:lnTo>
                  <a:lnTo>
                    <a:pt x="1516592" y="105283"/>
                  </a:lnTo>
                  <a:lnTo>
                    <a:pt x="1508734" y="105266"/>
                  </a:lnTo>
                  <a:lnTo>
                    <a:pt x="1500876" y="105252"/>
                  </a:lnTo>
                  <a:lnTo>
                    <a:pt x="1493018" y="105237"/>
                  </a:lnTo>
                  <a:lnTo>
                    <a:pt x="1485160" y="105217"/>
                  </a:lnTo>
                  <a:lnTo>
                    <a:pt x="1477302" y="105197"/>
                  </a:lnTo>
                  <a:lnTo>
                    <a:pt x="1469444" y="105179"/>
                  </a:lnTo>
                  <a:lnTo>
                    <a:pt x="1461586" y="105163"/>
                  </a:lnTo>
                  <a:lnTo>
                    <a:pt x="1453728" y="105148"/>
                  </a:lnTo>
                  <a:lnTo>
                    <a:pt x="1445870" y="105133"/>
                  </a:lnTo>
                  <a:lnTo>
                    <a:pt x="1438012" y="105117"/>
                  </a:lnTo>
                  <a:lnTo>
                    <a:pt x="1430154" y="105101"/>
                  </a:lnTo>
                  <a:lnTo>
                    <a:pt x="1422296" y="105085"/>
                  </a:lnTo>
                  <a:lnTo>
                    <a:pt x="1414438" y="105067"/>
                  </a:lnTo>
                  <a:lnTo>
                    <a:pt x="1406580" y="105046"/>
                  </a:lnTo>
                  <a:lnTo>
                    <a:pt x="1398722" y="105025"/>
                  </a:lnTo>
                  <a:lnTo>
                    <a:pt x="1390864" y="105003"/>
                  </a:lnTo>
                  <a:lnTo>
                    <a:pt x="1383006" y="104985"/>
                  </a:lnTo>
                  <a:lnTo>
                    <a:pt x="1375148" y="104969"/>
                  </a:lnTo>
                  <a:lnTo>
                    <a:pt x="1367290" y="104953"/>
                  </a:lnTo>
                  <a:lnTo>
                    <a:pt x="1359432" y="104936"/>
                  </a:lnTo>
                  <a:lnTo>
                    <a:pt x="1351574" y="104915"/>
                  </a:lnTo>
                  <a:lnTo>
                    <a:pt x="1343716" y="104894"/>
                  </a:lnTo>
                  <a:lnTo>
                    <a:pt x="1335858" y="104874"/>
                  </a:lnTo>
                  <a:lnTo>
                    <a:pt x="1328000" y="104853"/>
                  </a:lnTo>
                  <a:lnTo>
                    <a:pt x="1320142" y="104832"/>
                  </a:lnTo>
                  <a:lnTo>
                    <a:pt x="1312284" y="104811"/>
                  </a:lnTo>
                  <a:lnTo>
                    <a:pt x="1304426" y="104789"/>
                  </a:lnTo>
                  <a:lnTo>
                    <a:pt x="1296568" y="104768"/>
                  </a:lnTo>
                  <a:lnTo>
                    <a:pt x="1288710" y="104746"/>
                  </a:lnTo>
                  <a:lnTo>
                    <a:pt x="1280852" y="104725"/>
                  </a:lnTo>
                  <a:lnTo>
                    <a:pt x="1272994" y="104703"/>
                  </a:lnTo>
                  <a:lnTo>
                    <a:pt x="1265136" y="104681"/>
                  </a:lnTo>
                  <a:lnTo>
                    <a:pt x="1257278" y="104659"/>
                  </a:lnTo>
                  <a:lnTo>
                    <a:pt x="1249420" y="104637"/>
                  </a:lnTo>
                  <a:lnTo>
                    <a:pt x="1241562" y="104614"/>
                  </a:lnTo>
                  <a:lnTo>
                    <a:pt x="1233704" y="104592"/>
                  </a:lnTo>
                  <a:lnTo>
                    <a:pt x="1225846" y="104569"/>
                  </a:lnTo>
                  <a:lnTo>
                    <a:pt x="1217988" y="104546"/>
                  </a:lnTo>
                  <a:lnTo>
                    <a:pt x="1210130" y="104523"/>
                  </a:lnTo>
                  <a:lnTo>
                    <a:pt x="1202272" y="104502"/>
                  </a:lnTo>
                  <a:lnTo>
                    <a:pt x="1194414" y="104484"/>
                  </a:lnTo>
                  <a:lnTo>
                    <a:pt x="1186556" y="104466"/>
                  </a:lnTo>
                  <a:lnTo>
                    <a:pt x="1178698" y="104447"/>
                  </a:lnTo>
                  <a:lnTo>
                    <a:pt x="1170840" y="104429"/>
                  </a:lnTo>
                  <a:lnTo>
                    <a:pt x="1162982" y="104404"/>
                  </a:lnTo>
                  <a:lnTo>
                    <a:pt x="1155124" y="104377"/>
                  </a:lnTo>
                  <a:lnTo>
                    <a:pt x="1147266" y="104351"/>
                  </a:lnTo>
                  <a:lnTo>
                    <a:pt x="1139408" y="104324"/>
                  </a:lnTo>
                  <a:lnTo>
                    <a:pt x="1131550" y="104299"/>
                  </a:lnTo>
                  <a:lnTo>
                    <a:pt x="1123692" y="104273"/>
                  </a:lnTo>
                  <a:lnTo>
                    <a:pt x="1115834" y="104250"/>
                  </a:lnTo>
                  <a:lnTo>
                    <a:pt x="1107976" y="104222"/>
                  </a:lnTo>
                  <a:lnTo>
                    <a:pt x="1100118" y="104203"/>
                  </a:lnTo>
                  <a:lnTo>
                    <a:pt x="1092260" y="104185"/>
                  </a:lnTo>
                  <a:lnTo>
                    <a:pt x="1084402" y="104166"/>
                  </a:lnTo>
                  <a:lnTo>
                    <a:pt x="1076544" y="104148"/>
                  </a:lnTo>
                  <a:lnTo>
                    <a:pt x="1068686" y="104129"/>
                  </a:lnTo>
                  <a:lnTo>
                    <a:pt x="1060828" y="104110"/>
                  </a:lnTo>
                  <a:lnTo>
                    <a:pt x="1052970" y="104079"/>
                  </a:lnTo>
                  <a:lnTo>
                    <a:pt x="1045112" y="104048"/>
                  </a:lnTo>
                  <a:lnTo>
                    <a:pt x="1037254" y="104023"/>
                  </a:lnTo>
                  <a:lnTo>
                    <a:pt x="1029397" y="104001"/>
                  </a:lnTo>
                  <a:lnTo>
                    <a:pt x="1021539" y="103975"/>
                  </a:lnTo>
                  <a:lnTo>
                    <a:pt x="1013681" y="103947"/>
                  </a:lnTo>
                  <a:lnTo>
                    <a:pt x="1005823" y="103918"/>
                  </a:lnTo>
                  <a:lnTo>
                    <a:pt x="997965" y="103888"/>
                  </a:lnTo>
                  <a:lnTo>
                    <a:pt x="990107" y="103859"/>
                  </a:lnTo>
                  <a:lnTo>
                    <a:pt x="982249" y="103829"/>
                  </a:lnTo>
                  <a:lnTo>
                    <a:pt x="974391" y="103809"/>
                  </a:lnTo>
                  <a:lnTo>
                    <a:pt x="966533" y="103800"/>
                  </a:lnTo>
                  <a:lnTo>
                    <a:pt x="958675" y="103778"/>
                  </a:lnTo>
                  <a:lnTo>
                    <a:pt x="950817" y="103751"/>
                  </a:lnTo>
                  <a:lnTo>
                    <a:pt x="942959" y="103715"/>
                  </a:lnTo>
                  <a:lnTo>
                    <a:pt x="935101" y="103677"/>
                  </a:lnTo>
                  <a:lnTo>
                    <a:pt x="927243" y="103640"/>
                  </a:lnTo>
                  <a:lnTo>
                    <a:pt x="919385" y="103603"/>
                  </a:lnTo>
                  <a:lnTo>
                    <a:pt x="911527" y="103575"/>
                  </a:lnTo>
                  <a:lnTo>
                    <a:pt x="903669" y="103555"/>
                  </a:lnTo>
                  <a:lnTo>
                    <a:pt x="895811" y="103527"/>
                  </a:lnTo>
                  <a:lnTo>
                    <a:pt x="887953" y="103491"/>
                  </a:lnTo>
                  <a:lnTo>
                    <a:pt x="880095" y="103455"/>
                  </a:lnTo>
                  <a:lnTo>
                    <a:pt x="872237" y="103428"/>
                  </a:lnTo>
                  <a:lnTo>
                    <a:pt x="864379" y="103411"/>
                  </a:lnTo>
                  <a:lnTo>
                    <a:pt x="856521" y="103393"/>
                  </a:lnTo>
                  <a:lnTo>
                    <a:pt x="848663" y="103364"/>
                  </a:lnTo>
                  <a:lnTo>
                    <a:pt x="840805" y="103330"/>
                  </a:lnTo>
                  <a:lnTo>
                    <a:pt x="832947" y="103295"/>
                  </a:lnTo>
                  <a:lnTo>
                    <a:pt x="825089" y="103260"/>
                  </a:lnTo>
                  <a:lnTo>
                    <a:pt x="817231" y="103225"/>
                  </a:lnTo>
                  <a:lnTo>
                    <a:pt x="809373" y="103189"/>
                  </a:lnTo>
                  <a:lnTo>
                    <a:pt x="801515" y="103154"/>
                  </a:lnTo>
                  <a:lnTo>
                    <a:pt x="793657" y="103118"/>
                  </a:lnTo>
                  <a:lnTo>
                    <a:pt x="785799" y="103082"/>
                  </a:lnTo>
                  <a:lnTo>
                    <a:pt x="777941" y="103043"/>
                  </a:lnTo>
                  <a:lnTo>
                    <a:pt x="770083" y="103010"/>
                  </a:lnTo>
                  <a:lnTo>
                    <a:pt x="762225" y="102973"/>
                  </a:lnTo>
                  <a:lnTo>
                    <a:pt x="754367" y="102936"/>
                  </a:lnTo>
                  <a:lnTo>
                    <a:pt x="746509" y="102900"/>
                  </a:lnTo>
                  <a:lnTo>
                    <a:pt x="738651" y="102863"/>
                  </a:lnTo>
                  <a:lnTo>
                    <a:pt x="730793" y="102825"/>
                  </a:lnTo>
                  <a:lnTo>
                    <a:pt x="722935" y="102788"/>
                  </a:lnTo>
                  <a:lnTo>
                    <a:pt x="715077" y="102750"/>
                  </a:lnTo>
                  <a:lnTo>
                    <a:pt x="707219" y="102715"/>
                  </a:lnTo>
                  <a:lnTo>
                    <a:pt x="699361" y="102688"/>
                  </a:lnTo>
                  <a:lnTo>
                    <a:pt x="691503" y="102635"/>
                  </a:lnTo>
                  <a:lnTo>
                    <a:pt x="683645" y="102596"/>
                  </a:lnTo>
                  <a:lnTo>
                    <a:pt x="675787" y="102554"/>
                  </a:lnTo>
                  <a:lnTo>
                    <a:pt x="667929" y="102519"/>
                  </a:lnTo>
                  <a:lnTo>
                    <a:pt x="660071" y="102480"/>
                  </a:lnTo>
                  <a:lnTo>
                    <a:pt x="652213" y="102445"/>
                  </a:lnTo>
                  <a:lnTo>
                    <a:pt x="644355" y="102419"/>
                  </a:lnTo>
                  <a:lnTo>
                    <a:pt x="636497" y="102393"/>
                  </a:lnTo>
                  <a:lnTo>
                    <a:pt x="628639" y="102366"/>
                  </a:lnTo>
                  <a:lnTo>
                    <a:pt x="620781" y="102340"/>
                  </a:lnTo>
                  <a:lnTo>
                    <a:pt x="612923" y="102314"/>
                  </a:lnTo>
                  <a:lnTo>
                    <a:pt x="605065" y="102287"/>
                  </a:lnTo>
                  <a:lnTo>
                    <a:pt x="597207" y="102260"/>
                  </a:lnTo>
                  <a:lnTo>
                    <a:pt x="589349" y="102233"/>
                  </a:lnTo>
                  <a:lnTo>
                    <a:pt x="581491" y="102202"/>
                  </a:lnTo>
                  <a:lnTo>
                    <a:pt x="573633" y="102160"/>
                  </a:lnTo>
                  <a:lnTo>
                    <a:pt x="565775" y="102134"/>
                  </a:lnTo>
                  <a:lnTo>
                    <a:pt x="557917" y="102087"/>
                  </a:lnTo>
                  <a:lnTo>
                    <a:pt x="550059" y="102053"/>
                  </a:lnTo>
                  <a:lnTo>
                    <a:pt x="542201" y="102033"/>
                  </a:lnTo>
                  <a:lnTo>
                    <a:pt x="534343" y="101989"/>
                  </a:lnTo>
                  <a:lnTo>
                    <a:pt x="526485" y="101967"/>
                  </a:lnTo>
                  <a:lnTo>
                    <a:pt x="518627" y="101937"/>
                  </a:lnTo>
                  <a:lnTo>
                    <a:pt x="510769" y="101883"/>
                  </a:lnTo>
                  <a:lnTo>
                    <a:pt x="502911" y="101824"/>
                  </a:lnTo>
                  <a:lnTo>
                    <a:pt x="495053" y="101796"/>
                  </a:lnTo>
                  <a:lnTo>
                    <a:pt x="487195" y="101755"/>
                  </a:lnTo>
                  <a:lnTo>
                    <a:pt x="479337" y="101725"/>
                  </a:lnTo>
                  <a:lnTo>
                    <a:pt x="471479" y="101685"/>
                  </a:lnTo>
                  <a:lnTo>
                    <a:pt x="463621" y="101638"/>
                  </a:lnTo>
                  <a:lnTo>
                    <a:pt x="455763" y="101595"/>
                  </a:lnTo>
                  <a:lnTo>
                    <a:pt x="447905" y="101550"/>
                  </a:lnTo>
                  <a:lnTo>
                    <a:pt x="440047" y="101517"/>
                  </a:lnTo>
                  <a:lnTo>
                    <a:pt x="432189" y="101492"/>
                  </a:lnTo>
                  <a:lnTo>
                    <a:pt x="424331" y="101467"/>
                  </a:lnTo>
                  <a:lnTo>
                    <a:pt x="416473" y="101443"/>
                  </a:lnTo>
                  <a:lnTo>
                    <a:pt x="408615" y="101425"/>
                  </a:lnTo>
                  <a:lnTo>
                    <a:pt x="400757" y="101456"/>
                  </a:lnTo>
                  <a:lnTo>
                    <a:pt x="392899" y="101404"/>
                  </a:lnTo>
                  <a:lnTo>
                    <a:pt x="385041" y="101341"/>
                  </a:lnTo>
                  <a:lnTo>
                    <a:pt x="377183" y="101303"/>
                  </a:lnTo>
                  <a:lnTo>
                    <a:pt x="369325" y="101281"/>
                  </a:lnTo>
                  <a:lnTo>
                    <a:pt x="361467" y="101248"/>
                  </a:lnTo>
                  <a:lnTo>
                    <a:pt x="353609" y="101228"/>
                  </a:lnTo>
                  <a:lnTo>
                    <a:pt x="345751" y="101205"/>
                  </a:lnTo>
                  <a:lnTo>
                    <a:pt x="337893" y="101175"/>
                  </a:lnTo>
                  <a:lnTo>
                    <a:pt x="330035" y="101140"/>
                  </a:lnTo>
                  <a:lnTo>
                    <a:pt x="322177" y="101136"/>
                  </a:lnTo>
                  <a:lnTo>
                    <a:pt x="314319" y="101110"/>
                  </a:lnTo>
                  <a:lnTo>
                    <a:pt x="306461" y="101084"/>
                  </a:lnTo>
                  <a:lnTo>
                    <a:pt x="298603" y="101077"/>
                  </a:lnTo>
                  <a:lnTo>
                    <a:pt x="290745" y="101055"/>
                  </a:lnTo>
                  <a:lnTo>
                    <a:pt x="282887" y="101033"/>
                  </a:lnTo>
                  <a:lnTo>
                    <a:pt x="275029" y="101008"/>
                  </a:lnTo>
                  <a:lnTo>
                    <a:pt x="267171" y="100984"/>
                  </a:lnTo>
                  <a:lnTo>
                    <a:pt x="259313" y="100968"/>
                  </a:lnTo>
                  <a:lnTo>
                    <a:pt x="251455" y="100940"/>
                  </a:lnTo>
                  <a:lnTo>
                    <a:pt x="243597" y="100901"/>
                  </a:lnTo>
                  <a:lnTo>
                    <a:pt x="235739" y="100883"/>
                  </a:lnTo>
                  <a:lnTo>
                    <a:pt x="227881" y="100864"/>
                  </a:lnTo>
                  <a:lnTo>
                    <a:pt x="220023" y="100856"/>
                  </a:lnTo>
                  <a:lnTo>
                    <a:pt x="212165" y="100848"/>
                  </a:lnTo>
                  <a:lnTo>
                    <a:pt x="204307" y="100868"/>
                  </a:lnTo>
                  <a:lnTo>
                    <a:pt x="196449" y="100863"/>
                  </a:lnTo>
                  <a:lnTo>
                    <a:pt x="188591" y="100844"/>
                  </a:lnTo>
                  <a:lnTo>
                    <a:pt x="180733" y="100851"/>
                  </a:lnTo>
                  <a:lnTo>
                    <a:pt x="172875" y="100810"/>
                  </a:lnTo>
                  <a:lnTo>
                    <a:pt x="165017" y="100831"/>
                  </a:lnTo>
                  <a:lnTo>
                    <a:pt x="157159" y="100804"/>
                  </a:lnTo>
                  <a:lnTo>
                    <a:pt x="149301" y="100783"/>
                  </a:lnTo>
                  <a:lnTo>
                    <a:pt x="141443" y="100814"/>
                  </a:lnTo>
                  <a:lnTo>
                    <a:pt x="133585" y="100815"/>
                  </a:lnTo>
                  <a:lnTo>
                    <a:pt x="125727" y="100841"/>
                  </a:lnTo>
                  <a:lnTo>
                    <a:pt x="117869" y="100839"/>
                  </a:lnTo>
                  <a:lnTo>
                    <a:pt x="110011" y="100867"/>
                  </a:lnTo>
                  <a:lnTo>
                    <a:pt x="102153" y="100857"/>
                  </a:lnTo>
                  <a:lnTo>
                    <a:pt x="94295" y="100846"/>
                  </a:lnTo>
                  <a:lnTo>
                    <a:pt x="86437" y="100876"/>
                  </a:lnTo>
                  <a:lnTo>
                    <a:pt x="78579" y="100897"/>
                  </a:lnTo>
                  <a:lnTo>
                    <a:pt x="70721" y="100935"/>
                  </a:lnTo>
                  <a:lnTo>
                    <a:pt x="62863" y="100936"/>
                  </a:lnTo>
                  <a:lnTo>
                    <a:pt x="55005" y="100963"/>
                  </a:lnTo>
                  <a:lnTo>
                    <a:pt x="47147" y="101010"/>
                  </a:lnTo>
                  <a:lnTo>
                    <a:pt x="39289" y="101051"/>
                  </a:lnTo>
                  <a:lnTo>
                    <a:pt x="31431" y="101060"/>
                  </a:lnTo>
                  <a:lnTo>
                    <a:pt x="23573" y="101083"/>
                  </a:lnTo>
                  <a:lnTo>
                    <a:pt x="15715" y="101083"/>
                  </a:lnTo>
                  <a:lnTo>
                    <a:pt x="7857" y="101126"/>
                  </a:lnTo>
                  <a:lnTo>
                    <a:pt x="0" y="101135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186414" y="3816999"/>
              <a:ext cx="2035220" cy="95583"/>
            </a:xfrm>
            <a:custGeom>
              <a:avLst/>
              <a:pathLst>
                <a:path w="2035220" h="95583">
                  <a:moveTo>
                    <a:pt x="0" y="95266"/>
                  </a:moveTo>
                  <a:lnTo>
                    <a:pt x="7857" y="95304"/>
                  </a:lnTo>
                  <a:lnTo>
                    <a:pt x="15715" y="95350"/>
                  </a:lnTo>
                  <a:lnTo>
                    <a:pt x="23573" y="95387"/>
                  </a:lnTo>
                  <a:lnTo>
                    <a:pt x="31431" y="95422"/>
                  </a:lnTo>
                  <a:lnTo>
                    <a:pt x="39289" y="95456"/>
                  </a:lnTo>
                  <a:lnTo>
                    <a:pt x="47147" y="95475"/>
                  </a:lnTo>
                  <a:lnTo>
                    <a:pt x="55005" y="95485"/>
                  </a:lnTo>
                  <a:lnTo>
                    <a:pt x="62863" y="95535"/>
                  </a:lnTo>
                  <a:lnTo>
                    <a:pt x="70721" y="95553"/>
                  </a:lnTo>
                  <a:lnTo>
                    <a:pt x="78579" y="95557"/>
                  </a:lnTo>
                  <a:lnTo>
                    <a:pt x="86437" y="95568"/>
                  </a:lnTo>
                  <a:lnTo>
                    <a:pt x="94295" y="95567"/>
                  </a:lnTo>
                  <a:lnTo>
                    <a:pt x="102153" y="95583"/>
                  </a:lnTo>
                  <a:lnTo>
                    <a:pt x="110011" y="95565"/>
                  </a:lnTo>
                  <a:lnTo>
                    <a:pt x="117869" y="95531"/>
                  </a:lnTo>
                  <a:lnTo>
                    <a:pt x="125727" y="95530"/>
                  </a:lnTo>
                  <a:lnTo>
                    <a:pt x="133585" y="95564"/>
                  </a:lnTo>
                  <a:lnTo>
                    <a:pt x="141443" y="95556"/>
                  </a:lnTo>
                  <a:lnTo>
                    <a:pt x="149301" y="95529"/>
                  </a:lnTo>
                  <a:lnTo>
                    <a:pt x="157159" y="95467"/>
                  </a:lnTo>
                  <a:lnTo>
                    <a:pt x="165017" y="95423"/>
                  </a:lnTo>
                  <a:lnTo>
                    <a:pt x="172875" y="95377"/>
                  </a:lnTo>
                  <a:lnTo>
                    <a:pt x="180733" y="95369"/>
                  </a:lnTo>
                  <a:lnTo>
                    <a:pt x="188591" y="95343"/>
                  </a:lnTo>
                  <a:lnTo>
                    <a:pt x="196449" y="95250"/>
                  </a:lnTo>
                  <a:lnTo>
                    <a:pt x="204307" y="95161"/>
                  </a:lnTo>
                  <a:lnTo>
                    <a:pt x="212165" y="95101"/>
                  </a:lnTo>
                  <a:lnTo>
                    <a:pt x="220023" y="95041"/>
                  </a:lnTo>
                  <a:lnTo>
                    <a:pt x="227881" y="94980"/>
                  </a:lnTo>
                  <a:lnTo>
                    <a:pt x="235739" y="94919"/>
                  </a:lnTo>
                  <a:lnTo>
                    <a:pt x="243597" y="94855"/>
                  </a:lnTo>
                  <a:lnTo>
                    <a:pt x="251455" y="94799"/>
                  </a:lnTo>
                  <a:lnTo>
                    <a:pt x="259313" y="94744"/>
                  </a:lnTo>
                  <a:lnTo>
                    <a:pt x="267171" y="94708"/>
                  </a:lnTo>
                  <a:lnTo>
                    <a:pt x="275029" y="94619"/>
                  </a:lnTo>
                  <a:lnTo>
                    <a:pt x="282887" y="94548"/>
                  </a:lnTo>
                  <a:lnTo>
                    <a:pt x="290745" y="94463"/>
                  </a:lnTo>
                  <a:lnTo>
                    <a:pt x="298603" y="94421"/>
                  </a:lnTo>
                  <a:lnTo>
                    <a:pt x="306461" y="94337"/>
                  </a:lnTo>
                  <a:lnTo>
                    <a:pt x="314319" y="94227"/>
                  </a:lnTo>
                  <a:lnTo>
                    <a:pt x="322177" y="94105"/>
                  </a:lnTo>
                  <a:lnTo>
                    <a:pt x="330035" y="93982"/>
                  </a:lnTo>
                  <a:lnTo>
                    <a:pt x="337893" y="93858"/>
                  </a:lnTo>
                  <a:lnTo>
                    <a:pt x="345751" y="93733"/>
                  </a:lnTo>
                  <a:lnTo>
                    <a:pt x="353609" y="93633"/>
                  </a:lnTo>
                  <a:lnTo>
                    <a:pt x="361467" y="93553"/>
                  </a:lnTo>
                  <a:lnTo>
                    <a:pt x="369325" y="93473"/>
                  </a:lnTo>
                  <a:lnTo>
                    <a:pt x="377183" y="93356"/>
                  </a:lnTo>
                  <a:lnTo>
                    <a:pt x="385041" y="93268"/>
                  </a:lnTo>
                  <a:lnTo>
                    <a:pt x="392899" y="93180"/>
                  </a:lnTo>
                  <a:lnTo>
                    <a:pt x="400757" y="93091"/>
                  </a:lnTo>
                  <a:lnTo>
                    <a:pt x="408615" y="92998"/>
                  </a:lnTo>
                  <a:lnTo>
                    <a:pt x="416473" y="92869"/>
                  </a:lnTo>
                  <a:lnTo>
                    <a:pt x="424331" y="92723"/>
                  </a:lnTo>
                  <a:lnTo>
                    <a:pt x="432189" y="92578"/>
                  </a:lnTo>
                  <a:lnTo>
                    <a:pt x="440047" y="92476"/>
                  </a:lnTo>
                  <a:lnTo>
                    <a:pt x="447905" y="92326"/>
                  </a:lnTo>
                  <a:lnTo>
                    <a:pt x="455763" y="92210"/>
                  </a:lnTo>
                  <a:lnTo>
                    <a:pt x="463621" y="92090"/>
                  </a:lnTo>
                  <a:lnTo>
                    <a:pt x="471479" y="91951"/>
                  </a:lnTo>
                  <a:lnTo>
                    <a:pt x="479337" y="91802"/>
                  </a:lnTo>
                  <a:lnTo>
                    <a:pt x="487195" y="91694"/>
                  </a:lnTo>
                  <a:lnTo>
                    <a:pt x="495053" y="91565"/>
                  </a:lnTo>
                  <a:lnTo>
                    <a:pt x="502911" y="91426"/>
                  </a:lnTo>
                  <a:lnTo>
                    <a:pt x="510769" y="91290"/>
                  </a:lnTo>
                  <a:lnTo>
                    <a:pt x="518627" y="91167"/>
                  </a:lnTo>
                  <a:lnTo>
                    <a:pt x="526485" y="91037"/>
                  </a:lnTo>
                  <a:lnTo>
                    <a:pt x="534343" y="90908"/>
                  </a:lnTo>
                  <a:lnTo>
                    <a:pt x="542201" y="90788"/>
                  </a:lnTo>
                  <a:lnTo>
                    <a:pt x="550059" y="90660"/>
                  </a:lnTo>
                  <a:lnTo>
                    <a:pt x="557917" y="90531"/>
                  </a:lnTo>
                  <a:lnTo>
                    <a:pt x="565775" y="90400"/>
                  </a:lnTo>
                  <a:lnTo>
                    <a:pt x="573633" y="90268"/>
                  </a:lnTo>
                  <a:lnTo>
                    <a:pt x="581491" y="90107"/>
                  </a:lnTo>
                  <a:lnTo>
                    <a:pt x="589349" y="89941"/>
                  </a:lnTo>
                  <a:lnTo>
                    <a:pt x="597207" y="89783"/>
                  </a:lnTo>
                  <a:lnTo>
                    <a:pt x="605065" y="89605"/>
                  </a:lnTo>
                  <a:lnTo>
                    <a:pt x="612923" y="89433"/>
                  </a:lnTo>
                  <a:lnTo>
                    <a:pt x="620781" y="89261"/>
                  </a:lnTo>
                  <a:lnTo>
                    <a:pt x="628639" y="89103"/>
                  </a:lnTo>
                  <a:lnTo>
                    <a:pt x="636497" y="88977"/>
                  </a:lnTo>
                  <a:lnTo>
                    <a:pt x="644355" y="88850"/>
                  </a:lnTo>
                  <a:lnTo>
                    <a:pt x="652213" y="88722"/>
                  </a:lnTo>
                  <a:lnTo>
                    <a:pt x="660071" y="88571"/>
                  </a:lnTo>
                  <a:lnTo>
                    <a:pt x="667929" y="88341"/>
                  </a:lnTo>
                  <a:lnTo>
                    <a:pt x="675787" y="88109"/>
                  </a:lnTo>
                  <a:lnTo>
                    <a:pt x="683645" y="87874"/>
                  </a:lnTo>
                  <a:lnTo>
                    <a:pt x="691503" y="87714"/>
                  </a:lnTo>
                  <a:lnTo>
                    <a:pt x="699361" y="87533"/>
                  </a:lnTo>
                  <a:lnTo>
                    <a:pt x="707219" y="87304"/>
                  </a:lnTo>
                  <a:lnTo>
                    <a:pt x="715077" y="87073"/>
                  </a:lnTo>
                  <a:lnTo>
                    <a:pt x="722935" y="86867"/>
                  </a:lnTo>
                  <a:lnTo>
                    <a:pt x="730793" y="86671"/>
                  </a:lnTo>
                  <a:lnTo>
                    <a:pt x="738651" y="86473"/>
                  </a:lnTo>
                  <a:lnTo>
                    <a:pt x="746509" y="86274"/>
                  </a:lnTo>
                  <a:lnTo>
                    <a:pt x="754367" y="86084"/>
                  </a:lnTo>
                  <a:lnTo>
                    <a:pt x="762225" y="85892"/>
                  </a:lnTo>
                  <a:lnTo>
                    <a:pt x="770083" y="85697"/>
                  </a:lnTo>
                  <a:lnTo>
                    <a:pt x="777941" y="85470"/>
                  </a:lnTo>
                  <a:lnTo>
                    <a:pt x="785799" y="85243"/>
                  </a:lnTo>
                  <a:lnTo>
                    <a:pt x="793657" y="85031"/>
                  </a:lnTo>
                  <a:lnTo>
                    <a:pt x="801515" y="84850"/>
                  </a:lnTo>
                  <a:lnTo>
                    <a:pt x="809373" y="84672"/>
                  </a:lnTo>
                  <a:lnTo>
                    <a:pt x="817231" y="84493"/>
                  </a:lnTo>
                  <a:lnTo>
                    <a:pt x="825089" y="84255"/>
                  </a:lnTo>
                  <a:lnTo>
                    <a:pt x="832947" y="83962"/>
                  </a:lnTo>
                  <a:lnTo>
                    <a:pt x="840805" y="83748"/>
                  </a:lnTo>
                  <a:lnTo>
                    <a:pt x="848663" y="83564"/>
                  </a:lnTo>
                  <a:lnTo>
                    <a:pt x="856521" y="83379"/>
                  </a:lnTo>
                  <a:lnTo>
                    <a:pt x="864379" y="83192"/>
                  </a:lnTo>
                  <a:lnTo>
                    <a:pt x="872237" y="83004"/>
                  </a:lnTo>
                  <a:lnTo>
                    <a:pt x="880095" y="82796"/>
                  </a:lnTo>
                  <a:lnTo>
                    <a:pt x="887953" y="82575"/>
                  </a:lnTo>
                  <a:lnTo>
                    <a:pt x="895811" y="82353"/>
                  </a:lnTo>
                  <a:lnTo>
                    <a:pt x="903669" y="82130"/>
                  </a:lnTo>
                  <a:lnTo>
                    <a:pt x="911527" y="81904"/>
                  </a:lnTo>
                  <a:lnTo>
                    <a:pt x="919385" y="81712"/>
                  </a:lnTo>
                  <a:lnTo>
                    <a:pt x="927243" y="81444"/>
                  </a:lnTo>
                  <a:lnTo>
                    <a:pt x="935101" y="81209"/>
                  </a:lnTo>
                  <a:lnTo>
                    <a:pt x="942959" y="80972"/>
                  </a:lnTo>
                  <a:lnTo>
                    <a:pt x="950817" y="80733"/>
                  </a:lnTo>
                  <a:lnTo>
                    <a:pt x="958675" y="80477"/>
                  </a:lnTo>
                  <a:lnTo>
                    <a:pt x="966533" y="80155"/>
                  </a:lnTo>
                  <a:lnTo>
                    <a:pt x="974391" y="79824"/>
                  </a:lnTo>
                  <a:lnTo>
                    <a:pt x="982249" y="79488"/>
                  </a:lnTo>
                  <a:lnTo>
                    <a:pt x="990107" y="79149"/>
                  </a:lnTo>
                  <a:lnTo>
                    <a:pt x="997965" y="78807"/>
                  </a:lnTo>
                  <a:lnTo>
                    <a:pt x="1005823" y="78500"/>
                  </a:lnTo>
                  <a:lnTo>
                    <a:pt x="1013681" y="78223"/>
                  </a:lnTo>
                  <a:lnTo>
                    <a:pt x="1021539" y="77944"/>
                  </a:lnTo>
                  <a:lnTo>
                    <a:pt x="1029397" y="77662"/>
                  </a:lnTo>
                  <a:lnTo>
                    <a:pt x="1037254" y="77379"/>
                  </a:lnTo>
                  <a:lnTo>
                    <a:pt x="1045112" y="77048"/>
                  </a:lnTo>
                  <a:lnTo>
                    <a:pt x="1052970" y="76656"/>
                  </a:lnTo>
                  <a:lnTo>
                    <a:pt x="1060828" y="76259"/>
                  </a:lnTo>
                  <a:lnTo>
                    <a:pt x="1068686" y="75856"/>
                  </a:lnTo>
                  <a:lnTo>
                    <a:pt x="1076544" y="75447"/>
                  </a:lnTo>
                  <a:lnTo>
                    <a:pt x="1084402" y="75032"/>
                  </a:lnTo>
                  <a:lnTo>
                    <a:pt x="1092260" y="74611"/>
                  </a:lnTo>
                  <a:lnTo>
                    <a:pt x="1100118" y="74228"/>
                  </a:lnTo>
                  <a:lnTo>
                    <a:pt x="1107976" y="73853"/>
                  </a:lnTo>
                  <a:lnTo>
                    <a:pt x="1115834" y="73474"/>
                  </a:lnTo>
                  <a:lnTo>
                    <a:pt x="1123692" y="73091"/>
                  </a:lnTo>
                  <a:lnTo>
                    <a:pt x="1131550" y="72706"/>
                  </a:lnTo>
                  <a:lnTo>
                    <a:pt x="1139408" y="72316"/>
                  </a:lnTo>
                  <a:lnTo>
                    <a:pt x="1147266" y="71922"/>
                  </a:lnTo>
                  <a:lnTo>
                    <a:pt x="1155124" y="71574"/>
                  </a:lnTo>
                  <a:lnTo>
                    <a:pt x="1162982" y="71232"/>
                  </a:lnTo>
                  <a:lnTo>
                    <a:pt x="1170840" y="70887"/>
                  </a:lnTo>
                  <a:lnTo>
                    <a:pt x="1178698" y="70541"/>
                  </a:lnTo>
                  <a:lnTo>
                    <a:pt x="1186556" y="70191"/>
                  </a:lnTo>
                  <a:lnTo>
                    <a:pt x="1194414" y="69838"/>
                  </a:lnTo>
                  <a:lnTo>
                    <a:pt x="1202272" y="69481"/>
                  </a:lnTo>
                  <a:lnTo>
                    <a:pt x="1210130" y="69121"/>
                  </a:lnTo>
                  <a:lnTo>
                    <a:pt x="1217988" y="68758"/>
                  </a:lnTo>
                  <a:lnTo>
                    <a:pt x="1225846" y="68391"/>
                  </a:lnTo>
                  <a:lnTo>
                    <a:pt x="1233704" y="68020"/>
                  </a:lnTo>
                  <a:lnTo>
                    <a:pt x="1241562" y="67651"/>
                  </a:lnTo>
                  <a:lnTo>
                    <a:pt x="1249420" y="67295"/>
                  </a:lnTo>
                  <a:lnTo>
                    <a:pt x="1257278" y="66937"/>
                  </a:lnTo>
                  <a:lnTo>
                    <a:pt x="1265136" y="66575"/>
                  </a:lnTo>
                  <a:lnTo>
                    <a:pt x="1272994" y="66210"/>
                  </a:lnTo>
                  <a:lnTo>
                    <a:pt x="1280852" y="65842"/>
                  </a:lnTo>
                  <a:lnTo>
                    <a:pt x="1288710" y="65471"/>
                  </a:lnTo>
                  <a:lnTo>
                    <a:pt x="1296568" y="65097"/>
                  </a:lnTo>
                  <a:lnTo>
                    <a:pt x="1304426" y="64719"/>
                  </a:lnTo>
                  <a:lnTo>
                    <a:pt x="1312284" y="64339"/>
                  </a:lnTo>
                  <a:lnTo>
                    <a:pt x="1320142" y="63924"/>
                  </a:lnTo>
                  <a:lnTo>
                    <a:pt x="1328000" y="63466"/>
                  </a:lnTo>
                  <a:lnTo>
                    <a:pt x="1335858" y="63004"/>
                  </a:lnTo>
                  <a:lnTo>
                    <a:pt x="1343716" y="62537"/>
                  </a:lnTo>
                  <a:lnTo>
                    <a:pt x="1351574" y="62066"/>
                  </a:lnTo>
                  <a:lnTo>
                    <a:pt x="1359432" y="61623"/>
                  </a:lnTo>
                  <a:lnTo>
                    <a:pt x="1367290" y="61211"/>
                  </a:lnTo>
                  <a:lnTo>
                    <a:pt x="1375148" y="60795"/>
                  </a:lnTo>
                  <a:lnTo>
                    <a:pt x="1383006" y="60375"/>
                  </a:lnTo>
                  <a:lnTo>
                    <a:pt x="1390864" y="59952"/>
                  </a:lnTo>
                  <a:lnTo>
                    <a:pt x="1398722" y="59485"/>
                  </a:lnTo>
                  <a:lnTo>
                    <a:pt x="1406580" y="58964"/>
                  </a:lnTo>
                  <a:lnTo>
                    <a:pt x="1414438" y="58436"/>
                  </a:lnTo>
                  <a:lnTo>
                    <a:pt x="1422296" y="57958"/>
                  </a:lnTo>
                  <a:lnTo>
                    <a:pt x="1430154" y="57485"/>
                  </a:lnTo>
                  <a:lnTo>
                    <a:pt x="1438012" y="57008"/>
                  </a:lnTo>
                  <a:lnTo>
                    <a:pt x="1445870" y="56528"/>
                  </a:lnTo>
                  <a:lnTo>
                    <a:pt x="1453728" y="56044"/>
                  </a:lnTo>
                  <a:lnTo>
                    <a:pt x="1461586" y="55539"/>
                  </a:lnTo>
                  <a:lnTo>
                    <a:pt x="1469444" y="54976"/>
                  </a:lnTo>
                  <a:lnTo>
                    <a:pt x="1477302" y="54429"/>
                  </a:lnTo>
                  <a:lnTo>
                    <a:pt x="1485160" y="53928"/>
                  </a:lnTo>
                  <a:lnTo>
                    <a:pt x="1493018" y="53379"/>
                  </a:lnTo>
                  <a:lnTo>
                    <a:pt x="1500876" y="52806"/>
                  </a:lnTo>
                  <a:lnTo>
                    <a:pt x="1508734" y="52225"/>
                  </a:lnTo>
                  <a:lnTo>
                    <a:pt x="1516592" y="51637"/>
                  </a:lnTo>
                  <a:lnTo>
                    <a:pt x="1524450" y="51097"/>
                  </a:lnTo>
                  <a:lnTo>
                    <a:pt x="1532308" y="50531"/>
                  </a:lnTo>
                  <a:lnTo>
                    <a:pt x="1540166" y="49898"/>
                  </a:lnTo>
                  <a:lnTo>
                    <a:pt x="1548024" y="49258"/>
                  </a:lnTo>
                  <a:lnTo>
                    <a:pt x="1555882" y="48615"/>
                  </a:lnTo>
                  <a:lnTo>
                    <a:pt x="1563740" y="48028"/>
                  </a:lnTo>
                  <a:lnTo>
                    <a:pt x="1571598" y="47474"/>
                  </a:lnTo>
                  <a:lnTo>
                    <a:pt x="1579456" y="46916"/>
                  </a:lnTo>
                  <a:lnTo>
                    <a:pt x="1587314" y="46355"/>
                  </a:lnTo>
                  <a:lnTo>
                    <a:pt x="1595172" y="45790"/>
                  </a:lnTo>
                  <a:lnTo>
                    <a:pt x="1603030" y="45220"/>
                  </a:lnTo>
                  <a:lnTo>
                    <a:pt x="1610888" y="44681"/>
                  </a:lnTo>
                  <a:lnTo>
                    <a:pt x="1618746" y="44154"/>
                  </a:lnTo>
                  <a:lnTo>
                    <a:pt x="1626604" y="43623"/>
                  </a:lnTo>
                  <a:lnTo>
                    <a:pt x="1634462" y="42955"/>
                  </a:lnTo>
                  <a:lnTo>
                    <a:pt x="1642320" y="42284"/>
                  </a:lnTo>
                  <a:lnTo>
                    <a:pt x="1650178" y="41678"/>
                  </a:lnTo>
                  <a:lnTo>
                    <a:pt x="1658036" y="41067"/>
                  </a:lnTo>
                  <a:lnTo>
                    <a:pt x="1665894" y="40451"/>
                  </a:lnTo>
                  <a:lnTo>
                    <a:pt x="1673752" y="39829"/>
                  </a:lnTo>
                  <a:lnTo>
                    <a:pt x="1681610" y="39202"/>
                  </a:lnTo>
                  <a:lnTo>
                    <a:pt x="1689468" y="38556"/>
                  </a:lnTo>
                  <a:lnTo>
                    <a:pt x="1697326" y="37849"/>
                  </a:lnTo>
                  <a:lnTo>
                    <a:pt x="1705184" y="37136"/>
                  </a:lnTo>
                  <a:lnTo>
                    <a:pt x="1713042" y="36417"/>
                  </a:lnTo>
                  <a:lnTo>
                    <a:pt x="1720900" y="35692"/>
                  </a:lnTo>
                  <a:lnTo>
                    <a:pt x="1728758" y="34961"/>
                  </a:lnTo>
                  <a:lnTo>
                    <a:pt x="1736616" y="34224"/>
                  </a:lnTo>
                  <a:lnTo>
                    <a:pt x="1744474" y="33481"/>
                  </a:lnTo>
                  <a:lnTo>
                    <a:pt x="1752332" y="32730"/>
                  </a:lnTo>
                  <a:lnTo>
                    <a:pt x="1760190" y="31972"/>
                  </a:lnTo>
                  <a:lnTo>
                    <a:pt x="1768048" y="31207"/>
                  </a:lnTo>
                  <a:lnTo>
                    <a:pt x="1775906" y="30435"/>
                  </a:lnTo>
                  <a:lnTo>
                    <a:pt x="1783764" y="29656"/>
                  </a:lnTo>
                  <a:lnTo>
                    <a:pt x="1791622" y="28869"/>
                  </a:lnTo>
                  <a:lnTo>
                    <a:pt x="1799480" y="28076"/>
                  </a:lnTo>
                  <a:lnTo>
                    <a:pt x="1807338" y="27275"/>
                  </a:lnTo>
                  <a:lnTo>
                    <a:pt x="1815196" y="26466"/>
                  </a:lnTo>
                  <a:lnTo>
                    <a:pt x="1823054" y="25651"/>
                  </a:lnTo>
                  <a:lnTo>
                    <a:pt x="1830912" y="24827"/>
                  </a:lnTo>
                  <a:lnTo>
                    <a:pt x="1838770" y="24022"/>
                  </a:lnTo>
                  <a:lnTo>
                    <a:pt x="1846628" y="23259"/>
                  </a:lnTo>
                  <a:lnTo>
                    <a:pt x="1854486" y="22491"/>
                  </a:lnTo>
                  <a:lnTo>
                    <a:pt x="1862344" y="21716"/>
                  </a:lnTo>
                  <a:lnTo>
                    <a:pt x="1870202" y="20934"/>
                  </a:lnTo>
                  <a:lnTo>
                    <a:pt x="1878060" y="20147"/>
                  </a:lnTo>
                  <a:lnTo>
                    <a:pt x="1885918" y="19353"/>
                  </a:lnTo>
                  <a:lnTo>
                    <a:pt x="1893776" y="18530"/>
                  </a:lnTo>
                  <a:lnTo>
                    <a:pt x="1901634" y="17560"/>
                  </a:lnTo>
                  <a:lnTo>
                    <a:pt x="1909492" y="16581"/>
                  </a:lnTo>
                  <a:lnTo>
                    <a:pt x="1917350" y="15592"/>
                  </a:lnTo>
                  <a:lnTo>
                    <a:pt x="1925208" y="14593"/>
                  </a:lnTo>
                  <a:lnTo>
                    <a:pt x="1933066" y="13584"/>
                  </a:lnTo>
                  <a:lnTo>
                    <a:pt x="1940924" y="12565"/>
                  </a:lnTo>
                  <a:lnTo>
                    <a:pt x="1948782" y="11535"/>
                  </a:lnTo>
                  <a:lnTo>
                    <a:pt x="1956640" y="10554"/>
                  </a:lnTo>
                  <a:lnTo>
                    <a:pt x="1964498" y="9590"/>
                  </a:lnTo>
                  <a:lnTo>
                    <a:pt x="1972356" y="8618"/>
                  </a:lnTo>
                  <a:lnTo>
                    <a:pt x="1980214" y="7637"/>
                  </a:lnTo>
                  <a:lnTo>
                    <a:pt x="1988072" y="6647"/>
                  </a:lnTo>
                  <a:lnTo>
                    <a:pt x="1995930" y="5648"/>
                  </a:lnTo>
                  <a:lnTo>
                    <a:pt x="2003788" y="4610"/>
                  </a:lnTo>
                  <a:lnTo>
                    <a:pt x="2011646" y="3472"/>
                  </a:lnTo>
                  <a:lnTo>
                    <a:pt x="2019504" y="2323"/>
                  </a:lnTo>
                  <a:lnTo>
                    <a:pt x="2027362" y="1167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186414" y="3917783"/>
              <a:ext cx="2035220" cy="5411"/>
            </a:xfrm>
            <a:custGeom>
              <a:avLst/>
              <a:pathLst>
                <a:path w="2035220" h="5411">
                  <a:moveTo>
                    <a:pt x="2035220" y="5411"/>
                  </a:moveTo>
                  <a:lnTo>
                    <a:pt x="2027362" y="5401"/>
                  </a:lnTo>
                  <a:lnTo>
                    <a:pt x="2019504" y="5392"/>
                  </a:lnTo>
                  <a:lnTo>
                    <a:pt x="2011646" y="5382"/>
                  </a:lnTo>
                  <a:lnTo>
                    <a:pt x="2003788" y="5373"/>
                  </a:lnTo>
                  <a:lnTo>
                    <a:pt x="1995930" y="5363"/>
                  </a:lnTo>
                  <a:lnTo>
                    <a:pt x="1988072" y="5353"/>
                  </a:lnTo>
                  <a:lnTo>
                    <a:pt x="1980214" y="5343"/>
                  </a:lnTo>
                  <a:lnTo>
                    <a:pt x="1972356" y="5333"/>
                  </a:lnTo>
                  <a:lnTo>
                    <a:pt x="1964498" y="5323"/>
                  </a:lnTo>
                  <a:lnTo>
                    <a:pt x="1956640" y="5313"/>
                  </a:lnTo>
                  <a:lnTo>
                    <a:pt x="1948782" y="5305"/>
                  </a:lnTo>
                  <a:lnTo>
                    <a:pt x="1940924" y="5294"/>
                  </a:lnTo>
                  <a:lnTo>
                    <a:pt x="1933066" y="5282"/>
                  </a:lnTo>
                  <a:lnTo>
                    <a:pt x="1925208" y="5272"/>
                  </a:lnTo>
                  <a:lnTo>
                    <a:pt x="1917350" y="5262"/>
                  </a:lnTo>
                  <a:lnTo>
                    <a:pt x="1909492" y="5251"/>
                  </a:lnTo>
                  <a:lnTo>
                    <a:pt x="1901634" y="5240"/>
                  </a:lnTo>
                  <a:lnTo>
                    <a:pt x="1893776" y="5230"/>
                  </a:lnTo>
                  <a:lnTo>
                    <a:pt x="1885918" y="5219"/>
                  </a:lnTo>
                  <a:lnTo>
                    <a:pt x="1878060" y="5208"/>
                  </a:lnTo>
                  <a:lnTo>
                    <a:pt x="1870202" y="5197"/>
                  </a:lnTo>
                  <a:lnTo>
                    <a:pt x="1862344" y="5185"/>
                  </a:lnTo>
                  <a:lnTo>
                    <a:pt x="1854486" y="5174"/>
                  </a:lnTo>
                  <a:lnTo>
                    <a:pt x="1846628" y="5163"/>
                  </a:lnTo>
                  <a:lnTo>
                    <a:pt x="1838770" y="5151"/>
                  </a:lnTo>
                  <a:lnTo>
                    <a:pt x="1830912" y="5140"/>
                  </a:lnTo>
                  <a:lnTo>
                    <a:pt x="1823054" y="5128"/>
                  </a:lnTo>
                  <a:lnTo>
                    <a:pt x="1815196" y="5116"/>
                  </a:lnTo>
                  <a:lnTo>
                    <a:pt x="1807338" y="5104"/>
                  </a:lnTo>
                  <a:lnTo>
                    <a:pt x="1799480" y="5092"/>
                  </a:lnTo>
                  <a:lnTo>
                    <a:pt x="1791622" y="5080"/>
                  </a:lnTo>
                  <a:lnTo>
                    <a:pt x="1783764" y="5067"/>
                  </a:lnTo>
                  <a:lnTo>
                    <a:pt x="1775906" y="5055"/>
                  </a:lnTo>
                  <a:lnTo>
                    <a:pt x="1768048" y="5042"/>
                  </a:lnTo>
                  <a:lnTo>
                    <a:pt x="1760190" y="5029"/>
                  </a:lnTo>
                  <a:lnTo>
                    <a:pt x="1752332" y="5016"/>
                  </a:lnTo>
                  <a:lnTo>
                    <a:pt x="1744474" y="5003"/>
                  </a:lnTo>
                  <a:lnTo>
                    <a:pt x="1736616" y="4990"/>
                  </a:lnTo>
                  <a:lnTo>
                    <a:pt x="1728758" y="4981"/>
                  </a:lnTo>
                  <a:lnTo>
                    <a:pt x="1720900" y="4972"/>
                  </a:lnTo>
                  <a:lnTo>
                    <a:pt x="1713042" y="4964"/>
                  </a:lnTo>
                  <a:lnTo>
                    <a:pt x="1705184" y="4953"/>
                  </a:lnTo>
                  <a:lnTo>
                    <a:pt x="1697326" y="4937"/>
                  </a:lnTo>
                  <a:lnTo>
                    <a:pt x="1689468" y="4921"/>
                  </a:lnTo>
                  <a:lnTo>
                    <a:pt x="1681610" y="4904"/>
                  </a:lnTo>
                  <a:lnTo>
                    <a:pt x="1673752" y="4887"/>
                  </a:lnTo>
                  <a:lnTo>
                    <a:pt x="1665894" y="4870"/>
                  </a:lnTo>
                  <a:lnTo>
                    <a:pt x="1658036" y="4852"/>
                  </a:lnTo>
                  <a:lnTo>
                    <a:pt x="1650178" y="4838"/>
                  </a:lnTo>
                  <a:lnTo>
                    <a:pt x="1642320" y="4822"/>
                  </a:lnTo>
                  <a:lnTo>
                    <a:pt x="1634462" y="4805"/>
                  </a:lnTo>
                  <a:lnTo>
                    <a:pt x="1626604" y="4788"/>
                  </a:lnTo>
                  <a:lnTo>
                    <a:pt x="1618746" y="4771"/>
                  </a:lnTo>
                  <a:lnTo>
                    <a:pt x="1610888" y="4754"/>
                  </a:lnTo>
                  <a:lnTo>
                    <a:pt x="1603030" y="4734"/>
                  </a:lnTo>
                  <a:lnTo>
                    <a:pt x="1595172" y="4713"/>
                  </a:lnTo>
                  <a:lnTo>
                    <a:pt x="1587314" y="4693"/>
                  </a:lnTo>
                  <a:lnTo>
                    <a:pt x="1579456" y="4672"/>
                  </a:lnTo>
                  <a:lnTo>
                    <a:pt x="1571598" y="4651"/>
                  </a:lnTo>
                  <a:lnTo>
                    <a:pt x="1563740" y="4631"/>
                  </a:lnTo>
                  <a:lnTo>
                    <a:pt x="1555882" y="4612"/>
                  </a:lnTo>
                  <a:lnTo>
                    <a:pt x="1548024" y="4590"/>
                  </a:lnTo>
                  <a:lnTo>
                    <a:pt x="1540166" y="4567"/>
                  </a:lnTo>
                  <a:lnTo>
                    <a:pt x="1532308" y="4543"/>
                  </a:lnTo>
                  <a:lnTo>
                    <a:pt x="1524450" y="4521"/>
                  </a:lnTo>
                  <a:lnTo>
                    <a:pt x="1516592" y="4499"/>
                  </a:lnTo>
                  <a:lnTo>
                    <a:pt x="1508734" y="4482"/>
                  </a:lnTo>
                  <a:lnTo>
                    <a:pt x="1500876" y="4468"/>
                  </a:lnTo>
                  <a:lnTo>
                    <a:pt x="1493018" y="4453"/>
                  </a:lnTo>
                  <a:lnTo>
                    <a:pt x="1485160" y="4433"/>
                  </a:lnTo>
                  <a:lnTo>
                    <a:pt x="1477302" y="4413"/>
                  </a:lnTo>
                  <a:lnTo>
                    <a:pt x="1469444" y="4395"/>
                  </a:lnTo>
                  <a:lnTo>
                    <a:pt x="1461586" y="4379"/>
                  </a:lnTo>
                  <a:lnTo>
                    <a:pt x="1453728" y="4364"/>
                  </a:lnTo>
                  <a:lnTo>
                    <a:pt x="1445870" y="4349"/>
                  </a:lnTo>
                  <a:lnTo>
                    <a:pt x="1438012" y="4333"/>
                  </a:lnTo>
                  <a:lnTo>
                    <a:pt x="1430154" y="4317"/>
                  </a:lnTo>
                  <a:lnTo>
                    <a:pt x="1422296" y="4301"/>
                  </a:lnTo>
                  <a:lnTo>
                    <a:pt x="1414438" y="4283"/>
                  </a:lnTo>
                  <a:lnTo>
                    <a:pt x="1406580" y="4262"/>
                  </a:lnTo>
                  <a:lnTo>
                    <a:pt x="1398722" y="4241"/>
                  </a:lnTo>
                  <a:lnTo>
                    <a:pt x="1390864" y="4219"/>
                  </a:lnTo>
                  <a:lnTo>
                    <a:pt x="1383006" y="4201"/>
                  </a:lnTo>
                  <a:lnTo>
                    <a:pt x="1375148" y="4185"/>
                  </a:lnTo>
                  <a:lnTo>
                    <a:pt x="1367290" y="4169"/>
                  </a:lnTo>
                  <a:lnTo>
                    <a:pt x="1359432" y="4152"/>
                  </a:lnTo>
                  <a:lnTo>
                    <a:pt x="1351574" y="4131"/>
                  </a:lnTo>
                  <a:lnTo>
                    <a:pt x="1343716" y="4111"/>
                  </a:lnTo>
                  <a:lnTo>
                    <a:pt x="1335858" y="4090"/>
                  </a:lnTo>
                  <a:lnTo>
                    <a:pt x="1328000" y="4069"/>
                  </a:lnTo>
                  <a:lnTo>
                    <a:pt x="1320142" y="4048"/>
                  </a:lnTo>
                  <a:lnTo>
                    <a:pt x="1312284" y="4027"/>
                  </a:lnTo>
                  <a:lnTo>
                    <a:pt x="1304426" y="4005"/>
                  </a:lnTo>
                  <a:lnTo>
                    <a:pt x="1296568" y="3984"/>
                  </a:lnTo>
                  <a:lnTo>
                    <a:pt x="1288710" y="3962"/>
                  </a:lnTo>
                  <a:lnTo>
                    <a:pt x="1280852" y="3941"/>
                  </a:lnTo>
                  <a:lnTo>
                    <a:pt x="1272994" y="3919"/>
                  </a:lnTo>
                  <a:lnTo>
                    <a:pt x="1265136" y="3897"/>
                  </a:lnTo>
                  <a:lnTo>
                    <a:pt x="1257278" y="3875"/>
                  </a:lnTo>
                  <a:lnTo>
                    <a:pt x="1249420" y="3853"/>
                  </a:lnTo>
                  <a:lnTo>
                    <a:pt x="1241562" y="3830"/>
                  </a:lnTo>
                  <a:lnTo>
                    <a:pt x="1233704" y="3808"/>
                  </a:lnTo>
                  <a:lnTo>
                    <a:pt x="1225846" y="3785"/>
                  </a:lnTo>
                  <a:lnTo>
                    <a:pt x="1217988" y="3762"/>
                  </a:lnTo>
                  <a:lnTo>
                    <a:pt x="1210130" y="3739"/>
                  </a:lnTo>
                  <a:lnTo>
                    <a:pt x="1202272" y="3718"/>
                  </a:lnTo>
                  <a:lnTo>
                    <a:pt x="1194414" y="3700"/>
                  </a:lnTo>
                  <a:lnTo>
                    <a:pt x="1186556" y="3682"/>
                  </a:lnTo>
                  <a:lnTo>
                    <a:pt x="1178698" y="3663"/>
                  </a:lnTo>
                  <a:lnTo>
                    <a:pt x="1170840" y="3645"/>
                  </a:lnTo>
                  <a:lnTo>
                    <a:pt x="1162982" y="3620"/>
                  </a:lnTo>
                  <a:lnTo>
                    <a:pt x="1155124" y="3593"/>
                  </a:lnTo>
                  <a:lnTo>
                    <a:pt x="1147266" y="3567"/>
                  </a:lnTo>
                  <a:lnTo>
                    <a:pt x="1139408" y="3540"/>
                  </a:lnTo>
                  <a:lnTo>
                    <a:pt x="1131550" y="3515"/>
                  </a:lnTo>
                  <a:lnTo>
                    <a:pt x="1123692" y="3489"/>
                  </a:lnTo>
                  <a:lnTo>
                    <a:pt x="1115834" y="3466"/>
                  </a:lnTo>
                  <a:lnTo>
                    <a:pt x="1107976" y="3438"/>
                  </a:lnTo>
                  <a:lnTo>
                    <a:pt x="1100118" y="3419"/>
                  </a:lnTo>
                  <a:lnTo>
                    <a:pt x="1092260" y="3401"/>
                  </a:lnTo>
                  <a:lnTo>
                    <a:pt x="1084402" y="3382"/>
                  </a:lnTo>
                  <a:lnTo>
                    <a:pt x="1076544" y="3364"/>
                  </a:lnTo>
                  <a:lnTo>
                    <a:pt x="1068686" y="3345"/>
                  </a:lnTo>
                  <a:lnTo>
                    <a:pt x="1060828" y="3326"/>
                  </a:lnTo>
                  <a:lnTo>
                    <a:pt x="1052970" y="3295"/>
                  </a:lnTo>
                  <a:lnTo>
                    <a:pt x="1045112" y="3264"/>
                  </a:lnTo>
                  <a:lnTo>
                    <a:pt x="1037254" y="3239"/>
                  </a:lnTo>
                  <a:lnTo>
                    <a:pt x="1029397" y="3217"/>
                  </a:lnTo>
                  <a:lnTo>
                    <a:pt x="1021539" y="3191"/>
                  </a:lnTo>
                  <a:lnTo>
                    <a:pt x="1013681" y="3163"/>
                  </a:lnTo>
                  <a:lnTo>
                    <a:pt x="1005823" y="3134"/>
                  </a:lnTo>
                  <a:lnTo>
                    <a:pt x="997965" y="3104"/>
                  </a:lnTo>
                  <a:lnTo>
                    <a:pt x="990107" y="3075"/>
                  </a:lnTo>
                  <a:lnTo>
                    <a:pt x="982249" y="3045"/>
                  </a:lnTo>
                  <a:lnTo>
                    <a:pt x="974391" y="3025"/>
                  </a:lnTo>
                  <a:lnTo>
                    <a:pt x="966533" y="3016"/>
                  </a:lnTo>
                  <a:lnTo>
                    <a:pt x="958675" y="2994"/>
                  </a:lnTo>
                  <a:lnTo>
                    <a:pt x="950817" y="2967"/>
                  </a:lnTo>
                  <a:lnTo>
                    <a:pt x="942959" y="2931"/>
                  </a:lnTo>
                  <a:lnTo>
                    <a:pt x="935101" y="2893"/>
                  </a:lnTo>
                  <a:lnTo>
                    <a:pt x="927243" y="2856"/>
                  </a:lnTo>
                  <a:lnTo>
                    <a:pt x="919385" y="2819"/>
                  </a:lnTo>
                  <a:lnTo>
                    <a:pt x="911527" y="2791"/>
                  </a:lnTo>
                  <a:lnTo>
                    <a:pt x="903669" y="2771"/>
                  </a:lnTo>
                  <a:lnTo>
                    <a:pt x="895811" y="2743"/>
                  </a:lnTo>
                  <a:lnTo>
                    <a:pt x="887953" y="2707"/>
                  </a:lnTo>
                  <a:lnTo>
                    <a:pt x="880095" y="2671"/>
                  </a:lnTo>
                  <a:lnTo>
                    <a:pt x="872237" y="2644"/>
                  </a:lnTo>
                  <a:lnTo>
                    <a:pt x="864379" y="2627"/>
                  </a:lnTo>
                  <a:lnTo>
                    <a:pt x="856521" y="2609"/>
                  </a:lnTo>
                  <a:lnTo>
                    <a:pt x="848663" y="2580"/>
                  </a:lnTo>
                  <a:lnTo>
                    <a:pt x="840805" y="2546"/>
                  </a:lnTo>
                  <a:lnTo>
                    <a:pt x="832947" y="2511"/>
                  </a:lnTo>
                  <a:lnTo>
                    <a:pt x="825089" y="2476"/>
                  </a:lnTo>
                  <a:lnTo>
                    <a:pt x="817231" y="2441"/>
                  </a:lnTo>
                  <a:lnTo>
                    <a:pt x="809373" y="2405"/>
                  </a:lnTo>
                  <a:lnTo>
                    <a:pt x="801515" y="2370"/>
                  </a:lnTo>
                  <a:lnTo>
                    <a:pt x="793657" y="2334"/>
                  </a:lnTo>
                  <a:lnTo>
                    <a:pt x="785799" y="2298"/>
                  </a:lnTo>
                  <a:lnTo>
                    <a:pt x="777941" y="2259"/>
                  </a:lnTo>
                  <a:lnTo>
                    <a:pt x="770083" y="2226"/>
                  </a:lnTo>
                  <a:lnTo>
                    <a:pt x="762225" y="2189"/>
                  </a:lnTo>
                  <a:lnTo>
                    <a:pt x="754367" y="2152"/>
                  </a:lnTo>
                  <a:lnTo>
                    <a:pt x="746509" y="2116"/>
                  </a:lnTo>
                  <a:lnTo>
                    <a:pt x="738651" y="2079"/>
                  </a:lnTo>
                  <a:lnTo>
                    <a:pt x="730793" y="2041"/>
                  </a:lnTo>
                  <a:lnTo>
                    <a:pt x="722935" y="2004"/>
                  </a:lnTo>
                  <a:lnTo>
                    <a:pt x="715077" y="1966"/>
                  </a:lnTo>
                  <a:lnTo>
                    <a:pt x="707219" y="1931"/>
                  </a:lnTo>
                  <a:lnTo>
                    <a:pt x="699361" y="1904"/>
                  </a:lnTo>
                  <a:lnTo>
                    <a:pt x="691503" y="1851"/>
                  </a:lnTo>
                  <a:lnTo>
                    <a:pt x="683645" y="1812"/>
                  </a:lnTo>
                  <a:lnTo>
                    <a:pt x="675787" y="1770"/>
                  </a:lnTo>
                  <a:lnTo>
                    <a:pt x="667929" y="1735"/>
                  </a:lnTo>
                  <a:lnTo>
                    <a:pt x="660071" y="1696"/>
                  </a:lnTo>
                  <a:lnTo>
                    <a:pt x="652213" y="1661"/>
                  </a:lnTo>
                  <a:lnTo>
                    <a:pt x="644355" y="1635"/>
                  </a:lnTo>
                  <a:lnTo>
                    <a:pt x="636497" y="1609"/>
                  </a:lnTo>
                  <a:lnTo>
                    <a:pt x="628639" y="1582"/>
                  </a:lnTo>
                  <a:lnTo>
                    <a:pt x="620781" y="1556"/>
                  </a:lnTo>
                  <a:lnTo>
                    <a:pt x="612923" y="1530"/>
                  </a:lnTo>
                  <a:lnTo>
                    <a:pt x="605065" y="1503"/>
                  </a:lnTo>
                  <a:lnTo>
                    <a:pt x="597207" y="1476"/>
                  </a:lnTo>
                  <a:lnTo>
                    <a:pt x="589349" y="1449"/>
                  </a:lnTo>
                  <a:lnTo>
                    <a:pt x="581491" y="1418"/>
                  </a:lnTo>
                  <a:lnTo>
                    <a:pt x="573633" y="1376"/>
                  </a:lnTo>
                  <a:lnTo>
                    <a:pt x="565775" y="1350"/>
                  </a:lnTo>
                  <a:lnTo>
                    <a:pt x="557917" y="1303"/>
                  </a:lnTo>
                  <a:lnTo>
                    <a:pt x="550059" y="1269"/>
                  </a:lnTo>
                  <a:lnTo>
                    <a:pt x="542201" y="1249"/>
                  </a:lnTo>
                  <a:lnTo>
                    <a:pt x="534343" y="1205"/>
                  </a:lnTo>
                  <a:lnTo>
                    <a:pt x="526485" y="1183"/>
                  </a:lnTo>
                  <a:lnTo>
                    <a:pt x="518627" y="1153"/>
                  </a:lnTo>
                  <a:lnTo>
                    <a:pt x="510769" y="1099"/>
                  </a:lnTo>
                  <a:lnTo>
                    <a:pt x="502911" y="1040"/>
                  </a:lnTo>
                  <a:lnTo>
                    <a:pt x="495053" y="1012"/>
                  </a:lnTo>
                  <a:lnTo>
                    <a:pt x="487195" y="971"/>
                  </a:lnTo>
                  <a:lnTo>
                    <a:pt x="479337" y="941"/>
                  </a:lnTo>
                  <a:lnTo>
                    <a:pt x="471479" y="901"/>
                  </a:lnTo>
                  <a:lnTo>
                    <a:pt x="463621" y="854"/>
                  </a:lnTo>
                  <a:lnTo>
                    <a:pt x="455763" y="811"/>
                  </a:lnTo>
                  <a:lnTo>
                    <a:pt x="447905" y="766"/>
                  </a:lnTo>
                  <a:lnTo>
                    <a:pt x="440047" y="733"/>
                  </a:lnTo>
                  <a:lnTo>
                    <a:pt x="432189" y="708"/>
                  </a:lnTo>
                  <a:lnTo>
                    <a:pt x="424331" y="683"/>
                  </a:lnTo>
                  <a:lnTo>
                    <a:pt x="416473" y="659"/>
                  </a:lnTo>
                  <a:lnTo>
                    <a:pt x="408615" y="641"/>
                  </a:lnTo>
                  <a:lnTo>
                    <a:pt x="400757" y="672"/>
                  </a:lnTo>
                  <a:lnTo>
                    <a:pt x="392899" y="620"/>
                  </a:lnTo>
                  <a:lnTo>
                    <a:pt x="385041" y="557"/>
                  </a:lnTo>
                  <a:lnTo>
                    <a:pt x="377183" y="519"/>
                  </a:lnTo>
                  <a:lnTo>
                    <a:pt x="369325" y="497"/>
                  </a:lnTo>
                  <a:lnTo>
                    <a:pt x="361467" y="464"/>
                  </a:lnTo>
                  <a:lnTo>
                    <a:pt x="353609" y="444"/>
                  </a:lnTo>
                  <a:lnTo>
                    <a:pt x="345751" y="421"/>
                  </a:lnTo>
                  <a:lnTo>
                    <a:pt x="337893" y="391"/>
                  </a:lnTo>
                  <a:lnTo>
                    <a:pt x="330035" y="356"/>
                  </a:lnTo>
                  <a:lnTo>
                    <a:pt x="322177" y="352"/>
                  </a:lnTo>
                  <a:lnTo>
                    <a:pt x="314319" y="326"/>
                  </a:lnTo>
                  <a:lnTo>
                    <a:pt x="306461" y="300"/>
                  </a:lnTo>
                  <a:lnTo>
                    <a:pt x="298603" y="293"/>
                  </a:lnTo>
                  <a:lnTo>
                    <a:pt x="290745" y="271"/>
                  </a:lnTo>
                  <a:lnTo>
                    <a:pt x="282887" y="249"/>
                  </a:lnTo>
                  <a:lnTo>
                    <a:pt x="275029" y="224"/>
                  </a:lnTo>
                  <a:lnTo>
                    <a:pt x="267171" y="200"/>
                  </a:lnTo>
                  <a:lnTo>
                    <a:pt x="259313" y="184"/>
                  </a:lnTo>
                  <a:lnTo>
                    <a:pt x="251455" y="156"/>
                  </a:lnTo>
                  <a:lnTo>
                    <a:pt x="243597" y="117"/>
                  </a:lnTo>
                  <a:lnTo>
                    <a:pt x="235739" y="99"/>
                  </a:lnTo>
                  <a:lnTo>
                    <a:pt x="227881" y="80"/>
                  </a:lnTo>
                  <a:lnTo>
                    <a:pt x="220023" y="72"/>
                  </a:lnTo>
                  <a:lnTo>
                    <a:pt x="212165" y="64"/>
                  </a:lnTo>
                  <a:lnTo>
                    <a:pt x="204307" y="84"/>
                  </a:lnTo>
                  <a:lnTo>
                    <a:pt x="196449" y="79"/>
                  </a:lnTo>
                  <a:lnTo>
                    <a:pt x="188591" y="60"/>
                  </a:lnTo>
                  <a:lnTo>
                    <a:pt x="180733" y="67"/>
                  </a:lnTo>
                  <a:lnTo>
                    <a:pt x="172875" y="26"/>
                  </a:lnTo>
                  <a:lnTo>
                    <a:pt x="165017" y="47"/>
                  </a:lnTo>
                  <a:lnTo>
                    <a:pt x="157159" y="20"/>
                  </a:lnTo>
                  <a:lnTo>
                    <a:pt x="149301" y="0"/>
                  </a:lnTo>
                  <a:lnTo>
                    <a:pt x="141443" y="30"/>
                  </a:lnTo>
                  <a:lnTo>
                    <a:pt x="133585" y="31"/>
                  </a:lnTo>
                  <a:lnTo>
                    <a:pt x="125727" y="57"/>
                  </a:lnTo>
                  <a:lnTo>
                    <a:pt x="117869" y="55"/>
                  </a:lnTo>
                  <a:lnTo>
                    <a:pt x="110011" y="83"/>
                  </a:lnTo>
                  <a:lnTo>
                    <a:pt x="102153" y="73"/>
                  </a:lnTo>
                  <a:lnTo>
                    <a:pt x="94295" y="62"/>
                  </a:lnTo>
                  <a:lnTo>
                    <a:pt x="86437" y="92"/>
                  </a:lnTo>
                  <a:lnTo>
                    <a:pt x="78579" y="113"/>
                  </a:lnTo>
                  <a:lnTo>
                    <a:pt x="70721" y="151"/>
                  </a:lnTo>
                  <a:lnTo>
                    <a:pt x="62863" y="152"/>
                  </a:lnTo>
                  <a:lnTo>
                    <a:pt x="55005" y="179"/>
                  </a:lnTo>
                  <a:lnTo>
                    <a:pt x="47147" y="226"/>
                  </a:lnTo>
                  <a:lnTo>
                    <a:pt x="39289" y="267"/>
                  </a:lnTo>
                  <a:lnTo>
                    <a:pt x="31431" y="276"/>
                  </a:lnTo>
                  <a:lnTo>
                    <a:pt x="23573" y="299"/>
                  </a:lnTo>
                  <a:lnTo>
                    <a:pt x="15715" y="299"/>
                  </a:lnTo>
                  <a:lnTo>
                    <a:pt x="7857" y="342"/>
                  </a:lnTo>
                  <a:lnTo>
                    <a:pt x="0" y="3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186414" y="3912572"/>
              <a:ext cx="2035220" cy="3351"/>
            </a:xfrm>
            <a:custGeom>
              <a:avLst/>
              <a:pathLst>
                <a:path w="2035220" h="3351">
                  <a:moveTo>
                    <a:pt x="0" y="0"/>
                  </a:moveTo>
                  <a:lnTo>
                    <a:pt x="7857" y="15"/>
                  </a:lnTo>
                  <a:lnTo>
                    <a:pt x="15715" y="31"/>
                  </a:lnTo>
                  <a:lnTo>
                    <a:pt x="23573" y="46"/>
                  </a:lnTo>
                  <a:lnTo>
                    <a:pt x="31431" y="62"/>
                  </a:lnTo>
                  <a:lnTo>
                    <a:pt x="39289" y="77"/>
                  </a:lnTo>
                  <a:lnTo>
                    <a:pt x="47147" y="92"/>
                  </a:lnTo>
                  <a:lnTo>
                    <a:pt x="55005" y="108"/>
                  </a:lnTo>
                  <a:lnTo>
                    <a:pt x="62863" y="123"/>
                  </a:lnTo>
                  <a:lnTo>
                    <a:pt x="70721" y="139"/>
                  </a:lnTo>
                  <a:lnTo>
                    <a:pt x="78579" y="154"/>
                  </a:lnTo>
                  <a:lnTo>
                    <a:pt x="86437" y="169"/>
                  </a:lnTo>
                  <a:lnTo>
                    <a:pt x="94295" y="185"/>
                  </a:lnTo>
                  <a:lnTo>
                    <a:pt x="102153" y="200"/>
                  </a:lnTo>
                  <a:lnTo>
                    <a:pt x="110011" y="215"/>
                  </a:lnTo>
                  <a:lnTo>
                    <a:pt x="117869" y="230"/>
                  </a:lnTo>
                  <a:lnTo>
                    <a:pt x="125727" y="245"/>
                  </a:lnTo>
                  <a:lnTo>
                    <a:pt x="133585" y="261"/>
                  </a:lnTo>
                  <a:lnTo>
                    <a:pt x="141443" y="276"/>
                  </a:lnTo>
                  <a:lnTo>
                    <a:pt x="149301" y="291"/>
                  </a:lnTo>
                  <a:lnTo>
                    <a:pt x="157159" y="306"/>
                  </a:lnTo>
                  <a:lnTo>
                    <a:pt x="165017" y="321"/>
                  </a:lnTo>
                  <a:lnTo>
                    <a:pt x="172875" y="336"/>
                  </a:lnTo>
                  <a:lnTo>
                    <a:pt x="180733" y="351"/>
                  </a:lnTo>
                  <a:lnTo>
                    <a:pt x="188591" y="366"/>
                  </a:lnTo>
                  <a:lnTo>
                    <a:pt x="196449" y="381"/>
                  </a:lnTo>
                  <a:lnTo>
                    <a:pt x="204307" y="396"/>
                  </a:lnTo>
                  <a:lnTo>
                    <a:pt x="212165" y="411"/>
                  </a:lnTo>
                  <a:lnTo>
                    <a:pt x="220023" y="426"/>
                  </a:lnTo>
                  <a:lnTo>
                    <a:pt x="227881" y="441"/>
                  </a:lnTo>
                  <a:lnTo>
                    <a:pt x="235739" y="456"/>
                  </a:lnTo>
                  <a:lnTo>
                    <a:pt x="243597" y="471"/>
                  </a:lnTo>
                  <a:lnTo>
                    <a:pt x="251455" y="486"/>
                  </a:lnTo>
                  <a:lnTo>
                    <a:pt x="259313" y="501"/>
                  </a:lnTo>
                  <a:lnTo>
                    <a:pt x="267171" y="516"/>
                  </a:lnTo>
                  <a:lnTo>
                    <a:pt x="275029" y="531"/>
                  </a:lnTo>
                  <a:lnTo>
                    <a:pt x="282887" y="546"/>
                  </a:lnTo>
                  <a:lnTo>
                    <a:pt x="290745" y="560"/>
                  </a:lnTo>
                  <a:lnTo>
                    <a:pt x="298603" y="575"/>
                  </a:lnTo>
                  <a:lnTo>
                    <a:pt x="306461" y="590"/>
                  </a:lnTo>
                  <a:lnTo>
                    <a:pt x="314319" y="605"/>
                  </a:lnTo>
                  <a:lnTo>
                    <a:pt x="322177" y="619"/>
                  </a:lnTo>
                  <a:lnTo>
                    <a:pt x="330035" y="634"/>
                  </a:lnTo>
                  <a:lnTo>
                    <a:pt x="337893" y="649"/>
                  </a:lnTo>
                  <a:lnTo>
                    <a:pt x="345751" y="663"/>
                  </a:lnTo>
                  <a:lnTo>
                    <a:pt x="353609" y="678"/>
                  </a:lnTo>
                  <a:lnTo>
                    <a:pt x="361467" y="692"/>
                  </a:lnTo>
                  <a:lnTo>
                    <a:pt x="369325" y="707"/>
                  </a:lnTo>
                  <a:lnTo>
                    <a:pt x="377183" y="721"/>
                  </a:lnTo>
                  <a:lnTo>
                    <a:pt x="385041" y="736"/>
                  </a:lnTo>
                  <a:lnTo>
                    <a:pt x="392899" y="750"/>
                  </a:lnTo>
                  <a:lnTo>
                    <a:pt x="400757" y="765"/>
                  </a:lnTo>
                  <a:lnTo>
                    <a:pt x="408615" y="779"/>
                  </a:lnTo>
                  <a:lnTo>
                    <a:pt x="416473" y="794"/>
                  </a:lnTo>
                  <a:lnTo>
                    <a:pt x="424331" y="808"/>
                  </a:lnTo>
                  <a:lnTo>
                    <a:pt x="432189" y="822"/>
                  </a:lnTo>
                  <a:lnTo>
                    <a:pt x="440047" y="837"/>
                  </a:lnTo>
                  <a:lnTo>
                    <a:pt x="447905" y="851"/>
                  </a:lnTo>
                  <a:lnTo>
                    <a:pt x="455763" y="865"/>
                  </a:lnTo>
                  <a:lnTo>
                    <a:pt x="463621" y="880"/>
                  </a:lnTo>
                  <a:lnTo>
                    <a:pt x="471479" y="894"/>
                  </a:lnTo>
                  <a:lnTo>
                    <a:pt x="479337" y="908"/>
                  </a:lnTo>
                  <a:lnTo>
                    <a:pt x="487195" y="922"/>
                  </a:lnTo>
                  <a:lnTo>
                    <a:pt x="495053" y="937"/>
                  </a:lnTo>
                  <a:lnTo>
                    <a:pt x="502911" y="951"/>
                  </a:lnTo>
                  <a:lnTo>
                    <a:pt x="510769" y="965"/>
                  </a:lnTo>
                  <a:lnTo>
                    <a:pt x="518627" y="979"/>
                  </a:lnTo>
                  <a:lnTo>
                    <a:pt x="526485" y="993"/>
                  </a:lnTo>
                  <a:lnTo>
                    <a:pt x="534343" y="1007"/>
                  </a:lnTo>
                  <a:lnTo>
                    <a:pt x="542201" y="1021"/>
                  </a:lnTo>
                  <a:lnTo>
                    <a:pt x="550059" y="1035"/>
                  </a:lnTo>
                  <a:lnTo>
                    <a:pt x="557917" y="1049"/>
                  </a:lnTo>
                  <a:lnTo>
                    <a:pt x="565775" y="1063"/>
                  </a:lnTo>
                  <a:lnTo>
                    <a:pt x="573633" y="1077"/>
                  </a:lnTo>
                  <a:lnTo>
                    <a:pt x="581491" y="1091"/>
                  </a:lnTo>
                  <a:lnTo>
                    <a:pt x="589349" y="1105"/>
                  </a:lnTo>
                  <a:lnTo>
                    <a:pt x="597207" y="1119"/>
                  </a:lnTo>
                  <a:lnTo>
                    <a:pt x="605065" y="1133"/>
                  </a:lnTo>
                  <a:lnTo>
                    <a:pt x="612923" y="1147"/>
                  </a:lnTo>
                  <a:lnTo>
                    <a:pt x="620781" y="1160"/>
                  </a:lnTo>
                  <a:lnTo>
                    <a:pt x="628639" y="1174"/>
                  </a:lnTo>
                  <a:lnTo>
                    <a:pt x="636497" y="1188"/>
                  </a:lnTo>
                  <a:lnTo>
                    <a:pt x="644355" y="1202"/>
                  </a:lnTo>
                  <a:lnTo>
                    <a:pt x="652213" y="1215"/>
                  </a:lnTo>
                  <a:lnTo>
                    <a:pt x="660071" y="1229"/>
                  </a:lnTo>
                  <a:lnTo>
                    <a:pt x="667929" y="1243"/>
                  </a:lnTo>
                  <a:lnTo>
                    <a:pt x="675787" y="1257"/>
                  </a:lnTo>
                  <a:lnTo>
                    <a:pt x="683645" y="1270"/>
                  </a:lnTo>
                  <a:lnTo>
                    <a:pt x="691503" y="1284"/>
                  </a:lnTo>
                  <a:lnTo>
                    <a:pt x="699361" y="1297"/>
                  </a:lnTo>
                  <a:lnTo>
                    <a:pt x="707219" y="1311"/>
                  </a:lnTo>
                  <a:lnTo>
                    <a:pt x="715077" y="1325"/>
                  </a:lnTo>
                  <a:lnTo>
                    <a:pt x="722935" y="1338"/>
                  </a:lnTo>
                  <a:lnTo>
                    <a:pt x="730793" y="1352"/>
                  </a:lnTo>
                  <a:lnTo>
                    <a:pt x="738651" y="1365"/>
                  </a:lnTo>
                  <a:lnTo>
                    <a:pt x="746509" y="1379"/>
                  </a:lnTo>
                  <a:lnTo>
                    <a:pt x="754367" y="1392"/>
                  </a:lnTo>
                  <a:lnTo>
                    <a:pt x="762225" y="1406"/>
                  </a:lnTo>
                  <a:lnTo>
                    <a:pt x="770083" y="1419"/>
                  </a:lnTo>
                  <a:lnTo>
                    <a:pt x="777941" y="1433"/>
                  </a:lnTo>
                  <a:lnTo>
                    <a:pt x="785799" y="1446"/>
                  </a:lnTo>
                  <a:lnTo>
                    <a:pt x="793657" y="1460"/>
                  </a:lnTo>
                  <a:lnTo>
                    <a:pt x="801515" y="1473"/>
                  </a:lnTo>
                  <a:lnTo>
                    <a:pt x="809373" y="1487"/>
                  </a:lnTo>
                  <a:lnTo>
                    <a:pt x="817231" y="1500"/>
                  </a:lnTo>
                  <a:lnTo>
                    <a:pt x="825089" y="1513"/>
                  </a:lnTo>
                  <a:lnTo>
                    <a:pt x="832947" y="1527"/>
                  </a:lnTo>
                  <a:lnTo>
                    <a:pt x="840805" y="1540"/>
                  </a:lnTo>
                  <a:lnTo>
                    <a:pt x="848663" y="1553"/>
                  </a:lnTo>
                  <a:lnTo>
                    <a:pt x="856521" y="1566"/>
                  </a:lnTo>
                  <a:lnTo>
                    <a:pt x="864379" y="1580"/>
                  </a:lnTo>
                  <a:lnTo>
                    <a:pt x="872237" y="1593"/>
                  </a:lnTo>
                  <a:lnTo>
                    <a:pt x="880095" y="1606"/>
                  </a:lnTo>
                  <a:lnTo>
                    <a:pt x="887953" y="1619"/>
                  </a:lnTo>
                  <a:lnTo>
                    <a:pt x="895811" y="1632"/>
                  </a:lnTo>
                  <a:lnTo>
                    <a:pt x="903669" y="1645"/>
                  </a:lnTo>
                  <a:lnTo>
                    <a:pt x="911527" y="1658"/>
                  </a:lnTo>
                  <a:lnTo>
                    <a:pt x="919385" y="1671"/>
                  </a:lnTo>
                  <a:lnTo>
                    <a:pt x="927243" y="1685"/>
                  </a:lnTo>
                  <a:lnTo>
                    <a:pt x="935101" y="1698"/>
                  </a:lnTo>
                  <a:lnTo>
                    <a:pt x="942959" y="1711"/>
                  </a:lnTo>
                  <a:lnTo>
                    <a:pt x="950817" y="1724"/>
                  </a:lnTo>
                  <a:lnTo>
                    <a:pt x="958675" y="1737"/>
                  </a:lnTo>
                  <a:lnTo>
                    <a:pt x="966533" y="1750"/>
                  </a:lnTo>
                  <a:lnTo>
                    <a:pt x="974391" y="1762"/>
                  </a:lnTo>
                  <a:lnTo>
                    <a:pt x="982249" y="1775"/>
                  </a:lnTo>
                  <a:lnTo>
                    <a:pt x="990107" y="1788"/>
                  </a:lnTo>
                  <a:lnTo>
                    <a:pt x="997965" y="1801"/>
                  </a:lnTo>
                  <a:lnTo>
                    <a:pt x="1005823" y="1814"/>
                  </a:lnTo>
                  <a:lnTo>
                    <a:pt x="1013681" y="1827"/>
                  </a:lnTo>
                  <a:lnTo>
                    <a:pt x="1021539" y="1840"/>
                  </a:lnTo>
                  <a:lnTo>
                    <a:pt x="1029397" y="1853"/>
                  </a:lnTo>
                  <a:lnTo>
                    <a:pt x="1037254" y="1866"/>
                  </a:lnTo>
                  <a:lnTo>
                    <a:pt x="1045112" y="1879"/>
                  </a:lnTo>
                  <a:lnTo>
                    <a:pt x="1052970" y="1891"/>
                  </a:lnTo>
                  <a:lnTo>
                    <a:pt x="1060828" y="1904"/>
                  </a:lnTo>
                  <a:lnTo>
                    <a:pt x="1068686" y="1917"/>
                  </a:lnTo>
                  <a:lnTo>
                    <a:pt x="1076544" y="1930"/>
                  </a:lnTo>
                  <a:lnTo>
                    <a:pt x="1084402" y="1943"/>
                  </a:lnTo>
                  <a:lnTo>
                    <a:pt x="1092260" y="1955"/>
                  </a:lnTo>
                  <a:lnTo>
                    <a:pt x="1100118" y="1968"/>
                  </a:lnTo>
                  <a:lnTo>
                    <a:pt x="1107976" y="1981"/>
                  </a:lnTo>
                  <a:lnTo>
                    <a:pt x="1115834" y="1994"/>
                  </a:lnTo>
                  <a:lnTo>
                    <a:pt x="1123692" y="2006"/>
                  </a:lnTo>
                  <a:lnTo>
                    <a:pt x="1131550" y="2019"/>
                  </a:lnTo>
                  <a:lnTo>
                    <a:pt x="1139408" y="2032"/>
                  </a:lnTo>
                  <a:lnTo>
                    <a:pt x="1147266" y="2044"/>
                  </a:lnTo>
                  <a:lnTo>
                    <a:pt x="1155124" y="2057"/>
                  </a:lnTo>
                  <a:lnTo>
                    <a:pt x="1162982" y="2069"/>
                  </a:lnTo>
                  <a:lnTo>
                    <a:pt x="1170840" y="2082"/>
                  </a:lnTo>
                  <a:lnTo>
                    <a:pt x="1178698" y="2094"/>
                  </a:lnTo>
                  <a:lnTo>
                    <a:pt x="1186556" y="2107"/>
                  </a:lnTo>
                  <a:lnTo>
                    <a:pt x="1194414" y="2119"/>
                  </a:lnTo>
                  <a:lnTo>
                    <a:pt x="1202272" y="2132"/>
                  </a:lnTo>
                  <a:lnTo>
                    <a:pt x="1210130" y="2144"/>
                  </a:lnTo>
                  <a:lnTo>
                    <a:pt x="1217988" y="2156"/>
                  </a:lnTo>
                  <a:lnTo>
                    <a:pt x="1225846" y="2169"/>
                  </a:lnTo>
                  <a:lnTo>
                    <a:pt x="1233704" y="2181"/>
                  </a:lnTo>
                  <a:lnTo>
                    <a:pt x="1241562" y="2193"/>
                  </a:lnTo>
                  <a:lnTo>
                    <a:pt x="1249420" y="2206"/>
                  </a:lnTo>
                  <a:lnTo>
                    <a:pt x="1257278" y="2218"/>
                  </a:lnTo>
                  <a:lnTo>
                    <a:pt x="1265136" y="2231"/>
                  </a:lnTo>
                  <a:lnTo>
                    <a:pt x="1272994" y="2243"/>
                  </a:lnTo>
                  <a:lnTo>
                    <a:pt x="1280852" y="2255"/>
                  </a:lnTo>
                  <a:lnTo>
                    <a:pt x="1288710" y="2268"/>
                  </a:lnTo>
                  <a:lnTo>
                    <a:pt x="1296568" y="2280"/>
                  </a:lnTo>
                  <a:lnTo>
                    <a:pt x="1304426" y="2292"/>
                  </a:lnTo>
                  <a:lnTo>
                    <a:pt x="1312284" y="2304"/>
                  </a:lnTo>
                  <a:lnTo>
                    <a:pt x="1320142" y="2316"/>
                  </a:lnTo>
                  <a:lnTo>
                    <a:pt x="1328000" y="2329"/>
                  </a:lnTo>
                  <a:lnTo>
                    <a:pt x="1335858" y="2341"/>
                  </a:lnTo>
                  <a:lnTo>
                    <a:pt x="1343716" y="2353"/>
                  </a:lnTo>
                  <a:lnTo>
                    <a:pt x="1351574" y="2365"/>
                  </a:lnTo>
                  <a:lnTo>
                    <a:pt x="1359432" y="2377"/>
                  </a:lnTo>
                  <a:lnTo>
                    <a:pt x="1367290" y="2389"/>
                  </a:lnTo>
                  <a:lnTo>
                    <a:pt x="1375148" y="2401"/>
                  </a:lnTo>
                  <a:lnTo>
                    <a:pt x="1383006" y="2413"/>
                  </a:lnTo>
                  <a:lnTo>
                    <a:pt x="1390864" y="2425"/>
                  </a:lnTo>
                  <a:lnTo>
                    <a:pt x="1398722" y="2437"/>
                  </a:lnTo>
                  <a:lnTo>
                    <a:pt x="1406580" y="2449"/>
                  </a:lnTo>
                  <a:lnTo>
                    <a:pt x="1414438" y="2461"/>
                  </a:lnTo>
                  <a:lnTo>
                    <a:pt x="1422296" y="2473"/>
                  </a:lnTo>
                  <a:lnTo>
                    <a:pt x="1430154" y="2484"/>
                  </a:lnTo>
                  <a:lnTo>
                    <a:pt x="1438012" y="2496"/>
                  </a:lnTo>
                  <a:lnTo>
                    <a:pt x="1445870" y="2508"/>
                  </a:lnTo>
                  <a:lnTo>
                    <a:pt x="1453728" y="2520"/>
                  </a:lnTo>
                  <a:lnTo>
                    <a:pt x="1461586" y="2531"/>
                  </a:lnTo>
                  <a:lnTo>
                    <a:pt x="1469444" y="2543"/>
                  </a:lnTo>
                  <a:lnTo>
                    <a:pt x="1477302" y="2555"/>
                  </a:lnTo>
                  <a:lnTo>
                    <a:pt x="1485160" y="2566"/>
                  </a:lnTo>
                  <a:lnTo>
                    <a:pt x="1493018" y="2578"/>
                  </a:lnTo>
                  <a:lnTo>
                    <a:pt x="1500876" y="2589"/>
                  </a:lnTo>
                  <a:lnTo>
                    <a:pt x="1508734" y="2601"/>
                  </a:lnTo>
                  <a:lnTo>
                    <a:pt x="1516592" y="2612"/>
                  </a:lnTo>
                  <a:lnTo>
                    <a:pt x="1524450" y="2624"/>
                  </a:lnTo>
                  <a:lnTo>
                    <a:pt x="1532308" y="2635"/>
                  </a:lnTo>
                  <a:lnTo>
                    <a:pt x="1540166" y="2647"/>
                  </a:lnTo>
                  <a:lnTo>
                    <a:pt x="1548024" y="2658"/>
                  </a:lnTo>
                  <a:lnTo>
                    <a:pt x="1555882" y="2670"/>
                  </a:lnTo>
                  <a:lnTo>
                    <a:pt x="1563740" y="2681"/>
                  </a:lnTo>
                  <a:lnTo>
                    <a:pt x="1571598" y="2692"/>
                  </a:lnTo>
                  <a:lnTo>
                    <a:pt x="1579456" y="2704"/>
                  </a:lnTo>
                  <a:lnTo>
                    <a:pt x="1587314" y="2715"/>
                  </a:lnTo>
                  <a:lnTo>
                    <a:pt x="1595172" y="2727"/>
                  </a:lnTo>
                  <a:lnTo>
                    <a:pt x="1603030" y="2738"/>
                  </a:lnTo>
                  <a:lnTo>
                    <a:pt x="1610888" y="2749"/>
                  </a:lnTo>
                  <a:lnTo>
                    <a:pt x="1618746" y="2761"/>
                  </a:lnTo>
                  <a:lnTo>
                    <a:pt x="1626604" y="2772"/>
                  </a:lnTo>
                  <a:lnTo>
                    <a:pt x="1634462" y="2784"/>
                  </a:lnTo>
                  <a:lnTo>
                    <a:pt x="1642320" y="2795"/>
                  </a:lnTo>
                  <a:lnTo>
                    <a:pt x="1650178" y="2807"/>
                  </a:lnTo>
                  <a:lnTo>
                    <a:pt x="1658036" y="2818"/>
                  </a:lnTo>
                  <a:lnTo>
                    <a:pt x="1665894" y="2829"/>
                  </a:lnTo>
                  <a:lnTo>
                    <a:pt x="1673752" y="2841"/>
                  </a:lnTo>
                  <a:lnTo>
                    <a:pt x="1681610" y="2852"/>
                  </a:lnTo>
                  <a:lnTo>
                    <a:pt x="1689468" y="2863"/>
                  </a:lnTo>
                  <a:lnTo>
                    <a:pt x="1697326" y="2874"/>
                  </a:lnTo>
                  <a:lnTo>
                    <a:pt x="1705184" y="2886"/>
                  </a:lnTo>
                  <a:lnTo>
                    <a:pt x="1713042" y="2897"/>
                  </a:lnTo>
                  <a:lnTo>
                    <a:pt x="1720900" y="2908"/>
                  </a:lnTo>
                  <a:lnTo>
                    <a:pt x="1728758" y="2919"/>
                  </a:lnTo>
                  <a:lnTo>
                    <a:pt x="1736616" y="2931"/>
                  </a:lnTo>
                  <a:lnTo>
                    <a:pt x="1744474" y="2942"/>
                  </a:lnTo>
                  <a:lnTo>
                    <a:pt x="1752332" y="2953"/>
                  </a:lnTo>
                  <a:lnTo>
                    <a:pt x="1760190" y="2965"/>
                  </a:lnTo>
                  <a:lnTo>
                    <a:pt x="1768048" y="2976"/>
                  </a:lnTo>
                  <a:lnTo>
                    <a:pt x="1775906" y="2987"/>
                  </a:lnTo>
                  <a:lnTo>
                    <a:pt x="1783764" y="2999"/>
                  </a:lnTo>
                  <a:lnTo>
                    <a:pt x="1791622" y="3010"/>
                  </a:lnTo>
                  <a:lnTo>
                    <a:pt x="1799480" y="3021"/>
                  </a:lnTo>
                  <a:lnTo>
                    <a:pt x="1807338" y="3032"/>
                  </a:lnTo>
                  <a:lnTo>
                    <a:pt x="1815196" y="3044"/>
                  </a:lnTo>
                  <a:lnTo>
                    <a:pt x="1823054" y="3055"/>
                  </a:lnTo>
                  <a:lnTo>
                    <a:pt x="1830912" y="3066"/>
                  </a:lnTo>
                  <a:lnTo>
                    <a:pt x="1838770" y="3077"/>
                  </a:lnTo>
                  <a:lnTo>
                    <a:pt x="1846628" y="3088"/>
                  </a:lnTo>
                  <a:lnTo>
                    <a:pt x="1854486" y="3099"/>
                  </a:lnTo>
                  <a:lnTo>
                    <a:pt x="1862344" y="3111"/>
                  </a:lnTo>
                  <a:lnTo>
                    <a:pt x="1870202" y="3122"/>
                  </a:lnTo>
                  <a:lnTo>
                    <a:pt x="1878060" y="3133"/>
                  </a:lnTo>
                  <a:lnTo>
                    <a:pt x="1885918" y="3144"/>
                  </a:lnTo>
                  <a:lnTo>
                    <a:pt x="1893776" y="3155"/>
                  </a:lnTo>
                  <a:lnTo>
                    <a:pt x="1901634" y="3166"/>
                  </a:lnTo>
                  <a:lnTo>
                    <a:pt x="1909492" y="3177"/>
                  </a:lnTo>
                  <a:lnTo>
                    <a:pt x="1917350" y="3188"/>
                  </a:lnTo>
                  <a:lnTo>
                    <a:pt x="1925208" y="3199"/>
                  </a:lnTo>
                  <a:lnTo>
                    <a:pt x="1933066" y="3210"/>
                  </a:lnTo>
                  <a:lnTo>
                    <a:pt x="1940924" y="3221"/>
                  </a:lnTo>
                  <a:lnTo>
                    <a:pt x="1948782" y="3232"/>
                  </a:lnTo>
                  <a:lnTo>
                    <a:pt x="1956640" y="3243"/>
                  </a:lnTo>
                  <a:lnTo>
                    <a:pt x="1964498" y="3254"/>
                  </a:lnTo>
                  <a:lnTo>
                    <a:pt x="1972356" y="3265"/>
                  </a:lnTo>
                  <a:lnTo>
                    <a:pt x="1980214" y="3276"/>
                  </a:lnTo>
                  <a:lnTo>
                    <a:pt x="1988072" y="3287"/>
                  </a:lnTo>
                  <a:lnTo>
                    <a:pt x="1995930" y="3297"/>
                  </a:lnTo>
                  <a:lnTo>
                    <a:pt x="2003788" y="3308"/>
                  </a:lnTo>
                  <a:lnTo>
                    <a:pt x="2011646" y="3319"/>
                  </a:lnTo>
                  <a:lnTo>
                    <a:pt x="2019504" y="3330"/>
                  </a:lnTo>
                  <a:lnTo>
                    <a:pt x="2027362" y="3341"/>
                  </a:lnTo>
                  <a:lnTo>
                    <a:pt x="2035220" y="3351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186414" y="3909747"/>
              <a:ext cx="2035220" cy="4205"/>
            </a:xfrm>
            <a:custGeom>
              <a:avLst/>
              <a:pathLst>
                <a:path w="2035220" h="4205">
                  <a:moveTo>
                    <a:pt x="0" y="0"/>
                  </a:moveTo>
                  <a:lnTo>
                    <a:pt x="7857" y="20"/>
                  </a:lnTo>
                  <a:lnTo>
                    <a:pt x="15715" y="36"/>
                  </a:lnTo>
                  <a:lnTo>
                    <a:pt x="23573" y="59"/>
                  </a:lnTo>
                  <a:lnTo>
                    <a:pt x="31431" y="85"/>
                  </a:lnTo>
                  <a:lnTo>
                    <a:pt x="39289" y="105"/>
                  </a:lnTo>
                  <a:lnTo>
                    <a:pt x="47147" y="122"/>
                  </a:lnTo>
                  <a:lnTo>
                    <a:pt x="55005" y="146"/>
                  </a:lnTo>
                  <a:lnTo>
                    <a:pt x="62863" y="165"/>
                  </a:lnTo>
                  <a:lnTo>
                    <a:pt x="70721" y="185"/>
                  </a:lnTo>
                  <a:lnTo>
                    <a:pt x="78579" y="204"/>
                  </a:lnTo>
                  <a:lnTo>
                    <a:pt x="86437" y="219"/>
                  </a:lnTo>
                  <a:lnTo>
                    <a:pt x="94295" y="237"/>
                  </a:lnTo>
                  <a:lnTo>
                    <a:pt x="102153" y="263"/>
                  </a:lnTo>
                  <a:lnTo>
                    <a:pt x="110011" y="282"/>
                  </a:lnTo>
                  <a:lnTo>
                    <a:pt x="117869" y="294"/>
                  </a:lnTo>
                  <a:lnTo>
                    <a:pt x="125727" y="314"/>
                  </a:lnTo>
                  <a:lnTo>
                    <a:pt x="133585" y="322"/>
                  </a:lnTo>
                  <a:lnTo>
                    <a:pt x="141443" y="340"/>
                  </a:lnTo>
                  <a:lnTo>
                    <a:pt x="149301" y="361"/>
                  </a:lnTo>
                  <a:lnTo>
                    <a:pt x="157159" y="380"/>
                  </a:lnTo>
                  <a:lnTo>
                    <a:pt x="165017" y="402"/>
                  </a:lnTo>
                  <a:lnTo>
                    <a:pt x="172875" y="427"/>
                  </a:lnTo>
                  <a:lnTo>
                    <a:pt x="180733" y="452"/>
                  </a:lnTo>
                  <a:lnTo>
                    <a:pt x="188591" y="465"/>
                  </a:lnTo>
                  <a:lnTo>
                    <a:pt x="196449" y="474"/>
                  </a:lnTo>
                  <a:lnTo>
                    <a:pt x="204307" y="502"/>
                  </a:lnTo>
                  <a:lnTo>
                    <a:pt x="212165" y="529"/>
                  </a:lnTo>
                  <a:lnTo>
                    <a:pt x="220023" y="547"/>
                  </a:lnTo>
                  <a:lnTo>
                    <a:pt x="227881" y="573"/>
                  </a:lnTo>
                  <a:lnTo>
                    <a:pt x="235739" y="585"/>
                  </a:lnTo>
                  <a:lnTo>
                    <a:pt x="243597" y="594"/>
                  </a:lnTo>
                  <a:lnTo>
                    <a:pt x="251455" y="616"/>
                  </a:lnTo>
                  <a:lnTo>
                    <a:pt x="259313" y="636"/>
                  </a:lnTo>
                  <a:lnTo>
                    <a:pt x="267171" y="643"/>
                  </a:lnTo>
                  <a:lnTo>
                    <a:pt x="275029" y="653"/>
                  </a:lnTo>
                  <a:lnTo>
                    <a:pt x="282887" y="669"/>
                  </a:lnTo>
                  <a:lnTo>
                    <a:pt x="290745" y="671"/>
                  </a:lnTo>
                  <a:lnTo>
                    <a:pt x="298603" y="687"/>
                  </a:lnTo>
                  <a:lnTo>
                    <a:pt x="306461" y="711"/>
                  </a:lnTo>
                  <a:lnTo>
                    <a:pt x="314319" y="735"/>
                  </a:lnTo>
                  <a:lnTo>
                    <a:pt x="322177" y="746"/>
                  </a:lnTo>
                  <a:lnTo>
                    <a:pt x="330035" y="760"/>
                  </a:lnTo>
                  <a:lnTo>
                    <a:pt x="337893" y="778"/>
                  </a:lnTo>
                  <a:lnTo>
                    <a:pt x="345751" y="805"/>
                  </a:lnTo>
                  <a:lnTo>
                    <a:pt x="353609" y="818"/>
                  </a:lnTo>
                  <a:lnTo>
                    <a:pt x="361467" y="844"/>
                  </a:lnTo>
                  <a:lnTo>
                    <a:pt x="369325" y="860"/>
                  </a:lnTo>
                  <a:lnTo>
                    <a:pt x="377183" y="883"/>
                  </a:lnTo>
                  <a:lnTo>
                    <a:pt x="385041" y="898"/>
                  </a:lnTo>
                  <a:lnTo>
                    <a:pt x="392899" y="920"/>
                  </a:lnTo>
                  <a:lnTo>
                    <a:pt x="400757" y="929"/>
                  </a:lnTo>
                  <a:lnTo>
                    <a:pt x="408615" y="955"/>
                  </a:lnTo>
                  <a:lnTo>
                    <a:pt x="416473" y="974"/>
                  </a:lnTo>
                  <a:lnTo>
                    <a:pt x="424331" y="993"/>
                  </a:lnTo>
                  <a:lnTo>
                    <a:pt x="432189" y="1019"/>
                  </a:lnTo>
                  <a:lnTo>
                    <a:pt x="440047" y="1036"/>
                  </a:lnTo>
                  <a:lnTo>
                    <a:pt x="447905" y="1048"/>
                  </a:lnTo>
                  <a:lnTo>
                    <a:pt x="455763" y="1064"/>
                  </a:lnTo>
                  <a:lnTo>
                    <a:pt x="463621" y="1071"/>
                  </a:lnTo>
                  <a:lnTo>
                    <a:pt x="471479" y="1089"/>
                  </a:lnTo>
                  <a:lnTo>
                    <a:pt x="479337" y="1108"/>
                  </a:lnTo>
                  <a:lnTo>
                    <a:pt x="487195" y="1120"/>
                  </a:lnTo>
                  <a:lnTo>
                    <a:pt x="495053" y="1139"/>
                  </a:lnTo>
                  <a:lnTo>
                    <a:pt x="502911" y="1154"/>
                  </a:lnTo>
                  <a:lnTo>
                    <a:pt x="510769" y="1173"/>
                  </a:lnTo>
                  <a:lnTo>
                    <a:pt x="518627" y="1191"/>
                  </a:lnTo>
                  <a:lnTo>
                    <a:pt x="526485" y="1212"/>
                  </a:lnTo>
                  <a:lnTo>
                    <a:pt x="534343" y="1230"/>
                  </a:lnTo>
                  <a:lnTo>
                    <a:pt x="542201" y="1234"/>
                  </a:lnTo>
                  <a:lnTo>
                    <a:pt x="550059" y="1263"/>
                  </a:lnTo>
                  <a:lnTo>
                    <a:pt x="557917" y="1279"/>
                  </a:lnTo>
                  <a:lnTo>
                    <a:pt x="565775" y="1300"/>
                  </a:lnTo>
                  <a:lnTo>
                    <a:pt x="573633" y="1317"/>
                  </a:lnTo>
                  <a:lnTo>
                    <a:pt x="581491" y="1342"/>
                  </a:lnTo>
                  <a:lnTo>
                    <a:pt x="589349" y="1357"/>
                  </a:lnTo>
                  <a:lnTo>
                    <a:pt x="597207" y="1370"/>
                  </a:lnTo>
                  <a:lnTo>
                    <a:pt x="605065" y="1389"/>
                  </a:lnTo>
                  <a:lnTo>
                    <a:pt x="612923" y="1414"/>
                  </a:lnTo>
                  <a:lnTo>
                    <a:pt x="620781" y="1435"/>
                  </a:lnTo>
                  <a:lnTo>
                    <a:pt x="628639" y="1465"/>
                  </a:lnTo>
                  <a:lnTo>
                    <a:pt x="636497" y="1485"/>
                  </a:lnTo>
                  <a:lnTo>
                    <a:pt x="644355" y="1506"/>
                  </a:lnTo>
                  <a:lnTo>
                    <a:pt x="652213" y="1528"/>
                  </a:lnTo>
                  <a:lnTo>
                    <a:pt x="660071" y="1543"/>
                  </a:lnTo>
                  <a:lnTo>
                    <a:pt x="667929" y="1561"/>
                  </a:lnTo>
                  <a:lnTo>
                    <a:pt x="675787" y="1587"/>
                  </a:lnTo>
                  <a:lnTo>
                    <a:pt x="683645" y="1609"/>
                  </a:lnTo>
                  <a:lnTo>
                    <a:pt x="691503" y="1626"/>
                  </a:lnTo>
                  <a:lnTo>
                    <a:pt x="699361" y="1638"/>
                  </a:lnTo>
                  <a:lnTo>
                    <a:pt x="707219" y="1664"/>
                  </a:lnTo>
                  <a:lnTo>
                    <a:pt x="715077" y="1682"/>
                  </a:lnTo>
                  <a:lnTo>
                    <a:pt x="722935" y="1704"/>
                  </a:lnTo>
                  <a:lnTo>
                    <a:pt x="730793" y="1726"/>
                  </a:lnTo>
                  <a:lnTo>
                    <a:pt x="738651" y="1738"/>
                  </a:lnTo>
                  <a:lnTo>
                    <a:pt x="746509" y="1757"/>
                  </a:lnTo>
                  <a:lnTo>
                    <a:pt x="754367" y="1780"/>
                  </a:lnTo>
                  <a:lnTo>
                    <a:pt x="762225" y="1799"/>
                  </a:lnTo>
                  <a:lnTo>
                    <a:pt x="770083" y="1813"/>
                  </a:lnTo>
                  <a:lnTo>
                    <a:pt x="777941" y="1823"/>
                  </a:lnTo>
                  <a:lnTo>
                    <a:pt x="785799" y="1839"/>
                  </a:lnTo>
                  <a:lnTo>
                    <a:pt x="793657" y="1855"/>
                  </a:lnTo>
                  <a:lnTo>
                    <a:pt x="801515" y="1872"/>
                  </a:lnTo>
                  <a:lnTo>
                    <a:pt x="809373" y="1878"/>
                  </a:lnTo>
                  <a:lnTo>
                    <a:pt x="817231" y="1893"/>
                  </a:lnTo>
                  <a:lnTo>
                    <a:pt x="825089" y="1906"/>
                  </a:lnTo>
                  <a:lnTo>
                    <a:pt x="832947" y="1917"/>
                  </a:lnTo>
                  <a:lnTo>
                    <a:pt x="840805" y="1936"/>
                  </a:lnTo>
                  <a:lnTo>
                    <a:pt x="848663" y="1952"/>
                  </a:lnTo>
                  <a:lnTo>
                    <a:pt x="856521" y="1964"/>
                  </a:lnTo>
                  <a:lnTo>
                    <a:pt x="864379" y="1981"/>
                  </a:lnTo>
                  <a:lnTo>
                    <a:pt x="872237" y="1996"/>
                  </a:lnTo>
                  <a:lnTo>
                    <a:pt x="880095" y="2012"/>
                  </a:lnTo>
                  <a:lnTo>
                    <a:pt x="887953" y="2032"/>
                  </a:lnTo>
                  <a:lnTo>
                    <a:pt x="895811" y="2051"/>
                  </a:lnTo>
                  <a:lnTo>
                    <a:pt x="903669" y="2066"/>
                  </a:lnTo>
                  <a:lnTo>
                    <a:pt x="911527" y="2085"/>
                  </a:lnTo>
                  <a:lnTo>
                    <a:pt x="919385" y="2105"/>
                  </a:lnTo>
                  <a:lnTo>
                    <a:pt x="927243" y="2121"/>
                  </a:lnTo>
                  <a:lnTo>
                    <a:pt x="935101" y="2126"/>
                  </a:lnTo>
                  <a:lnTo>
                    <a:pt x="942959" y="2146"/>
                  </a:lnTo>
                  <a:lnTo>
                    <a:pt x="950817" y="2159"/>
                  </a:lnTo>
                  <a:lnTo>
                    <a:pt x="958675" y="2172"/>
                  </a:lnTo>
                  <a:lnTo>
                    <a:pt x="966533" y="2189"/>
                  </a:lnTo>
                  <a:lnTo>
                    <a:pt x="974391" y="2210"/>
                  </a:lnTo>
                  <a:lnTo>
                    <a:pt x="982249" y="2227"/>
                  </a:lnTo>
                  <a:lnTo>
                    <a:pt x="990107" y="2250"/>
                  </a:lnTo>
                  <a:lnTo>
                    <a:pt x="997965" y="2268"/>
                  </a:lnTo>
                  <a:lnTo>
                    <a:pt x="1005823" y="2283"/>
                  </a:lnTo>
                  <a:lnTo>
                    <a:pt x="1013681" y="2296"/>
                  </a:lnTo>
                  <a:lnTo>
                    <a:pt x="1021539" y="2316"/>
                  </a:lnTo>
                  <a:lnTo>
                    <a:pt x="1029397" y="2332"/>
                  </a:lnTo>
                  <a:lnTo>
                    <a:pt x="1037254" y="2345"/>
                  </a:lnTo>
                  <a:lnTo>
                    <a:pt x="1045112" y="2358"/>
                  </a:lnTo>
                  <a:lnTo>
                    <a:pt x="1052970" y="2374"/>
                  </a:lnTo>
                  <a:lnTo>
                    <a:pt x="1060828" y="2387"/>
                  </a:lnTo>
                  <a:lnTo>
                    <a:pt x="1068686" y="2397"/>
                  </a:lnTo>
                  <a:lnTo>
                    <a:pt x="1076544" y="2417"/>
                  </a:lnTo>
                  <a:lnTo>
                    <a:pt x="1084402" y="2432"/>
                  </a:lnTo>
                  <a:lnTo>
                    <a:pt x="1092260" y="2446"/>
                  </a:lnTo>
                  <a:lnTo>
                    <a:pt x="1100118" y="2453"/>
                  </a:lnTo>
                  <a:lnTo>
                    <a:pt x="1107976" y="2470"/>
                  </a:lnTo>
                  <a:lnTo>
                    <a:pt x="1115834" y="2489"/>
                  </a:lnTo>
                  <a:lnTo>
                    <a:pt x="1123692" y="2496"/>
                  </a:lnTo>
                  <a:lnTo>
                    <a:pt x="1131550" y="2511"/>
                  </a:lnTo>
                  <a:lnTo>
                    <a:pt x="1139408" y="2528"/>
                  </a:lnTo>
                  <a:lnTo>
                    <a:pt x="1147266" y="2544"/>
                  </a:lnTo>
                  <a:lnTo>
                    <a:pt x="1155124" y="2562"/>
                  </a:lnTo>
                  <a:lnTo>
                    <a:pt x="1162982" y="2582"/>
                  </a:lnTo>
                  <a:lnTo>
                    <a:pt x="1170840" y="2600"/>
                  </a:lnTo>
                  <a:lnTo>
                    <a:pt x="1178698" y="2622"/>
                  </a:lnTo>
                  <a:lnTo>
                    <a:pt x="1186556" y="2638"/>
                  </a:lnTo>
                  <a:lnTo>
                    <a:pt x="1194414" y="2656"/>
                  </a:lnTo>
                  <a:lnTo>
                    <a:pt x="1202272" y="2670"/>
                  </a:lnTo>
                  <a:lnTo>
                    <a:pt x="1210130" y="2687"/>
                  </a:lnTo>
                  <a:lnTo>
                    <a:pt x="1217988" y="2703"/>
                  </a:lnTo>
                  <a:lnTo>
                    <a:pt x="1225846" y="2718"/>
                  </a:lnTo>
                  <a:lnTo>
                    <a:pt x="1233704" y="2725"/>
                  </a:lnTo>
                  <a:lnTo>
                    <a:pt x="1241562" y="2739"/>
                  </a:lnTo>
                  <a:lnTo>
                    <a:pt x="1249420" y="2753"/>
                  </a:lnTo>
                  <a:lnTo>
                    <a:pt x="1257278" y="2770"/>
                  </a:lnTo>
                  <a:lnTo>
                    <a:pt x="1265136" y="2785"/>
                  </a:lnTo>
                  <a:lnTo>
                    <a:pt x="1272994" y="2798"/>
                  </a:lnTo>
                  <a:lnTo>
                    <a:pt x="1280852" y="2813"/>
                  </a:lnTo>
                  <a:lnTo>
                    <a:pt x="1288710" y="2831"/>
                  </a:lnTo>
                  <a:lnTo>
                    <a:pt x="1296568" y="2843"/>
                  </a:lnTo>
                  <a:lnTo>
                    <a:pt x="1304426" y="2866"/>
                  </a:lnTo>
                  <a:lnTo>
                    <a:pt x="1312284" y="2882"/>
                  </a:lnTo>
                  <a:lnTo>
                    <a:pt x="1320142" y="2904"/>
                  </a:lnTo>
                  <a:lnTo>
                    <a:pt x="1328000" y="2914"/>
                  </a:lnTo>
                  <a:lnTo>
                    <a:pt x="1335858" y="2932"/>
                  </a:lnTo>
                  <a:lnTo>
                    <a:pt x="1343716" y="2944"/>
                  </a:lnTo>
                  <a:lnTo>
                    <a:pt x="1351574" y="2956"/>
                  </a:lnTo>
                  <a:lnTo>
                    <a:pt x="1359432" y="2972"/>
                  </a:lnTo>
                  <a:lnTo>
                    <a:pt x="1367290" y="2988"/>
                  </a:lnTo>
                  <a:lnTo>
                    <a:pt x="1375148" y="3004"/>
                  </a:lnTo>
                  <a:lnTo>
                    <a:pt x="1383006" y="3019"/>
                  </a:lnTo>
                  <a:lnTo>
                    <a:pt x="1390864" y="3032"/>
                  </a:lnTo>
                  <a:lnTo>
                    <a:pt x="1398722" y="3045"/>
                  </a:lnTo>
                  <a:lnTo>
                    <a:pt x="1406580" y="3064"/>
                  </a:lnTo>
                  <a:lnTo>
                    <a:pt x="1414438" y="3083"/>
                  </a:lnTo>
                  <a:lnTo>
                    <a:pt x="1422296" y="3104"/>
                  </a:lnTo>
                  <a:lnTo>
                    <a:pt x="1430154" y="3121"/>
                  </a:lnTo>
                  <a:lnTo>
                    <a:pt x="1438012" y="3137"/>
                  </a:lnTo>
                  <a:lnTo>
                    <a:pt x="1445870" y="3152"/>
                  </a:lnTo>
                  <a:lnTo>
                    <a:pt x="1453728" y="3170"/>
                  </a:lnTo>
                  <a:lnTo>
                    <a:pt x="1461586" y="3185"/>
                  </a:lnTo>
                  <a:lnTo>
                    <a:pt x="1469444" y="3195"/>
                  </a:lnTo>
                  <a:lnTo>
                    <a:pt x="1477302" y="3207"/>
                  </a:lnTo>
                  <a:lnTo>
                    <a:pt x="1485160" y="3218"/>
                  </a:lnTo>
                  <a:lnTo>
                    <a:pt x="1493018" y="3231"/>
                  </a:lnTo>
                  <a:lnTo>
                    <a:pt x="1500876" y="3247"/>
                  </a:lnTo>
                  <a:lnTo>
                    <a:pt x="1508734" y="3262"/>
                  </a:lnTo>
                  <a:lnTo>
                    <a:pt x="1516592" y="3283"/>
                  </a:lnTo>
                  <a:lnTo>
                    <a:pt x="1524450" y="3299"/>
                  </a:lnTo>
                  <a:lnTo>
                    <a:pt x="1532308" y="3314"/>
                  </a:lnTo>
                  <a:lnTo>
                    <a:pt x="1540166" y="3329"/>
                  </a:lnTo>
                  <a:lnTo>
                    <a:pt x="1548024" y="3344"/>
                  </a:lnTo>
                  <a:lnTo>
                    <a:pt x="1555882" y="3354"/>
                  </a:lnTo>
                  <a:lnTo>
                    <a:pt x="1563740" y="3370"/>
                  </a:lnTo>
                  <a:lnTo>
                    <a:pt x="1571598" y="3385"/>
                  </a:lnTo>
                  <a:lnTo>
                    <a:pt x="1579456" y="3399"/>
                  </a:lnTo>
                  <a:lnTo>
                    <a:pt x="1587314" y="3413"/>
                  </a:lnTo>
                  <a:lnTo>
                    <a:pt x="1595172" y="3424"/>
                  </a:lnTo>
                  <a:lnTo>
                    <a:pt x="1603030" y="3435"/>
                  </a:lnTo>
                  <a:lnTo>
                    <a:pt x="1610888" y="3448"/>
                  </a:lnTo>
                  <a:lnTo>
                    <a:pt x="1618746" y="3463"/>
                  </a:lnTo>
                  <a:lnTo>
                    <a:pt x="1626604" y="3475"/>
                  </a:lnTo>
                  <a:lnTo>
                    <a:pt x="1634462" y="3492"/>
                  </a:lnTo>
                  <a:lnTo>
                    <a:pt x="1642320" y="3506"/>
                  </a:lnTo>
                  <a:lnTo>
                    <a:pt x="1650178" y="3513"/>
                  </a:lnTo>
                  <a:lnTo>
                    <a:pt x="1658036" y="3523"/>
                  </a:lnTo>
                  <a:lnTo>
                    <a:pt x="1665894" y="3538"/>
                  </a:lnTo>
                  <a:lnTo>
                    <a:pt x="1673752" y="3560"/>
                  </a:lnTo>
                  <a:lnTo>
                    <a:pt x="1681610" y="3573"/>
                  </a:lnTo>
                  <a:lnTo>
                    <a:pt x="1689468" y="3582"/>
                  </a:lnTo>
                  <a:lnTo>
                    <a:pt x="1697326" y="3590"/>
                  </a:lnTo>
                  <a:lnTo>
                    <a:pt x="1705184" y="3601"/>
                  </a:lnTo>
                  <a:lnTo>
                    <a:pt x="1713042" y="3615"/>
                  </a:lnTo>
                  <a:lnTo>
                    <a:pt x="1720900" y="3630"/>
                  </a:lnTo>
                  <a:lnTo>
                    <a:pt x="1728758" y="3645"/>
                  </a:lnTo>
                  <a:lnTo>
                    <a:pt x="1736616" y="3663"/>
                  </a:lnTo>
                  <a:lnTo>
                    <a:pt x="1744474" y="3681"/>
                  </a:lnTo>
                  <a:lnTo>
                    <a:pt x="1752332" y="3697"/>
                  </a:lnTo>
                  <a:lnTo>
                    <a:pt x="1760190" y="3711"/>
                  </a:lnTo>
                  <a:lnTo>
                    <a:pt x="1768048" y="3725"/>
                  </a:lnTo>
                  <a:lnTo>
                    <a:pt x="1775906" y="3744"/>
                  </a:lnTo>
                  <a:lnTo>
                    <a:pt x="1783764" y="3759"/>
                  </a:lnTo>
                  <a:lnTo>
                    <a:pt x="1791622" y="3773"/>
                  </a:lnTo>
                  <a:lnTo>
                    <a:pt x="1799480" y="3786"/>
                  </a:lnTo>
                  <a:lnTo>
                    <a:pt x="1807338" y="3802"/>
                  </a:lnTo>
                  <a:lnTo>
                    <a:pt x="1815196" y="3816"/>
                  </a:lnTo>
                  <a:lnTo>
                    <a:pt x="1823054" y="3831"/>
                  </a:lnTo>
                  <a:lnTo>
                    <a:pt x="1830912" y="3844"/>
                  </a:lnTo>
                  <a:lnTo>
                    <a:pt x="1838770" y="3857"/>
                  </a:lnTo>
                  <a:lnTo>
                    <a:pt x="1846628" y="3872"/>
                  </a:lnTo>
                  <a:lnTo>
                    <a:pt x="1854486" y="3887"/>
                  </a:lnTo>
                  <a:lnTo>
                    <a:pt x="1862344" y="3902"/>
                  </a:lnTo>
                  <a:lnTo>
                    <a:pt x="1870202" y="3914"/>
                  </a:lnTo>
                  <a:lnTo>
                    <a:pt x="1878060" y="3925"/>
                  </a:lnTo>
                  <a:lnTo>
                    <a:pt x="1885918" y="3946"/>
                  </a:lnTo>
                  <a:lnTo>
                    <a:pt x="1893776" y="3968"/>
                  </a:lnTo>
                  <a:lnTo>
                    <a:pt x="1901634" y="3985"/>
                  </a:lnTo>
                  <a:lnTo>
                    <a:pt x="1909492" y="4002"/>
                  </a:lnTo>
                  <a:lnTo>
                    <a:pt x="1917350" y="4020"/>
                  </a:lnTo>
                  <a:lnTo>
                    <a:pt x="1925208" y="4039"/>
                  </a:lnTo>
                  <a:lnTo>
                    <a:pt x="1933066" y="4054"/>
                  </a:lnTo>
                  <a:lnTo>
                    <a:pt x="1940924" y="4066"/>
                  </a:lnTo>
                  <a:lnTo>
                    <a:pt x="1948782" y="4079"/>
                  </a:lnTo>
                  <a:lnTo>
                    <a:pt x="1956640" y="4091"/>
                  </a:lnTo>
                  <a:lnTo>
                    <a:pt x="1964498" y="4103"/>
                  </a:lnTo>
                  <a:lnTo>
                    <a:pt x="1972356" y="4118"/>
                  </a:lnTo>
                  <a:lnTo>
                    <a:pt x="1980214" y="4132"/>
                  </a:lnTo>
                  <a:lnTo>
                    <a:pt x="1988072" y="4144"/>
                  </a:lnTo>
                  <a:lnTo>
                    <a:pt x="1995930" y="4156"/>
                  </a:lnTo>
                  <a:lnTo>
                    <a:pt x="2003788" y="4166"/>
                  </a:lnTo>
                  <a:lnTo>
                    <a:pt x="2011646" y="4176"/>
                  </a:lnTo>
                  <a:lnTo>
                    <a:pt x="2019504" y="4186"/>
                  </a:lnTo>
                  <a:lnTo>
                    <a:pt x="2027362" y="4196"/>
                  </a:lnTo>
                  <a:lnTo>
                    <a:pt x="2035220" y="4205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186414" y="3909272"/>
              <a:ext cx="2035220" cy="3662"/>
            </a:xfrm>
            <a:custGeom>
              <a:avLst/>
              <a:pathLst>
                <a:path w="2035220" h="3662">
                  <a:moveTo>
                    <a:pt x="0" y="3662"/>
                  </a:moveTo>
                  <a:lnTo>
                    <a:pt x="7857" y="3650"/>
                  </a:lnTo>
                  <a:lnTo>
                    <a:pt x="15715" y="3639"/>
                  </a:lnTo>
                  <a:lnTo>
                    <a:pt x="23573" y="3629"/>
                  </a:lnTo>
                  <a:lnTo>
                    <a:pt x="31431" y="3610"/>
                  </a:lnTo>
                  <a:lnTo>
                    <a:pt x="39289" y="3598"/>
                  </a:lnTo>
                  <a:lnTo>
                    <a:pt x="47147" y="3576"/>
                  </a:lnTo>
                  <a:lnTo>
                    <a:pt x="55005" y="3561"/>
                  </a:lnTo>
                  <a:lnTo>
                    <a:pt x="62863" y="3548"/>
                  </a:lnTo>
                  <a:lnTo>
                    <a:pt x="70721" y="3536"/>
                  </a:lnTo>
                  <a:lnTo>
                    <a:pt x="78579" y="3523"/>
                  </a:lnTo>
                  <a:lnTo>
                    <a:pt x="86437" y="3510"/>
                  </a:lnTo>
                  <a:lnTo>
                    <a:pt x="94295" y="3501"/>
                  </a:lnTo>
                  <a:lnTo>
                    <a:pt x="102153" y="3494"/>
                  </a:lnTo>
                  <a:lnTo>
                    <a:pt x="110011" y="3476"/>
                  </a:lnTo>
                  <a:lnTo>
                    <a:pt x="117869" y="3460"/>
                  </a:lnTo>
                  <a:lnTo>
                    <a:pt x="125727" y="3442"/>
                  </a:lnTo>
                  <a:lnTo>
                    <a:pt x="133585" y="3428"/>
                  </a:lnTo>
                  <a:lnTo>
                    <a:pt x="141443" y="3418"/>
                  </a:lnTo>
                  <a:lnTo>
                    <a:pt x="149301" y="3412"/>
                  </a:lnTo>
                  <a:lnTo>
                    <a:pt x="157159" y="3403"/>
                  </a:lnTo>
                  <a:lnTo>
                    <a:pt x="165017" y="3388"/>
                  </a:lnTo>
                  <a:lnTo>
                    <a:pt x="172875" y="3373"/>
                  </a:lnTo>
                  <a:lnTo>
                    <a:pt x="180733" y="3360"/>
                  </a:lnTo>
                  <a:lnTo>
                    <a:pt x="188591" y="3350"/>
                  </a:lnTo>
                  <a:lnTo>
                    <a:pt x="196449" y="3336"/>
                  </a:lnTo>
                  <a:lnTo>
                    <a:pt x="204307" y="3322"/>
                  </a:lnTo>
                  <a:lnTo>
                    <a:pt x="212165" y="3312"/>
                  </a:lnTo>
                  <a:lnTo>
                    <a:pt x="220023" y="3303"/>
                  </a:lnTo>
                  <a:lnTo>
                    <a:pt x="227881" y="3294"/>
                  </a:lnTo>
                  <a:lnTo>
                    <a:pt x="235739" y="3282"/>
                  </a:lnTo>
                  <a:lnTo>
                    <a:pt x="243597" y="3270"/>
                  </a:lnTo>
                  <a:lnTo>
                    <a:pt x="251455" y="3257"/>
                  </a:lnTo>
                  <a:lnTo>
                    <a:pt x="259313" y="3243"/>
                  </a:lnTo>
                  <a:lnTo>
                    <a:pt x="267171" y="3222"/>
                  </a:lnTo>
                  <a:lnTo>
                    <a:pt x="275029" y="3211"/>
                  </a:lnTo>
                  <a:lnTo>
                    <a:pt x="282887" y="3197"/>
                  </a:lnTo>
                  <a:lnTo>
                    <a:pt x="290745" y="3185"/>
                  </a:lnTo>
                  <a:lnTo>
                    <a:pt x="298603" y="3177"/>
                  </a:lnTo>
                  <a:lnTo>
                    <a:pt x="306461" y="3169"/>
                  </a:lnTo>
                  <a:lnTo>
                    <a:pt x="314319" y="3160"/>
                  </a:lnTo>
                  <a:lnTo>
                    <a:pt x="322177" y="3143"/>
                  </a:lnTo>
                  <a:lnTo>
                    <a:pt x="330035" y="3132"/>
                  </a:lnTo>
                  <a:lnTo>
                    <a:pt x="337893" y="3118"/>
                  </a:lnTo>
                  <a:lnTo>
                    <a:pt x="345751" y="3099"/>
                  </a:lnTo>
                  <a:lnTo>
                    <a:pt x="353609" y="3081"/>
                  </a:lnTo>
                  <a:lnTo>
                    <a:pt x="361467" y="3068"/>
                  </a:lnTo>
                  <a:lnTo>
                    <a:pt x="369325" y="3053"/>
                  </a:lnTo>
                  <a:lnTo>
                    <a:pt x="377183" y="3042"/>
                  </a:lnTo>
                  <a:lnTo>
                    <a:pt x="385041" y="3029"/>
                  </a:lnTo>
                  <a:lnTo>
                    <a:pt x="392899" y="3018"/>
                  </a:lnTo>
                  <a:lnTo>
                    <a:pt x="400757" y="3001"/>
                  </a:lnTo>
                  <a:lnTo>
                    <a:pt x="408615" y="2983"/>
                  </a:lnTo>
                  <a:lnTo>
                    <a:pt x="416473" y="2976"/>
                  </a:lnTo>
                  <a:lnTo>
                    <a:pt x="424331" y="2958"/>
                  </a:lnTo>
                  <a:lnTo>
                    <a:pt x="432189" y="2949"/>
                  </a:lnTo>
                  <a:lnTo>
                    <a:pt x="440047" y="2942"/>
                  </a:lnTo>
                  <a:lnTo>
                    <a:pt x="447905" y="2927"/>
                  </a:lnTo>
                  <a:lnTo>
                    <a:pt x="455763" y="2910"/>
                  </a:lnTo>
                  <a:lnTo>
                    <a:pt x="463621" y="2893"/>
                  </a:lnTo>
                  <a:lnTo>
                    <a:pt x="471479" y="2887"/>
                  </a:lnTo>
                  <a:lnTo>
                    <a:pt x="479337" y="2874"/>
                  </a:lnTo>
                  <a:lnTo>
                    <a:pt x="487195" y="2851"/>
                  </a:lnTo>
                  <a:lnTo>
                    <a:pt x="495053" y="2838"/>
                  </a:lnTo>
                  <a:lnTo>
                    <a:pt x="502911" y="2829"/>
                  </a:lnTo>
                  <a:lnTo>
                    <a:pt x="510769" y="2817"/>
                  </a:lnTo>
                  <a:lnTo>
                    <a:pt x="518627" y="2805"/>
                  </a:lnTo>
                  <a:lnTo>
                    <a:pt x="526485" y="2786"/>
                  </a:lnTo>
                  <a:lnTo>
                    <a:pt x="534343" y="2765"/>
                  </a:lnTo>
                  <a:lnTo>
                    <a:pt x="542201" y="2751"/>
                  </a:lnTo>
                  <a:lnTo>
                    <a:pt x="550059" y="2735"/>
                  </a:lnTo>
                  <a:lnTo>
                    <a:pt x="557917" y="2722"/>
                  </a:lnTo>
                  <a:lnTo>
                    <a:pt x="565775" y="2703"/>
                  </a:lnTo>
                  <a:lnTo>
                    <a:pt x="573633" y="2695"/>
                  </a:lnTo>
                  <a:lnTo>
                    <a:pt x="581491" y="2685"/>
                  </a:lnTo>
                  <a:lnTo>
                    <a:pt x="589349" y="2673"/>
                  </a:lnTo>
                  <a:lnTo>
                    <a:pt x="597207" y="2656"/>
                  </a:lnTo>
                  <a:lnTo>
                    <a:pt x="605065" y="2642"/>
                  </a:lnTo>
                  <a:lnTo>
                    <a:pt x="612923" y="2632"/>
                  </a:lnTo>
                  <a:lnTo>
                    <a:pt x="620781" y="2618"/>
                  </a:lnTo>
                  <a:lnTo>
                    <a:pt x="628639" y="2604"/>
                  </a:lnTo>
                  <a:lnTo>
                    <a:pt x="636497" y="2593"/>
                  </a:lnTo>
                  <a:lnTo>
                    <a:pt x="644355" y="2580"/>
                  </a:lnTo>
                  <a:lnTo>
                    <a:pt x="652213" y="2566"/>
                  </a:lnTo>
                  <a:lnTo>
                    <a:pt x="660071" y="2555"/>
                  </a:lnTo>
                  <a:lnTo>
                    <a:pt x="667929" y="2541"/>
                  </a:lnTo>
                  <a:lnTo>
                    <a:pt x="675787" y="2529"/>
                  </a:lnTo>
                  <a:lnTo>
                    <a:pt x="683645" y="2514"/>
                  </a:lnTo>
                  <a:lnTo>
                    <a:pt x="691503" y="2505"/>
                  </a:lnTo>
                  <a:lnTo>
                    <a:pt x="699361" y="2493"/>
                  </a:lnTo>
                  <a:lnTo>
                    <a:pt x="707219" y="2478"/>
                  </a:lnTo>
                  <a:lnTo>
                    <a:pt x="715077" y="2469"/>
                  </a:lnTo>
                  <a:lnTo>
                    <a:pt x="722935" y="2458"/>
                  </a:lnTo>
                  <a:lnTo>
                    <a:pt x="730793" y="2443"/>
                  </a:lnTo>
                  <a:lnTo>
                    <a:pt x="738651" y="2428"/>
                  </a:lnTo>
                  <a:lnTo>
                    <a:pt x="746509" y="2413"/>
                  </a:lnTo>
                  <a:lnTo>
                    <a:pt x="754367" y="2393"/>
                  </a:lnTo>
                  <a:lnTo>
                    <a:pt x="762225" y="2381"/>
                  </a:lnTo>
                  <a:lnTo>
                    <a:pt x="770083" y="2370"/>
                  </a:lnTo>
                  <a:lnTo>
                    <a:pt x="777941" y="2356"/>
                  </a:lnTo>
                  <a:lnTo>
                    <a:pt x="785799" y="2337"/>
                  </a:lnTo>
                  <a:lnTo>
                    <a:pt x="793657" y="2324"/>
                  </a:lnTo>
                  <a:lnTo>
                    <a:pt x="801515" y="2316"/>
                  </a:lnTo>
                  <a:lnTo>
                    <a:pt x="809373" y="2300"/>
                  </a:lnTo>
                  <a:lnTo>
                    <a:pt x="817231" y="2287"/>
                  </a:lnTo>
                  <a:lnTo>
                    <a:pt x="825089" y="2278"/>
                  </a:lnTo>
                  <a:lnTo>
                    <a:pt x="832947" y="2263"/>
                  </a:lnTo>
                  <a:lnTo>
                    <a:pt x="840805" y="2244"/>
                  </a:lnTo>
                  <a:lnTo>
                    <a:pt x="848663" y="2226"/>
                  </a:lnTo>
                  <a:lnTo>
                    <a:pt x="856521" y="2215"/>
                  </a:lnTo>
                  <a:lnTo>
                    <a:pt x="864379" y="2199"/>
                  </a:lnTo>
                  <a:lnTo>
                    <a:pt x="872237" y="2175"/>
                  </a:lnTo>
                  <a:lnTo>
                    <a:pt x="880095" y="2154"/>
                  </a:lnTo>
                  <a:lnTo>
                    <a:pt x="887953" y="2142"/>
                  </a:lnTo>
                  <a:lnTo>
                    <a:pt x="895811" y="2137"/>
                  </a:lnTo>
                  <a:lnTo>
                    <a:pt x="903669" y="2127"/>
                  </a:lnTo>
                  <a:lnTo>
                    <a:pt x="911527" y="2106"/>
                  </a:lnTo>
                  <a:lnTo>
                    <a:pt x="919385" y="2092"/>
                  </a:lnTo>
                  <a:lnTo>
                    <a:pt x="927243" y="2075"/>
                  </a:lnTo>
                  <a:lnTo>
                    <a:pt x="935101" y="2058"/>
                  </a:lnTo>
                  <a:lnTo>
                    <a:pt x="942959" y="2042"/>
                  </a:lnTo>
                  <a:lnTo>
                    <a:pt x="950817" y="2032"/>
                  </a:lnTo>
                  <a:lnTo>
                    <a:pt x="958675" y="2020"/>
                  </a:lnTo>
                  <a:lnTo>
                    <a:pt x="966533" y="2005"/>
                  </a:lnTo>
                  <a:lnTo>
                    <a:pt x="974391" y="1999"/>
                  </a:lnTo>
                  <a:lnTo>
                    <a:pt x="982249" y="1984"/>
                  </a:lnTo>
                  <a:lnTo>
                    <a:pt x="990107" y="1964"/>
                  </a:lnTo>
                  <a:lnTo>
                    <a:pt x="997965" y="1949"/>
                  </a:lnTo>
                  <a:lnTo>
                    <a:pt x="1005823" y="1935"/>
                  </a:lnTo>
                  <a:lnTo>
                    <a:pt x="1013681" y="1924"/>
                  </a:lnTo>
                  <a:lnTo>
                    <a:pt x="1021539" y="1911"/>
                  </a:lnTo>
                  <a:lnTo>
                    <a:pt x="1029397" y="1896"/>
                  </a:lnTo>
                  <a:lnTo>
                    <a:pt x="1037254" y="1882"/>
                  </a:lnTo>
                  <a:lnTo>
                    <a:pt x="1045112" y="1862"/>
                  </a:lnTo>
                  <a:lnTo>
                    <a:pt x="1052970" y="1848"/>
                  </a:lnTo>
                  <a:lnTo>
                    <a:pt x="1060828" y="1830"/>
                  </a:lnTo>
                  <a:lnTo>
                    <a:pt x="1068686" y="1814"/>
                  </a:lnTo>
                  <a:lnTo>
                    <a:pt x="1076544" y="1801"/>
                  </a:lnTo>
                  <a:lnTo>
                    <a:pt x="1084402" y="1785"/>
                  </a:lnTo>
                  <a:lnTo>
                    <a:pt x="1092260" y="1770"/>
                  </a:lnTo>
                  <a:lnTo>
                    <a:pt x="1100118" y="1754"/>
                  </a:lnTo>
                  <a:lnTo>
                    <a:pt x="1107976" y="1747"/>
                  </a:lnTo>
                  <a:lnTo>
                    <a:pt x="1115834" y="1734"/>
                  </a:lnTo>
                  <a:lnTo>
                    <a:pt x="1123692" y="1723"/>
                  </a:lnTo>
                  <a:lnTo>
                    <a:pt x="1131550" y="1711"/>
                  </a:lnTo>
                  <a:lnTo>
                    <a:pt x="1139408" y="1690"/>
                  </a:lnTo>
                  <a:lnTo>
                    <a:pt x="1147266" y="1665"/>
                  </a:lnTo>
                  <a:lnTo>
                    <a:pt x="1155124" y="1645"/>
                  </a:lnTo>
                  <a:lnTo>
                    <a:pt x="1162982" y="1629"/>
                  </a:lnTo>
                  <a:lnTo>
                    <a:pt x="1170840" y="1615"/>
                  </a:lnTo>
                  <a:lnTo>
                    <a:pt x="1178698" y="1602"/>
                  </a:lnTo>
                  <a:lnTo>
                    <a:pt x="1186556" y="1592"/>
                  </a:lnTo>
                  <a:lnTo>
                    <a:pt x="1194414" y="1577"/>
                  </a:lnTo>
                  <a:lnTo>
                    <a:pt x="1202272" y="1563"/>
                  </a:lnTo>
                  <a:lnTo>
                    <a:pt x="1210130" y="1556"/>
                  </a:lnTo>
                  <a:lnTo>
                    <a:pt x="1217988" y="1537"/>
                  </a:lnTo>
                  <a:lnTo>
                    <a:pt x="1225846" y="1525"/>
                  </a:lnTo>
                  <a:lnTo>
                    <a:pt x="1233704" y="1509"/>
                  </a:lnTo>
                  <a:lnTo>
                    <a:pt x="1241562" y="1500"/>
                  </a:lnTo>
                  <a:lnTo>
                    <a:pt x="1249420" y="1485"/>
                  </a:lnTo>
                  <a:lnTo>
                    <a:pt x="1257278" y="1472"/>
                  </a:lnTo>
                  <a:lnTo>
                    <a:pt x="1265136" y="1455"/>
                  </a:lnTo>
                  <a:lnTo>
                    <a:pt x="1272994" y="1436"/>
                  </a:lnTo>
                  <a:lnTo>
                    <a:pt x="1280852" y="1422"/>
                  </a:lnTo>
                  <a:lnTo>
                    <a:pt x="1288710" y="1410"/>
                  </a:lnTo>
                  <a:lnTo>
                    <a:pt x="1296568" y="1392"/>
                  </a:lnTo>
                  <a:lnTo>
                    <a:pt x="1304426" y="1376"/>
                  </a:lnTo>
                  <a:lnTo>
                    <a:pt x="1312284" y="1359"/>
                  </a:lnTo>
                  <a:lnTo>
                    <a:pt x="1320142" y="1349"/>
                  </a:lnTo>
                  <a:lnTo>
                    <a:pt x="1328000" y="1339"/>
                  </a:lnTo>
                  <a:lnTo>
                    <a:pt x="1335858" y="1321"/>
                  </a:lnTo>
                  <a:lnTo>
                    <a:pt x="1343716" y="1304"/>
                  </a:lnTo>
                  <a:lnTo>
                    <a:pt x="1351574" y="1283"/>
                  </a:lnTo>
                  <a:lnTo>
                    <a:pt x="1359432" y="1269"/>
                  </a:lnTo>
                  <a:lnTo>
                    <a:pt x="1367290" y="1256"/>
                  </a:lnTo>
                  <a:lnTo>
                    <a:pt x="1375148" y="1245"/>
                  </a:lnTo>
                  <a:lnTo>
                    <a:pt x="1383006" y="1233"/>
                  </a:lnTo>
                  <a:lnTo>
                    <a:pt x="1390864" y="1222"/>
                  </a:lnTo>
                  <a:lnTo>
                    <a:pt x="1398722" y="1204"/>
                  </a:lnTo>
                  <a:lnTo>
                    <a:pt x="1406580" y="1192"/>
                  </a:lnTo>
                  <a:lnTo>
                    <a:pt x="1414438" y="1175"/>
                  </a:lnTo>
                  <a:lnTo>
                    <a:pt x="1422296" y="1161"/>
                  </a:lnTo>
                  <a:lnTo>
                    <a:pt x="1430154" y="1150"/>
                  </a:lnTo>
                  <a:lnTo>
                    <a:pt x="1438012" y="1135"/>
                  </a:lnTo>
                  <a:lnTo>
                    <a:pt x="1445870" y="1117"/>
                  </a:lnTo>
                  <a:lnTo>
                    <a:pt x="1453728" y="1103"/>
                  </a:lnTo>
                  <a:lnTo>
                    <a:pt x="1461586" y="1089"/>
                  </a:lnTo>
                  <a:lnTo>
                    <a:pt x="1469444" y="1073"/>
                  </a:lnTo>
                  <a:lnTo>
                    <a:pt x="1477302" y="1060"/>
                  </a:lnTo>
                  <a:lnTo>
                    <a:pt x="1485160" y="1041"/>
                  </a:lnTo>
                  <a:lnTo>
                    <a:pt x="1493018" y="1030"/>
                  </a:lnTo>
                  <a:lnTo>
                    <a:pt x="1500876" y="1024"/>
                  </a:lnTo>
                  <a:lnTo>
                    <a:pt x="1508734" y="1008"/>
                  </a:lnTo>
                  <a:lnTo>
                    <a:pt x="1516592" y="995"/>
                  </a:lnTo>
                  <a:lnTo>
                    <a:pt x="1524450" y="983"/>
                  </a:lnTo>
                  <a:lnTo>
                    <a:pt x="1532308" y="964"/>
                  </a:lnTo>
                  <a:lnTo>
                    <a:pt x="1540166" y="952"/>
                  </a:lnTo>
                  <a:lnTo>
                    <a:pt x="1548024" y="940"/>
                  </a:lnTo>
                  <a:lnTo>
                    <a:pt x="1555882" y="927"/>
                  </a:lnTo>
                  <a:lnTo>
                    <a:pt x="1563740" y="906"/>
                  </a:lnTo>
                  <a:lnTo>
                    <a:pt x="1571598" y="893"/>
                  </a:lnTo>
                  <a:lnTo>
                    <a:pt x="1579456" y="879"/>
                  </a:lnTo>
                  <a:lnTo>
                    <a:pt x="1587314" y="852"/>
                  </a:lnTo>
                  <a:lnTo>
                    <a:pt x="1595172" y="835"/>
                  </a:lnTo>
                  <a:lnTo>
                    <a:pt x="1603030" y="824"/>
                  </a:lnTo>
                  <a:lnTo>
                    <a:pt x="1610888" y="810"/>
                  </a:lnTo>
                  <a:lnTo>
                    <a:pt x="1618746" y="790"/>
                  </a:lnTo>
                  <a:lnTo>
                    <a:pt x="1626604" y="775"/>
                  </a:lnTo>
                  <a:lnTo>
                    <a:pt x="1634462" y="759"/>
                  </a:lnTo>
                  <a:lnTo>
                    <a:pt x="1642320" y="739"/>
                  </a:lnTo>
                  <a:lnTo>
                    <a:pt x="1650178" y="724"/>
                  </a:lnTo>
                  <a:lnTo>
                    <a:pt x="1658036" y="704"/>
                  </a:lnTo>
                  <a:lnTo>
                    <a:pt x="1665894" y="685"/>
                  </a:lnTo>
                  <a:lnTo>
                    <a:pt x="1673752" y="672"/>
                  </a:lnTo>
                  <a:lnTo>
                    <a:pt x="1681610" y="656"/>
                  </a:lnTo>
                  <a:lnTo>
                    <a:pt x="1689468" y="645"/>
                  </a:lnTo>
                  <a:lnTo>
                    <a:pt x="1697326" y="628"/>
                  </a:lnTo>
                  <a:lnTo>
                    <a:pt x="1705184" y="613"/>
                  </a:lnTo>
                  <a:lnTo>
                    <a:pt x="1713042" y="598"/>
                  </a:lnTo>
                  <a:lnTo>
                    <a:pt x="1720900" y="581"/>
                  </a:lnTo>
                  <a:lnTo>
                    <a:pt x="1728758" y="564"/>
                  </a:lnTo>
                  <a:lnTo>
                    <a:pt x="1736616" y="553"/>
                  </a:lnTo>
                  <a:lnTo>
                    <a:pt x="1744474" y="538"/>
                  </a:lnTo>
                  <a:lnTo>
                    <a:pt x="1752332" y="523"/>
                  </a:lnTo>
                  <a:lnTo>
                    <a:pt x="1760190" y="507"/>
                  </a:lnTo>
                  <a:lnTo>
                    <a:pt x="1768048" y="490"/>
                  </a:lnTo>
                  <a:lnTo>
                    <a:pt x="1775906" y="474"/>
                  </a:lnTo>
                  <a:lnTo>
                    <a:pt x="1783764" y="461"/>
                  </a:lnTo>
                  <a:lnTo>
                    <a:pt x="1791622" y="445"/>
                  </a:lnTo>
                  <a:lnTo>
                    <a:pt x="1799480" y="431"/>
                  </a:lnTo>
                  <a:lnTo>
                    <a:pt x="1807338" y="416"/>
                  </a:lnTo>
                  <a:lnTo>
                    <a:pt x="1815196" y="406"/>
                  </a:lnTo>
                  <a:lnTo>
                    <a:pt x="1823054" y="389"/>
                  </a:lnTo>
                  <a:lnTo>
                    <a:pt x="1830912" y="368"/>
                  </a:lnTo>
                  <a:lnTo>
                    <a:pt x="1838770" y="353"/>
                  </a:lnTo>
                  <a:lnTo>
                    <a:pt x="1846628" y="338"/>
                  </a:lnTo>
                  <a:lnTo>
                    <a:pt x="1854486" y="332"/>
                  </a:lnTo>
                  <a:lnTo>
                    <a:pt x="1862344" y="322"/>
                  </a:lnTo>
                  <a:lnTo>
                    <a:pt x="1870202" y="308"/>
                  </a:lnTo>
                  <a:lnTo>
                    <a:pt x="1878060" y="294"/>
                  </a:lnTo>
                  <a:lnTo>
                    <a:pt x="1885918" y="276"/>
                  </a:lnTo>
                  <a:lnTo>
                    <a:pt x="1893776" y="264"/>
                  </a:lnTo>
                  <a:lnTo>
                    <a:pt x="1901634" y="252"/>
                  </a:lnTo>
                  <a:lnTo>
                    <a:pt x="1909492" y="239"/>
                  </a:lnTo>
                  <a:lnTo>
                    <a:pt x="1917350" y="226"/>
                  </a:lnTo>
                  <a:lnTo>
                    <a:pt x="1925208" y="213"/>
                  </a:lnTo>
                  <a:lnTo>
                    <a:pt x="1933066" y="204"/>
                  </a:lnTo>
                  <a:lnTo>
                    <a:pt x="1940924" y="186"/>
                  </a:lnTo>
                  <a:lnTo>
                    <a:pt x="1948782" y="169"/>
                  </a:lnTo>
                  <a:lnTo>
                    <a:pt x="1956640" y="149"/>
                  </a:lnTo>
                  <a:lnTo>
                    <a:pt x="1964498" y="133"/>
                  </a:lnTo>
                  <a:lnTo>
                    <a:pt x="1972356" y="118"/>
                  </a:lnTo>
                  <a:lnTo>
                    <a:pt x="1980214" y="105"/>
                  </a:lnTo>
                  <a:lnTo>
                    <a:pt x="1988072" y="88"/>
                  </a:lnTo>
                  <a:lnTo>
                    <a:pt x="1995930" y="66"/>
                  </a:lnTo>
                  <a:lnTo>
                    <a:pt x="2003788" y="52"/>
                  </a:lnTo>
                  <a:lnTo>
                    <a:pt x="2011646" y="46"/>
                  </a:lnTo>
                  <a:lnTo>
                    <a:pt x="2019504" y="36"/>
                  </a:lnTo>
                  <a:lnTo>
                    <a:pt x="2027362" y="1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186414" y="3915311"/>
              <a:ext cx="2035220" cy="183"/>
            </a:xfrm>
            <a:custGeom>
              <a:avLst/>
              <a:pathLst>
                <a:path w="2035220" h="183">
                  <a:moveTo>
                    <a:pt x="0" y="154"/>
                  </a:moveTo>
                  <a:lnTo>
                    <a:pt x="7857" y="153"/>
                  </a:lnTo>
                  <a:lnTo>
                    <a:pt x="15715" y="150"/>
                  </a:lnTo>
                  <a:lnTo>
                    <a:pt x="23573" y="150"/>
                  </a:lnTo>
                  <a:lnTo>
                    <a:pt x="31431" y="155"/>
                  </a:lnTo>
                  <a:lnTo>
                    <a:pt x="39289" y="154"/>
                  </a:lnTo>
                  <a:lnTo>
                    <a:pt x="47147" y="156"/>
                  </a:lnTo>
                  <a:lnTo>
                    <a:pt x="55005" y="153"/>
                  </a:lnTo>
                  <a:lnTo>
                    <a:pt x="62863" y="155"/>
                  </a:lnTo>
                  <a:lnTo>
                    <a:pt x="70721" y="155"/>
                  </a:lnTo>
                  <a:lnTo>
                    <a:pt x="78579" y="157"/>
                  </a:lnTo>
                  <a:lnTo>
                    <a:pt x="86437" y="160"/>
                  </a:lnTo>
                  <a:lnTo>
                    <a:pt x="94295" y="157"/>
                  </a:lnTo>
                  <a:lnTo>
                    <a:pt x="102153" y="155"/>
                  </a:lnTo>
                  <a:lnTo>
                    <a:pt x="110011" y="157"/>
                  </a:lnTo>
                  <a:lnTo>
                    <a:pt x="117869" y="160"/>
                  </a:lnTo>
                  <a:lnTo>
                    <a:pt x="125727" y="165"/>
                  </a:lnTo>
                  <a:lnTo>
                    <a:pt x="133585" y="168"/>
                  </a:lnTo>
                  <a:lnTo>
                    <a:pt x="141443" y="171"/>
                  </a:lnTo>
                  <a:lnTo>
                    <a:pt x="149301" y="172"/>
                  </a:lnTo>
                  <a:lnTo>
                    <a:pt x="157159" y="176"/>
                  </a:lnTo>
                  <a:lnTo>
                    <a:pt x="165017" y="176"/>
                  </a:lnTo>
                  <a:lnTo>
                    <a:pt x="172875" y="180"/>
                  </a:lnTo>
                  <a:lnTo>
                    <a:pt x="180733" y="183"/>
                  </a:lnTo>
                  <a:lnTo>
                    <a:pt x="188591" y="176"/>
                  </a:lnTo>
                  <a:lnTo>
                    <a:pt x="196449" y="174"/>
                  </a:lnTo>
                  <a:lnTo>
                    <a:pt x="204307" y="176"/>
                  </a:lnTo>
                  <a:lnTo>
                    <a:pt x="212165" y="173"/>
                  </a:lnTo>
                  <a:lnTo>
                    <a:pt x="220023" y="172"/>
                  </a:lnTo>
                  <a:lnTo>
                    <a:pt x="227881" y="173"/>
                  </a:lnTo>
                  <a:lnTo>
                    <a:pt x="235739" y="179"/>
                  </a:lnTo>
                  <a:lnTo>
                    <a:pt x="243597" y="174"/>
                  </a:lnTo>
                  <a:lnTo>
                    <a:pt x="251455" y="175"/>
                  </a:lnTo>
                  <a:lnTo>
                    <a:pt x="259313" y="173"/>
                  </a:lnTo>
                  <a:lnTo>
                    <a:pt x="267171" y="176"/>
                  </a:lnTo>
                  <a:lnTo>
                    <a:pt x="275029" y="179"/>
                  </a:lnTo>
                  <a:lnTo>
                    <a:pt x="282887" y="175"/>
                  </a:lnTo>
                  <a:lnTo>
                    <a:pt x="290745" y="175"/>
                  </a:lnTo>
                  <a:lnTo>
                    <a:pt x="298603" y="177"/>
                  </a:lnTo>
                  <a:lnTo>
                    <a:pt x="306461" y="172"/>
                  </a:lnTo>
                  <a:lnTo>
                    <a:pt x="314319" y="175"/>
                  </a:lnTo>
                  <a:lnTo>
                    <a:pt x="322177" y="173"/>
                  </a:lnTo>
                  <a:lnTo>
                    <a:pt x="330035" y="171"/>
                  </a:lnTo>
                  <a:lnTo>
                    <a:pt x="337893" y="168"/>
                  </a:lnTo>
                  <a:lnTo>
                    <a:pt x="345751" y="174"/>
                  </a:lnTo>
                  <a:lnTo>
                    <a:pt x="353609" y="174"/>
                  </a:lnTo>
                  <a:lnTo>
                    <a:pt x="361467" y="171"/>
                  </a:lnTo>
                  <a:lnTo>
                    <a:pt x="369325" y="169"/>
                  </a:lnTo>
                  <a:lnTo>
                    <a:pt x="377183" y="167"/>
                  </a:lnTo>
                  <a:lnTo>
                    <a:pt x="385041" y="167"/>
                  </a:lnTo>
                  <a:lnTo>
                    <a:pt x="392899" y="167"/>
                  </a:lnTo>
                  <a:lnTo>
                    <a:pt x="400757" y="163"/>
                  </a:lnTo>
                  <a:lnTo>
                    <a:pt x="408615" y="158"/>
                  </a:lnTo>
                  <a:lnTo>
                    <a:pt x="416473" y="158"/>
                  </a:lnTo>
                  <a:lnTo>
                    <a:pt x="424331" y="159"/>
                  </a:lnTo>
                  <a:lnTo>
                    <a:pt x="432189" y="155"/>
                  </a:lnTo>
                  <a:lnTo>
                    <a:pt x="440047" y="155"/>
                  </a:lnTo>
                  <a:lnTo>
                    <a:pt x="447905" y="159"/>
                  </a:lnTo>
                  <a:lnTo>
                    <a:pt x="455763" y="155"/>
                  </a:lnTo>
                  <a:lnTo>
                    <a:pt x="463621" y="157"/>
                  </a:lnTo>
                  <a:lnTo>
                    <a:pt x="471479" y="156"/>
                  </a:lnTo>
                  <a:lnTo>
                    <a:pt x="479337" y="156"/>
                  </a:lnTo>
                  <a:lnTo>
                    <a:pt x="487195" y="152"/>
                  </a:lnTo>
                  <a:lnTo>
                    <a:pt x="495053" y="149"/>
                  </a:lnTo>
                  <a:lnTo>
                    <a:pt x="502911" y="153"/>
                  </a:lnTo>
                  <a:lnTo>
                    <a:pt x="510769" y="146"/>
                  </a:lnTo>
                  <a:lnTo>
                    <a:pt x="518627" y="146"/>
                  </a:lnTo>
                  <a:lnTo>
                    <a:pt x="526485" y="149"/>
                  </a:lnTo>
                  <a:lnTo>
                    <a:pt x="534343" y="151"/>
                  </a:lnTo>
                  <a:lnTo>
                    <a:pt x="542201" y="146"/>
                  </a:lnTo>
                  <a:lnTo>
                    <a:pt x="550059" y="148"/>
                  </a:lnTo>
                  <a:lnTo>
                    <a:pt x="557917" y="143"/>
                  </a:lnTo>
                  <a:lnTo>
                    <a:pt x="565775" y="144"/>
                  </a:lnTo>
                  <a:lnTo>
                    <a:pt x="573633" y="145"/>
                  </a:lnTo>
                  <a:lnTo>
                    <a:pt x="581491" y="148"/>
                  </a:lnTo>
                  <a:lnTo>
                    <a:pt x="589349" y="146"/>
                  </a:lnTo>
                  <a:lnTo>
                    <a:pt x="597207" y="144"/>
                  </a:lnTo>
                  <a:lnTo>
                    <a:pt x="605065" y="142"/>
                  </a:lnTo>
                  <a:lnTo>
                    <a:pt x="612923" y="142"/>
                  </a:lnTo>
                  <a:lnTo>
                    <a:pt x="620781" y="142"/>
                  </a:lnTo>
                  <a:lnTo>
                    <a:pt x="628639" y="143"/>
                  </a:lnTo>
                  <a:lnTo>
                    <a:pt x="636497" y="141"/>
                  </a:lnTo>
                  <a:lnTo>
                    <a:pt x="644355" y="140"/>
                  </a:lnTo>
                  <a:lnTo>
                    <a:pt x="652213" y="143"/>
                  </a:lnTo>
                  <a:lnTo>
                    <a:pt x="660071" y="143"/>
                  </a:lnTo>
                  <a:lnTo>
                    <a:pt x="667929" y="145"/>
                  </a:lnTo>
                  <a:lnTo>
                    <a:pt x="675787" y="144"/>
                  </a:lnTo>
                  <a:lnTo>
                    <a:pt x="683645" y="145"/>
                  </a:lnTo>
                  <a:lnTo>
                    <a:pt x="691503" y="146"/>
                  </a:lnTo>
                  <a:lnTo>
                    <a:pt x="699361" y="145"/>
                  </a:lnTo>
                  <a:lnTo>
                    <a:pt x="707219" y="146"/>
                  </a:lnTo>
                  <a:lnTo>
                    <a:pt x="715077" y="144"/>
                  </a:lnTo>
                  <a:lnTo>
                    <a:pt x="722935" y="142"/>
                  </a:lnTo>
                  <a:lnTo>
                    <a:pt x="730793" y="141"/>
                  </a:lnTo>
                  <a:lnTo>
                    <a:pt x="738651" y="144"/>
                  </a:lnTo>
                  <a:lnTo>
                    <a:pt x="746509" y="146"/>
                  </a:lnTo>
                  <a:lnTo>
                    <a:pt x="754367" y="148"/>
                  </a:lnTo>
                  <a:lnTo>
                    <a:pt x="762225" y="148"/>
                  </a:lnTo>
                  <a:lnTo>
                    <a:pt x="770083" y="149"/>
                  </a:lnTo>
                  <a:lnTo>
                    <a:pt x="777941" y="149"/>
                  </a:lnTo>
                  <a:lnTo>
                    <a:pt x="785799" y="149"/>
                  </a:lnTo>
                  <a:lnTo>
                    <a:pt x="793657" y="149"/>
                  </a:lnTo>
                  <a:lnTo>
                    <a:pt x="801515" y="149"/>
                  </a:lnTo>
                  <a:lnTo>
                    <a:pt x="809373" y="146"/>
                  </a:lnTo>
                  <a:lnTo>
                    <a:pt x="817231" y="146"/>
                  </a:lnTo>
                  <a:lnTo>
                    <a:pt x="825089" y="143"/>
                  </a:lnTo>
                  <a:lnTo>
                    <a:pt x="832947" y="142"/>
                  </a:lnTo>
                  <a:lnTo>
                    <a:pt x="840805" y="140"/>
                  </a:lnTo>
                  <a:lnTo>
                    <a:pt x="848663" y="139"/>
                  </a:lnTo>
                  <a:lnTo>
                    <a:pt x="856521" y="134"/>
                  </a:lnTo>
                  <a:lnTo>
                    <a:pt x="864379" y="134"/>
                  </a:lnTo>
                  <a:lnTo>
                    <a:pt x="872237" y="133"/>
                  </a:lnTo>
                  <a:lnTo>
                    <a:pt x="880095" y="133"/>
                  </a:lnTo>
                  <a:lnTo>
                    <a:pt x="887953" y="127"/>
                  </a:lnTo>
                  <a:lnTo>
                    <a:pt x="895811" y="126"/>
                  </a:lnTo>
                  <a:lnTo>
                    <a:pt x="903669" y="128"/>
                  </a:lnTo>
                  <a:lnTo>
                    <a:pt x="911527" y="127"/>
                  </a:lnTo>
                  <a:lnTo>
                    <a:pt x="919385" y="127"/>
                  </a:lnTo>
                  <a:lnTo>
                    <a:pt x="927243" y="129"/>
                  </a:lnTo>
                  <a:lnTo>
                    <a:pt x="935101" y="128"/>
                  </a:lnTo>
                  <a:lnTo>
                    <a:pt x="942959" y="128"/>
                  </a:lnTo>
                  <a:lnTo>
                    <a:pt x="950817" y="126"/>
                  </a:lnTo>
                  <a:lnTo>
                    <a:pt x="958675" y="124"/>
                  </a:lnTo>
                  <a:lnTo>
                    <a:pt x="966533" y="124"/>
                  </a:lnTo>
                  <a:lnTo>
                    <a:pt x="974391" y="118"/>
                  </a:lnTo>
                  <a:lnTo>
                    <a:pt x="982249" y="113"/>
                  </a:lnTo>
                  <a:lnTo>
                    <a:pt x="990107" y="111"/>
                  </a:lnTo>
                  <a:lnTo>
                    <a:pt x="997965" y="113"/>
                  </a:lnTo>
                  <a:lnTo>
                    <a:pt x="1005823" y="112"/>
                  </a:lnTo>
                  <a:lnTo>
                    <a:pt x="1013681" y="115"/>
                  </a:lnTo>
                  <a:lnTo>
                    <a:pt x="1021539" y="118"/>
                  </a:lnTo>
                  <a:lnTo>
                    <a:pt x="1029397" y="116"/>
                  </a:lnTo>
                  <a:lnTo>
                    <a:pt x="1037254" y="115"/>
                  </a:lnTo>
                  <a:lnTo>
                    <a:pt x="1045112" y="112"/>
                  </a:lnTo>
                  <a:lnTo>
                    <a:pt x="1052970" y="113"/>
                  </a:lnTo>
                  <a:lnTo>
                    <a:pt x="1060828" y="114"/>
                  </a:lnTo>
                  <a:lnTo>
                    <a:pt x="1068686" y="115"/>
                  </a:lnTo>
                  <a:lnTo>
                    <a:pt x="1076544" y="118"/>
                  </a:lnTo>
                  <a:lnTo>
                    <a:pt x="1084402" y="116"/>
                  </a:lnTo>
                  <a:lnTo>
                    <a:pt x="1092260" y="114"/>
                  </a:lnTo>
                  <a:lnTo>
                    <a:pt x="1100118" y="115"/>
                  </a:lnTo>
                  <a:lnTo>
                    <a:pt x="1107976" y="114"/>
                  </a:lnTo>
                  <a:lnTo>
                    <a:pt x="1115834" y="115"/>
                  </a:lnTo>
                  <a:lnTo>
                    <a:pt x="1123692" y="110"/>
                  </a:lnTo>
                  <a:lnTo>
                    <a:pt x="1131550" y="108"/>
                  </a:lnTo>
                  <a:lnTo>
                    <a:pt x="1139408" y="110"/>
                  </a:lnTo>
                  <a:lnTo>
                    <a:pt x="1147266" y="103"/>
                  </a:lnTo>
                  <a:lnTo>
                    <a:pt x="1155124" y="99"/>
                  </a:lnTo>
                  <a:lnTo>
                    <a:pt x="1162982" y="97"/>
                  </a:lnTo>
                  <a:lnTo>
                    <a:pt x="1170840" y="96"/>
                  </a:lnTo>
                  <a:lnTo>
                    <a:pt x="1178698" y="99"/>
                  </a:lnTo>
                  <a:lnTo>
                    <a:pt x="1186556" y="101"/>
                  </a:lnTo>
                  <a:lnTo>
                    <a:pt x="1194414" y="102"/>
                  </a:lnTo>
                  <a:lnTo>
                    <a:pt x="1202272" y="101"/>
                  </a:lnTo>
                  <a:lnTo>
                    <a:pt x="1210130" y="98"/>
                  </a:lnTo>
                  <a:lnTo>
                    <a:pt x="1217988" y="100"/>
                  </a:lnTo>
                  <a:lnTo>
                    <a:pt x="1225846" y="96"/>
                  </a:lnTo>
                  <a:lnTo>
                    <a:pt x="1233704" y="95"/>
                  </a:lnTo>
                  <a:lnTo>
                    <a:pt x="1241562" y="95"/>
                  </a:lnTo>
                  <a:lnTo>
                    <a:pt x="1249420" y="101"/>
                  </a:lnTo>
                  <a:lnTo>
                    <a:pt x="1257278" y="97"/>
                  </a:lnTo>
                  <a:lnTo>
                    <a:pt x="1265136" y="101"/>
                  </a:lnTo>
                  <a:lnTo>
                    <a:pt x="1272994" y="98"/>
                  </a:lnTo>
                  <a:lnTo>
                    <a:pt x="1280852" y="94"/>
                  </a:lnTo>
                  <a:lnTo>
                    <a:pt x="1288710" y="95"/>
                  </a:lnTo>
                  <a:lnTo>
                    <a:pt x="1296568" y="93"/>
                  </a:lnTo>
                  <a:lnTo>
                    <a:pt x="1304426" y="93"/>
                  </a:lnTo>
                  <a:lnTo>
                    <a:pt x="1312284" y="95"/>
                  </a:lnTo>
                  <a:lnTo>
                    <a:pt x="1320142" y="101"/>
                  </a:lnTo>
                  <a:lnTo>
                    <a:pt x="1328000" y="98"/>
                  </a:lnTo>
                  <a:lnTo>
                    <a:pt x="1335858" y="94"/>
                  </a:lnTo>
                  <a:lnTo>
                    <a:pt x="1343716" y="92"/>
                  </a:lnTo>
                  <a:lnTo>
                    <a:pt x="1351574" y="89"/>
                  </a:lnTo>
                  <a:lnTo>
                    <a:pt x="1359432" y="85"/>
                  </a:lnTo>
                  <a:lnTo>
                    <a:pt x="1367290" y="85"/>
                  </a:lnTo>
                  <a:lnTo>
                    <a:pt x="1375148" y="87"/>
                  </a:lnTo>
                  <a:lnTo>
                    <a:pt x="1383006" y="83"/>
                  </a:lnTo>
                  <a:lnTo>
                    <a:pt x="1390864" y="83"/>
                  </a:lnTo>
                  <a:lnTo>
                    <a:pt x="1398722" y="84"/>
                  </a:lnTo>
                  <a:lnTo>
                    <a:pt x="1406580" y="78"/>
                  </a:lnTo>
                  <a:lnTo>
                    <a:pt x="1414438" y="75"/>
                  </a:lnTo>
                  <a:lnTo>
                    <a:pt x="1422296" y="77"/>
                  </a:lnTo>
                  <a:lnTo>
                    <a:pt x="1430154" y="76"/>
                  </a:lnTo>
                  <a:lnTo>
                    <a:pt x="1438012" y="72"/>
                  </a:lnTo>
                  <a:lnTo>
                    <a:pt x="1445870" y="73"/>
                  </a:lnTo>
                  <a:lnTo>
                    <a:pt x="1453728" y="73"/>
                  </a:lnTo>
                  <a:lnTo>
                    <a:pt x="1461586" y="68"/>
                  </a:lnTo>
                  <a:lnTo>
                    <a:pt x="1469444" y="67"/>
                  </a:lnTo>
                  <a:lnTo>
                    <a:pt x="1477302" y="65"/>
                  </a:lnTo>
                  <a:lnTo>
                    <a:pt x="1485160" y="64"/>
                  </a:lnTo>
                  <a:lnTo>
                    <a:pt x="1493018" y="65"/>
                  </a:lnTo>
                  <a:lnTo>
                    <a:pt x="1500876" y="63"/>
                  </a:lnTo>
                  <a:lnTo>
                    <a:pt x="1508734" y="64"/>
                  </a:lnTo>
                  <a:lnTo>
                    <a:pt x="1516592" y="62"/>
                  </a:lnTo>
                  <a:lnTo>
                    <a:pt x="1524450" y="61"/>
                  </a:lnTo>
                  <a:lnTo>
                    <a:pt x="1532308" y="59"/>
                  </a:lnTo>
                  <a:lnTo>
                    <a:pt x="1540166" y="59"/>
                  </a:lnTo>
                  <a:lnTo>
                    <a:pt x="1548024" y="59"/>
                  </a:lnTo>
                  <a:lnTo>
                    <a:pt x="1555882" y="54"/>
                  </a:lnTo>
                  <a:lnTo>
                    <a:pt x="1563740" y="49"/>
                  </a:lnTo>
                  <a:lnTo>
                    <a:pt x="1571598" y="43"/>
                  </a:lnTo>
                  <a:lnTo>
                    <a:pt x="1579456" y="41"/>
                  </a:lnTo>
                  <a:lnTo>
                    <a:pt x="1587314" y="39"/>
                  </a:lnTo>
                  <a:lnTo>
                    <a:pt x="1595172" y="37"/>
                  </a:lnTo>
                  <a:lnTo>
                    <a:pt x="1603030" y="35"/>
                  </a:lnTo>
                  <a:lnTo>
                    <a:pt x="1610888" y="34"/>
                  </a:lnTo>
                  <a:lnTo>
                    <a:pt x="1618746" y="33"/>
                  </a:lnTo>
                  <a:lnTo>
                    <a:pt x="1626604" y="34"/>
                  </a:lnTo>
                  <a:lnTo>
                    <a:pt x="1634462" y="35"/>
                  </a:lnTo>
                  <a:lnTo>
                    <a:pt x="1642320" y="32"/>
                  </a:lnTo>
                  <a:lnTo>
                    <a:pt x="1650178" y="29"/>
                  </a:lnTo>
                  <a:lnTo>
                    <a:pt x="1658036" y="27"/>
                  </a:lnTo>
                  <a:lnTo>
                    <a:pt x="1665894" y="24"/>
                  </a:lnTo>
                  <a:lnTo>
                    <a:pt x="1673752" y="21"/>
                  </a:lnTo>
                  <a:lnTo>
                    <a:pt x="1681610" y="21"/>
                  </a:lnTo>
                  <a:lnTo>
                    <a:pt x="1689468" y="21"/>
                  </a:lnTo>
                  <a:lnTo>
                    <a:pt x="1697326" y="25"/>
                  </a:lnTo>
                  <a:lnTo>
                    <a:pt x="1705184" y="26"/>
                  </a:lnTo>
                  <a:lnTo>
                    <a:pt x="1713042" y="28"/>
                  </a:lnTo>
                  <a:lnTo>
                    <a:pt x="1720900" y="31"/>
                  </a:lnTo>
                  <a:lnTo>
                    <a:pt x="1728758" y="31"/>
                  </a:lnTo>
                  <a:lnTo>
                    <a:pt x="1736616" y="28"/>
                  </a:lnTo>
                  <a:lnTo>
                    <a:pt x="1744474" y="27"/>
                  </a:lnTo>
                  <a:lnTo>
                    <a:pt x="1752332" y="31"/>
                  </a:lnTo>
                  <a:lnTo>
                    <a:pt x="1760190" y="30"/>
                  </a:lnTo>
                  <a:lnTo>
                    <a:pt x="1768048" y="31"/>
                  </a:lnTo>
                  <a:lnTo>
                    <a:pt x="1775906" y="31"/>
                  </a:lnTo>
                  <a:lnTo>
                    <a:pt x="1783764" y="31"/>
                  </a:lnTo>
                  <a:lnTo>
                    <a:pt x="1791622" y="31"/>
                  </a:lnTo>
                  <a:lnTo>
                    <a:pt x="1799480" y="33"/>
                  </a:lnTo>
                  <a:lnTo>
                    <a:pt x="1807338" y="33"/>
                  </a:lnTo>
                  <a:lnTo>
                    <a:pt x="1815196" y="33"/>
                  </a:lnTo>
                  <a:lnTo>
                    <a:pt x="1823054" y="33"/>
                  </a:lnTo>
                  <a:lnTo>
                    <a:pt x="1830912" y="34"/>
                  </a:lnTo>
                  <a:lnTo>
                    <a:pt x="1838770" y="33"/>
                  </a:lnTo>
                  <a:lnTo>
                    <a:pt x="1846628" y="33"/>
                  </a:lnTo>
                  <a:lnTo>
                    <a:pt x="1854486" y="35"/>
                  </a:lnTo>
                  <a:lnTo>
                    <a:pt x="1862344" y="35"/>
                  </a:lnTo>
                  <a:lnTo>
                    <a:pt x="1870202" y="34"/>
                  </a:lnTo>
                  <a:lnTo>
                    <a:pt x="1878060" y="31"/>
                  </a:lnTo>
                  <a:lnTo>
                    <a:pt x="1885918" y="28"/>
                  </a:lnTo>
                  <a:lnTo>
                    <a:pt x="1893776" y="24"/>
                  </a:lnTo>
                  <a:lnTo>
                    <a:pt x="1901634" y="20"/>
                  </a:lnTo>
                  <a:lnTo>
                    <a:pt x="1909492" y="17"/>
                  </a:lnTo>
                  <a:lnTo>
                    <a:pt x="1917350" y="17"/>
                  </a:lnTo>
                  <a:lnTo>
                    <a:pt x="1925208" y="17"/>
                  </a:lnTo>
                  <a:lnTo>
                    <a:pt x="1933066" y="18"/>
                  </a:lnTo>
                  <a:lnTo>
                    <a:pt x="1940924" y="21"/>
                  </a:lnTo>
                  <a:lnTo>
                    <a:pt x="1948782" y="23"/>
                  </a:lnTo>
                  <a:lnTo>
                    <a:pt x="1956640" y="23"/>
                  </a:lnTo>
                  <a:lnTo>
                    <a:pt x="1964498" y="22"/>
                  </a:lnTo>
                  <a:lnTo>
                    <a:pt x="1972356" y="24"/>
                  </a:lnTo>
                  <a:lnTo>
                    <a:pt x="1980214" y="22"/>
                  </a:lnTo>
                  <a:lnTo>
                    <a:pt x="1988072" y="21"/>
                  </a:lnTo>
                  <a:lnTo>
                    <a:pt x="1995930" y="20"/>
                  </a:lnTo>
                  <a:lnTo>
                    <a:pt x="2003788" y="16"/>
                  </a:lnTo>
                  <a:lnTo>
                    <a:pt x="2011646" y="11"/>
                  </a:lnTo>
                  <a:lnTo>
                    <a:pt x="2019504" y="5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186414" y="3912650"/>
              <a:ext cx="2035220" cy="2842"/>
            </a:xfrm>
            <a:custGeom>
              <a:avLst/>
              <a:pathLst>
                <a:path w="2035220" h="2842">
                  <a:moveTo>
                    <a:pt x="0" y="2842"/>
                  </a:moveTo>
                  <a:lnTo>
                    <a:pt x="7857" y="2838"/>
                  </a:lnTo>
                  <a:lnTo>
                    <a:pt x="15715" y="2837"/>
                  </a:lnTo>
                  <a:lnTo>
                    <a:pt x="23573" y="2835"/>
                  </a:lnTo>
                  <a:lnTo>
                    <a:pt x="31431" y="2823"/>
                  </a:lnTo>
                  <a:lnTo>
                    <a:pt x="39289" y="2819"/>
                  </a:lnTo>
                  <a:lnTo>
                    <a:pt x="47147" y="2799"/>
                  </a:lnTo>
                  <a:lnTo>
                    <a:pt x="55005" y="2786"/>
                  </a:lnTo>
                  <a:lnTo>
                    <a:pt x="62863" y="2776"/>
                  </a:lnTo>
                  <a:lnTo>
                    <a:pt x="70721" y="2754"/>
                  </a:lnTo>
                  <a:lnTo>
                    <a:pt x="78579" y="2747"/>
                  </a:lnTo>
                  <a:lnTo>
                    <a:pt x="86437" y="2737"/>
                  </a:lnTo>
                  <a:lnTo>
                    <a:pt x="94295" y="2738"/>
                  </a:lnTo>
                  <a:lnTo>
                    <a:pt x="102153" y="2735"/>
                  </a:lnTo>
                  <a:lnTo>
                    <a:pt x="110011" y="2735"/>
                  </a:lnTo>
                  <a:lnTo>
                    <a:pt x="117869" y="2719"/>
                  </a:lnTo>
                  <a:lnTo>
                    <a:pt x="125727" y="2709"/>
                  </a:lnTo>
                  <a:lnTo>
                    <a:pt x="133585" y="2698"/>
                  </a:lnTo>
                  <a:lnTo>
                    <a:pt x="141443" y="2687"/>
                  </a:lnTo>
                  <a:lnTo>
                    <a:pt x="149301" y="2680"/>
                  </a:lnTo>
                  <a:lnTo>
                    <a:pt x="157159" y="2666"/>
                  </a:lnTo>
                  <a:lnTo>
                    <a:pt x="165017" y="2655"/>
                  </a:lnTo>
                  <a:lnTo>
                    <a:pt x="172875" y="2647"/>
                  </a:lnTo>
                  <a:lnTo>
                    <a:pt x="180733" y="2642"/>
                  </a:lnTo>
                  <a:lnTo>
                    <a:pt x="188591" y="2643"/>
                  </a:lnTo>
                  <a:lnTo>
                    <a:pt x="196449" y="2634"/>
                  </a:lnTo>
                  <a:lnTo>
                    <a:pt x="204307" y="2622"/>
                  </a:lnTo>
                  <a:lnTo>
                    <a:pt x="212165" y="2614"/>
                  </a:lnTo>
                  <a:lnTo>
                    <a:pt x="220023" y="2598"/>
                  </a:lnTo>
                  <a:lnTo>
                    <a:pt x="227881" y="2599"/>
                  </a:lnTo>
                  <a:lnTo>
                    <a:pt x="235739" y="2595"/>
                  </a:lnTo>
                  <a:lnTo>
                    <a:pt x="243597" y="2586"/>
                  </a:lnTo>
                  <a:lnTo>
                    <a:pt x="251455" y="2587"/>
                  </a:lnTo>
                  <a:lnTo>
                    <a:pt x="259313" y="2582"/>
                  </a:lnTo>
                  <a:lnTo>
                    <a:pt x="267171" y="2569"/>
                  </a:lnTo>
                  <a:lnTo>
                    <a:pt x="275029" y="2567"/>
                  </a:lnTo>
                  <a:lnTo>
                    <a:pt x="282887" y="2558"/>
                  </a:lnTo>
                  <a:lnTo>
                    <a:pt x="290745" y="2544"/>
                  </a:lnTo>
                  <a:lnTo>
                    <a:pt x="298603" y="2544"/>
                  </a:lnTo>
                  <a:lnTo>
                    <a:pt x="306461" y="2534"/>
                  </a:lnTo>
                  <a:lnTo>
                    <a:pt x="314319" y="2519"/>
                  </a:lnTo>
                  <a:lnTo>
                    <a:pt x="322177" y="2514"/>
                  </a:lnTo>
                  <a:lnTo>
                    <a:pt x="330035" y="2505"/>
                  </a:lnTo>
                  <a:lnTo>
                    <a:pt x="337893" y="2495"/>
                  </a:lnTo>
                  <a:lnTo>
                    <a:pt x="345751" y="2475"/>
                  </a:lnTo>
                  <a:lnTo>
                    <a:pt x="353609" y="2473"/>
                  </a:lnTo>
                  <a:lnTo>
                    <a:pt x="361467" y="2463"/>
                  </a:lnTo>
                  <a:lnTo>
                    <a:pt x="369325" y="2458"/>
                  </a:lnTo>
                  <a:lnTo>
                    <a:pt x="377183" y="2445"/>
                  </a:lnTo>
                  <a:lnTo>
                    <a:pt x="385041" y="2438"/>
                  </a:lnTo>
                  <a:lnTo>
                    <a:pt x="392899" y="2436"/>
                  </a:lnTo>
                  <a:lnTo>
                    <a:pt x="400757" y="2423"/>
                  </a:lnTo>
                  <a:lnTo>
                    <a:pt x="408615" y="2414"/>
                  </a:lnTo>
                  <a:lnTo>
                    <a:pt x="416473" y="2410"/>
                  </a:lnTo>
                  <a:lnTo>
                    <a:pt x="424331" y="2414"/>
                  </a:lnTo>
                  <a:lnTo>
                    <a:pt x="432189" y="2406"/>
                  </a:lnTo>
                  <a:lnTo>
                    <a:pt x="440047" y="2397"/>
                  </a:lnTo>
                  <a:lnTo>
                    <a:pt x="447905" y="2383"/>
                  </a:lnTo>
                  <a:lnTo>
                    <a:pt x="455763" y="2366"/>
                  </a:lnTo>
                  <a:lnTo>
                    <a:pt x="463621" y="2353"/>
                  </a:lnTo>
                  <a:lnTo>
                    <a:pt x="471479" y="2344"/>
                  </a:lnTo>
                  <a:lnTo>
                    <a:pt x="479337" y="2331"/>
                  </a:lnTo>
                  <a:lnTo>
                    <a:pt x="487195" y="2323"/>
                  </a:lnTo>
                  <a:lnTo>
                    <a:pt x="495053" y="2307"/>
                  </a:lnTo>
                  <a:lnTo>
                    <a:pt x="502911" y="2293"/>
                  </a:lnTo>
                  <a:lnTo>
                    <a:pt x="510769" y="2282"/>
                  </a:lnTo>
                  <a:lnTo>
                    <a:pt x="518627" y="2265"/>
                  </a:lnTo>
                  <a:lnTo>
                    <a:pt x="526485" y="2261"/>
                  </a:lnTo>
                  <a:lnTo>
                    <a:pt x="534343" y="2253"/>
                  </a:lnTo>
                  <a:lnTo>
                    <a:pt x="542201" y="2240"/>
                  </a:lnTo>
                  <a:lnTo>
                    <a:pt x="550059" y="2230"/>
                  </a:lnTo>
                  <a:lnTo>
                    <a:pt x="557917" y="2218"/>
                  </a:lnTo>
                  <a:lnTo>
                    <a:pt x="565775" y="2205"/>
                  </a:lnTo>
                  <a:lnTo>
                    <a:pt x="573633" y="2205"/>
                  </a:lnTo>
                  <a:lnTo>
                    <a:pt x="581491" y="2173"/>
                  </a:lnTo>
                  <a:lnTo>
                    <a:pt x="589349" y="2156"/>
                  </a:lnTo>
                  <a:lnTo>
                    <a:pt x="597207" y="2138"/>
                  </a:lnTo>
                  <a:lnTo>
                    <a:pt x="605065" y="2134"/>
                  </a:lnTo>
                  <a:lnTo>
                    <a:pt x="612923" y="2130"/>
                  </a:lnTo>
                  <a:lnTo>
                    <a:pt x="620781" y="2130"/>
                  </a:lnTo>
                  <a:lnTo>
                    <a:pt x="628639" y="2125"/>
                  </a:lnTo>
                  <a:lnTo>
                    <a:pt x="636497" y="2105"/>
                  </a:lnTo>
                  <a:lnTo>
                    <a:pt x="644355" y="2103"/>
                  </a:lnTo>
                  <a:lnTo>
                    <a:pt x="652213" y="2088"/>
                  </a:lnTo>
                  <a:lnTo>
                    <a:pt x="660071" y="2071"/>
                  </a:lnTo>
                  <a:lnTo>
                    <a:pt x="667929" y="2048"/>
                  </a:lnTo>
                  <a:lnTo>
                    <a:pt x="675787" y="2033"/>
                  </a:lnTo>
                  <a:lnTo>
                    <a:pt x="683645" y="2022"/>
                  </a:lnTo>
                  <a:lnTo>
                    <a:pt x="691503" y="2012"/>
                  </a:lnTo>
                  <a:lnTo>
                    <a:pt x="699361" y="2009"/>
                  </a:lnTo>
                  <a:lnTo>
                    <a:pt x="707219" y="1999"/>
                  </a:lnTo>
                  <a:lnTo>
                    <a:pt x="715077" y="2001"/>
                  </a:lnTo>
                  <a:lnTo>
                    <a:pt x="722935" y="1979"/>
                  </a:lnTo>
                  <a:lnTo>
                    <a:pt x="730793" y="1974"/>
                  </a:lnTo>
                  <a:lnTo>
                    <a:pt x="738651" y="1969"/>
                  </a:lnTo>
                  <a:lnTo>
                    <a:pt x="746509" y="1962"/>
                  </a:lnTo>
                  <a:lnTo>
                    <a:pt x="754367" y="1954"/>
                  </a:lnTo>
                  <a:lnTo>
                    <a:pt x="762225" y="1948"/>
                  </a:lnTo>
                  <a:lnTo>
                    <a:pt x="770083" y="1936"/>
                  </a:lnTo>
                  <a:lnTo>
                    <a:pt x="777941" y="1922"/>
                  </a:lnTo>
                  <a:lnTo>
                    <a:pt x="785799" y="1920"/>
                  </a:lnTo>
                  <a:lnTo>
                    <a:pt x="793657" y="1910"/>
                  </a:lnTo>
                  <a:lnTo>
                    <a:pt x="801515" y="1899"/>
                  </a:lnTo>
                  <a:lnTo>
                    <a:pt x="809373" y="1887"/>
                  </a:lnTo>
                  <a:lnTo>
                    <a:pt x="817231" y="1881"/>
                  </a:lnTo>
                  <a:lnTo>
                    <a:pt x="825089" y="1881"/>
                  </a:lnTo>
                  <a:lnTo>
                    <a:pt x="832947" y="1872"/>
                  </a:lnTo>
                  <a:lnTo>
                    <a:pt x="840805" y="1862"/>
                  </a:lnTo>
                  <a:lnTo>
                    <a:pt x="848663" y="1849"/>
                  </a:lnTo>
                  <a:lnTo>
                    <a:pt x="856521" y="1839"/>
                  </a:lnTo>
                  <a:lnTo>
                    <a:pt x="864379" y="1811"/>
                  </a:lnTo>
                  <a:lnTo>
                    <a:pt x="872237" y="1794"/>
                  </a:lnTo>
                  <a:lnTo>
                    <a:pt x="880095" y="1788"/>
                  </a:lnTo>
                  <a:lnTo>
                    <a:pt x="887953" y="1772"/>
                  </a:lnTo>
                  <a:lnTo>
                    <a:pt x="895811" y="1748"/>
                  </a:lnTo>
                  <a:lnTo>
                    <a:pt x="903669" y="1729"/>
                  </a:lnTo>
                  <a:lnTo>
                    <a:pt x="911527" y="1725"/>
                  </a:lnTo>
                  <a:lnTo>
                    <a:pt x="919385" y="1720"/>
                  </a:lnTo>
                  <a:lnTo>
                    <a:pt x="927243" y="1710"/>
                  </a:lnTo>
                  <a:lnTo>
                    <a:pt x="935101" y="1697"/>
                  </a:lnTo>
                  <a:lnTo>
                    <a:pt x="942959" y="1689"/>
                  </a:lnTo>
                  <a:lnTo>
                    <a:pt x="950817" y="1674"/>
                  </a:lnTo>
                  <a:lnTo>
                    <a:pt x="958675" y="1668"/>
                  </a:lnTo>
                  <a:lnTo>
                    <a:pt x="966533" y="1660"/>
                  </a:lnTo>
                  <a:lnTo>
                    <a:pt x="974391" y="1648"/>
                  </a:lnTo>
                  <a:lnTo>
                    <a:pt x="982249" y="1639"/>
                  </a:lnTo>
                  <a:lnTo>
                    <a:pt x="990107" y="1631"/>
                  </a:lnTo>
                  <a:lnTo>
                    <a:pt x="997965" y="1610"/>
                  </a:lnTo>
                  <a:lnTo>
                    <a:pt x="1005823" y="1595"/>
                  </a:lnTo>
                  <a:lnTo>
                    <a:pt x="1013681" y="1586"/>
                  </a:lnTo>
                  <a:lnTo>
                    <a:pt x="1021539" y="1576"/>
                  </a:lnTo>
                  <a:lnTo>
                    <a:pt x="1029397" y="1562"/>
                  </a:lnTo>
                  <a:lnTo>
                    <a:pt x="1037254" y="1555"/>
                  </a:lnTo>
                  <a:lnTo>
                    <a:pt x="1045112" y="1543"/>
                  </a:lnTo>
                  <a:lnTo>
                    <a:pt x="1052970" y="1531"/>
                  </a:lnTo>
                  <a:lnTo>
                    <a:pt x="1060828" y="1517"/>
                  </a:lnTo>
                  <a:lnTo>
                    <a:pt x="1068686" y="1509"/>
                  </a:lnTo>
                  <a:lnTo>
                    <a:pt x="1076544" y="1499"/>
                  </a:lnTo>
                  <a:lnTo>
                    <a:pt x="1084402" y="1479"/>
                  </a:lnTo>
                  <a:lnTo>
                    <a:pt x="1092260" y="1466"/>
                  </a:lnTo>
                  <a:lnTo>
                    <a:pt x="1100118" y="1462"/>
                  </a:lnTo>
                  <a:lnTo>
                    <a:pt x="1107976" y="1440"/>
                  </a:lnTo>
                  <a:lnTo>
                    <a:pt x="1115834" y="1429"/>
                  </a:lnTo>
                  <a:lnTo>
                    <a:pt x="1123692" y="1415"/>
                  </a:lnTo>
                  <a:lnTo>
                    <a:pt x="1131550" y="1401"/>
                  </a:lnTo>
                  <a:lnTo>
                    <a:pt x="1139408" y="1393"/>
                  </a:lnTo>
                  <a:lnTo>
                    <a:pt x="1147266" y="1387"/>
                  </a:lnTo>
                  <a:lnTo>
                    <a:pt x="1155124" y="1379"/>
                  </a:lnTo>
                  <a:lnTo>
                    <a:pt x="1162982" y="1366"/>
                  </a:lnTo>
                  <a:lnTo>
                    <a:pt x="1170840" y="1355"/>
                  </a:lnTo>
                  <a:lnTo>
                    <a:pt x="1178698" y="1343"/>
                  </a:lnTo>
                  <a:lnTo>
                    <a:pt x="1186556" y="1337"/>
                  </a:lnTo>
                  <a:lnTo>
                    <a:pt x="1194414" y="1328"/>
                  </a:lnTo>
                  <a:lnTo>
                    <a:pt x="1202272" y="1318"/>
                  </a:lnTo>
                  <a:lnTo>
                    <a:pt x="1210130" y="1309"/>
                  </a:lnTo>
                  <a:lnTo>
                    <a:pt x="1217988" y="1301"/>
                  </a:lnTo>
                  <a:lnTo>
                    <a:pt x="1225846" y="1290"/>
                  </a:lnTo>
                  <a:lnTo>
                    <a:pt x="1233704" y="1273"/>
                  </a:lnTo>
                  <a:lnTo>
                    <a:pt x="1241562" y="1259"/>
                  </a:lnTo>
                  <a:lnTo>
                    <a:pt x="1249420" y="1239"/>
                  </a:lnTo>
                  <a:lnTo>
                    <a:pt x="1257278" y="1223"/>
                  </a:lnTo>
                  <a:lnTo>
                    <a:pt x="1265136" y="1207"/>
                  </a:lnTo>
                  <a:lnTo>
                    <a:pt x="1272994" y="1196"/>
                  </a:lnTo>
                  <a:lnTo>
                    <a:pt x="1280852" y="1192"/>
                  </a:lnTo>
                  <a:lnTo>
                    <a:pt x="1288710" y="1175"/>
                  </a:lnTo>
                  <a:lnTo>
                    <a:pt x="1296568" y="1156"/>
                  </a:lnTo>
                  <a:lnTo>
                    <a:pt x="1304426" y="1153"/>
                  </a:lnTo>
                  <a:lnTo>
                    <a:pt x="1312284" y="1145"/>
                  </a:lnTo>
                  <a:lnTo>
                    <a:pt x="1320142" y="1136"/>
                  </a:lnTo>
                  <a:lnTo>
                    <a:pt x="1328000" y="1122"/>
                  </a:lnTo>
                  <a:lnTo>
                    <a:pt x="1335858" y="1110"/>
                  </a:lnTo>
                  <a:lnTo>
                    <a:pt x="1343716" y="1105"/>
                  </a:lnTo>
                  <a:lnTo>
                    <a:pt x="1351574" y="1101"/>
                  </a:lnTo>
                  <a:lnTo>
                    <a:pt x="1359432" y="1088"/>
                  </a:lnTo>
                  <a:lnTo>
                    <a:pt x="1367290" y="1076"/>
                  </a:lnTo>
                  <a:lnTo>
                    <a:pt x="1375148" y="1057"/>
                  </a:lnTo>
                  <a:lnTo>
                    <a:pt x="1383006" y="1043"/>
                  </a:lnTo>
                  <a:lnTo>
                    <a:pt x="1390864" y="1032"/>
                  </a:lnTo>
                  <a:lnTo>
                    <a:pt x="1398722" y="1027"/>
                  </a:lnTo>
                  <a:lnTo>
                    <a:pt x="1406580" y="1019"/>
                  </a:lnTo>
                  <a:lnTo>
                    <a:pt x="1414438" y="1003"/>
                  </a:lnTo>
                  <a:lnTo>
                    <a:pt x="1422296" y="987"/>
                  </a:lnTo>
                  <a:lnTo>
                    <a:pt x="1430154" y="972"/>
                  </a:lnTo>
                  <a:lnTo>
                    <a:pt x="1438012" y="956"/>
                  </a:lnTo>
                  <a:lnTo>
                    <a:pt x="1445870" y="939"/>
                  </a:lnTo>
                  <a:lnTo>
                    <a:pt x="1453728" y="917"/>
                  </a:lnTo>
                  <a:lnTo>
                    <a:pt x="1461586" y="895"/>
                  </a:lnTo>
                  <a:lnTo>
                    <a:pt x="1469444" y="875"/>
                  </a:lnTo>
                  <a:lnTo>
                    <a:pt x="1477302" y="860"/>
                  </a:lnTo>
                  <a:lnTo>
                    <a:pt x="1485160" y="848"/>
                  </a:lnTo>
                  <a:lnTo>
                    <a:pt x="1493018" y="836"/>
                  </a:lnTo>
                  <a:lnTo>
                    <a:pt x="1500876" y="824"/>
                  </a:lnTo>
                  <a:lnTo>
                    <a:pt x="1508734" y="810"/>
                  </a:lnTo>
                  <a:lnTo>
                    <a:pt x="1516592" y="794"/>
                  </a:lnTo>
                  <a:lnTo>
                    <a:pt x="1524450" y="777"/>
                  </a:lnTo>
                  <a:lnTo>
                    <a:pt x="1532308" y="760"/>
                  </a:lnTo>
                  <a:lnTo>
                    <a:pt x="1540166" y="756"/>
                  </a:lnTo>
                  <a:lnTo>
                    <a:pt x="1548024" y="757"/>
                  </a:lnTo>
                  <a:lnTo>
                    <a:pt x="1555882" y="750"/>
                  </a:lnTo>
                  <a:lnTo>
                    <a:pt x="1563740" y="732"/>
                  </a:lnTo>
                  <a:lnTo>
                    <a:pt x="1571598" y="722"/>
                  </a:lnTo>
                  <a:lnTo>
                    <a:pt x="1579456" y="712"/>
                  </a:lnTo>
                  <a:lnTo>
                    <a:pt x="1587314" y="702"/>
                  </a:lnTo>
                  <a:lnTo>
                    <a:pt x="1595172" y="692"/>
                  </a:lnTo>
                  <a:lnTo>
                    <a:pt x="1603030" y="685"/>
                  </a:lnTo>
                  <a:lnTo>
                    <a:pt x="1610888" y="678"/>
                  </a:lnTo>
                  <a:lnTo>
                    <a:pt x="1618746" y="671"/>
                  </a:lnTo>
                  <a:lnTo>
                    <a:pt x="1626604" y="665"/>
                  </a:lnTo>
                  <a:lnTo>
                    <a:pt x="1634462" y="659"/>
                  </a:lnTo>
                  <a:lnTo>
                    <a:pt x="1642320" y="657"/>
                  </a:lnTo>
                  <a:lnTo>
                    <a:pt x="1650178" y="644"/>
                  </a:lnTo>
                  <a:lnTo>
                    <a:pt x="1658036" y="620"/>
                  </a:lnTo>
                  <a:lnTo>
                    <a:pt x="1665894" y="601"/>
                  </a:lnTo>
                  <a:lnTo>
                    <a:pt x="1673752" y="583"/>
                  </a:lnTo>
                  <a:lnTo>
                    <a:pt x="1681610" y="565"/>
                  </a:lnTo>
                  <a:lnTo>
                    <a:pt x="1689468" y="550"/>
                  </a:lnTo>
                  <a:lnTo>
                    <a:pt x="1697326" y="531"/>
                  </a:lnTo>
                  <a:lnTo>
                    <a:pt x="1705184" y="513"/>
                  </a:lnTo>
                  <a:lnTo>
                    <a:pt x="1713042" y="508"/>
                  </a:lnTo>
                  <a:lnTo>
                    <a:pt x="1720900" y="495"/>
                  </a:lnTo>
                  <a:lnTo>
                    <a:pt x="1728758" y="479"/>
                  </a:lnTo>
                  <a:lnTo>
                    <a:pt x="1736616" y="463"/>
                  </a:lnTo>
                  <a:lnTo>
                    <a:pt x="1744474" y="454"/>
                  </a:lnTo>
                  <a:lnTo>
                    <a:pt x="1752332" y="446"/>
                  </a:lnTo>
                  <a:lnTo>
                    <a:pt x="1760190" y="438"/>
                  </a:lnTo>
                  <a:lnTo>
                    <a:pt x="1768048" y="433"/>
                  </a:lnTo>
                  <a:lnTo>
                    <a:pt x="1775906" y="425"/>
                  </a:lnTo>
                  <a:lnTo>
                    <a:pt x="1783764" y="416"/>
                  </a:lnTo>
                  <a:lnTo>
                    <a:pt x="1791622" y="407"/>
                  </a:lnTo>
                  <a:lnTo>
                    <a:pt x="1799480" y="401"/>
                  </a:lnTo>
                  <a:lnTo>
                    <a:pt x="1807338" y="401"/>
                  </a:lnTo>
                  <a:lnTo>
                    <a:pt x="1815196" y="401"/>
                  </a:lnTo>
                  <a:lnTo>
                    <a:pt x="1823054" y="401"/>
                  </a:lnTo>
                  <a:lnTo>
                    <a:pt x="1830912" y="387"/>
                  </a:lnTo>
                  <a:lnTo>
                    <a:pt x="1838770" y="372"/>
                  </a:lnTo>
                  <a:lnTo>
                    <a:pt x="1846628" y="357"/>
                  </a:lnTo>
                  <a:lnTo>
                    <a:pt x="1854486" y="336"/>
                  </a:lnTo>
                  <a:lnTo>
                    <a:pt x="1862344" y="317"/>
                  </a:lnTo>
                  <a:lnTo>
                    <a:pt x="1870202" y="302"/>
                  </a:lnTo>
                  <a:lnTo>
                    <a:pt x="1878060" y="287"/>
                  </a:lnTo>
                  <a:lnTo>
                    <a:pt x="1885918" y="271"/>
                  </a:lnTo>
                  <a:lnTo>
                    <a:pt x="1893776" y="256"/>
                  </a:lnTo>
                  <a:lnTo>
                    <a:pt x="1901634" y="241"/>
                  </a:lnTo>
                  <a:lnTo>
                    <a:pt x="1909492" y="220"/>
                  </a:lnTo>
                  <a:lnTo>
                    <a:pt x="1917350" y="202"/>
                  </a:lnTo>
                  <a:lnTo>
                    <a:pt x="1925208" y="185"/>
                  </a:lnTo>
                  <a:lnTo>
                    <a:pt x="1933066" y="177"/>
                  </a:lnTo>
                  <a:lnTo>
                    <a:pt x="1940924" y="167"/>
                  </a:lnTo>
                  <a:lnTo>
                    <a:pt x="1948782" y="157"/>
                  </a:lnTo>
                  <a:lnTo>
                    <a:pt x="1956640" y="145"/>
                  </a:lnTo>
                  <a:lnTo>
                    <a:pt x="1964498" y="137"/>
                  </a:lnTo>
                  <a:lnTo>
                    <a:pt x="1972356" y="129"/>
                  </a:lnTo>
                  <a:lnTo>
                    <a:pt x="1980214" y="115"/>
                  </a:lnTo>
                  <a:lnTo>
                    <a:pt x="1988072" y="97"/>
                  </a:lnTo>
                  <a:lnTo>
                    <a:pt x="1995930" y="80"/>
                  </a:lnTo>
                  <a:lnTo>
                    <a:pt x="2003788" y="63"/>
                  </a:lnTo>
                  <a:lnTo>
                    <a:pt x="2011646" y="49"/>
                  </a:lnTo>
                  <a:lnTo>
                    <a:pt x="2019504" y="34"/>
                  </a:lnTo>
                  <a:lnTo>
                    <a:pt x="2027362" y="17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1084653" y="3322206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1084653" y="4247864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084653" y="483906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084653" y="462642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084653" y="441378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102983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622827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142671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662515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3182359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1084653" y="483906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1186414" y="4516772"/>
              <a:ext cx="2035220" cy="345152"/>
            </a:xfrm>
            <a:custGeom>
              <a:avLst/>
              <a:pathLst>
                <a:path w="2035220" h="345152">
                  <a:moveTo>
                    <a:pt x="0" y="326365"/>
                  </a:moveTo>
                  <a:lnTo>
                    <a:pt x="7857" y="326296"/>
                  </a:lnTo>
                  <a:lnTo>
                    <a:pt x="15715" y="326225"/>
                  </a:lnTo>
                  <a:lnTo>
                    <a:pt x="23573" y="326153"/>
                  </a:lnTo>
                  <a:lnTo>
                    <a:pt x="31431" y="326082"/>
                  </a:lnTo>
                  <a:lnTo>
                    <a:pt x="39289" y="326011"/>
                  </a:lnTo>
                  <a:lnTo>
                    <a:pt x="47147" y="325939"/>
                  </a:lnTo>
                  <a:lnTo>
                    <a:pt x="55005" y="325868"/>
                  </a:lnTo>
                  <a:lnTo>
                    <a:pt x="62863" y="325796"/>
                  </a:lnTo>
                  <a:lnTo>
                    <a:pt x="70721" y="325724"/>
                  </a:lnTo>
                  <a:lnTo>
                    <a:pt x="78579" y="325652"/>
                  </a:lnTo>
                  <a:lnTo>
                    <a:pt x="86437" y="325581"/>
                  </a:lnTo>
                  <a:lnTo>
                    <a:pt x="94295" y="325509"/>
                  </a:lnTo>
                  <a:lnTo>
                    <a:pt x="102153" y="325437"/>
                  </a:lnTo>
                  <a:lnTo>
                    <a:pt x="110011" y="325364"/>
                  </a:lnTo>
                  <a:lnTo>
                    <a:pt x="117869" y="325292"/>
                  </a:lnTo>
                  <a:lnTo>
                    <a:pt x="125727" y="325220"/>
                  </a:lnTo>
                  <a:lnTo>
                    <a:pt x="133585" y="325147"/>
                  </a:lnTo>
                  <a:lnTo>
                    <a:pt x="141443" y="325075"/>
                  </a:lnTo>
                  <a:lnTo>
                    <a:pt x="149301" y="325005"/>
                  </a:lnTo>
                  <a:lnTo>
                    <a:pt x="157159" y="324934"/>
                  </a:lnTo>
                  <a:lnTo>
                    <a:pt x="165017" y="324863"/>
                  </a:lnTo>
                  <a:lnTo>
                    <a:pt x="172875" y="324792"/>
                  </a:lnTo>
                  <a:lnTo>
                    <a:pt x="180733" y="324721"/>
                  </a:lnTo>
                  <a:lnTo>
                    <a:pt x="188591" y="324649"/>
                  </a:lnTo>
                  <a:lnTo>
                    <a:pt x="196449" y="324577"/>
                  </a:lnTo>
                  <a:lnTo>
                    <a:pt x="204307" y="324506"/>
                  </a:lnTo>
                  <a:lnTo>
                    <a:pt x="212165" y="324434"/>
                  </a:lnTo>
                  <a:lnTo>
                    <a:pt x="220023" y="324361"/>
                  </a:lnTo>
                  <a:lnTo>
                    <a:pt x="227881" y="324289"/>
                  </a:lnTo>
                  <a:lnTo>
                    <a:pt x="235739" y="324216"/>
                  </a:lnTo>
                  <a:lnTo>
                    <a:pt x="243597" y="324143"/>
                  </a:lnTo>
                  <a:lnTo>
                    <a:pt x="251455" y="324070"/>
                  </a:lnTo>
                  <a:lnTo>
                    <a:pt x="259313" y="323996"/>
                  </a:lnTo>
                  <a:lnTo>
                    <a:pt x="267171" y="323921"/>
                  </a:lnTo>
                  <a:lnTo>
                    <a:pt x="275029" y="323846"/>
                  </a:lnTo>
                  <a:lnTo>
                    <a:pt x="282887" y="323772"/>
                  </a:lnTo>
                  <a:lnTo>
                    <a:pt x="290745" y="323697"/>
                  </a:lnTo>
                  <a:lnTo>
                    <a:pt x="298603" y="323622"/>
                  </a:lnTo>
                  <a:lnTo>
                    <a:pt x="306461" y="323546"/>
                  </a:lnTo>
                  <a:lnTo>
                    <a:pt x="314319" y="323471"/>
                  </a:lnTo>
                  <a:lnTo>
                    <a:pt x="322177" y="323396"/>
                  </a:lnTo>
                  <a:lnTo>
                    <a:pt x="330035" y="323320"/>
                  </a:lnTo>
                  <a:lnTo>
                    <a:pt x="337893" y="323245"/>
                  </a:lnTo>
                  <a:lnTo>
                    <a:pt x="345751" y="323169"/>
                  </a:lnTo>
                  <a:lnTo>
                    <a:pt x="353609" y="323094"/>
                  </a:lnTo>
                  <a:lnTo>
                    <a:pt x="361467" y="323018"/>
                  </a:lnTo>
                  <a:lnTo>
                    <a:pt x="369325" y="322943"/>
                  </a:lnTo>
                  <a:lnTo>
                    <a:pt x="377183" y="322867"/>
                  </a:lnTo>
                  <a:lnTo>
                    <a:pt x="385041" y="322791"/>
                  </a:lnTo>
                  <a:lnTo>
                    <a:pt x="392899" y="322714"/>
                  </a:lnTo>
                  <a:lnTo>
                    <a:pt x="400757" y="322637"/>
                  </a:lnTo>
                  <a:lnTo>
                    <a:pt x="408615" y="322561"/>
                  </a:lnTo>
                  <a:lnTo>
                    <a:pt x="416473" y="322484"/>
                  </a:lnTo>
                  <a:lnTo>
                    <a:pt x="424331" y="322407"/>
                  </a:lnTo>
                  <a:lnTo>
                    <a:pt x="432189" y="322330"/>
                  </a:lnTo>
                  <a:lnTo>
                    <a:pt x="440047" y="322039"/>
                  </a:lnTo>
                  <a:lnTo>
                    <a:pt x="447905" y="321495"/>
                  </a:lnTo>
                  <a:lnTo>
                    <a:pt x="455763" y="320945"/>
                  </a:lnTo>
                  <a:lnTo>
                    <a:pt x="463621" y="320392"/>
                  </a:lnTo>
                  <a:lnTo>
                    <a:pt x="471479" y="319833"/>
                  </a:lnTo>
                  <a:lnTo>
                    <a:pt x="479337" y="319267"/>
                  </a:lnTo>
                  <a:lnTo>
                    <a:pt x="487195" y="318694"/>
                  </a:lnTo>
                  <a:lnTo>
                    <a:pt x="495053" y="318115"/>
                  </a:lnTo>
                  <a:lnTo>
                    <a:pt x="502911" y="317530"/>
                  </a:lnTo>
                  <a:lnTo>
                    <a:pt x="510769" y="316938"/>
                  </a:lnTo>
                  <a:lnTo>
                    <a:pt x="518627" y="316340"/>
                  </a:lnTo>
                  <a:lnTo>
                    <a:pt x="526485" y="315732"/>
                  </a:lnTo>
                  <a:lnTo>
                    <a:pt x="534343" y="315114"/>
                  </a:lnTo>
                  <a:lnTo>
                    <a:pt x="542201" y="314496"/>
                  </a:lnTo>
                  <a:lnTo>
                    <a:pt x="550059" y="313872"/>
                  </a:lnTo>
                  <a:lnTo>
                    <a:pt x="557917" y="313242"/>
                  </a:lnTo>
                  <a:lnTo>
                    <a:pt x="565775" y="312614"/>
                  </a:lnTo>
                  <a:lnTo>
                    <a:pt x="573633" y="311988"/>
                  </a:lnTo>
                  <a:lnTo>
                    <a:pt x="581491" y="311335"/>
                  </a:lnTo>
                  <a:lnTo>
                    <a:pt x="589349" y="310673"/>
                  </a:lnTo>
                  <a:lnTo>
                    <a:pt x="597207" y="310003"/>
                  </a:lnTo>
                  <a:lnTo>
                    <a:pt x="605065" y="309326"/>
                  </a:lnTo>
                  <a:lnTo>
                    <a:pt x="612923" y="308641"/>
                  </a:lnTo>
                  <a:lnTo>
                    <a:pt x="620781" y="307953"/>
                  </a:lnTo>
                  <a:lnTo>
                    <a:pt x="628639" y="307260"/>
                  </a:lnTo>
                  <a:lnTo>
                    <a:pt x="636497" y="306562"/>
                  </a:lnTo>
                  <a:lnTo>
                    <a:pt x="644355" y="305855"/>
                  </a:lnTo>
                  <a:lnTo>
                    <a:pt x="652213" y="305150"/>
                  </a:lnTo>
                  <a:lnTo>
                    <a:pt x="660071" y="304472"/>
                  </a:lnTo>
                  <a:lnTo>
                    <a:pt x="667929" y="303742"/>
                  </a:lnTo>
                  <a:lnTo>
                    <a:pt x="675787" y="303004"/>
                  </a:lnTo>
                  <a:lnTo>
                    <a:pt x="683645" y="302258"/>
                  </a:lnTo>
                  <a:lnTo>
                    <a:pt x="691503" y="301505"/>
                  </a:lnTo>
                  <a:lnTo>
                    <a:pt x="699361" y="300743"/>
                  </a:lnTo>
                  <a:lnTo>
                    <a:pt x="707219" y="299973"/>
                  </a:lnTo>
                  <a:lnTo>
                    <a:pt x="715077" y="299196"/>
                  </a:lnTo>
                  <a:lnTo>
                    <a:pt x="722935" y="298410"/>
                  </a:lnTo>
                  <a:lnTo>
                    <a:pt x="730793" y="297615"/>
                  </a:lnTo>
                  <a:lnTo>
                    <a:pt x="738651" y="296813"/>
                  </a:lnTo>
                  <a:lnTo>
                    <a:pt x="746509" y="296002"/>
                  </a:lnTo>
                  <a:lnTo>
                    <a:pt x="754367" y="295185"/>
                  </a:lnTo>
                  <a:lnTo>
                    <a:pt x="762225" y="294399"/>
                  </a:lnTo>
                  <a:lnTo>
                    <a:pt x="770083" y="293607"/>
                  </a:lnTo>
                  <a:lnTo>
                    <a:pt x="777941" y="292810"/>
                  </a:lnTo>
                  <a:lnTo>
                    <a:pt x="785799" y="291955"/>
                  </a:lnTo>
                  <a:lnTo>
                    <a:pt x="793657" y="291102"/>
                  </a:lnTo>
                  <a:lnTo>
                    <a:pt x="801515" y="290266"/>
                  </a:lnTo>
                  <a:lnTo>
                    <a:pt x="809373" y="289382"/>
                  </a:lnTo>
                  <a:lnTo>
                    <a:pt x="817231" y="288488"/>
                  </a:lnTo>
                  <a:lnTo>
                    <a:pt x="825089" y="287583"/>
                  </a:lnTo>
                  <a:lnTo>
                    <a:pt x="832947" y="286719"/>
                  </a:lnTo>
                  <a:lnTo>
                    <a:pt x="840805" y="285822"/>
                  </a:lnTo>
                  <a:lnTo>
                    <a:pt x="848663" y="284881"/>
                  </a:lnTo>
                  <a:lnTo>
                    <a:pt x="856521" y="283971"/>
                  </a:lnTo>
                  <a:lnTo>
                    <a:pt x="864379" y="283053"/>
                  </a:lnTo>
                  <a:lnTo>
                    <a:pt x="872237" y="282128"/>
                  </a:lnTo>
                  <a:lnTo>
                    <a:pt x="880095" y="281194"/>
                  </a:lnTo>
                  <a:lnTo>
                    <a:pt x="887953" y="280252"/>
                  </a:lnTo>
                  <a:lnTo>
                    <a:pt x="895811" y="279301"/>
                  </a:lnTo>
                  <a:lnTo>
                    <a:pt x="903669" y="278278"/>
                  </a:lnTo>
                  <a:lnTo>
                    <a:pt x="911527" y="277224"/>
                  </a:lnTo>
                  <a:lnTo>
                    <a:pt x="919385" y="276233"/>
                  </a:lnTo>
                  <a:lnTo>
                    <a:pt x="927243" y="275234"/>
                  </a:lnTo>
                  <a:lnTo>
                    <a:pt x="935101" y="274228"/>
                  </a:lnTo>
                  <a:lnTo>
                    <a:pt x="942959" y="273212"/>
                  </a:lnTo>
                  <a:lnTo>
                    <a:pt x="950817" y="272144"/>
                  </a:lnTo>
                  <a:lnTo>
                    <a:pt x="958675" y="271075"/>
                  </a:lnTo>
                  <a:lnTo>
                    <a:pt x="966533" y="270064"/>
                  </a:lnTo>
                  <a:lnTo>
                    <a:pt x="974391" y="269023"/>
                  </a:lnTo>
                  <a:lnTo>
                    <a:pt x="982249" y="267906"/>
                  </a:lnTo>
                  <a:lnTo>
                    <a:pt x="990107" y="266780"/>
                  </a:lnTo>
                  <a:lnTo>
                    <a:pt x="997965" y="265747"/>
                  </a:lnTo>
                  <a:lnTo>
                    <a:pt x="1005823" y="264600"/>
                  </a:lnTo>
                  <a:lnTo>
                    <a:pt x="1013681" y="263492"/>
                  </a:lnTo>
                  <a:lnTo>
                    <a:pt x="1021539" y="262306"/>
                  </a:lnTo>
                  <a:lnTo>
                    <a:pt x="1029397" y="261116"/>
                  </a:lnTo>
                  <a:lnTo>
                    <a:pt x="1037254" y="259970"/>
                  </a:lnTo>
                  <a:lnTo>
                    <a:pt x="1045112" y="258814"/>
                  </a:lnTo>
                  <a:lnTo>
                    <a:pt x="1052970" y="257647"/>
                  </a:lnTo>
                  <a:lnTo>
                    <a:pt x="1060828" y="256471"/>
                  </a:lnTo>
                  <a:lnTo>
                    <a:pt x="1068686" y="255284"/>
                  </a:lnTo>
                  <a:lnTo>
                    <a:pt x="1076544" y="254086"/>
                  </a:lnTo>
                  <a:lnTo>
                    <a:pt x="1084402" y="252878"/>
                  </a:lnTo>
                  <a:lnTo>
                    <a:pt x="1092260" y="251572"/>
                  </a:lnTo>
                  <a:lnTo>
                    <a:pt x="1100118" y="250395"/>
                  </a:lnTo>
                  <a:lnTo>
                    <a:pt x="1107976" y="249186"/>
                  </a:lnTo>
                  <a:lnTo>
                    <a:pt x="1115834" y="247934"/>
                  </a:lnTo>
                  <a:lnTo>
                    <a:pt x="1123692" y="246617"/>
                  </a:lnTo>
                  <a:lnTo>
                    <a:pt x="1131550" y="245238"/>
                  </a:lnTo>
                  <a:lnTo>
                    <a:pt x="1139408" y="243844"/>
                  </a:lnTo>
                  <a:lnTo>
                    <a:pt x="1147266" y="242482"/>
                  </a:lnTo>
                  <a:lnTo>
                    <a:pt x="1155124" y="241156"/>
                  </a:lnTo>
                  <a:lnTo>
                    <a:pt x="1162982" y="239818"/>
                  </a:lnTo>
                  <a:lnTo>
                    <a:pt x="1170840" y="238468"/>
                  </a:lnTo>
                  <a:lnTo>
                    <a:pt x="1178698" y="237107"/>
                  </a:lnTo>
                  <a:lnTo>
                    <a:pt x="1186556" y="235734"/>
                  </a:lnTo>
                  <a:lnTo>
                    <a:pt x="1194414" y="234354"/>
                  </a:lnTo>
                  <a:lnTo>
                    <a:pt x="1202272" y="232961"/>
                  </a:lnTo>
                  <a:lnTo>
                    <a:pt x="1210130" y="231388"/>
                  </a:lnTo>
                  <a:lnTo>
                    <a:pt x="1217988" y="229996"/>
                  </a:lnTo>
                  <a:lnTo>
                    <a:pt x="1225846" y="228543"/>
                  </a:lnTo>
                  <a:lnTo>
                    <a:pt x="1233704" y="226886"/>
                  </a:lnTo>
                  <a:lnTo>
                    <a:pt x="1241562" y="225209"/>
                  </a:lnTo>
                  <a:lnTo>
                    <a:pt x="1249420" y="223516"/>
                  </a:lnTo>
                  <a:lnTo>
                    <a:pt x="1257278" y="221805"/>
                  </a:lnTo>
                  <a:lnTo>
                    <a:pt x="1265136" y="220210"/>
                  </a:lnTo>
                  <a:lnTo>
                    <a:pt x="1272994" y="218673"/>
                  </a:lnTo>
                  <a:lnTo>
                    <a:pt x="1280852" y="217125"/>
                  </a:lnTo>
                  <a:lnTo>
                    <a:pt x="1288710" y="215559"/>
                  </a:lnTo>
                  <a:lnTo>
                    <a:pt x="1296568" y="213990"/>
                  </a:lnTo>
                  <a:lnTo>
                    <a:pt x="1304426" y="212388"/>
                  </a:lnTo>
                  <a:lnTo>
                    <a:pt x="1312284" y="210781"/>
                  </a:lnTo>
                  <a:lnTo>
                    <a:pt x="1320142" y="209163"/>
                  </a:lnTo>
                  <a:lnTo>
                    <a:pt x="1328000" y="207531"/>
                  </a:lnTo>
                  <a:lnTo>
                    <a:pt x="1335858" y="205888"/>
                  </a:lnTo>
                  <a:lnTo>
                    <a:pt x="1343716" y="204231"/>
                  </a:lnTo>
                  <a:lnTo>
                    <a:pt x="1351574" y="202636"/>
                  </a:lnTo>
                  <a:lnTo>
                    <a:pt x="1359432" y="201041"/>
                  </a:lnTo>
                  <a:lnTo>
                    <a:pt x="1367290" y="199434"/>
                  </a:lnTo>
                  <a:lnTo>
                    <a:pt x="1375148" y="197816"/>
                  </a:lnTo>
                  <a:lnTo>
                    <a:pt x="1383006" y="196145"/>
                  </a:lnTo>
                  <a:lnTo>
                    <a:pt x="1390864" y="194446"/>
                  </a:lnTo>
                  <a:lnTo>
                    <a:pt x="1398722" y="192734"/>
                  </a:lnTo>
                  <a:lnTo>
                    <a:pt x="1406580" y="191008"/>
                  </a:lnTo>
                  <a:lnTo>
                    <a:pt x="1414438" y="189270"/>
                  </a:lnTo>
                  <a:lnTo>
                    <a:pt x="1422296" y="187518"/>
                  </a:lnTo>
                  <a:lnTo>
                    <a:pt x="1430154" y="185753"/>
                  </a:lnTo>
                  <a:lnTo>
                    <a:pt x="1438012" y="183975"/>
                  </a:lnTo>
                  <a:lnTo>
                    <a:pt x="1445870" y="182184"/>
                  </a:lnTo>
                  <a:lnTo>
                    <a:pt x="1453728" y="180380"/>
                  </a:lnTo>
                  <a:lnTo>
                    <a:pt x="1461586" y="178563"/>
                  </a:lnTo>
                  <a:lnTo>
                    <a:pt x="1469444" y="176734"/>
                  </a:lnTo>
                  <a:lnTo>
                    <a:pt x="1477302" y="174893"/>
                  </a:lnTo>
                  <a:lnTo>
                    <a:pt x="1485160" y="173038"/>
                  </a:lnTo>
                  <a:lnTo>
                    <a:pt x="1493018" y="171170"/>
                  </a:lnTo>
                  <a:lnTo>
                    <a:pt x="1500876" y="169041"/>
                  </a:lnTo>
                  <a:lnTo>
                    <a:pt x="1508734" y="166885"/>
                  </a:lnTo>
                  <a:lnTo>
                    <a:pt x="1516592" y="165033"/>
                  </a:lnTo>
                  <a:lnTo>
                    <a:pt x="1524450" y="163168"/>
                  </a:lnTo>
                  <a:lnTo>
                    <a:pt x="1532308" y="161297"/>
                  </a:lnTo>
                  <a:lnTo>
                    <a:pt x="1540166" y="159416"/>
                  </a:lnTo>
                  <a:lnTo>
                    <a:pt x="1548024" y="157523"/>
                  </a:lnTo>
                  <a:lnTo>
                    <a:pt x="1555882" y="155618"/>
                  </a:lnTo>
                  <a:lnTo>
                    <a:pt x="1563740" y="153702"/>
                  </a:lnTo>
                  <a:lnTo>
                    <a:pt x="1571598" y="151711"/>
                  </a:lnTo>
                  <a:lnTo>
                    <a:pt x="1579456" y="149693"/>
                  </a:lnTo>
                  <a:lnTo>
                    <a:pt x="1587314" y="147563"/>
                  </a:lnTo>
                  <a:lnTo>
                    <a:pt x="1595172" y="145346"/>
                  </a:lnTo>
                  <a:lnTo>
                    <a:pt x="1603030" y="143112"/>
                  </a:lnTo>
                  <a:lnTo>
                    <a:pt x="1610888" y="140860"/>
                  </a:lnTo>
                  <a:lnTo>
                    <a:pt x="1618746" y="138592"/>
                  </a:lnTo>
                  <a:lnTo>
                    <a:pt x="1626604" y="136306"/>
                  </a:lnTo>
                  <a:lnTo>
                    <a:pt x="1634462" y="134003"/>
                  </a:lnTo>
                  <a:lnTo>
                    <a:pt x="1642320" y="131683"/>
                  </a:lnTo>
                  <a:lnTo>
                    <a:pt x="1650178" y="129346"/>
                  </a:lnTo>
                  <a:lnTo>
                    <a:pt x="1658036" y="127068"/>
                  </a:lnTo>
                  <a:lnTo>
                    <a:pt x="1665894" y="124894"/>
                  </a:lnTo>
                  <a:lnTo>
                    <a:pt x="1673752" y="122707"/>
                  </a:lnTo>
                  <a:lnTo>
                    <a:pt x="1681610" y="120507"/>
                  </a:lnTo>
                  <a:lnTo>
                    <a:pt x="1689468" y="118293"/>
                  </a:lnTo>
                  <a:lnTo>
                    <a:pt x="1697326" y="116066"/>
                  </a:lnTo>
                  <a:lnTo>
                    <a:pt x="1705184" y="113828"/>
                  </a:lnTo>
                  <a:lnTo>
                    <a:pt x="1713042" y="111579"/>
                  </a:lnTo>
                  <a:lnTo>
                    <a:pt x="1720900" y="109316"/>
                  </a:lnTo>
                  <a:lnTo>
                    <a:pt x="1728758" y="107041"/>
                  </a:lnTo>
                  <a:lnTo>
                    <a:pt x="1736616" y="104753"/>
                  </a:lnTo>
                  <a:lnTo>
                    <a:pt x="1744474" y="102452"/>
                  </a:lnTo>
                  <a:lnTo>
                    <a:pt x="1752332" y="100138"/>
                  </a:lnTo>
                  <a:lnTo>
                    <a:pt x="1760190" y="97811"/>
                  </a:lnTo>
                  <a:lnTo>
                    <a:pt x="1768048" y="95189"/>
                  </a:lnTo>
                  <a:lnTo>
                    <a:pt x="1775906" y="92526"/>
                  </a:lnTo>
                  <a:lnTo>
                    <a:pt x="1783764" y="89845"/>
                  </a:lnTo>
                  <a:lnTo>
                    <a:pt x="1791622" y="87146"/>
                  </a:lnTo>
                  <a:lnTo>
                    <a:pt x="1799480" y="84348"/>
                  </a:lnTo>
                  <a:lnTo>
                    <a:pt x="1807338" y="81529"/>
                  </a:lnTo>
                  <a:lnTo>
                    <a:pt x="1815196" y="78690"/>
                  </a:lnTo>
                  <a:lnTo>
                    <a:pt x="1823054" y="76027"/>
                  </a:lnTo>
                  <a:lnTo>
                    <a:pt x="1830912" y="73367"/>
                  </a:lnTo>
                  <a:lnTo>
                    <a:pt x="1838770" y="70553"/>
                  </a:lnTo>
                  <a:lnTo>
                    <a:pt x="1846628" y="67720"/>
                  </a:lnTo>
                  <a:lnTo>
                    <a:pt x="1854486" y="64875"/>
                  </a:lnTo>
                  <a:lnTo>
                    <a:pt x="1862344" y="62016"/>
                  </a:lnTo>
                  <a:lnTo>
                    <a:pt x="1870202" y="59140"/>
                  </a:lnTo>
                  <a:lnTo>
                    <a:pt x="1878060" y="56455"/>
                  </a:lnTo>
                  <a:lnTo>
                    <a:pt x="1885918" y="53785"/>
                  </a:lnTo>
                  <a:lnTo>
                    <a:pt x="1893776" y="51102"/>
                  </a:lnTo>
                  <a:lnTo>
                    <a:pt x="1901634" y="48406"/>
                  </a:lnTo>
                  <a:lnTo>
                    <a:pt x="1909492" y="45697"/>
                  </a:lnTo>
                  <a:lnTo>
                    <a:pt x="1917350" y="42975"/>
                  </a:lnTo>
                  <a:lnTo>
                    <a:pt x="1925208" y="40240"/>
                  </a:lnTo>
                  <a:lnTo>
                    <a:pt x="1933066" y="37493"/>
                  </a:lnTo>
                  <a:lnTo>
                    <a:pt x="1940924" y="34733"/>
                  </a:lnTo>
                  <a:lnTo>
                    <a:pt x="1948782" y="31960"/>
                  </a:lnTo>
                  <a:lnTo>
                    <a:pt x="1956640" y="29175"/>
                  </a:lnTo>
                  <a:lnTo>
                    <a:pt x="1964498" y="26378"/>
                  </a:lnTo>
                  <a:lnTo>
                    <a:pt x="1972356" y="23569"/>
                  </a:lnTo>
                  <a:lnTo>
                    <a:pt x="1980214" y="20748"/>
                  </a:lnTo>
                  <a:lnTo>
                    <a:pt x="1988072" y="17915"/>
                  </a:lnTo>
                  <a:lnTo>
                    <a:pt x="1995930" y="15070"/>
                  </a:lnTo>
                  <a:lnTo>
                    <a:pt x="2003788" y="12214"/>
                  </a:lnTo>
                  <a:lnTo>
                    <a:pt x="2011646" y="9262"/>
                  </a:lnTo>
                  <a:lnTo>
                    <a:pt x="2019504" y="6188"/>
                  </a:lnTo>
                  <a:lnTo>
                    <a:pt x="2027362" y="3100"/>
                  </a:lnTo>
                  <a:lnTo>
                    <a:pt x="2035220" y="0"/>
                  </a:lnTo>
                  <a:lnTo>
                    <a:pt x="2035220" y="303207"/>
                  </a:lnTo>
                  <a:lnTo>
                    <a:pt x="2027362" y="303314"/>
                  </a:lnTo>
                  <a:lnTo>
                    <a:pt x="2019504" y="303421"/>
                  </a:lnTo>
                  <a:lnTo>
                    <a:pt x="2011646" y="303528"/>
                  </a:lnTo>
                  <a:lnTo>
                    <a:pt x="2003788" y="303635"/>
                  </a:lnTo>
                  <a:lnTo>
                    <a:pt x="1995930" y="303741"/>
                  </a:lnTo>
                  <a:lnTo>
                    <a:pt x="1988072" y="303848"/>
                  </a:lnTo>
                  <a:lnTo>
                    <a:pt x="1980214" y="303954"/>
                  </a:lnTo>
                  <a:lnTo>
                    <a:pt x="1972356" y="304060"/>
                  </a:lnTo>
                  <a:lnTo>
                    <a:pt x="1964498" y="304166"/>
                  </a:lnTo>
                  <a:lnTo>
                    <a:pt x="1956640" y="304272"/>
                  </a:lnTo>
                  <a:lnTo>
                    <a:pt x="1948782" y="304378"/>
                  </a:lnTo>
                  <a:lnTo>
                    <a:pt x="1940924" y="304483"/>
                  </a:lnTo>
                  <a:lnTo>
                    <a:pt x="1933066" y="304589"/>
                  </a:lnTo>
                  <a:lnTo>
                    <a:pt x="1925208" y="304694"/>
                  </a:lnTo>
                  <a:lnTo>
                    <a:pt x="1917350" y="304799"/>
                  </a:lnTo>
                  <a:lnTo>
                    <a:pt x="1909492" y="304904"/>
                  </a:lnTo>
                  <a:lnTo>
                    <a:pt x="1901634" y="305009"/>
                  </a:lnTo>
                  <a:lnTo>
                    <a:pt x="1893776" y="305114"/>
                  </a:lnTo>
                  <a:lnTo>
                    <a:pt x="1885918" y="305219"/>
                  </a:lnTo>
                  <a:lnTo>
                    <a:pt x="1878060" y="305323"/>
                  </a:lnTo>
                  <a:lnTo>
                    <a:pt x="1870202" y="305427"/>
                  </a:lnTo>
                  <a:lnTo>
                    <a:pt x="1862344" y="305532"/>
                  </a:lnTo>
                  <a:lnTo>
                    <a:pt x="1854486" y="305636"/>
                  </a:lnTo>
                  <a:lnTo>
                    <a:pt x="1846628" y="305739"/>
                  </a:lnTo>
                  <a:lnTo>
                    <a:pt x="1838770" y="305843"/>
                  </a:lnTo>
                  <a:lnTo>
                    <a:pt x="1830912" y="305947"/>
                  </a:lnTo>
                  <a:lnTo>
                    <a:pt x="1823054" y="306050"/>
                  </a:lnTo>
                  <a:lnTo>
                    <a:pt x="1815196" y="306154"/>
                  </a:lnTo>
                  <a:lnTo>
                    <a:pt x="1807338" y="306257"/>
                  </a:lnTo>
                  <a:lnTo>
                    <a:pt x="1799480" y="306360"/>
                  </a:lnTo>
                  <a:lnTo>
                    <a:pt x="1791622" y="306463"/>
                  </a:lnTo>
                  <a:lnTo>
                    <a:pt x="1783764" y="306566"/>
                  </a:lnTo>
                  <a:lnTo>
                    <a:pt x="1775906" y="306668"/>
                  </a:lnTo>
                  <a:lnTo>
                    <a:pt x="1768048" y="306771"/>
                  </a:lnTo>
                  <a:lnTo>
                    <a:pt x="1760190" y="306873"/>
                  </a:lnTo>
                  <a:lnTo>
                    <a:pt x="1752332" y="306976"/>
                  </a:lnTo>
                  <a:lnTo>
                    <a:pt x="1744474" y="307078"/>
                  </a:lnTo>
                  <a:lnTo>
                    <a:pt x="1736616" y="307180"/>
                  </a:lnTo>
                  <a:lnTo>
                    <a:pt x="1728758" y="307282"/>
                  </a:lnTo>
                  <a:lnTo>
                    <a:pt x="1720900" y="307383"/>
                  </a:lnTo>
                  <a:lnTo>
                    <a:pt x="1713042" y="307485"/>
                  </a:lnTo>
                  <a:lnTo>
                    <a:pt x="1705184" y="307586"/>
                  </a:lnTo>
                  <a:lnTo>
                    <a:pt x="1697326" y="307688"/>
                  </a:lnTo>
                  <a:lnTo>
                    <a:pt x="1689468" y="307789"/>
                  </a:lnTo>
                  <a:lnTo>
                    <a:pt x="1681610" y="307890"/>
                  </a:lnTo>
                  <a:lnTo>
                    <a:pt x="1673752" y="307991"/>
                  </a:lnTo>
                  <a:lnTo>
                    <a:pt x="1665894" y="308093"/>
                  </a:lnTo>
                  <a:lnTo>
                    <a:pt x="1658036" y="308201"/>
                  </a:lnTo>
                  <a:lnTo>
                    <a:pt x="1650178" y="308308"/>
                  </a:lnTo>
                  <a:lnTo>
                    <a:pt x="1642320" y="308416"/>
                  </a:lnTo>
                  <a:lnTo>
                    <a:pt x="1634462" y="308523"/>
                  </a:lnTo>
                  <a:lnTo>
                    <a:pt x="1626604" y="308630"/>
                  </a:lnTo>
                  <a:lnTo>
                    <a:pt x="1618746" y="308736"/>
                  </a:lnTo>
                  <a:lnTo>
                    <a:pt x="1610888" y="308843"/>
                  </a:lnTo>
                  <a:lnTo>
                    <a:pt x="1603030" y="308949"/>
                  </a:lnTo>
                  <a:lnTo>
                    <a:pt x="1595172" y="309055"/>
                  </a:lnTo>
                  <a:lnTo>
                    <a:pt x="1587314" y="309160"/>
                  </a:lnTo>
                  <a:lnTo>
                    <a:pt x="1579456" y="309266"/>
                  </a:lnTo>
                  <a:lnTo>
                    <a:pt x="1571598" y="309371"/>
                  </a:lnTo>
                  <a:lnTo>
                    <a:pt x="1563740" y="309476"/>
                  </a:lnTo>
                  <a:lnTo>
                    <a:pt x="1555882" y="309581"/>
                  </a:lnTo>
                  <a:lnTo>
                    <a:pt x="1548024" y="309685"/>
                  </a:lnTo>
                  <a:lnTo>
                    <a:pt x="1540166" y="309789"/>
                  </a:lnTo>
                  <a:lnTo>
                    <a:pt x="1532308" y="309893"/>
                  </a:lnTo>
                  <a:lnTo>
                    <a:pt x="1524450" y="309997"/>
                  </a:lnTo>
                  <a:lnTo>
                    <a:pt x="1516592" y="310101"/>
                  </a:lnTo>
                  <a:lnTo>
                    <a:pt x="1508734" y="310204"/>
                  </a:lnTo>
                  <a:lnTo>
                    <a:pt x="1500876" y="310307"/>
                  </a:lnTo>
                  <a:lnTo>
                    <a:pt x="1493018" y="310410"/>
                  </a:lnTo>
                  <a:lnTo>
                    <a:pt x="1485160" y="310512"/>
                  </a:lnTo>
                  <a:lnTo>
                    <a:pt x="1477302" y="310615"/>
                  </a:lnTo>
                  <a:lnTo>
                    <a:pt x="1469444" y="310717"/>
                  </a:lnTo>
                  <a:lnTo>
                    <a:pt x="1461586" y="310819"/>
                  </a:lnTo>
                  <a:lnTo>
                    <a:pt x="1453728" y="310920"/>
                  </a:lnTo>
                  <a:lnTo>
                    <a:pt x="1445870" y="311022"/>
                  </a:lnTo>
                  <a:lnTo>
                    <a:pt x="1438012" y="311123"/>
                  </a:lnTo>
                  <a:lnTo>
                    <a:pt x="1430154" y="311224"/>
                  </a:lnTo>
                  <a:lnTo>
                    <a:pt x="1422296" y="311325"/>
                  </a:lnTo>
                  <a:lnTo>
                    <a:pt x="1414438" y="311425"/>
                  </a:lnTo>
                  <a:lnTo>
                    <a:pt x="1406580" y="311525"/>
                  </a:lnTo>
                  <a:lnTo>
                    <a:pt x="1398722" y="311625"/>
                  </a:lnTo>
                  <a:lnTo>
                    <a:pt x="1390864" y="311725"/>
                  </a:lnTo>
                  <a:lnTo>
                    <a:pt x="1383006" y="311825"/>
                  </a:lnTo>
                  <a:lnTo>
                    <a:pt x="1375148" y="311924"/>
                  </a:lnTo>
                  <a:lnTo>
                    <a:pt x="1367290" y="312025"/>
                  </a:lnTo>
                  <a:lnTo>
                    <a:pt x="1359432" y="312127"/>
                  </a:lnTo>
                  <a:lnTo>
                    <a:pt x="1351574" y="312228"/>
                  </a:lnTo>
                  <a:lnTo>
                    <a:pt x="1343716" y="312329"/>
                  </a:lnTo>
                  <a:lnTo>
                    <a:pt x="1335858" y="312429"/>
                  </a:lnTo>
                  <a:lnTo>
                    <a:pt x="1328000" y="312529"/>
                  </a:lnTo>
                  <a:lnTo>
                    <a:pt x="1320142" y="312629"/>
                  </a:lnTo>
                  <a:lnTo>
                    <a:pt x="1312284" y="312729"/>
                  </a:lnTo>
                  <a:lnTo>
                    <a:pt x="1304426" y="312829"/>
                  </a:lnTo>
                  <a:lnTo>
                    <a:pt x="1296568" y="312928"/>
                  </a:lnTo>
                  <a:lnTo>
                    <a:pt x="1288710" y="313027"/>
                  </a:lnTo>
                  <a:lnTo>
                    <a:pt x="1280852" y="313126"/>
                  </a:lnTo>
                  <a:lnTo>
                    <a:pt x="1272994" y="313224"/>
                  </a:lnTo>
                  <a:lnTo>
                    <a:pt x="1265136" y="313322"/>
                  </a:lnTo>
                  <a:lnTo>
                    <a:pt x="1257278" y="313420"/>
                  </a:lnTo>
                  <a:lnTo>
                    <a:pt x="1249420" y="313518"/>
                  </a:lnTo>
                  <a:lnTo>
                    <a:pt x="1241562" y="313615"/>
                  </a:lnTo>
                  <a:lnTo>
                    <a:pt x="1233704" y="313712"/>
                  </a:lnTo>
                  <a:lnTo>
                    <a:pt x="1225846" y="313809"/>
                  </a:lnTo>
                  <a:lnTo>
                    <a:pt x="1217988" y="313905"/>
                  </a:lnTo>
                  <a:lnTo>
                    <a:pt x="1210130" y="314002"/>
                  </a:lnTo>
                  <a:lnTo>
                    <a:pt x="1202272" y="314098"/>
                  </a:lnTo>
                  <a:lnTo>
                    <a:pt x="1194414" y="314193"/>
                  </a:lnTo>
                  <a:lnTo>
                    <a:pt x="1186556" y="314289"/>
                  </a:lnTo>
                  <a:lnTo>
                    <a:pt x="1178698" y="314384"/>
                  </a:lnTo>
                  <a:lnTo>
                    <a:pt x="1170840" y="314479"/>
                  </a:lnTo>
                  <a:lnTo>
                    <a:pt x="1162982" y="314574"/>
                  </a:lnTo>
                  <a:lnTo>
                    <a:pt x="1155124" y="314668"/>
                  </a:lnTo>
                  <a:lnTo>
                    <a:pt x="1147266" y="314758"/>
                  </a:lnTo>
                  <a:lnTo>
                    <a:pt x="1139408" y="314848"/>
                  </a:lnTo>
                  <a:lnTo>
                    <a:pt x="1131550" y="314937"/>
                  </a:lnTo>
                  <a:lnTo>
                    <a:pt x="1123692" y="315026"/>
                  </a:lnTo>
                  <a:lnTo>
                    <a:pt x="1115834" y="315115"/>
                  </a:lnTo>
                  <a:lnTo>
                    <a:pt x="1107976" y="315204"/>
                  </a:lnTo>
                  <a:lnTo>
                    <a:pt x="1100118" y="315293"/>
                  </a:lnTo>
                  <a:lnTo>
                    <a:pt x="1092260" y="315381"/>
                  </a:lnTo>
                  <a:lnTo>
                    <a:pt x="1084402" y="315470"/>
                  </a:lnTo>
                  <a:lnTo>
                    <a:pt x="1076544" y="315558"/>
                  </a:lnTo>
                  <a:lnTo>
                    <a:pt x="1068686" y="315646"/>
                  </a:lnTo>
                  <a:lnTo>
                    <a:pt x="1060828" y="315734"/>
                  </a:lnTo>
                  <a:lnTo>
                    <a:pt x="1052970" y="315822"/>
                  </a:lnTo>
                  <a:lnTo>
                    <a:pt x="1045112" y="315909"/>
                  </a:lnTo>
                  <a:lnTo>
                    <a:pt x="1037254" y="315997"/>
                  </a:lnTo>
                  <a:lnTo>
                    <a:pt x="1029397" y="316084"/>
                  </a:lnTo>
                  <a:lnTo>
                    <a:pt x="1021539" y="316171"/>
                  </a:lnTo>
                  <a:lnTo>
                    <a:pt x="1013681" y="316258"/>
                  </a:lnTo>
                  <a:lnTo>
                    <a:pt x="1005823" y="316344"/>
                  </a:lnTo>
                  <a:lnTo>
                    <a:pt x="997965" y="316432"/>
                  </a:lnTo>
                  <a:lnTo>
                    <a:pt x="990107" y="316519"/>
                  </a:lnTo>
                  <a:lnTo>
                    <a:pt x="982249" y="316606"/>
                  </a:lnTo>
                  <a:lnTo>
                    <a:pt x="974391" y="316692"/>
                  </a:lnTo>
                  <a:lnTo>
                    <a:pt x="966533" y="316779"/>
                  </a:lnTo>
                  <a:lnTo>
                    <a:pt x="958675" y="316865"/>
                  </a:lnTo>
                  <a:lnTo>
                    <a:pt x="950817" y="316951"/>
                  </a:lnTo>
                  <a:lnTo>
                    <a:pt x="942959" y="317037"/>
                  </a:lnTo>
                  <a:lnTo>
                    <a:pt x="935101" y="317122"/>
                  </a:lnTo>
                  <a:lnTo>
                    <a:pt x="927243" y="317208"/>
                  </a:lnTo>
                  <a:lnTo>
                    <a:pt x="919385" y="317294"/>
                  </a:lnTo>
                  <a:lnTo>
                    <a:pt x="911527" y="317379"/>
                  </a:lnTo>
                  <a:lnTo>
                    <a:pt x="903669" y="317464"/>
                  </a:lnTo>
                  <a:lnTo>
                    <a:pt x="895811" y="317549"/>
                  </a:lnTo>
                  <a:lnTo>
                    <a:pt x="887953" y="317634"/>
                  </a:lnTo>
                  <a:lnTo>
                    <a:pt x="880095" y="317719"/>
                  </a:lnTo>
                  <a:lnTo>
                    <a:pt x="872237" y="317803"/>
                  </a:lnTo>
                  <a:lnTo>
                    <a:pt x="864379" y="317888"/>
                  </a:lnTo>
                  <a:lnTo>
                    <a:pt x="856521" y="317972"/>
                  </a:lnTo>
                  <a:lnTo>
                    <a:pt x="848663" y="318056"/>
                  </a:lnTo>
                  <a:lnTo>
                    <a:pt x="840805" y="318140"/>
                  </a:lnTo>
                  <a:lnTo>
                    <a:pt x="832947" y="318224"/>
                  </a:lnTo>
                  <a:lnTo>
                    <a:pt x="825089" y="318308"/>
                  </a:lnTo>
                  <a:lnTo>
                    <a:pt x="817231" y="318392"/>
                  </a:lnTo>
                  <a:lnTo>
                    <a:pt x="809373" y="318475"/>
                  </a:lnTo>
                  <a:lnTo>
                    <a:pt x="801515" y="318559"/>
                  </a:lnTo>
                  <a:lnTo>
                    <a:pt x="793657" y="318642"/>
                  </a:lnTo>
                  <a:lnTo>
                    <a:pt x="785799" y="318725"/>
                  </a:lnTo>
                  <a:lnTo>
                    <a:pt x="777941" y="318808"/>
                  </a:lnTo>
                  <a:lnTo>
                    <a:pt x="770083" y="318891"/>
                  </a:lnTo>
                  <a:lnTo>
                    <a:pt x="762225" y="318974"/>
                  </a:lnTo>
                  <a:lnTo>
                    <a:pt x="754367" y="319056"/>
                  </a:lnTo>
                  <a:lnTo>
                    <a:pt x="746509" y="319139"/>
                  </a:lnTo>
                  <a:lnTo>
                    <a:pt x="738651" y="319221"/>
                  </a:lnTo>
                  <a:lnTo>
                    <a:pt x="730793" y="319303"/>
                  </a:lnTo>
                  <a:lnTo>
                    <a:pt x="722935" y="319385"/>
                  </a:lnTo>
                  <a:lnTo>
                    <a:pt x="715077" y="319467"/>
                  </a:lnTo>
                  <a:lnTo>
                    <a:pt x="707219" y="319549"/>
                  </a:lnTo>
                  <a:lnTo>
                    <a:pt x="699361" y="319631"/>
                  </a:lnTo>
                  <a:lnTo>
                    <a:pt x="691503" y="319712"/>
                  </a:lnTo>
                  <a:lnTo>
                    <a:pt x="683645" y="319794"/>
                  </a:lnTo>
                  <a:lnTo>
                    <a:pt x="675787" y="319875"/>
                  </a:lnTo>
                  <a:lnTo>
                    <a:pt x="667929" y="319956"/>
                  </a:lnTo>
                  <a:lnTo>
                    <a:pt x="660071" y="320038"/>
                  </a:lnTo>
                  <a:lnTo>
                    <a:pt x="652213" y="320120"/>
                  </a:lnTo>
                  <a:lnTo>
                    <a:pt x="644355" y="320201"/>
                  </a:lnTo>
                  <a:lnTo>
                    <a:pt x="636497" y="320283"/>
                  </a:lnTo>
                  <a:lnTo>
                    <a:pt x="628639" y="320364"/>
                  </a:lnTo>
                  <a:lnTo>
                    <a:pt x="620781" y="320444"/>
                  </a:lnTo>
                  <a:lnTo>
                    <a:pt x="612923" y="320524"/>
                  </a:lnTo>
                  <a:lnTo>
                    <a:pt x="605065" y="320604"/>
                  </a:lnTo>
                  <a:lnTo>
                    <a:pt x="597207" y="320684"/>
                  </a:lnTo>
                  <a:lnTo>
                    <a:pt x="589349" y="320763"/>
                  </a:lnTo>
                  <a:lnTo>
                    <a:pt x="581491" y="320843"/>
                  </a:lnTo>
                  <a:lnTo>
                    <a:pt x="573633" y="320922"/>
                  </a:lnTo>
                  <a:lnTo>
                    <a:pt x="565775" y="321001"/>
                  </a:lnTo>
                  <a:lnTo>
                    <a:pt x="557917" y="321080"/>
                  </a:lnTo>
                  <a:lnTo>
                    <a:pt x="550059" y="321159"/>
                  </a:lnTo>
                  <a:lnTo>
                    <a:pt x="542201" y="321238"/>
                  </a:lnTo>
                  <a:lnTo>
                    <a:pt x="534343" y="321317"/>
                  </a:lnTo>
                  <a:lnTo>
                    <a:pt x="526485" y="321396"/>
                  </a:lnTo>
                  <a:lnTo>
                    <a:pt x="518627" y="321474"/>
                  </a:lnTo>
                  <a:lnTo>
                    <a:pt x="510769" y="321553"/>
                  </a:lnTo>
                  <a:lnTo>
                    <a:pt x="502911" y="321631"/>
                  </a:lnTo>
                  <a:lnTo>
                    <a:pt x="495053" y="321709"/>
                  </a:lnTo>
                  <a:lnTo>
                    <a:pt x="487195" y="321787"/>
                  </a:lnTo>
                  <a:lnTo>
                    <a:pt x="479337" y="321865"/>
                  </a:lnTo>
                  <a:lnTo>
                    <a:pt x="471479" y="321943"/>
                  </a:lnTo>
                  <a:lnTo>
                    <a:pt x="463621" y="322020"/>
                  </a:lnTo>
                  <a:lnTo>
                    <a:pt x="455763" y="322098"/>
                  </a:lnTo>
                  <a:lnTo>
                    <a:pt x="447905" y="322175"/>
                  </a:lnTo>
                  <a:lnTo>
                    <a:pt x="440047" y="322253"/>
                  </a:lnTo>
                  <a:lnTo>
                    <a:pt x="432189" y="322576"/>
                  </a:lnTo>
                  <a:lnTo>
                    <a:pt x="424331" y="323107"/>
                  </a:lnTo>
                  <a:lnTo>
                    <a:pt x="416473" y="323634"/>
                  </a:lnTo>
                  <a:lnTo>
                    <a:pt x="408615" y="324158"/>
                  </a:lnTo>
                  <a:lnTo>
                    <a:pt x="400757" y="324674"/>
                  </a:lnTo>
                  <a:lnTo>
                    <a:pt x="392899" y="325184"/>
                  </a:lnTo>
                  <a:lnTo>
                    <a:pt x="385041" y="325689"/>
                  </a:lnTo>
                  <a:lnTo>
                    <a:pt x="377183" y="326185"/>
                  </a:lnTo>
                  <a:lnTo>
                    <a:pt x="369325" y="326674"/>
                  </a:lnTo>
                  <a:lnTo>
                    <a:pt x="361467" y="327157"/>
                  </a:lnTo>
                  <a:lnTo>
                    <a:pt x="353609" y="327634"/>
                  </a:lnTo>
                  <a:lnTo>
                    <a:pt x="345751" y="328113"/>
                  </a:lnTo>
                  <a:lnTo>
                    <a:pt x="337893" y="328587"/>
                  </a:lnTo>
                  <a:lnTo>
                    <a:pt x="330035" y="329060"/>
                  </a:lnTo>
                  <a:lnTo>
                    <a:pt x="322177" y="329530"/>
                  </a:lnTo>
                  <a:lnTo>
                    <a:pt x="314319" y="329993"/>
                  </a:lnTo>
                  <a:lnTo>
                    <a:pt x="306461" y="330451"/>
                  </a:lnTo>
                  <a:lnTo>
                    <a:pt x="298603" y="330900"/>
                  </a:lnTo>
                  <a:lnTo>
                    <a:pt x="290745" y="331344"/>
                  </a:lnTo>
                  <a:lnTo>
                    <a:pt x="282887" y="331783"/>
                  </a:lnTo>
                  <a:lnTo>
                    <a:pt x="275029" y="332223"/>
                  </a:lnTo>
                  <a:lnTo>
                    <a:pt x="267171" y="332670"/>
                  </a:lnTo>
                  <a:lnTo>
                    <a:pt x="259313" y="333114"/>
                  </a:lnTo>
                  <a:lnTo>
                    <a:pt x="251455" y="333544"/>
                  </a:lnTo>
                  <a:lnTo>
                    <a:pt x="243597" y="333970"/>
                  </a:lnTo>
                  <a:lnTo>
                    <a:pt x="235739" y="334391"/>
                  </a:lnTo>
                  <a:lnTo>
                    <a:pt x="227881" y="334797"/>
                  </a:lnTo>
                  <a:lnTo>
                    <a:pt x="220023" y="335195"/>
                  </a:lnTo>
                  <a:lnTo>
                    <a:pt x="212165" y="335588"/>
                  </a:lnTo>
                  <a:lnTo>
                    <a:pt x="204307" y="335976"/>
                  </a:lnTo>
                  <a:lnTo>
                    <a:pt x="196449" y="336372"/>
                  </a:lnTo>
                  <a:lnTo>
                    <a:pt x="188591" y="336769"/>
                  </a:lnTo>
                  <a:lnTo>
                    <a:pt x="180733" y="337162"/>
                  </a:lnTo>
                  <a:lnTo>
                    <a:pt x="172875" y="337538"/>
                  </a:lnTo>
                  <a:lnTo>
                    <a:pt x="165017" y="337917"/>
                  </a:lnTo>
                  <a:lnTo>
                    <a:pt x="157159" y="338295"/>
                  </a:lnTo>
                  <a:lnTo>
                    <a:pt x="149301" y="338672"/>
                  </a:lnTo>
                  <a:lnTo>
                    <a:pt x="141443" y="339059"/>
                  </a:lnTo>
                  <a:lnTo>
                    <a:pt x="133585" y="339440"/>
                  </a:lnTo>
                  <a:lnTo>
                    <a:pt x="125727" y="339798"/>
                  </a:lnTo>
                  <a:lnTo>
                    <a:pt x="117869" y="340153"/>
                  </a:lnTo>
                  <a:lnTo>
                    <a:pt x="110011" y="340503"/>
                  </a:lnTo>
                  <a:lnTo>
                    <a:pt x="102153" y="340850"/>
                  </a:lnTo>
                  <a:lnTo>
                    <a:pt x="94295" y="341192"/>
                  </a:lnTo>
                  <a:lnTo>
                    <a:pt x="86437" y="341532"/>
                  </a:lnTo>
                  <a:lnTo>
                    <a:pt x="78579" y="341872"/>
                  </a:lnTo>
                  <a:lnTo>
                    <a:pt x="70721" y="342210"/>
                  </a:lnTo>
                  <a:lnTo>
                    <a:pt x="62863" y="342573"/>
                  </a:lnTo>
                  <a:lnTo>
                    <a:pt x="55005" y="342939"/>
                  </a:lnTo>
                  <a:lnTo>
                    <a:pt x="47147" y="343277"/>
                  </a:lnTo>
                  <a:lnTo>
                    <a:pt x="39289" y="343599"/>
                  </a:lnTo>
                  <a:lnTo>
                    <a:pt x="31431" y="343916"/>
                  </a:lnTo>
                  <a:lnTo>
                    <a:pt x="23573" y="344230"/>
                  </a:lnTo>
                  <a:lnTo>
                    <a:pt x="15715" y="344541"/>
                  </a:lnTo>
                  <a:lnTo>
                    <a:pt x="7857" y="344848"/>
                  </a:lnTo>
                  <a:lnTo>
                    <a:pt x="0" y="345152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186414" y="4516772"/>
              <a:ext cx="2035220" cy="326365"/>
            </a:xfrm>
            <a:custGeom>
              <a:avLst/>
              <a:pathLst>
                <a:path w="2035220" h="326365">
                  <a:moveTo>
                    <a:pt x="0" y="326365"/>
                  </a:moveTo>
                  <a:lnTo>
                    <a:pt x="7857" y="326296"/>
                  </a:lnTo>
                  <a:lnTo>
                    <a:pt x="15715" y="326225"/>
                  </a:lnTo>
                  <a:lnTo>
                    <a:pt x="23573" y="326153"/>
                  </a:lnTo>
                  <a:lnTo>
                    <a:pt x="31431" y="326082"/>
                  </a:lnTo>
                  <a:lnTo>
                    <a:pt x="39289" y="326011"/>
                  </a:lnTo>
                  <a:lnTo>
                    <a:pt x="47147" y="325939"/>
                  </a:lnTo>
                  <a:lnTo>
                    <a:pt x="55005" y="325868"/>
                  </a:lnTo>
                  <a:lnTo>
                    <a:pt x="62863" y="325796"/>
                  </a:lnTo>
                  <a:lnTo>
                    <a:pt x="70721" y="325724"/>
                  </a:lnTo>
                  <a:lnTo>
                    <a:pt x="78579" y="325652"/>
                  </a:lnTo>
                  <a:lnTo>
                    <a:pt x="86437" y="325581"/>
                  </a:lnTo>
                  <a:lnTo>
                    <a:pt x="94295" y="325509"/>
                  </a:lnTo>
                  <a:lnTo>
                    <a:pt x="102153" y="325437"/>
                  </a:lnTo>
                  <a:lnTo>
                    <a:pt x="110011" y="325364"/>
                  </a:lnTo>
                  <a:lnTo>
                    <a:pt x="117869" y="325292"/>
                  </a:lnTo>
                  <a:lnTo>
                    <a:pt x="125727" y="325220"/>
                  </a:lnTo>
                  <a:lnTo>
                    <a:pt x="133585" y="325147"/>
                  </a:lnTo>
                  <a:lnTo>
                    <a:pt x="141443" y="325075"/>
                  </a:lnTo>
                  <a:lnTo>
                    <a:pt x="149301" y="325005"/>
                  </a:lnTo>
                  <a:lnTo>
                    <a:pt x="157159" y="324934"/>
                  </a:lnTo>
                  <a:lnTo>
                    <a:pt x="165017" y="324863"/>
                  </a:lnTo>
                  <a:lnTo>
                    <a:pt x="172875" y="324792"/>
                  </a:lnTo>
                  <a:lnTo>
                    <a:pt x="180733" y="324721"/>
                  </a:lnTo>
                  <a:lnTo>
                    <a:pt x="188591" y="324649"/>
                  </a:lnTo>
                  <a:lnTo>
                    <a:pt x="196449" y="324577"/>
                  </a:lnTo>
                  <a:lnTo>
                    <a:pt x="204307" y="324506"/>
                  </a:lnTo>
                  <a:lnTo>
                    <a:pt x="212165" y="324434"/>
                  </a:lnTo>
                  <a:lnTo>
                    <a:pt x="220023" y="324361"/>
                  </a:lnTo>
                  <a:lnTo>
                    <a:pt x="227881" y="324289"/>
                  </a:lnTo>
                  <a:lnTo>
                    <a:pt x="235739" y="324216"/>
                  </a:lnTo>
                  <a:lnTo>
                    <a:pt x="243597" y="324143"/>
                  </a:lnTo>
                  <a:lnTo>
                    <a:pt x="251455" y="324070"/>
                  </a:lnTo>
                  <a:lnTo>
                    <a:pt x="259313" y="323996"/>
                  </a:lnTo>
                  <a:lnTo>
                    <a:pt x="267171" y="323921"/>
                  </a:lnTo>
                  <a:lnTo>
                    <a:pt x="275029" y="323846"/>
                  </a:lnTo>
                  <a:lnTo>
                    <a:pt x="282887" y="323772"/>
                  </a:lnTo>
                  <a:lnTo>
                    <a:pt x="290745" y="323697"/>
                  </a:lnTo>
                  <a:lnTo>
                    <a:pt x="298603" y="323622"/>
                  </a:lnTo>
                  <a:lnTo>
                    <a:pt x="306461" y="323546"/>
                  </a:lnTo>
                  <a:lnTo>
                    <a:pt x="314319" y="323471"/>
                  </a:lnTo>
                  <a:lnTo>
                    <a:pt x="322177" y="323396"/>
                  </a:lnTo>
                  <a:lnTo>
                    <a:pt x="330035" y="323320"/>
                  </a:lnTo>
                  <a:lnTo>
                    <a:pt x="337893" y="323245"/>
                  </a:lnTo>
                  <a:lnTo>
                    <a:pt x="345751" y="323169"/>
                  </a:lnTo>
                  <a:lnTo>
                    <a:pt x="353609" y="323094"/>
                  </a:lnTo>
                  <a:lnTo>
                    <a:pt x="361467" y="323018"/>
                  </a:lnTo>
                  <a:lnTo>
                    <a:pt x="369325" y="322943"/>
                  </a:lnTo>
                  <a:lnTo>
                    <a:pt x="377183" y="322867"/>
                  </a:lnTo>
                  <a:lnTo>
                    <a:pt x="385041" y="322791"/>
                  </a:lnTo>
                  <a:lnTo>
                    <a:pt x="392899" y="322714"/>
                  </a:lnTo>
                  <a:lnTo>
                    <a:pt x="400757" y="322637"/>
                  </a:lnTo>
                  <a:lnTo>
                    <a:pt x="408615" y="322561"/>
                  </a:lnTo>
                  <a:lnTo>
                    <a:pt x="416473" y="322484"/>
                  </a:lnTo>
                  <a:lnTo>
                    <a:pt x="424331" y="322407"/>
                  </a:lnTo>
                  <a:lnTo>
                    <a:pt x="432189" y="322330"/>
                  </a:lnTo>
                  <a:lnTo>
                    <a:pt x="440047" y="322039"/>
                  </a:lnTo>
                  <a:lnTo>
                    <a:pt x="447905" y="321495"/>
                  </a:lnTo>
                  <a:lnTo>
                    <a:pt x="455763" y="320945"/>
                  </a:lnTo>
                  <a:lnTo>
                    <a:pt x="463621" y="320392"/>
                  </a:lnTo>
                  <a:lnTo>
                    <a:pt x="471479" y="319833"/>
                  </a:lnTo>
                  <a:lnTo>
                    <a:pt x="479337" y="319267"/>
                  </a:lnTo>
                  <a:lnTo>
                    <a:pt x="487195" y="318694"/>
                  </a:lnTo>
                  <a:lnTo>
                    <a:pt x="495053" y="318115"/>
                  </a:lnTo>
                  <a:lnTo>
                    <a:pt x="502911" y="317530"/>
                  </a:lnTo>
                  <a:lnTo>
                    <a:pt x="510769" y="316938"/>
                  </a:lnTo>
                  <a:lnTo>
                    <a:pt x="518627" y="316340"/>
                  </a:lnTo>
                  <a:lnTo>
                    <a:pt x="526485" y="315732"/>
                  </a:lnTo>
                  <a:lnTo>
                    <a:pt x="534343" y="315114"/>
                  </a:lnTo>
                  <a:lnTo>
                    <a:pt x="542201" y="314496"/>
                  </a:lnTo>
                  <a:lnTo>
                    <a:pt x="550059" y="313872"/>
                  </a:lnTo>
                  <a:lnTo>
                    <a:pt x="557917" y="313242"/>
                  </a:lnTo>
                  <a:lnTo>
                    <a:pt x="565775" y="312614"/>
                  </a:lnTo>
                  <a:lnTo>
                    <a:pt x="573633" y="311988"/>
                  </a:lnTo>
                  <a:lnTo>
                    <a:pt x="581491" y="311335"/>
                  </a:lnTo>
                  <a:lnTo>
                    <a:pt x="589349" y="310673"/>
                  </a:lnTo>
                  <a:lnTo>
                    <a:pt x="597207" y="310003"/>
                  </a:lnTo>
                  <a:lnTo>
                    <a:pt x="605065" y="309326"/>
                  </a:lnTo>
                  <a:lnTo>
                    <a:pt x="612923" y="308641"/>
                  </a:lnTo>
                  <a:lnTo>
                    <a:pt x="620781" y="307953"/>
                  </a:lnTo>
                  <a:lnTo>
                    <a:pt x="628639" y="307260"/>
                  </a:lnTo>
                  <a:lnTo>
                    <a:pt x="636497" y="306562"/>
                  </a:lnTo>
                  <a:lnTo>
                    <a:pt x="644355" y="305855"/>
                  </a:lnTo>
                  <a:lnTo>
                    <a:pt x="652213" y="305150"/>
                  </a:lnTo>
                  <a:lnTo>
                    <a:pt x="660071" y="304472"/>
                  </a:lnTo>
                  <a:lnTo>
                    <a:pt x="667929" y="303742"/>
                  </a:lnTo>
                  <a:lnTo>
                    <a:pt x="675787" y="303004"/>
                  </a:lnTo>
                  <a:lnTo>
                    <a:pt x="683645" y="302258"/>
                  </a:lnTo>
                  <a:lnTo>
                    <a:pt x="691503" y="301505"/>
                  </a:lnTo>
                  <a:lnTo>
                    <a:pt x="699361" y="300743"/>
                  </a:lnTo>
                  <a:lnTo>
                    <a:pt x="707219" y="299973"/>
                  </a:lnTo>
                  <a:lnTo>
                    <a:pt x="715077" y="299196"/>
                  </a:lnTo>
                  <a:lnTo>
                    <a:pt x="722935" y="298410"/>
                  </a:lnTo>
                  <a:lnTo>
                    <a:pt x="730793" y="297615"/>
                  </a:lnTo>
                  <a:lnTo>
                    <a:pt x="738651" y="296813"/>
                  </a:lnTo>
                  <a:lnTo>
                    <a:pt x="746509" y="296002"/>
                  </a:lnTo>
                  <a:lnTo>
                    <a:pt x="754367" y="295185"/>
                  </a:lnTo>
                  <a:lnTo>
                    <a:pt x="762225" y="294399"/>
                  </a:lnTo>
                  <a:lnTo>
                    <a:pt x="770083" y="293607"/>
                  </a:lnTo>
                  <a:lnTo>
                    <a:pt x="777941" y="292810"/>
                  </a:lnTo>
                  <a:lnTo>
                    <a:pt x="785799" y="291955"/>
                  </a:lnTo>
                  <a:lnTo>
                    <a:pt x="793657" y="291102"/>
                  </a:lnTo>
                  <a:lnTo>
                    <a:pt x="801515" y="290266"/>
                  </a:lnTo>
                  <a:lnTo>
                    <a:pt x="809373" y="289382"/>
                  </a:lnTo>
                  <a:lnTo>
                    <a:pt x="817231" y="288488"/>
                  </a:lnTo>
                  <a:lnTo>
                    <a:pt x="825089" y="287583"/>
                  </a:lnTo>
                  <a:lnTo>
                    <a:pt x="832947" y="286719"/>
                  </a:lnTo>
                  <a:lnTo>
                    <a:pt x="840805" y="285822"/>
                  </a:lnTo>
                  <a:lnTo>
                    <a:pt x="848663" y="284881"/>
                  </a:lnTo>
                  <a:lnTo>
                    <a:pt x="856521" y="283971"/>
                  </a:lnTo>
                  <a:lnTo>
                    <a:pt x="864379" y="283053"/>
                  </a:lnTo>
                  <a:lnTo>
                    <a:pt x="872237" y="282128"/>
                  </a:lnTo>
                  <a:lnTo>
                    <a:pt x="880095" y="281194"/>
                  </a:lnTo>
                  <a:lnTo>
                    <a:pt x="887953" y="280252"/>
                  </a:lnTo>
                  <a:lnTo>
                    <a:pt x="895811" y="279301"/>
                  </a:lnTo>
                  <a:lnTo>
                    <a:pt x="903669" y="278278"/>
                  </a:lnTo>
                  <a:lnTo>
                    <a:pt x="911527" y="277224"/>
                  </a:lnTo>
                  <a:lnTo>
                    <a:pt x="919385" y="276233"/>
                  </a:lnTo>
                  <a:lnTo>
                    <a:pt x="927243" y="275234"/>
                  </a:lnTo>
                  <a:lnTo>
                    <a:pt x="935101" y="274228"/>
                  </a:lnTo>
                  <a:lnTo>
                    <a:pt x="942959" y="273212"/>
                  </a:lnTo>
                  <a:lnTo>
                    <a:pt x="950817" y="272144"/>
                  </a:lnTo>
                  <a:lnTo>
                    <a:pt x="958675" y="271075"/>
                  </a:lnTo>
                  <a:lnTo>
                    <a:pt x="966533" y="270064"/>
                  </a:lnTo>
                  <a:lnTo>
                    <a:pt x="974391" y="269023"/>
                  </a:lnTo>
                  <a:lnTo>
                    <a:pt x="982249" y="267906"/>
                  </a:lnTo>
                  <a:lnTo>
                    <a:pt x="990107" y="266780"/>
                  </a:lnTo>
                  <a:lnTo>
                    <a:pt x="997965" y="265747"/>
                  </a:lnTo>
                  <a:lnTo>
                    <a:pt x="1005823" y="264600"/>
                  </a:lnTo>
                  <a:lnTo>
                    <a:pt x="1013681" y="263492"/>
                  </a:lnTo>
                  <a:lnTo>
                    <a:pt x="1021539" y="262306"/>
                  </a:lnTo>
                  <a:lnTo>
                    <a:pt x="1029397" y="261116"/>
                  </a:lnTo>
                  <a:lnTo>
                    <a:pt x="1037254" y="259970"/>
                  </a:lnTo>
                  <a:lnTo>
                    <a:pt x="1045112" y="258814"/>
                  </a:lnTo>
                  <a:lnTo>
                    <a:pt x="1052970" y="257647"/>
                  </a:lnTo>
                  <a:lnTo>
                    <a:pt x="1060828" y="256471"/>
                  </a:lnTo>
                  <a:lnTo>
                    <a:pt x="1068686" y="255284"/>
                  </a:lnTo>
                  <a:lnTo>
                    <a:pt x="1076544" y="254086"/>
                  </a:lnTo>
                  <a:lnTo>
                    <a:pt x="1084402" y="252878"/>
                  </a:lnTo>
                  <a:lnTo>
                    <a:pt x="1092260" y="251572"/>
                  </a:lnTo>
                  <a:lnTo>
                    <a:pt x="1100118" y="250395"/>
                  </a:lnTo>
                  <a:lnTo>
                    <a:pt x="1107976" y="249186"/>
                  </a:lnTo>
                  <a:lnTo>
                    <a:pt x="1115834" y="247934"/>
                  </a:lnTo>
                  <a:lnTo>
                    <a:pt x="1123692" y="246617"/>
                  </a:lnTo>
                  <a:lnTo>
                    <a:pt x="1131550" y="245238"/>
                  </a:lnTo>
                  <a:lnTo>
                    <a:pt x="1139408" y="243844"/>
                  </a:lnTo>
                  <a:lnTo>
                    <a:pt x="1147266" y="242482"/>
                  </a:lnTo>
                  <a:lnTo>
                    <a:pt x="1155124" y="241156"/>
                  </a:lnTo>
                  <a:lnTo>
                    <a:pt x="1162982" y="239818"/>
                  </a:lnTo>
                  <a:lnTo>
                    <a:pt x="1170840" y="238468"/>
                  </a:lnTo>
                  <a:lnTo>
                    <a:pt x="1178698" y="237107"/>
                  </a:lnTo>
                  <a:lnTo>
                    <a:pt x="1186556" y="235734"/>
                  </a:lnTo>
                  <a:lnTo>
                    <a:pt x="1194414" y="234354"/>
                  </a:lnTo>
                  <a:lnTo>
                    <a:pt x="1202272" y="232961"/>
                  </a:lnTo>
                  <a:lnTo>
                    <a:pt x="1210130" y="231388"/>
                  </a:lnTo>
                  <a:lnTo>
                    <a:pt x="1217988" y="229996"/>
                  </a:lnTo>
                  <a:lnTo>
                    <a:pt x="1225846" y="228543"/>
                  </a:lnTo>
                  <a:lnTo>
                    <a:pt x="1233704" y="226886"/>
                  </a:lnTo>
                  <a:lnTo>
                    <a:pt x="1241562" y="225209"/>
                  </a:lnTo>
                  <a:lnTo>
                    <a:pt x="1249420" y="223516"/>
                  </a:lnTo>
                  <a:lnTo>
                    <a:pt x="1257278" y="221805"/>
                  </a:lnTo>
                  <a:lnTo>
                    <a:pt x="1265136" y="220210"/>
                  </a:lnTo>
                  <a:lnTo>
                    <a:pt x="1272994" y="218673"/>
                  </a:lnTo>
                  <a:lnTo>
                    <a:pt x="1280852" y="217125"/>
                  </a:lnTo>
                  <a:lnTo>
                    <a:pt x="1288710" y="215559"/>
                  </a:lnTo>
                  <a:lnTo>
                    <a:pt x="1296568" y="213990"/>
                  </a:lnTo>
                  <a:lnTo>
                    <a:pt x="1304426" y="212388"/>
                  </a:lnTo>
                  <a:lnTo>
                    <a:pt x="1312284" y="210781"/>
                  </a:lnTo>
                  <a:lnTo>
                    <a:pt x="1320142" y="209163"/>
                  </a:lnTo>
                  <a:lnTo>
                    <a:pt x="1328000" y="207531"/>
                  </a:lnTo>
                  <a:lnTo>
                    <a:pt x="1335858" y="205888"/>
                  </a:lnTo>
                  <a:lnTo>
                    <a:pt x="1343716" y="204231"/>
                  </a:lnTo>
                  <a:lnTo>
                    <a:pt x="1351574" y="202636"/>
                  </a:lnTo>
                  <a:lnTo>
                    <a:pt x="1359432" y="201041"/>
                  </a:lnTo>
                  <a:lnTo>
                    <a:pt x="1367290" y="199434"/>
                  </a:lnTo>
                  <a:lnTo>
                    <a:pt x="1375148" y="197816"/>
                  </a:lnTo>
                  <a:lnTo>
                    <a:pt x="1383006" y="196145"/>
                  </a:lnTo>
                  <a:lnTo>
                    <a:pt x="1390864" y="194446"/>
                  </a:lnTo>
                  <a:lnTo>
                    <a:pt x="1398722" y="192734"/>
                  </a:lnTo>
                  <a:lnTo>
                    <a:pt x="1406580" y="191008"/>
                  </a:lnTo>
                  <a:lnTo>
                    <a:pt x="1414438" y="189270"/>
                  </a:lnTo>
                  <a:lnTo>
                    <a:pt x="1422296" y="187518"/>
                  </a:lnTo>
                  <a:lnTo>
                    <a:pt x="1430154" y="185753"/>
                  </a:lnTo>
                  <a:lnTo>
                    <a:pt x="1438012" y="183975"/>
                  </a:lnTo>
                  <a:lnTo>
                    <a:pt x="1445870" y="182184"/>
                  </a:lnTo>
                  <a:lnTo>
                    <a:pt x="1453728" y="180380"/>
                  </a:lnTo>
                  <a:lnTo>
                    <a:pt x="1461586" y="178563"/>
                  </a:lnTo>
                  <a:lnTo>
                    <a:pt x="1469444" y="176734"/>
                  </a:lnTo>
                  <a:lnTo>
                    <a:pt x="1477302" y="174893"/>
                  </a:lnTo>
                  <a:lnTo>
                    <a:pt x="1485160" y="173038"/>
                  </a:lnTo>
                  <a:lnTo>
                    <a:pt x="1493018" y="171170"/>
                  </a:lnTo>
                  <a:lnTo>
                    <a:pt x="1500876" y="169041"/>
                  </a:lnTo>
                  <a:lnTo>
                    <a:pt x="1508734" y="166885"/>
                  </a:lnTo>
                  <a:lnTo>
                    <a:pt x="1516592" y="165033"/>
                  </a:lnTo>
                  <a:lnTo>
                    <a:pt x="1524450" y="163168"/>
                  </a:lnTo>
                  <a:lnTo>
                    <a:pt x="1532308" y="161297"/>
                  </a:lnTo>
                  <a:lnTo>
                    <a:pt x="1540166" y="159416"/>
                  </a:lnTo>
                  <a:lnTo>
                    <a:pt x="1548024" y="157523"/>
                  </a:lnTo>
                  <a:lnTo>
                    <a:pt x="1555882" y="155618"/>
                  </a:lnTo>
                  <a:lnTo>
                    <a:pt x="1563740" y="153702"/>
                  </a:lnTo>
                  <a:lnTo>
                    <a:pt x="1571598" y="151711"/>
                  </a:lnTo>
                  <a:lnTo>
                    <a:pt x="1579456" y="149693"/>
                  </a:lnTo>
                  <a:lnTo>
                    <a:pt x="1587314" y="147563"/>
                  </a:lnTo>
                  <a:lnTo>
                    <a:pt x="1595172" y="145346"/>
                  </a:lnTo>
                  <a:lnTo>
                    <a:pt x="1603030" y="143112"/>
                  </a:lnTo>
                  <a:lnTo>
                    <a:pt x="1610888" y="140860"/>
                  </a:lnTo>
                  <a:lnTo>
                    <a:pt x="1618746" y="138592"/>
                  </a:lnTo>
                  <a:lnTo>
                    <a:pt x="1626604" y="136306"/>
                  </a:lnTo>
                  <a:lnTo>
                    <a:pt x="1634462" y="134003"/>
                  </a:lnTo>
                  <a:lnTo>
                    <a:pt x="1642320" y="131683"/>
                  </a:lnTo>
                  <a:lnTo>
                    <a:pt x="1650178" y="129346"/>
                  </a:lnTo>
                  <a:lnTo>
                    <a:pt x="1658036" y="127068"/>
                  </a:lnTo>
                  <a:lnTo>
                    <a:pt x="1665894" y="124894"/>
                  </a:lnTo>
                  <a:lnTo>
                    <a:pt x="1673752" y="122707"/>
                  </a:lnTo>
                  <a:lnTo>
                    <a:pt x="1681610" y="120507"/>
                  </a:lnTo>
                  <a:lnTo>
                    <a:pt x="1689468" y="118293"/>
                  </a:lnTo>
                  <a:lnTo>
                    <a:pt x="1697326" y="116066"/>
                  </a:lnTo>
                  <a:lnTo>
                    <a:pt x="1705184" y="113828"/>
                  </a:lnTo>
                  <a:lnTo>
                    <a:pt x="1713042" y="111579"/>
                  </a:lnTo>
                  <a:lnTo>
                    <a:pt x="1720900" y="109316"/>
                  </a:lnTo>
                  <a:lnTo>
                    <a:pt x="1728758" y="107041"/>
                  </a:lnTo>
                  <a:lnTo>
                    <a:pt x="1736616" y="104753"/>
                  </a:lnTo>
                  <a:lnTo>
                    <a:pt x="1744474" y="102452"/>
                  </a:lnTo>
                  <a:lnTo>
                    <a:pt x="1752332" y="100138"/>
                  </a:lnTo>
                  <a:lnTo>
                    <a:pt x="1760190" y="97811"/>
                  </a:lnTo>
                  <a:lnTo>
                    <a:pt x="1768048" y="95189"/>
                  </a:lnTo>
                  <a:lnTo>
                    <a:pt x="1775906" y="92526"/>
                  </a:lnTo>
                  <a:lnTo>
                    <a:pt x="1783764" y="89845"/>
                  </a:lnTo>
                  <a:lnTo>
                    <a:pt x="1791622" y="87146"/>
                  </a:lnTo>
                  <a:lnTo>
                    <a:pt x="1799480" y="84348"/>
                  </a:lnTo>
                  <a:lnTo>
                    <a:pt x="1807338" y="81529"/>
                  </a:lnTo>
                  <a:lnTo>
                    <a:pt x="1815196" y="78690"/>
                  </a:lnTo>
                  <a:lnTo>
                    <a:pt x="1823054" y="76027"/>
                  </a:lnTo>
                  <a:lnTo>
                    <a:pt x="1830912" y="73367"/>
                  </a:lnTo>
                  <a:lnTo>
                    <a:pt x="1838770" y="70553"/>
                  </a:lnTo>
                  <a:lnTo>
                    <a:pt x="1846628" y="67720"/>
                  </a:lnTo>
                  <a:lnTo>
                    <a:pt x="1854486" y="64875"/>
                  </a:lnTo>
                  <a:lnTo>
                    <a:pt x="1862344" y="62016"/>
                  </a:lnTo>
                  <a:lnTo>
                    <a:pt x="1870202" y="59140"/>
                  </a:lnTo>
                  <a:lnTo>
                    <a:pt x="1878060" y="56455"/>
                  </a:lnTo>
                  <a:lnTo>
                    <a:pt x="1885918" y="53785"/>
                  </a:lnTo>
                  <a:lnTo>
                    <a:pt x="1893776" y="51102"/>
                  </a:lnTo>
                  <a:lnTo>
                    <a:pt x="1901634" y="48406"/>
                  </a:lnTo>
                  <a:lnTo>
                    <a:pt x="1909492" y="45697"/>
                  </a:lnTo>
                  <a:lnTo>
                    <a:pt x="1917350" y="42975"/>
                  </a:lnTo>
                  <a:lnTo>
                    <a:pt x="1925208" y="40240"/>
                  </a:lnTo>
                  <a:lnTo>
                    <a:pt x="1933066" y="37493"/>
                  </a:lnTo>
                  <a:lnTo>
                    <a:pt x="1940924" y="34733"/>
                  </a:lnTo>
                  <a:lnTo>
                    <a:pt x="1948782" y="31960"/>
                  </a:lnTo>
                  <a:lnTo>
                    <a:pt x="1956640" y="29175"/>
                  </a:lnTo>
                  <a:lnTo>
                    <a:pt x="1964498" y="26378"/>
                  </a:lnTo>
                  <a:lnTo>
                    <a:pt x="1972356" y="23569"/>
                  </a:lnTo>
                  <a:lnTo>
                    <a:pt x="1980214" y="20748"/>
                  </a:lnTo>
                  <a:lnTo>
                    <a:pt x="1988072" y="17915"/>
                  </a:lnTo>
                  <a:lnTo>
                    <a:pt x="1995930" y="15070"/>
                  </a:lnTo>
                  <a:lnTo>
                    <a:pt x="2003788" y="12214"/>
                  </a:lnTo>
                  <a:lnTo>
                    <a:pt x="2011646" y="9262"/>
                  </a:lnTo>
                  <a:lnTo>
                    <a:pt x="2019504" y="6188"/>
                  </a:lnTo>
                  <a:lnTo>
                    <a:pt x="2027362" y="310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186414" y="4819979"/>
              <a:ext cx="2035220" cy="41944"/>
            </a:xfrm>
            <a:custGeom>
              <a:avLst/>
              <a:pathLst>
                <a:path w="2035220" h="41944">
                  <a:moveTo>
                    <a:pt x="2035220" y="0"/>
                  </a:moveTo>
                  <a:lnTo>
                    <a:pt x="2027362" y="107"/>
                  </a:lnTo>
                  <a:lnTo>
                    <a:pt x="2019504" y="214"/>
                  </a:lnTo>
                  <a:lnTo>
                    <a:pt x="2011646" y="321"/>
                  </a:lnTo>
                  <a:lnTo>
                    <a:pt x="2003788" y="427"/>
                  </a:lnTo>
                  <a:lnTo>
                    <a:pt x="1995930" y="534"/>
                  </a:lnTo>
                  <a:lnTo>
                    <a:pt x="1988072" y="640"/>
                  </a:lnTo>
                  <a:lnTo>
                    <a:pt x="1980214" y="747"/>
                  </a:lnTo>
                  <a:lnTo>
                    <a:pt x="1972356" y="853"/>
                  </a:lnTo>
                  <a:lnTo>
                    <a:pt x="1964498" y="959"/>
                  </a:lnTo>
                  <a:lnTo>
                    <a:pt x="1956640" y="1065"/>
                  </a:lnTo>
                  <a:lnTo>
                    <a:pt x="1948782" y="1170"/>
                  </a:lnTo>
                  <a:lnTo>
                    <a:pt x="1940924" y="1276"/>
                  </a:lnTo>
                  <a:lnTo>
                    <a:pt x="1933066" y="1381"/>
                  </a:lnTo>
                  <a:lnTo>
                    <a:pt x="1925208" y="1487"/>
                  </a:lnTo>
                  <a:lnTo>
                    <a:pt x="1917350" y="1592"/>
                  </a:lnTo>
                  <a:lnTo>
                    <a:pt x="1909492" y="1697"/>
                  </a:lnTo>
                  <a:lnTo>
                    <a:pt x="1901634" y="1802"/>
                  </a:lnTo>
                  <a:lnTo>
                    <a:pt x="1893776" y="1906"/>
                  </a:lnTo>
                  <a:lnTo>
                    <a:pt x="1885918" y="2011"/>
                  </a:lnTo>
                  <a:lnTo>
                    <a:pt x="1878060" y="2116"/>
                  </a:lnTo>
                  <a:lnTo>
                    <a:pt x="1870202" y="2220"/>
                  </a:lnTo>
                  <a:lnTo>
                    <a:pt x="1862344" y="2324"/>
                  </a:lnTo>
                  <a:lnTo>
                    <a:pt x="1854486" y="2428"/>
                  </a:lnTo>
                  <a:lnTo>
                    <a:pt x="1846628" y="2532"/>
                  </a:lnTo>
                  <a:lnTo>
                    <a:pt x="1838770" y="2636"/>
                  </a:lnTo>
                  <a:lnTo>
                    <a:pt x="1830912" y="2739"/>
                  </a:lnTo>
                  <a:lnTo>
                    <a:pt x="1823054" y="2843"/>
                  </a:lnTo>
                  <a:lnTo>
                    <a:pt x="1815196" y="2946"/>
                  </a:lnTo>
                  <a:lnTo>
                    <a:pt x="1807338" y="3050"/>
                  </a:lnTo>
                  <a:lnTo>
                    <a:pt x="1799480" y="3153"/>
                  </a:lnTo>
                  <a:lnTo>
                    <a:pt x="1791622" y="3256"/>
                  </a:lnTo>
                  <a:lnTo>
                    <a:pt x="1783764" y="3358"/>
                  </a:lnTo>
                  <a:lnTo>
                    <a:pt x="1775906" y="3461"/>
                  </a:lnTo>
                  <a:lnTo>
                    <a:pt x="1768048" y="3564"/>
                  </a:lnTo>
                  <a:lnTo>
                    <a:pt x="1760190" y="3666"/>
                  </a:lnTo>
                  <a:lnTo>
                    <a:pt x="1752332" y="3768"/>
                  </a:lnTo>
                  <a:lnTo>
                    <a:pt x="1744474" y="3870"/>
                  </a:lnTo>
                  <a:lnTo>
                    <a:pt x="1736616" y="3972"/>
                  </a:lnTo>
                  <a:lnTo>
                    <a:pt x="1728758" y="4074"/>
                  </a:lnTo>
                  <a:lnTo>
                    <a:pt x="1720900" y="4176"/>
                  </a:lnTo>
                  <a:lnTo>
                    <a:pt x="1713042" y="4278"/>
                  </a:lnTo>
                  <a:lnTo>
                    <a:pt x="1705184" y="4379"/>
                  </a:lnTo>
                  <a:lnTo>
                    <a:pt x="1697326" y="4480"/>
                  </a:lnTo>
                  <a:lnTo>
                    <a:pt x="1689468" y="4581"/>
                  </a:lnTo>
                  <a:lnTo>
                    <a:pt x="1681610" y="4682"/>
                  </a:lnTo>
                  <a:lnTo>
                    <a:pt x="1673752" y="4783"/>
                  </a:lnTo>
                  <a:lnTo>
                    <a:pt x="1665894" y="4885"/>
                  </a:lnTo>
                  <a:lnTo>
                    <a:pt x="1658036" y="4993"/>
                  </a:lnTo>
                  <a:lnTo>
                    <a:pt x="1650178" y="5101"/>
                  </a:lnTo>
                  <a:lnTo>
                    <a:pt x="1642320" y="5208"/>
                  </a:lnTo>
                  <a:lnTo>
                    <a:pt x="1634462" y="5315"/>
                  </a:lnTo>
                  <a:lnTo>
                    <a:pt x="1626604" y="5422"/>
                  </a:lnTo>
                  <a:lnTo>
                    <a:pt x="1618746" y="5529"/>
                  </a:lnTo>
                  <a:lnTo>
                    <a:pt x="1610888" y="5635"/>
                  </a:lnTo>
                  <a:lnTo>
                    <a:pt x="1603030" y="5741"/>
                  </a:lnTo>
                  <a:lnTo>
                    <a:pt x="1595172" y="5847"/>
                  </a:lnTo>
                  <a:lnTo>
                    <a:pt x="1587314" y="5953"/>
                  </a:lnTo>
                  <a:lnTo>
                    <a:pt x="1579456" y="6058"/>
                  </a:lnTo>
                  <a:lnTo>
                    <a:pt x="1571598" y="6164"/>
                  </a:lnTo>
                  <a:lnTo>
                    <a:pt x="1563740" y="6269"/>
                  </a:lnTo>
                  <a:lnTo>
                    <a:pt x="1555882" y="6373"/>
                  </a:lnTo>
                  <a:lnTo>
                    <a:pt x="1548024" y="6478"/>
                  </a:lnTo>
                  <a:lnTo>
                    <a:pt x="1540166" y="6582"/>
                  </a:lnTo>
                  <a:lnTo>
                    <a:pt x="1532308" y="6686"/>
                  </a:lnTo>
                  <a:lnTo>
                    <a:pt x="1524450" y="6790"/>
                  </a:lnTo>
                  <a:lnTo>
                    <a:pt x="1516592" y="6893"/>
                  </a:lnTo>
                  <a:lnTo>
                    <a:pt x="1508734" y="6997"/>
                  </a:lnTo>
                  <a:lnTo>
                    <a:pt x="1500876" y="7100"/>
                  </a:lnTo>
                  <a:lnTo>
                    <a:pt x="1493018" y="7202"/>
                  </a:lnTo>
                  <a:lnTo>
                    <a:pt x="1485160" y="7305"/>
                  </a:lnTo>
                  <a:lnTo>
                    <a:pt x="1477302" y="7407"/>
                  </a:lnTo>
                  <a:lnTo>
                    <a:pt x="1469444" y="7510"/>
                  </a:lnTo>
                  <a:lnTo>
                    <a:pt x="1461586" y="7611"/>
                  </a:lnTo>
                  <a:lnTo>
                    <a:pt x="1453728" y="7713"/>
                  </a:lnTo>
                  <a:lnTo>
                    <a:pt x="1445870" y="7814"/>
                  </a:lnTo>
                  <a:lnTo>
                    <a:pt x="1438012" y="7916"/>
                  </a:lnTo>
                  <a:lnTo>
                    <a:pt x="1430154" y="8017"/>
                  </a:lnTo>
                  <a:lnTo>
                    <a:pt x="1422296" y="8117"/>
                  </a:lnTo>
                  <a:lnTo>
                    <a:pt x="1414438" y="8218"/>
                  </a:lnTo>
                  <a:lnTo>
                    <a:pt x="1406580" y="8318"/>
                  </a:lnTo>
                  <a:lnTo>
                    <a:pt x="1398722" y="8418"/>
                  </a:lnTo>
                  <a:lnTo>
                    <a:pt x="1390864" y="8518"/>
                  </a:lnTo>
                  <a:lnTo>
                    <a:pt x="1383006" y="8617"/>
                  </a:lnTo>
                  <a:lnTo>
                    <a:pt x="1375148" y="8716"/>
                  </a:lnTo>
                  <a:lnTo>
                    <a:pt x="1367290" y="8818"/>
                  </a:lnTo>
                  <a:lnTo>
                    <a:pt x="1359432" y="8919"/>
                  </a:lnTo>
                  <a:lnTo>
                    <a:pt x="1351574" y="9020"/>
                  </a:lnTo>
                  <a:lnTo>
                    <a:pt x="1343716" y="9121"/>
                  </a:lnTo>
                  <a:lnTo>
                    <a:pt x="1335858" y="9222"/>
                  </a:lnTo>
                  <a:lnTo>
                    <a:pt x="1328000" y="9322"/>
                  </a:lnTo>
                  <a:lnTo>
                    <a:pt x="1320142" y="9422"/>
                  </a:lnTo>
                  <a:lnTo>
                    <a:pt x="1312284" y="9522"/>
                  </a:lnTo>
                  <a:lnTo>
                    <a:pt x="1304426" y="9621"/>
                  </a:lnTo>
                  <a:lnTo>
                    <a:pt x="1296568" y="9721"/>
                  </a:lnTo>
                  <a:lnTo>
                    <a:pt x="1288710" y="9820"/>
                  </a:lnTo>
                  <a:lnTo>
                    <a:pt x="1280852" y="9918"/>
                  </a:lnTo>
                  <a:lnTo>
                    <a:pt x="1272994" y="10017"/>
                  </a:lnTo>
                  <a:lnTo>
                    <a:pt x="1265136" y="10115"/>
                  </a:lnTo>
                  <a:lnTo>
                    <a:pt x="1257278" y="10213"/>
                  </a:lnTo>
                  <a:lnTo>
                    <a:pt x="1249420" y="10310"/>
                  </a:lnTo>
                  <a:lnTo>
                    <a:pt x="1241562" y="10408"/>
                  </a:lnTo>
                  <a:lnTo>
                    <a:pt x="1233704" y="10505"/>
                  </a:lnTo>
                  <a:lnTo>
                    <a:pt x="1225846" y="10601"/>
                  </a:lnTo>
                  <a:lnTo>
                    <a:pt x="1217988" y="10698"/>
                  </a:lnTo>
                  <a:lnTo>
                    <a:pt x="1210130" y="10794"/>
                  </a:lnTo>
                  <a:lnTo>
                    <a:pt x="1202272" y="10890"/>
                  </a:lnTo>
                  <a:lnTo>
                    <a:pt x="1194414" y="10986"/>
                  </a:lnTo>
                  <a:lnTo>
                    <a:pt x="1186556" y="11081"/>
                  </a:lnTo>
                  <a:lnTo>
                    <a:pt x="1178698" y="11177"/>
                  </a:lnTo>
                  <a:lnTo>
                    <a:pt x="1170840" y="11272"/>
                  </a:lnTo>
                  <a:lnTo>
                    <a:pt x="1162982" y="11366"/>
                  </a:lnTo>
                  <a:lnTo>
                    <a:pt x="1155124" y="11461"/>
                  </a:lnTo>
                  <a:lnTo>
                    <a:pt x="1147266" y="11551"/>
                  </a:lnTo>
                  <a:lnTo>
                    <a:pt x="1139408" y="11640"/>
                  </a:lnTo>
                  <a:lnTo>
                    <a:pt x="1131550" y="11730"/>
                  </a:lnTo>
                  <a:lnTo>
                    <a:pt x="1123692" y="11819"/>
                  </a:lnTo>
                  <a:lnTo>
                    <a:pt x="1115834" y="11908"/>
                  </a:lnTo>
                  <a:lnTo>
                    <a:pt x="1107976" y="11997"/>
                  </a:lnTo>
                  <a:lnTo>
                    <a:pt x="1100118" y="12085"/>
                  </a:lnTo>
                  <a:lnTo>
                    <a:pt x="1092260" y="12174"/>
                  </a:lnTo>
                  <a:lnTo>
                    <a:pt x="1084402" y="12262"/>
                  </a:lnTo>
                  <a:lnTo>
                    <a:pt x="1076544" y="12350"/>
                  </a:lnTo>
                  <a:lnTo>
                    <a:pt x="1068686" y="12438"/>
                  </a:lnTo>
                  <a:lnTo>
                    <a:pt x="1060828" y="12526"/>
                  </a:lnTo>
                  <a:lnTo>
                    <a:pt x="1052970" y="12614"/>
                  </a:lnTo>
                  <a:lnTo>
                    <a:pt x="1045112" y="12702"/>
                  </a:lnTo>
                  <a:lnTo>
                    <a:pt x="1037254" y="12789"/>
                  </a:lnTo>
                  <a:lnTo>
                    <a:pt x="1029397" y="12877"/>
                  </a:lnTo>
                  <a:lnTo>
                    <a:pt x="1021539" y="12964"/>
                  </a:lnTo>
                  <a:lnTo>
                    <a:pt x="1013681" y="13050"/>
                  </a:lnTo>
                  <a:lnTo>
                    <a:pt x="1005823" y="13137"/>
                  </a:lnTo>
                  <a:lnTo>
                    <a:pt x="997965" y="13225"/>
                  </a:lnTo>
                  <a:lnTo>
                    <a:pt x="990107" y="13312"/>
                  </a:lnTo>
                  <a:lnTo>
                    <a:pt x="982249" y="13398"/>
                  </a:lnTo>
                  <a:lnTo>
                    <a:pt x="974391" y="13485"/>
                  </a:lnTo>
                  <a:lnTo>
                    <a:pt x="966533" y="13571"/>
                  </a:lnTo>
                  <a:lnTo>
                    <a:pt x="958675" y="13657"/>
                  </a:lnTo>
                  <a:lnTo>
                    <a:pt x="950817" y="13743"/>
                  </a:lnTo>
                  <a:lnTo>
                    <a:pt x="942959" y="13829"/>
                  </a:lnTo>
                  <a:lnTo>
                    <a:pt x="935101" y="13915"/>
                  </a:lnTo>
                  <a:lnTo>
                    <a:pt x="927243" y="14001"/>
                  </a:lnTo>
                  <a:lnTo>
                    <a:pt x="919385" y="14086"/>
                  </a:lnTo>
                  <a:lnTo>
                    <a:pt x="911527" y="14172"/>
                  </a:lnTo>
                  <a:lnTo>
                    <a:pt x="903669" y="14257"/>
                  </a:lnTo>
                  <a:lnTo>
                    <a:pt x="895811" y="14342"/>
                  </a:lnTo>
                  <a:lnTo>
                    <a:pt x="887953" y="14427"/>
                  </a:lnTo>
                  <a:lnTo>
                    <a:pt x="880095" y="14511"/>
                  </a:lnTo>
                  <a:lnTo>
                    <a:pt x="872237" y="14596"/>
                  </a:lnTo>
                  <a:lnTo>
                    <a:pt x="864379" y="14680"/>
                  </a:lnTo>
                  <a:lnTo>
                    <a:pt x="856521" y="14765"/>
                  </a:lnTo>
                  <a:lnTo>
                    <a:pt x="848663" y="14849"/>
                  </a:lnTo>
                  <a:lnTo>
                    <a:pt x="840805" y="14933"/>
                  </a:lnTo>
                  <a:lnTo>
                    <a:pt x="832947" y="15017"/>
                  </a:lnTo>
                  <a:lnTo>
                    <a:pt x="825089" y="15101"/>
                  </a:lnTo>
                  <a:lnTo>
                    <a:pt x="817231" y="15184"/>
                  </a:lnTo>
                  <a:lnTo>
                    <a:pt x="809373" y="15268"/>
                  </a:lnTo>
                  <a:lnTo>
                    <a:pt x="801515" y="15351"/>
                  </a:lnTo>
                  <a:lnTo>
                    <a:pt x="793657" y="15435"/>
                  </a:lnTo>
                  <a:lnTo>
                    <a:pt x="785799" y="15518"/>
                  </a:lnTo>
                  <a:lnTo>
                    <a:pt x="777941" y="15601"/>
                  </a:lnTo>
                  <a:lnTo>
                    <a:pt x="770083" y="15684"/>
                  </a:lnTo>
                  <a:lnTo>
                    <a:pt x="762225" y="15766"/>
                  </a:lnTo>
                  <a:lnTo>
                    <a:pt x="754367" y="15849"/>
                  </a:lnTo>
                  <a:lnTo>
                    <a:pt x="746509" y="15931"/>
                  </a:lnTo>
                  <a:lnTo>
                    <a:pt x="738651" y="16014"/>
                  </a:lnTo>
                  <a:lnTo>
                    <a:pt x="730793" y="16096"/>
                  </a:lnTo>
                  <a:lnTo>
                    <a:pt x="722935" y="16178"/>
                  </a:lnTo>
                  <a:lnTo>
                    <a:pt x="715077" y="16260"/>
                  </a:lnTo>
                  <a:lnTo>
                    <a:pt x="707219" y="16342"/>
                  </a:lnTo>
                  <a:lnTo>
                    <a:pt x="699361" y="16423"/>
                  </a:lnTo>
                  <a:lnTo>
                    <a:pt x="691503" y="16505"/>
                  </a:lnTo>
                  <a:lnTo>
                    <a:pt x="683645" y="16586"/>
                  </a:lnTo>
                  <a:lnTo>
                    <a:pt x="675787" y="16668"/>
                  </a:lnTo>
                  <a:lnTo>
                    <a:pt x="667929" y="16749"/>
                  </a:lnTo>
                  <a:lnTo>
                    <a:pt x="660071" y="16831"/>
                  </a:lnTo>
                  <a:lnTo>
                    <a:pt x="652213" y="16912"/>
                  </a:lnTo>
                  <a:lnTo>
                    <a:pt x="644355" y="16994"/>
                  </a:lnTo>
                  <a:lnTo>
                    <a:pt x="636497" y="17076"/>
                  </a:lnTo>
                  <a:lnTo>
                    <a:pt x="628639" y="17157"/>
                  </a:lnTo>
                  <a:lnTo>
                    <a:pt x="620781" y="17237"/>
                  </a:lnTo>
                  <a:lnTo>
                    <a:pt x="612923" y="17317"/>
                  </a:lnTo>
                  <a:lnTo>
                    <a:pt x="605065" y="17397"/>
                  </a:lnTo>
                  <a:lnTo>
                    <a:pt x="597207" y="17476"/>
                  </a:lnTo>
                  <a:lnTo>
                    <a:pt x="589349" y="17556"/>
                  </a:lnTo>
                  <a:lnTo>
                    <a:pt x="581491" y="17635"/>
                  </a:lnTo>
                  <a:lnTo>
                    <a:pt x="573633" y="17715"/>
                  </a:lnTo>
                  <a:lnTo>
                    <a:pt x="565775" y="17794"/>
                  </a:lnTo>
                  <a:lnTo>
                    <a:pt x="557917" y="17873"/>
                  </a:lnTo>
                  <a:lnTo>
                    <a:pt x="550059" y="17952"/>
                  </a:lnTo>
                  <a:lnTo>
                    <a:pt x="542201" y="18031"/>
                  </a:lnTo>
                  <a:lnTo>
                    <a:pt x="534343" y="18110"/>
                  </a:lnTo>
                  <a:lnTo>
                    <a:pt x="526485" y="18188"/>
                  </a:lnTo>
                  <a:lnTo>
                    <a:pt x="518627" y="18267"/>
                  </a:lnTo>
                  <a:lnTo>
                    <a:pt x="510769" y="18345"/>
                  </a:lnTo>
                  <a:lnTo>
                    <a:pt x="502911" y="18423"/>
                  </a:lnTo>
                  <a:lnTo>
                    <a:pt x="495053" y="18502"/>
                  </a:lnTo>
                  <a:lnTo>
                    <a:pt x="487195" y="18580"/>
                  </a:lnTo>
                  <a:lnTo>
                    <a:pt x="479337" y="18657"/>
                  </a:lnTo>
                  <a:lnTo>
                    <a:pt x="471479" y="18735"/>
                  </a:lnTo>
                  <a:lnTo>
                    <a:pt x="463621" y="18813"/>
                  </a:lnTo>
                  <a:lnTo>
                    <a:pt x="455763" y="18890"/>
                  </a:lnTo>
                  <a:lnTo>
                    <a:pt x="447905" y="18968"/>
                  </a:lnTo>
                  <a:lnTo>
                    <a:pt x="440047" y="19045"/>
                  </a:lnTo>
                  <a:lnTo>
                    <a:pt x="432189" y="19369"/>
                  </a:lnTo>
                  <a:lnTo>
                    <a:pt x="424331" y="19900"/>
                  </a:lnTo>
                  <a:lnTo>
                    <a:pt x="416473" y="20426"/>
                  </a:lnTo>
                  <a:lnTo>
                    <a:pt x="408615" y="20950"/>
                  </a:lnTo>
                  <a:lnTo>
                    <a:pt x="400757" y="21467"/>
                  </a:lnTo>
                  <a:lnTo>
                    <a:pt x="392899" y="21977"/>
                  </a:lnTo>
                  <a:lnTo>
                    <a:pt x="385041" y="22482"/>
                  </a:lnTo>
                  <a:lnTo>
                    <a:pt x="377183" y="22977"/>
                  </a:lnTo>
                  <a:lnTo>
                    <a:pt x="369325" y="23467"/>
                  </a:lnTo>
                  <a:lnTo>
                    <a:pt x="361467" y="23950"/>
                  </a:lnTo>
                  <a:lnTo>
                    <a:pt x="353609" y="24427"/>
                  </a:lnTo>
                  <a:lnTo>
                    <a:pt x="345751" y="24905"/>
                  </a:lnTo>
                  <a:lnTo>
                    <a:pt x="337893" y="25379"/>
                  </a:lnTo>
                  <a:lnTo>
                    <a:pt x="330035" y="25853"/>
                  </a:lnTo>
                  <a:lnTo>
                    <a:pt x="322177" y="26322"/>
                  </a:lnTo>
                  <a:lnTo>
                    <a:pt x="314319" y="26785"/>
                  </a:lnTo>
                  <a:lnTo>
                    <a:pt x="306461" y="27244"/>
                  </a:lnTo>
                  <a:lnTo>
                    <a:pt x="298603" y="27692"/>
                  </a:lnTo>
                  <a:lnTo>
                    <a:pt x="290745" y="28136"/>
                  </a:lnTo>
                  <a:lnTo>
                    <a:pt x="282887" y="28575"/>
                  </a:lnTo>
                  <a:lnTo>
                    <a:pt x="275029" y="29016"/>
                  </a:lnTo>
                  <a:lnTo>
                    <a:pt x="267171" y="29463"/>
                  </a:lnTo>
                  <a:lnTo>
                    <a:pt x="259313" y="29907"/>
                  </a:lnTo>
                  <a:lnTo>
                    <a:pt x="251455" y="30337"/>
                  </a:lnTo>
                  <a:lnTo>
                    <a:pt x="243597" y="30762"/>
                  </a:lnTo>
                  <a:lnTo>
                    <a:pt x="235739" y="31183"/>
                  </a:lnTo>
                  <a:lnTo>
                    <a:pt x="227881" y="31589"/>
                  </a:lnTo>
                  <a:lnTo>
                    <a:pt x="220023" y="31987"/>
                  </a:lnTo>
                  <a:lnTo>
                    <a:pt x="212165" y="32380"/>
                  </a:lnTo>
                  <a:lnTo>
                    <a:pt x="204307" y="32769"/>
                  </a:lnTo>
                  <a:lnTo>
                    <a:pt x="196449" y="33164"/>
                  </a:lnTo>
                  <a:lnTo>
                    <a:pt x="188591" y="33561"/>
                  </a:lnTo>
                  <a:lnTo>
                    <a:pt x="180733" y="33955"/>
                  </a:lnTo>
                  <a:lnTo>
                    <a:pt x="172875" y="34331"/>
                  </a:lnTo>
                  <a:lnTo>
                    <a:pt x="165017" y="34710"/>
                  </a:lnTo>
                  <a:lnTo>
                    <a:pt x="157159" y="35088"/>
                  </a:lnTo>
                  <a:lnTo>
                    <a:pt x="149301" y="35464"/>
                  </a:lnTo>
                  <a:lnTo>
                    <a:pt x="141443" y="35851"/>
                  </a:lnTo>
                  <a:lnTo>
                    <a:pt x="133585" y="36233"/>
                  </a:lnTo>
                  <a:lnTo>
                    <a:pt x="125727" y="36591"/>
                  </a:lnTo>
                  <a:lnTo>
                    <a:pt x="117869" y="36945"/>
                  </a:lnTo>
                  <a:lnTo>
                    <a:pt x="110011" y="37295"/>
                  </a:lnTo>
                  <a:lnTo>
                    <a:pt x="102153" y="37642"/>
                  </a:lnTo>
                  <a:lnTo>
                    <a:pt x="94295" y="37985"/>
                  </a:lnTo>
                  <a:lnTo>
                    <a:pt x="86437" y="38324"/>
                  </a:lnTo>
                  <a:lnTo>
                    <a:pt x="78579" y="38665"/>
                  </a:lnTo>
                  <a:lnTo>
                    <a:pt x="70721" y="39003"/>
                  </a:lnTo>
                  <a:lnTo>
                    <a:pt x="62863" y="39366"/>
                  </a:lnTo>
                  <a:lnTo>
                    <a:pt x="55005" y="39732"/>
                  </a:lnTo>
                  <a:lnTo>
                    <a:pt x="47147" y="40070"/>
                  </a:lnTo>
                  <a:lnTo>
                    <a:pt x="39289" y="40391"/>
                  </a:lnTo>
                  <a:lnTo>
                    <a:pt x="31431" y="40709"/>
                  </a:lnTo>
                  <a:lnTo>
                    <a:pt x="23573" y="41022"/>
                  </a:lnTo>
                  <a:lnTo>
                    <a:pt x="15715" y="41333"/>
                  </a:lnTo>
                  <a:lnTo>
                    <a:pt x="7857" y="41640"/>
                  </a:lnTo>
                  <a:lnTo>
                    <a:pt x="0" y="419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1186414" y="4505895"/>
              <a:ext cx="2035220" cy="372843"/>
            </a:xfrm>
            <a:custGeom>
              <a:avLst/>
              <a:pathLst>
                <a:path w="2035220" h="372843">
                  <a:moveTo>
                    <a:pt x="0" y="346297"/>
                  </a:moveTo>
                  <a:lnTo>
                    <a:pt x="7857" y="346219"/>
                  </a:lnTo>
                  <a:lnTo>
                    <a:pt x="15715" y="346139"/>
                  </a:lnTo>
                  <a:lnTo>
                    <a:pt x="23573" y="346059"/>
                  </a:lnTo>
                  <a:lnTo>
                    <a:pt x="31431" y="345980"/>
                  </a:lnTo>
                  <a:lnTo>
                    <a:pt x="39289" y="345929"/>
                  </a:lnTo>
                  <a:lnTo>
                    <a:pt x="47147" y="345883"/>
                  </a:lnTo>
                  <a:lnTo>
                    <a:pt x="55005" y="345836"/>
                  </a:lnTo>
                  <a:lnTo>
                    <a:pt x="62863" y="345790"/>
                  </a:lnTo>
                  <a:lnTo>
                    <a:pt x="70721" y="345643"/>
                  </a:lnTo>
                  <a:lnTo>
                    <a:pt x="78579" y="345492"/>
                  </a:lnTo>
                  <a:lnTo>
                    <a:pt x="86437" y="345376"/>
                  </a:lnTo>
                  <a:lnTo>
                    <a:pt x="94295" y="345303"/>
                  </a:lnTo>
                  <a:lnTo>
                    <a:pt x="102153" y="345242"/>
                  </a:lnTo>
                  <a:lnTo>
                    <a:pt x="110011" y="345158"/>
                  </a:lnTo>
                  <a:lnTo>
                    <a:pt x="117869" y="345074"/>
                  </a:lnTo>
                  <a:lnTo>
                    <a:pt x="125727" y="344989"/>
                  </a:lnTo>
                  <a:lnTo>
                    <a:pt x="133585" y="344913"/>
                  </a:lnTo>
                  <a:lnTo>
                    <a:pt x="141443" y="344837"/>
                  </a:lnTo>
                  <a:lnTo>
                    <a:pt x="149301" y="344683"/>
                  </a:lnTo>
                  <a:lnTo>
                    <a:pt x="157159" y="344531"/>
                  </a:lnTo>
                  <a:lnTo>
                    <a:pt x="165017" y="344406"/>
                  </a:lnTo>
                  <a:lnTo>
                    <a:pt x="172875" y="344285"/>
                  </a:lnTo>
                  <a:lnTo>
                    <a:pt x="180733" y="344163"/>
                  </a:lnTo>
                  <a:lnTo>
                    <a:pt x="188591" y="344009"/>
                  </a:lnTo>
                  <a:lnTo>
                    <a:pt x="196449" y="343866"/>
                  </a:lnTo>
                  <a:lnTo>
                    <a:pt x="204307" y="343788"/>
                  </a:lnTo>
                  <a:lnTo>
                    <a:pt x="212165" y="343683"/>
                  </a:lnTo>
                  <a:lnTo>
                    <a:pt x="220023" y="343556"/>
                  </a:lnTo>
                  <a:lnTo>
                    <a:pt x="227881" y="343427"/>
                  </a:lnTo>
                  <a:lnTo>
                    <a:pt x="235739" y="343329"/>
                  </a:lnTo>
                  <a:lnTo>
                    <a:pt x="243597" y="343280"/>
                  </a:lnTo>
                  <a:lnTo>
                    <a:pt x="251455" y="343166"/>
                  </a:lnTo>
                  <a:lnTo>
                    <a:pt x="259313" y="343074"/>
                  </a:lnTo>
                  <a:lnTo>
                    <a:pt x="267171" y="342869"/>
                  </a:lnTo>
                  <a:lnTo>
                    <a:pt x="275029" y="342776"/>
                  </a:lnTo>
                  <a:lnTo>
                    <a:pt x="282887" y="342597"/>
                  </a:lnTo>
                  <a:lnTo>
                    <a:pt x="290745" y="342377"/>
                  </a:lnTo>
                  <a:lnTo>
                    <a:pt x="298603" y="342208"/>
                  </a:lnTo>
                  <a:lnTo>
                    <a:pt x="306461" y="342060"/>
                  </a:lnTo>
                  <a:lnTo>
                    <a:pt x="314319" y="341865"/>
                  </a:lnTo>
                  <a:lnTo>
                    <a:pt x="322177" y="341774"/>
                  </a:lnTo>
                  <a:lnTo>
                    <a:pt x="330035" y="341580"/>
                  </a:lnTo>
                  <a:lnTo>
                    <a:pt x="337893" y="341478"/>
                  </a:lnTo>
                  <a:lnTo>
                    <a:pt x="345751" y="341327"/>
                  </a:lnTo>
                  <a:lnTo>
                    <a:pt x="353609" y="341175"/>
                  </a:lnTo>
                  <a:lnTo>
                    <a:pt x="361467" y="341038"/>
                  </a:lnTo>
                  <a:lnTo>
                    <a:pt x="369325" y="340848"/>
                  </a:lnTo>
                  <a:lnTo>
                    <a:pt x="377183" y="340723"/>
                  </a:lnTo>
                  <a:lnTo>
                    <a:pt x="385041" y="340548"/>
                  </a:lnTo>
                  <a:lnTo>
                    <a:pt x="392899" y="340339"/>
                  </a:lnTo>
                  <a:lnTo>
                    <a:pt x="400757" y="340109"/>
                  </a:lnTo>
                  <a:lnTo>
                    <a:pt x="408615" y="339920"/>
                  </a:lnTo>
                  <a:lnTo>
                    <a:pt x="416473" y="339722"/>
                  </a:lnTo>
                  <a:lnTo>
                    <a:pt x="424331" y="339510"/>
                  </a:lnTo>
                  <a:lnTo>
                    <a:pt x="432189" y="339232"/>
                  </a:lnTo>
                  <a:lnTo>
                    <a:pt x="440047" y="339038"/>
                  </a:lnTo>
                  <a:lnTo>
                    <a:pt x="447905" y="338878"/>
                  </a:lnTo>
                  <a:lnTo>
                    <a:pt x="455763" y="338682"/>
                  </a:lnTo>
                  <a:lnTo>
                    <a:pt x="463621" y="338392"/>
                  </a:lnTo>
                  <a:lnTo>
                    <a:pt x="471479" y="338113"/>
                  </a:lnTo>
                  <a:lnTo>
                    <a:pt x="479337" y="337814"/>
                  </a:lnTo>
                  <a:lnTo>
                    <a:pt x="487195" y="337553"/>
                  </a:lnTo>
                  <a:lnTo>
                    <a:pt x="495053" y="337271"/>
                  </a:lnTo>
                  <a:lnTo>
                    <a:pt x="502911" y="337086"/>
                  </a:lnTo>
                  <a:lnTo>
                    <a:pt x="510769" y="336781"/>
                  </a:lnTo>
                  <a:lnTo>
                    <a:pt x="518627" y="336475"/>
                  </a:lnTo>
                  <a:lnTo>
                    <a:pt x="526485" y="336230"/>
                  </a:lnTo>
                  <a:lnTo>
                    <a:pt x="534343" y="336009"/>
                  </a:lnTo>
                  <a:lnTo>
                    <a:pt x="542201" y="335639"/>
                  </a:lnTo>
                  <a:lnTo>
                    <a:pt x="550059" y="335403"/>
                  </a:lnTo>
                  <a:lnTo>
                    <a:pt x="557917" y="335050"/>
                  </a:lnTo>
                  <a:lnTo>
                    <a:pt x="565775" y="334629"/>
                  </a:lnTo>
                  <a:lnTo>
                    <a:pt x="573633" y="334332"/>
                  </a:lnTo>
                  <a:lnTo>
                    <a:pt x="581491" y="334033"/>
                  </a:lnTo>
                  <a:lnTo>
                    <a:pt x="589349" y="333731"/>
                  </a:lnTo>
                  <a:lnTo>
                    <a:pt x="597207" y="333422"/>
                  </a:lnTo>
                  <a:lnTo>
                    <a:pt x="605065" y="333108"/>
                  </a:lnTo>
                  <a:lnTo>
                    <a:pt x="612923" y="332741"/>
                  </a:lnTo>
                  <a:lnTo>
                    <a:pt x="620781" y="332352"/>
                  </a:lnTo>
                  <a:lnTo>
                    <a:pt x="628639" y="331978"/>
                  </a:lnTo>
                  <a:lnTo>
                    <a:pt x="636497" y="331535"/>
                  </a:lnTo>
                  <a:lnTo>
                    <a:pt x="644355" y="331197"/>
                  </a:lnTo>
                  <a:lnTo>
                    <a:pt x="652213" y="330788"/>
                  </a:lnTo>
                  <a:lnTo>
                    <a:pt x="660071" y="330401"/>
                  </a:lnTo>
                  <a:lnTo>
                    <a:pt x="667929" y="329868"/>
                  </a:lnTo>
                  <a:lnTo>
                    <a:pt x="675787" y="329439"/>
                  </a:lnTo>
                  <a:lnTo>
                    <a:pt x="683645" y="328978"/>
                  </a:lnTo>
                  <a:lnTo>
                    <a:pt x="691503" y="328409"/>
                  </a:lnTo>
                  <a:lnTo>
                    <a:pt x="699361" y="327937"/>
                  </a:lnTo>
                  <a:lnTo>
                    <a:pt x="707219" y="327390"/>
                  </a:lnTo>
                  <a:lnTo>
                    <a:pt x="715077" y="326847"/>
                  </a:lnTo>
                  <a:lnTo>
                    <a:pt x="722935" y="326223"/>
                  </a:lnTo>
                  <a:lnTo>
                    <a:pt x="730793" y="325497"/>
                  </a:lnTo>
                  <a:lnTo>
                    <a:pt x="738651" y="324964"/>
                  </a:lnTo>
                  <a:lnTo>
                    <a:pt x="746509" y="324290"/>
                  </a:lnTo>
                  <a:lnTo>
                    <a:pt x="754367" y="323664"/>
                  </a:lnTo>
                  <a:lnTo>
                    <a:pt x="762225" y="323015"/>
                  </a:lnTo>
                  <a:lnTo>
                    <a:pt x="770083" y="322537"/>
                  </a:lnTo>
                  <a:lnTo>
                    <a:pt x="777941" y="321967"/>
                  </a:lnTo>
                  <a:lnTo>
                    <a:pt x="785799" y="321231"/>
                  </a:lnTo>
                  <a:lnTo>
                    <a:pt x="793657" y="320546"/>
                  </a:lnTo>
                  <a:lnTo>
                    <a:pt x="801515" y="319878"/>
                  </a:lnTo>
                  <a:lnTo>
                    <a:pt x="809373" y="319158"/>
                  </a:lnTo>
                  <a:lnTo>
                    <a:pt x="817231" y="318236"/>
                  </a:lnTo>
                  <a:lnTo>
                    <a:pt x="825089" y="317418"/>
                  </a:lnTo>
                  <a:lnTo>
                    <a:pt x="832947" y="316753"/>
                  </a:lnTo>
                  <a:lnTo>
                    <a:pt x="840805" y="316022"/>
                  </a:lnTo>
                  <a:lnTo>
                    <a:pt x="848663" y="315360"/>
                  </a:lnTo>
                  <a:lnTo>
                    <a:pt x="856521" y="314619"/>
                  </a:lnTo>
                  <a:lnTo>
                    <a:pt x="864379" y="313895"/>
                  </a:lnTo>
                  <a:lnTo>
                    <a:pt x="872237" y="313136"/>
                  </a:lnTo>
                  <a:lnTo>
                    <a:pt x="880095" y="312259"/>
                  </a:lnTo>
                  <a:lnTo>
                    <a:pt x="887953" y="311408"/>
                  </a:lnTo>
                  <a:lnTo>
                    <a:pt x="895811" y="310555"/>
                  </a:lnTo>
                  <a:lnTo>
                    <a:pt x="903669" y="309741"/>
                  </a:lnTo>
                  <a:lnTo>
                    <a:pt x="911527" y="308948"/>
                  </a:lnTo>
                  <a:lnTo>
                    <a:pt x="919385" y="308053"/>
                  </a:lnTo>
                  <a:lnTo>
                    <a:pt x="927243" y="307084"/>
                  </a:lnTo>
                  <a:lnTo>
                    <a:pt x="935101" y="306115"/>
                  </a:lnTo>
                  <a:lnTo>
                    <a:pt x="942959" y="305140"/>
                  </a:lnTo>
                  <a:lnTo>
                    <a:pt x="950817" y="304149"/>
                  </a:lnTo>
                  <a:lnTo>
                    <a:pt x="958675" y="303358"/>
                  </a:lnTo>
                  <a:lnTo>
                    <a:pt x="966533" y="302361"/>
                  </a:lnTo>
                  <a:lnTo>
                    <a:pt x="974391" y="301355"/>
                  </a:lnTo>
                  <a:lnTo>
                    <a:pt x="982249" y="300453"/>
                  </a:lnTo>
                  <a:lnTo>
                    <a:pt x="990107" y="299546"/>
                  </a:lnTo>
                  <a:lnTo>
                    <a:pt x="997965" y="298629"/>
                  </a:lnTo>
                  <a:lnTo>
                    <a:pt x="1005823" y="297703"/>
                  </a:lnTo>
                  <a:lnTo>
                    <a:pt x="1013681" y="296765"/>
                  </a:lnTo>
                  <a:lnTo>
                    <a:pt x="1021539" y="295722"/>
                  </a:lnTo>
                  <a:lnTo>
                    <a:pt x="1029397" y="294637"/>
                  </a:lnTo>
                  <a:lnTo>
                    <a:pt x="1037254" y="293540"/>
                  </a:lnTo>
                  <a:lnTo>
                    <a:pt x="1045112" y="292430"/>
                  </a:lnTo>
                  <a:lnTo>
                    <a:pt x="1052970" y="291308"/>
                  </a:lnTo>
                  <a:lnTo>
                    <a:pt x="1060828" y="290171"/>
                  </a:lnTo>
                  <a:lnTo>
                    <a:pt x="1068686" y="288986"/>
                  </a:lnTo>
                  <a:lnTo>
                    <a:pt x="1076544" y="287716"/>
                  </a:lnTo>
                  <a:lnTo>
                    <a:pt x="1084402" y="286488"/>
                  </a:lnTo>
                  <a:lnTo>
                    <a:pt x="1092260" y="285244"/>
                  </a:lnTo>
                  <a:lnTo>
                    <a:pt x="1100118" y="283983"/>
                  </a:lnTo>
                  <a:lnTo>
                    <a:pt x="1107976" y="282711"/>
                  </a:lnTo>
                  <a:lnTo>
                    <a:pt x="1115834" y="281460"/>
                  </a:lnTo>
                  <a:lnTo>
                    <a:pt x="1123692" y="280319"/>
                  </a:lnTo>
                  <a:lnTo>
                    <a:pt x="1131550" y="279158"/>
                  </a:lnTo>
                  <a:lnTo>
                    <a:pt x="1139408" y="277983"/>
                  </a:lnTo>
                  <a:lnTo>
                    <a:pt x="1147266" y="276713"/>
                  </a:lnTo>
                  <a:lnTo>
                    <a:pt x="1155124" y="275310"/>
                  </a:lnTo>
                  <a:lnTo>
                    <a:pt x="1162982" y="273755"/>
                  </a:lnTo>
                  <a:lnTo>
                    <a:pt x="1170840" y="272175"/>
                  </a:lnTo>
                  <a:lnTo>
                    <a:pt x="1178698" y="270570"/>
                  </a:lnTo>
                  <a:lnTo>
                    <a:pt x="1186556" y="269129"/>
                  </a:lnTo>
                  <a:lnTo>
                    <a:pt x="1194414" y="267862"/>
                  </a:lnTo>
                  <a:lnTo>
                    <a:pt x="1202272" y="266585"/>
                  </a:lnTo>
                  <a:lnTo>
                    <a:pt x="1210130" y="265150"/>
                  </a:lnTo>
                  <a:lnTo>
                    <a:pt x="1217988" y="263477"/>
                  </a:lnTo>
                  <a:lnTo>
                    <a:pt x="1225846" y="262115"/>
                  </a:lnTo>
                  <a:lnTo>
                    <a:pt x="1233704" y="260812"/>
                  </a:lnTo>
                  <a:lnTo>
                    <a:pt x="1241562" y="259460"/>
                  </a:lnTo>
                  <a:lnTo>
                    <a:pt x="1249420" y="257917"/>
                  </a:lnTo>
                  <a:lnTo>
                    <a:pt x="1257278" y="256356"/>
                  </a:lnTo>
                  <a:lnTo>
                    <a:pt x="1265136" y="254778"/>
                  </a:lnTo>
                  <a:lnTo>
                    <a:pt x="1272994" y="253247"/>
                  </a:lnTo>
                  <a:lnTo>
                    <a:pt x="1280852" y="251726"/>
                  </a:lnTo>
                  <a:lnTo>
                    <a:pt x="1288710" y="250192"/>
                  </a:lnTo>
                  <a:lnTo>
                    <a:pt x="1296568" y="248515"/>
                  </a:lnTo>
                  <a:lnTo>
                    <a:pt x="1304426" y="246795"/>
                  </a:lnTo>
                  <a:lnTo>
                    <a:pt x="1312284" y="245168"/>
                  </a:lnTo>
                  <a:lnTo>
                    <a:pt x="1320142" y="243290"/>
                  </a:lnTo>
                  <a:lnTo>
                    <a:pt x="1328000" y="241727"/>
                  </a:lnTo>
                  <a:lnTo>
                    <a:pt x="1335858" y="240197"/>
                  </a:lnTo>
                  <a:lnTo>
                    <a:pt x="1343716" y="238651"/>
                  </a:lnTo>
                  <a:lnTo>
                    <a:pt x="1351574" y="236857"/>
                  </a:lnTo>
                  <a:lnTo>
                    <a:pt x="1359432" y="234919"/>
                  </a:lnTo>
                  <a:lnTo>
                    <a:pt x="1367290" y="232960"/>
                  </a:lnTo>
                  <a:lnTo>
                    <a:pt x="1375148" y="230978"/>
                  </a:lnTo>
                  <a:lnTo>
                    <a:pt x="1383006" y="228973"/>
                  </a:lnTo>
                  <a:lnTo>
                    <a:pt x="1390864" y="227057"/>
                  </a:lnTo>
                  <a:lnTo>
                    <a:pt x="1398722" y="225163"/>
                  </a:lnTo>
                  <a:lnTo>
                    <a:pt x="1406580" y="223249"/>
                  </a:lnTo>
                  <a:lnTo>
                    <a:pt x="1414438" y="221316"/>
                  </a:lnTo>
                  <a:lnTo>
                    <a:pt x="1422296" y="219363"/>
                  </a:lnTo>
                  <a:lnTo>
                    <a:pt x="1430154" y="217305"/>
                  </a:lnTo>
                  <a:lnTo>
                    <a:pt x="1438012" y="215172"/>
                  </a:lnTo>
                  <a:lnTo>
                    <a:pt x="1445870" y="213017"/>
                  </a:lnTo>
                  <a:lnTo>
                    <a:pt x="1453728" y="210838"/>
                  </a:lnTo>
                  <a:lnTo>
                    <a:pt x="1461586" y="208636"/>
                  </a:lnTo>
                  <a:lnTo>
                    <a:pt x="1469444" y="206418"/>
                  </a:lnTo>
                  <a:lnTo>
                    <a:pt x="1477302" y="204436"/>
                  </a:lnTo>
                  <a:lnTo>
                    <a:pt x="1485160" y="202719"/>
                  </a:lnTo>
                  <a:lnTo>
                    <a:pt x="1493018" y="200926"/>
                  </a:lnTo>
                  <a:lnTo>
                    <a:pt x="1500876" y="198774"/>
                  </a:lnTo>
                  <a:lnTo>
                    <a:pt x="1508734" y="196448"/>
                  </a:lnTo>
                  <a:lnTo>
                    <a:pt x="1516592" y="194012"/>
                  </a:lnTo>
                  <a:lnTo>
                    <a:pt x="1524450" y="191551"/>
                  </a:lnTo>
                  <a:lnTo>
                    <a:pt x="1532308" y="189064"/>
                  </a:lnTo>
                  <a:lnTo>
                    <a:pt x="1540166" y="186553"/>
                  </a:lnTo>
                  <a:lnTo>
                    <a:pt x="1548024" y="184017"/>
                  </a:lnTo>
                  <a:lnTo>
                    <a:pt x="1555882" y="181456"/>
                  </a:lnTo>
                  <a:lnTo>
                    <a:pt x="1563740" y="178871"/>
                  </a:lnTo>
                  <a:lnTo>
                    <a:pt x="1571598" y="176259"/>
                  </a:lnTo>
                  <a:lnTo>
                    <a:pt x="1579456" y="173622"/>
                  </a:lnTo>
                  <a:lnTo>
                    <a:pt x="1587314" y="170960"/>
                  </a:lnTo>
                  <a:lnTo>
                    <a:pt x="1595172" y="168272"/>
                  </a:lnTo>
                  <a:lnTo>
                    <a:pt x="1603030" y="165559"/>
                  </a:lnTo>
                  <a:lnTo>
                    <a:pt x="1610888" y="163331"/>
                  </a:lnTo>
                  <a:lnTo>
                    <a:pt x="1618746" y="161139"/>
                  </a:lnTo>
                  <a:lnTo>
                    <a:pt x="1626604" y="158933"/>
                  </a:lnTo>
                  <a:lnTo>
                    <a:pt x="1634462" y="156711"/>
                  </a:lnTo>
                  <a:lnTo>
                    <a:pt x="1642320" y="154472"/>
                  </a:lnTo>
                  <a:lnTo>
                    <a:pt x="1650178" y="152217"/>
                  </a:lnTo>
                  <a:lnTo>
                    <a:pt x="1658036" y="149945"/>
                  </a:lnTo>
                  <a:lnTo>
                    <a:pt x="1665894" y="147657"/>
                  </a:lnTo>
                  <a:lnTo>
                    <a:pt x="1673752" y="145353"/>
                  </a:lnTo>
                  <a:lnTo>
                    <a:pt x="1681610" y="143032"/>
                  </a:lnTo>
                  <a:lnTo>
                    <a:pt x="1689468" y="140695"/>
                  </a:lnTo>
                  <a:lnTo>
                    <a:pt x="1697326" y="138342"/>
                  </a:lnTo>
                  <a:lnTo>
                    <a:pt x="1705184" y="135658"/>
                  </a:lnTo>
                  <a:lnTo>
                    <a:pt x="1713042" y="132952"/>
                  </a:lnTo>
                  <a:lnTo>
                    <a:pt x="1720900" y="130225"/>
                  </a:lnTo>
                  <a:lnTo>
                    <a:pt x="1728758" y="127478"/>
                  </a:lnTo>
                  <a:lnTo>
                    <a:pt x="1736616" y="124710"/>
                  </a:lnTo>
                  <a:lnTo>
                    <a:pt x="1744474" y="121922"/>
                  </a:lnTo>
                  <a:lnTo>
                    <a:pt x="1752332" y="119113"/>
                  </a:lnTo>
                  <a:lnTo>
                    <a:pt x="1760190" y="116268"/>
                  </a:lnTo>
                  <a:lnTo>
                    <a:pt x="1768048" y="113088"/>
                  </a:lnTo>
                  <a:lnTo>
                    <a:pt x="1775906" y="109879"/>
                  </a:lnTo>
                  <a:lnTo>
                    <a:pt x="1783764" y="106642"/>
                  </a:lnTo>
                  <a:lnTo>
                    <a:pt x="1791622" y="103375"/>
                  </a:lnTo>
                  <a:lnTo>
                    <a:pt x="1799480" y="100080"/>
                  </a:lnTo>
                  <a:lnTo>
                    <a:pt x="1807338" y="96915"/>
                  </a:lnTo>
                  <a:lnTo>
                    <a:pt x="1815196" y="94020"/>
                  </a:lnTo>
                  <a:lnTo>
                    <a:pt x="1823054" y="91106"/>
                  </a:lnTo>
                  <a:lnTo>
                    <a:pt x="1830912" y="88174"/>
                  </a:lnTo>
                  <a:lnTo>
                    <a:pt x="1838770" y="85223"/>
                  </a:lnTo>
                  <a:lnTo>
                    <a:pt x="1846628" y="82254"/>
                  </a:lnTo>
                  <a:lnTo>
                    <a:pt x="1854486" y="79267"/>
                  </a:lnTo>
                  <a:lnTo>
                    <a:pt x="1862344" y="76267"/>
                  </a:lnTo>
                  <a:lnTo>
                    <a:pt x="1870202" y="72812"/>
                  </a:lnTo>
                  <a:lnTo>
                    <a:pt x="1878060" y="69095"/>
                  </a:lnTo>
                  <a:lnTo>
                    <a:pt x="1885918" y="65349"/>
                  </a:lnTo>
                  <a:lnTo>
                    <a:pt x="1893776" y="61574"/>
                  </a:lnTo>
                  <a:lnTo>
                    <a:pt x="1901634" y="57769"/>
                  </a:lnTo>
                  <a:lnTo>
                    <a:pt x="1909492" y="54101"/>
                  </a:lnTo>
                  <a:lnTo>
                    <a:pt x="1917350" y="50906"/>
                  </a:lnTo>
                  <a:lnTo>
                    <a:pt x="1925208" y="47695"/>
                  </a:lnTo>
                  <a:lnTo>
                    <a:pt x="1933066" y="44465"/>
                  </a:lnTo>
                  <a:lnTo>
                    <a:pt x="1940924" y="41228"/>
                  </a:lnTo>
                  <a:lnTo>
                    <a:pt x="1948782" y="37982"/>
                  </a:lnTo>
                  <a:lnTo>
                    <a:pt x="1956640" y="34719"/>
                  </a:lnTo>
                  <a:lnTo>
                    <a:pt x="1964498" y="31440"/>
                  </a:lnTo>
                  <a:lnTo>
                    <a:pt x="1972356" y="28145"/>
                  </a:lnTo>
                  <a:lnTo>
                    <a:pt x="1980214" y="24834"/>
                  </a:lnTo>
                  <a:lnTo>
                    <a:pt x="1988072" y="21507"/>
                  </a:lnTo>
                  <a:lnTo>
                    <a:pt x="1995930" y="18164"/>
                  </a:lnTo>
                  <a:lnTo>
                    <a:pt x="2003788" y="14806"/>
                  </a:lnTo>
                  <a:lnTo>
                    <a:pt x="2011646" y="11390"/>
                  </a:lnTo>
                  <a:lnTo>
                    <a:pt x="2019504" y="7622"/>
                  </a:lnTo>
                  <a:lnTo>
                    <a:pt x="2027362" y="3836"/>
                  </a:lnTo>
                  <a:lnTo>
                    <a:pt x="2035220" y="0"/>
                  </a:lnTo>
                  <a:lnTo>
                    <a:pt x="2035220" y="344497"/>
                  </a:lnTo>
                  <a:lnTo>
                    <a:pt x="2027362" y="344526"/>
                  </a:lnTo>
                  <a:lnTo>
                    <a:pt x="2019504" y="344554"/>
                  </a:lnTo>
                  <a:lnTo>
                    <a:pt x="2011646" y="344583"/>
                  </a:lnTo>
                  <a:lnTo>
                    <a:pt x="2003788" y="344612"/>
                  </a:lnTo>
                  <a:lnTo>
                    <a:pt x="1995930" y="344641"/>
                  </a:lnTo>
                  <a:lnTo>
                    <a:pt x="1988072" y="344669"/>
                  </a:lnTo>
                  <a:lnTo>
                    <a:pt x="1980214" y="344698"/>
                  </a:lnTo>
                  <a:lnTo>
                    <a:pt x="1972356" y="344726"/>
                  </a:lnTo>
                  <a:lnTo>
                    <a:pt x="1964498" y="344755"/>
                  </a:lnTo>
                  <a:lnTo>
                    <a:pt x="1956640" y="344783"/>
                  </a:lnTo>
                  <a:lnTo>
                    <a:pt x="1948782" y="344812"/>
                  </a:lnTo>
                  <a:lnTo>
                    <a:pt x="1940924" y="344869"/>
                  </a:lnTo>
                  <a:lnTo>
                    <a:pt x="1933066" y="344961"/>
                  </a:lnTo>
                  <a:lnTo>
                    <a:pt x="1925208" y="345052"/>
                  </a:lnTo>
                  <a:lnTo>
                    <a:pt x="1917350" y="345141"/>
                  </a:lnTo>
                  <a:lnTo>
                    <a:pt x="1909492" y="345153"/>
                  </a:lnTo>
                  <a:lnTo>
                    <a:pt x="1901634" y="345165"/>
                  </a:lnTo>
                  <a:lnTo>
                    <a:pt x="1893776" y="345176"/>
                  </a:lnTo>
                  <a:lnTo>
                    <a:pt x="1885918" y="345188"/>
                  </a:lnTo>
                  <a:lnTo>
                    <a:pt x="1878060" y="345199"/>
                  </a:lnTo>
                  <a:lnTo>
                    <a:pt x="1870202" y="345211"/>
                  </a:lnTo>
                  <a:lnTo>
                    <a:pt x="1862344" y="345222"/>
                  </a:lnTo>
                  <a:lnTo>
                    <a:pt x="1854486" y="345231"/>
                  </a:lnTo>
                  <a:lnTo>
                    <a:pt x="1846628" y="345241"/>
                  </a:lnTo>
                  <a:lnTo>
                    <a:pt x="1838770" y="345251"/>
                  </a:lnTo>
                  <a:lnTo>
                    <a:pt x="1830912" y="345260"/>
                  </a:lnTo>
                  <a:lnTo>
                    <a:pt x="1823054" y="345290"/>
                  </a:lnTo>
                  <a:lnTo>
                    <a:pt x="1815196" y="345475"/>
                  </a:lnTo>
                  <a:lnTo>
                    <a:pt x="1807338" y="345658"/>
                  </a:lnTo>
                  <a:lnTo>
                    <a:pt x="1799480" y="345841"/>
                  </a:lnTo>
                  <a:lnTo>
                    <a:pt x="1791622" y="345910"/>
                  </a:lnTo>
                  <a:lnTo>
                    <a:pt x="1783764" y="345931"/>
                  </a:lnTo>
                  <a:lnTo>
                    <a:pt x="1775906" y="345949"/>
                  </a:lnTo>
                  <a:lnTo>
                    <a:pt x="1768048" y="345967"/>
                  </a:lnTo>
                  <a:lnTo>
                    <a:pt x="1760190" y="345984"/>
                  </a:lnTo>
                  <a:lnTo>
                    <a:pt x="1752332" y="346001"/>
                  </a:lnTo>
                  <a:lnTo>
                    <a:pt x="1744474" y="346031"/>
                  </a:lnTo>
                  <a:lnTo>
                    <a:pt x="1736616" y="346128"/>
                  </a:lnTo>
                  <a:lnTo>
                    <a:pt x="1728758" y="346224"/>
                  </a:lnTo>
                  <a:lnTo>
                    <a:pt x="1720900" y="346320"/>
                  </a:lnTo>
                  <a:lnTo>
                    <a:pt x="1713042" y="346355"/>
                  </a:lnTo>
                  <a:lnTo>
                    <a:pt x="1705184" y="346419"/>
                  </a:lnTo>
                  <a:lnTo>
                    <a:pt x="1697326" y="346539"/>
                  </a:lnTo>
                  <a:lnTo>
                    <a:pt x="1689468" y="346598"/>
                  </a:lnTo>
                  <a:lnTo>
                    <a:pt x="1681610" y="346593"/>
                  </a:lnTo>
                  <a:lnTo>
                    <a:pt x="1673752" y="346661"/>
                  </a:lnTo>
                  <a:lnTo>
                    <a:pt x="1665894" y="346745"/>
                  </a:lnTo>
                  <a:lnTo>
                    <a:pt x="1658036" y="346758"/>
                  </a:lnTo>
                  <a:lnTo>
                    <a:pt x="1650178" y="346769"/>
                  </a:lnTo>
                  <a:lnTo>
                    <a:pt x="1642320" y="346781"/>
                  </a:lnTo>
                  <a:lnTo>
                    <a:pt x="1634462" y="346832"/>
                  </a:lnTo>
                  <a:lnTo>
                    <a:pt x="1626604" y="346908"/>
                  </a:lnTo>
                  <a:lnTo>
                    <a:pt x="1618746" y="346983"/>
                  </a:lnTo>
                  <a:lnTo>
                    <a:pt x="1610888" y="347009"/>
                  </a:lnTo>
                  <a:lnTo>
                    <a:pt x="1603030" y="347035"/>
                  </a:lnTo>
                  <a:lnTo>
                    <a:pt x="1595172" y="347079"/>
                  </a:lnTo>
                  <a:lnTo>
                    <a:pt x="1587314" y="347104"/>
                  </a:lnTo>
                  <a:lnTo>
                    <a:pt x="1579456" y="347128"/>
                  </a:lnTo>
                  <a:lnTo>
                    <a:pt x="1571598" y="347153"/>
                  </a:lnTo>
                  <a:lnTo>
                    <a:pt x="1563740" y="347178"/>
                  </a:lnTo>
                  <a:lnTo>
                    <a:pt x="1555882" y="347203"/>
                  </a:lnTo>
                  <a:lnTo>
                    <a:pt x="1548024" y="347228"/>
                  </a:lnTo>
                  <a:lnTo>
                    <a:pt x="1540166" y="347253"/>
                  </a:lnTo>
                  <a:lnTo>
                    <a:pt x="1532308" y="347277"/>
                  </a:lnTo>
                  <a:lnTo>
                    <a:pt x="1524450" y="347302"/>
                  </a:lnTo>
                  <a:lnTo>
                    <a:pt x="1516592" y="347327"/>
                  </a:lnTo>
                  <a:lnTo>
                    <a:pt x="1508734" y="347351"/>
                  </a:lnTo>
                  <a:lnTo>
                    <a:pt x="1500876" y="347376"/>
                  </a:lnTo>
                  <a:lnTo>
                    <a:pt x="1493018" y="347401"/>
                  </a:lnTo>
                  <a:lnTo>
                    <a:pt x="1485160" y="347425"/>
                  </a:lnTo>
                  <a:lnTo>
                    <a:pt x="1477302" y="347449"/>
                  </a:lnTo>
                  <a:lnTo>
                    <a:pt x="1469444" y="347472"/>
                  </a:lnTo>
                  <a:lnTo>
                    <a:pt x="1461586" y="347495"/>
                  </a:lnTo>
                  <a:lnTo>
                    <a:pt x="1453728" y="347518"/>
                  </a:lnTo>
                  <a:lnTo>
                    <a:pt x="1445870" y="347541"/>
                  </a:lnTo>
                  <a:lnTo>
                    <a:pt x="1438012" y="347564"/>
                  </a:lnTo>
                  <a:lnTo>
                    <a:pt x="1430154" y="347587"/>
                  </a:lnTo>
                  <a:lnTo>
                    <a:pt x="1422296" y="347610"/>
                  </a:lnTo>
                  <a:lnTo>
                    <a:pt x="1414438" y="347675"/>
                  </a:lnTo>
                  <a:lnTo>
                    <a:pt x="1406580" y="347785"/>
                  </a:lnTo>
                  <a:lnTo>
                    <a:pt x="1398722" y="347895"/>
                  </a:lnTo>
                  <a:lnTo>
                    <a:pt x="1390864" y="348004"/>
                  </a:lnTo>
                  <a:lnTo>
                    <a:pt x="1383006" y="348113"/>
                  </a:lnTo>
                  <a:lnTo>
                    <a:pt x="1375148" y="348222"/>
                  </a:lnTo>
                  <a:lnTo>
                    <a:pt x="1367290" y="348330"/>
                  </a:lnTo>
                  <a:lnTo>
                    <a:pt x="1359432" y="348451"/>
                  </a:lnTo>
                  <a:lnTo>
                    <a:pt x="1351574" y="348552"/>
                  </a:lnTo>
                  <a:lnTo>
                    <a:pt x="1343716" y="348659"/>
                  </a:lnTo>
                  <a:lnTo>
                    <a:pt x="1335858" y="348769"/>
                  </a:lnTo>
                  <a:lnTo>
                    <a:pt x="1328000" y="348880"/>
                  </a:lnTo>
                  <a:lnTo>
                    <a:pt x="1320142" y="349009"/>
                  </a:lnTo>
                  <a:lnTo>
                    <a:pt x="1312284" y="349151"/>
                  </a:lnTo>
                  <a:lnTo>
                    <a:pt x="1304426" y="349203"/>
                  </a:lnTo>
                  <a:lnTo>
                    <a:pt x="1296568" y="349311"/>
                  </a:lnTo>
                  <a:lnTo>
                    <a:pt x="1288710" y="349417"/>
                  </a:lnTo>
                  <a:lnTo>
                    <a:pt x="1280852" y="349457"/>
                  </a:lnTo>
                  <a:lnTo>
                    <a:pt x="1272994" y="349601"/>
                  </a:lnTo>
                  <a:lnTo>
                    <a:pt x="1265136" y="349703"/>
                  </a:lnTo>
                  <a:lnTo>
                    <a:pt x="1257278" y="349697"/>
                  </a:lnTo>
                  <a:lnTo>
                    <a:pt x="1249420" y="349803"/>
                  </a:lnTo>
                  <a:lnTo>
                    <a:pt x="1241562" y="349793"/>
                  </a:lnTo>
                  <a:lnTo>
                    <a:pt x="1233704" y="349782"/>
                  </a:lnTo>
                  <a:lnTo>
                    <a:pt x="1225846" y="349861"/>
                  </a:lnTo>
                  <a:lnTo>
                    <a:pt x="1217988" y="349910"/>
                  </a:lnTo>
                  <a:lnTo>
                    <a:pt x="1210130" y="350071"/>
                  </a:lnTo>
                  <a:lnTo>
                    <a:pt x="1202272" y="350127"/>
                  </a:lnTo>
                  <a:lnTo>
                    <a:pt x="1194414" y="350148"/>
                  </a:lnTo>
                  <a:lnTo>
                    <a:pt x="1186556" y="350217"/>
                  </a:lnTo>
                  <a:lnTo>
                    <a:pt x="1178698" y="350307"/>
                  </a:lnTo>
                  <a:lnTo>
                    <a:pt x="1170840" y="350362"/>
                  </a:lnTo>
                  <a:lnTo>
                    <a:pt x="1162982" y="350492"/>
                  </a:lnTo>
                  <a:lnTo>
                    <a:pt x="1155124" y="350585"/>
                  </a:lnTo>
                  <a:lnTo>
                    <a:pt x="1147266" y="350868"/>
                  </a:lnTo>
                  <a:lnTo>
                    <a:pt x="1139408" y="351036"/>
                  </a:lnTo>
                  <a:lnTo>
                    <a:pt x="1131550" y="351081"/>
                  </a:lnTo>
                  <a:lnTo>
                    <a:pt x="1123692" y="351248"/>
                  </a:lnTo>
                  <a:lnTo>
                    <a:pt x="1115834" y="351447"/>
                  </a:lnTo>
                  <a:lnTo>
                    <a:pt x="1107976" y="351485"/>
                  </a:lnTo>
                  <a:lnTo>
                    <a:pt x="1100118" y="351512"/>
                  </a:lnTo>
                  <a:lnTo>
                    <a:pt x="1092260" y="351543"/>
                  </a:lnTo>
                  <a:lnTo>
                    <a:pt x="1084402" y="351575"/>
                  </a:lnTo>
                  <a:lnTo>
                    <a:pt x="1076544" y="351607"/>
                  </a:lnTo>
                  <a:lnTo>
                    <a:pt x="1068686" y="351638"/>
                  </a:lnTo>
                  <a:lnTo>
                    <a:pt x="1060828" y="351670"/>
                  </a:lnTo>
                  <a:lnTo>
                    <a:pt x="1052970" y="351764"/>
                  </a:lnTo>
                  <a:lnTo>
                    <a:pt x="1045112" y="351847"/>
                  </a:lnTo>
                  <a:lnTo>
                    <a:pt x="1037254" y="351932"/>
                  </a:lnTo>
                  <a:lnTo>
                    <a:pt x="1029397" y="352018"/>
                  </a:lnTo>
                  <a:lnTo>
                    <a:pt x="1021539" y="352095"/>
                  </a:lnTo>
                  <a:lnTo>
                    <a:pt x="1013681" y="352072"/>
                  </a:lnTo>
                  <a:lnTo>
                    <a:pt x="1005823" y="352244"/>
                  </a:lnTo>
                  <a:lnTo>
                    <a:pt x="997965" y="352369"/>
                  </a:lnTo>
                  <a:lnTo>
                    <a:pt x="990107" y="352457"/>
                  </a:lnTo>
                  <a:lnTo>
                    <a:pt x="982249" y="352543"/>
                  </a:lnTo>
                  <a:lnTo>
                    <a:pt x="974391" y="352629"/>
                  </a:lnTo>
                  <a:lnTo>
                    <a:pt x="966533" y="352838"/>
                  </a:lnTo>
                  <a:lnTo>
                    <a:pt x="958675" y="352914"/>
                  </a:lnTo>
                  <a:lnTo>
                    <a:pt x="950817" y="352971"/>
                  </a:lnTo>
                  <a:lnTo>
                    <a:pt x="942959" y="353042"/>
                  </a:lnTo>
                  <a:lnTo>
                    <a:pt x="935101" y="353090"/>
                  </a:lnTo>
                  <a:lnTo>
                    <a:pt x="927243" y="353141"/>
                  </a:lnTo>
                  <a:lnTo>
                    <a:pt x="919385" y="353188"/>
                  </a:lnTo>
                  <a:lnTo>
                    <a:pt x="911527" y="353231"/>
                  </a:lnTo>
                  <a:lnTo>
                    <a:pt x="903669" y="353362"/>
                  </a:lnTo>
                  <a:lnTo>
                    <a:pt x="895811" y="353426"/>
                  </a:lnTo>
                  <a:lnTo>
                    <a:pt x="887953" y="353490"/>
                  </a:lnTo>
                  <a:lnTo>
                    <a:pt x="880095" y="353604"/>
                  </a:lnTo>
                  <a:lnTo>
                    <a:pt x="872237" y="353715"/>
                  </a:lnTo>
                  <a:lnTo>
                    <a:pt x="864379" y="353817"/>
                  </a:lnTo>
                  <a:lnTo>
                    <a:pt x="856521" y="353901"/>
                  </a:lnTo>
                  <a:lnTo>
                    <a:pt x="848663" y="353987"/>
                  </a:lnTo>
                  <a:lnTo>
                    <a:pt x="840805" y="354124"/>
                  </a:lnTo>
                  <a:lnTo>
                    <a:pt x="832947" y="354153"/>
                  </a:lnTo>
                  <a:lnTo>
                    <a:pt x="825089" y="354292"/>
                  </a:lnTo>
                  <a:lnTo>
                    <a:pt x="817231" y="354522"/>
                  </a:lnTo>
                  <a:lnTo>
                    <a:pt x="809373" y="354662"/>
                  </a:lnTo>
                  <a:lnTo>
                    <a:pt x="801515" y="354980"/>
                  </a:lnTo>
                  <a:lnTo>
                    <a:pt x="793657" y="355209"/>
                  </a:lnTo>
                  <a:lnTo>
                    <a:pt x="785799" y="355433"/>
                  </a:lnTo>
                  <a:lnTo>
                    <a:pt x="777941" y="355544"/>
                  </a:lnTo>
                  <a:lnTo>
                    <a:pt x="770083" y="355508"/>
                  </a:lnTo>
                  <a:lnTo>
                    <a:pt x="762225" y="355472"/>
                  </a:lnTo>
                  <a:lnTo>
                    <a:pt x="754367" y="355556"/>
                  </a:lnTo>
                  <a:lnTo>
                    <a:pt x="746509" y="355696"/>
                  </a:lnTo>
                  <a:lnTo>
                    <a:pt x="738651" y="356046"/>
                  </a:lnTo>
                  <a:lnTo>
                    <a:pt x="730793" y="356166"/>
                  </a:lnTo>
                  <a:lnTo>
                    <a:pt x="722935" y="356207"/>
                  </a:lnTo>
                  <a:lnTo>
                    <a:pt x="715077" y="356339"/>
                  </a:lnTo>
                  <a:lnTo>
                    <a:pt x="707219" y="356640"/>
                  </a:lnTo>
                  <a:lnTo>
                    <a:pt x="699361" y="356749"/>
                  </a:lnTo>
                  <a:lnTo>
                    <a:pt x="691503" y="356808"/>
                  </a:lnTo>
                  <a:lnTo>
                    <a:pt x="683645" y="356842"/>
                  </a:lnTo>
                  <a:lnTo>
                    <a:pt x="675787" y="356971"/>
                  </a:lnTo>
                  <a:lnTo>
                    <a:pt x="667929" y="357110"/>
                  </a:lnTo>
                  <a:lnTo>
                    <a:pt x="660071" y="357224"/>
                  </a:lnTo>
                  <a:lnTo>
                    <a:pt x="652213" y="357410"/>
                  </a:lnTo>
                  <a:lnTo>
                    <a:pt x="644355" y="357601"/>
                  </a:lnTo>
                  <a:lnTo>
                    <a:pt x="636497" y="357789"/>
                  </a:lnTo>
                  <a:lnTo>
                    <a:pt x="628639" y="357979"/>
                  </a:lnTo>
                  <a:lnTo>
                    <a:pt x="620781" y="358139"/>
                  </a:lnTo>
                  <a:lnTo>
                    <a:pt x="612923" y="358282"/>
                  </a:lnTo>
                  <a:lnTo>
                    <a:pt x="605065" y="358457"/>
                  </a:lnTo>
                  <a:lnTo>
                    <a:pt x="597207" y="358574"/>
                  </a:lnTo>
                  <a:lnTo>
                    <a:pt x="589349" y="358685"/>
                  </a:lnTo>
                  <a:lnTo>
                    <a:pt x="581491" y="358784"/>
                  </a:lnTo>
                  <a:lnTo>
                    <a:pt x="573633" y="358974"/>
                  </a:lnTo>
                  <a:lnTo>
                    <a:pt x="565775" y="359146"/>
                  </a:lnTo>
                  <a:lnTo>
                    <a:pt x="557917" y="359318"/>
                  </a:lnTo>
                  <a:lnTo>
                    <a:pt x="550059" y="359382"/>
                  </a:lnTo>
                  <a:lnTo>
                    <a:pt x="542201" y="359630"/>
                  </a:lnTo>
                  <a:lnTo>
                    <a:pt x="534343" y="359808"/>
                  </a:lnTo>
                  <a:lnTo>
                    <a:pt x="526485" y="360015"/>
                  </a:lnTo>
                  <a:lnTo>
                    <a:pt x="518627" y="360222"/>
                  </a:lnTo>
                  <a:lnTo>
                    <a:pt x="510769" y="360429"/>
                  </a:lnTo>
                  <a:lnTo>
                    <a:pt x="502911" y="360631"/>
                  </a:lnTo>
                  <a:lnTo>
                    <a:pt x="495053" y="360898"/>
                  </a:lnTo>
                  <a:lnTo>
                    <a:pt x="487195" y="361186"/>
                  </a:lnTo>
                  <a:lnTo>
                    <a:pt x="479337" y="361358"/>
                  </a:lnTo>
                  <a:lnTo>
                    <a:pt x="471479" y="361728"/>
                  </a:lnTo>
                  <a:lnTo>
                    <a:pt x="463621" y="361862"/>
                  </a:lnTo>
                  <a:lnTo>
                    <a:pt x="455763" y="361940"/>
                  </a:lnTo>
                  <a:lnTo>
                    <a:pt x="447905" y="362023"/>
                  </a:lnTo>
                  <a:lnTo>
                    <a:pt x="440047" y="362230"/>
                  </a:lnTo>
                  <a:lnTo>
                    <a:pt x="432189" y="362492"/>
                  </a:lnTo>
                  <a:lnTo>
                    <a:pt x="424331" y="362671"/>
                  </a:lnTo>
                  <a:lnTo>
                    <a:pt x="416473" y="362896"/>
                  </a:lnTo>
                  <a:lnTo>
                    <a:pt x="408615" y="363104"/>
                  </a:lnTo>
                  <a:lnTo>
                    <a:pt x="400757" y="363487"/>
                  </a:lnTo>
                  <a:lnTo>
                    <a:pt x="392899" y="363726"/>
                  </a:lnTo>
                  <a:lnTo>
                    <a:pt x="385041" y="363864"/>
                  </a:lnTo>
                  <a:lnTo>
                    <a:pt x="377183" y="363969"/>
                  </a:lnTo>
                  <a:lnTo>
                    <a:pt x="369325" y="364088"/>
                  </a:lnTo>
                  <a:lnTo>
                    <a:pt x="361467" y="364231"/>
                  </a:lnTo>
                  <a:lnTo>
                    <a:pt x="353609" y="364463"/>
                  </a:lnTo>
                  <a:lnTo>
                    <a:pt x="345751" y="364622"/>
                  </a:lnTo>
                  <a:lnTo>
                    <a:pt x="337893" y="364807"/>
                  </a:lnTo>
                  <a:lnTo>
                    <a:pt x="330035" y="364950"/>
                  </a:lnTo>
                  <a:lnTo>
                    <a:pt x="322177" y="365178"/>
                  </a:lnTo>
                  <a:lnTo>
                    <a:pt x="314319" y="365317"/>
                  </a:lnTo>
                  <a:lnTo>
                    <a:pt x="306461" y="365613"/>
                  </a:lnTo>
                  <a:lnTo>
                    <a:pt x="298603" y="365872"/>
                  </a:lnTo>
                  <a:lnTo>
                    <a:pt x="290745" y="366001"/>
                  </a:lnTo>
                  <a:lnTo>
                    <a:pt x="282887" y="366187"/>
                  </a:lnTo>
                  <a:lnTo>
                    <a:pt x="275029" y="366409"/>
                  </a:lnTo>
                  <a:lnTo>
                    <a:pt x="267171" y="366598"/>
                  </a:lnTo>
                  <a:lnTo>
                    <a:pt x="259313" y="366891"/>
                  </a:lnTo>
                  <a:lnTo>
                    <a:pt x="251455" y="367060"/>
                  </a:lnTo>
                  <a:lnTo>
                    <a:pt x="243597" y="367290"/>
                  </a:lnTo>
                  <a:lnTo>
                    <a:pt x="235739" y="367540"/>
                  </a:lnTo>
                  <a:lnTo>
                    <a:pt x="227881" y="367745"/>
                  </a:lnTo>
                  <a:lnTo>
                    <a:pt x="220023" y="367907"/>
                  </a:lnTo>
                  <a:lnTo>
                    <a:pt x="212165" y="368117"/>
                  </a:lnTo>
                  <a:lnTo>
                    <a:pt x="204307" y="368325"/>
                  </a:lnTo>
                  <a:lnTo>
                    <a:pt x="196449" y="368529"/>
                  </a:lnTo>
                  <a:lnTo>
                    <a:pt x="188591" y="368718"/>
                  </a:lnTo>
                  <a:lnTo>
                    <a:pt x="180733" y="368934"/>
                  </a:lnTo>
                  <a:lnTo>
                    <a:pt x="172875" y="369135"/>
                  </a:lnTo>
                  <a:lnTo>
                    <a:pt x="165017" y="369331"/>
                  </a:lnTo>
                  <a:lnTo>
                    <a:pt x="157159" y="369525"/>
                  </a:lnTo>
                  <a:lnTo>
                    <a:pt x="149301" y="369717"/>
                  </a:lnTo>
                  <a:lnTo>
                    <a:pt x="141443" y="369907"/>
                  </a:lnTo>
                  <a:lnTo>
                    <a:pt x="133585" y="370095"/>
                  </a:lnTo>
                  <a:lnTo>
                    <a:pt x="125727" y="370279"/>
                  </a:lnTo>
                  <a:lnTo>
                    <a:pt x="117869" y="370293"/>
                  </a:lnTo>
                  <a:lnTo>
                    <a:pt x="110011" y="370312"/>
                  </a:lnTo>
                  <a:lnTo>
                    <a:pt x="102153" y="370507"/>
                  </a:lnTo>
                  <a:lnTo>
                    <a:pt x="94295" y="370704"/>
                  </a:lnTo>
                  <a:lnTo>
                    <a:pt x="86437" y="370912"/>
                  </a:lnTo>
                  <a:lnTo>
                    <a:pt x="78579" y="371099"/>
                  </a:lnTo>
                  <a:lnTo>
                    <a:pt x="70721" y="371217"/>
                  </a:lnTo>
                  <a:lnTo>
                    <a:pt x="62863" y="371395"/>
                  </a:lnTo>
                  <a:lnTo>
                    <a:pt x="55005" y="371659"/>
                  </a:lnTo>
                  <a:lnTo>
                    <a:pt x="47147" y="371927"/>
                  </a:lnTo>
                  <a:lnTo>
                    <a:pt x="39289" y="372123"/>
                  </a:lnTo>
                  <a:lnTo>
                    <a:pt x="31431" y="372317"/>
                  </a:lnTo>
                  <a:lnTo>
                    <a:pt x="23573" y="372500"/>
                  </a:lnTo>
                  <a:lnTo>
                    <a:pt x="15715" y="372589"/>
                  </a:lnTo>
                  <a:lnTo>
                    <a:pt x="7857" y="372677"/>
                  </a:lnTo>
                  <a:lnTo>
                    <a:pt x="0" y="372843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186414" y="4505895"/>
              <a:ext cx="2035220" cy="346297"/>
            </a:xfrm>
            <a:custGeom>
              <a:avLst/>
              <a:pathLst>
                <a:path w="2035220" h="346297">
                  <a:moveTo>
                    <a:pt x="0" y="346297"/>
                  </a:moveTo>
                  <a:lnTo>
                    <a:pt x="7857" y="346219"/>
                  </a:lnTo>
                  <a:lnTo>
                    <a:pt x="15715" y="346139"/>
                  </a:lnTo>
                  <a:lnTo>
                    <a:pt x="23573" y="346059"/>
                  </a:lnTo>
                  <a:lnTo>
                    <a:pt x="31431" y="345980"/>
                  </a:lnTo>
                  <a:lnTo>
                    <a:pt x="39289" y="345929"/>
                  </a:lnTo>
                  <a:lnTo>
                    <a:pt x="47147" y="345883"/>
                  </a:lnTo>
                  <a:lnTo>
                    <a:pt x="55005" y="345836"/>
                  </a:lnTo>
                  <a:lnTo>
                    <a:pt x="62863" y="345790"/>
                  </a:lnTo>
                  <a:lnTo>
                    <a:pt x="70721" y="345643"/>
                  </a:lnTo>
                  <a:lnTo>
                    <a:pt x="78579" y="345492"/>
                  </a:lnTo>
                  <a:lnTo>
                    <a:pt x="86437" y="345376"/>
                  </a:lnTo>
                  <a:lnTo>
                    <a:pt x="94295" y="345303"/>
                  </a:lnTo>
                  <a:lnTo>
                    <a:pt x="102153" y="345242"/>
                  </a:lnTo>
                  <a:lnTo>
                    <a:pt x="110011" y="345158"/>
                  </a:lnTo>
                  <a:lnTo>
                    <a:pt x="117869" y="345074"/>
                  </a:lnTo>
                  <a:lnTo>
                    <a:pt x="125727" y="344989"/>
                  </a:lnTo>
                  <a:lnTo>
                    <a:pt x="133585" y="344913"/>
                  </a:lnTo>
                  <a:lnTo>
                    <a:pt x="141443" y="344837"/>
                  </a:lnTo>
                  <a:lnTo>
                    <a:pt x="149301" y="344683"/>
                  </a:lnTo>
                  <a:lnTo>
                    <a:pt x="157159" y="344531"/>
                  </a:lnTo>
                  <a:lnTo>
                    <a:pt x="165017" y="344406"/>
                  </a:lnTo>
                  <a:lnTo>
                    <a:pt x="172875" y="344285"/>
                  </a:lnTo>
                  <a:lnTo>
                    <a:pt x="180733" y="344163"/>
                  </a:lnTo>
                  <a:lnTo>
                    <a:pt x="188591" y="344009"/>
                  </a:lnTo>
                  <a:lnTo>
                    <a:pt x="196449" y="343866"/>
                  </a:lnTo>
                  <a:lnTo>
                    <a:pt x="204307" y="343788"/>
                  </a:lnTo>
                  <a:lnTo>
                    <a:pt x="212165" y="343683"/>
                  </a:lnTo>
                  <a:lnTo>
                    <a:pt x="220023" y="343556"/>
                  </a:lnTo>
                  <a:lnTo>
                    <a:pt x="227881" y="343427"/>
                  </a:lnTo>
                  <a:lnTo>
                    <a:pt x="235739" y="343329"/>
                  </a:lnTo>
                  <a:lnTo>
                    <a:pt x="243597" y="343280"/>
                  </a:lnTo>
                  <a:lnTo>
                    <a:pt x="251455" y="343166"/>
                  </a:lnTo>
                  <a:lnTo>
                    <a:pt x="259313" y="343074"/>
                  </a:lnTo>
                  <a:lnTo>
                    <a:pt x="267171" y="342869"/>
                  </a:lnTo>
                  <a:lnTo>
                    <a:pt x="275029" y="342776"/>
                  </a:lnTo>
                  <a:lnTo>
                    <a:pt x="282887" y="342597"/>
                  </a:lnTo>
                  <a:lnTo>
                    <a:pt x="290745" y="342377"/>
                  </a:lnTo>
                  <a:lnTo>
                    <a:pt x="298603" y="342208"/>
                  </a:lnTo>
                  <a:lnTo>
                    <a:pt x="306461" y="342060"/>
                  </a:lnTo>
                  <a:lnTo>
                    <a:pt x="314319" y="341865"/>
                  </a:lnTo>
                  <a:lnTo>
                    <a:pt x="322177" y="341774"/>
                  </a:lnTo>
                  <a:lnTo>
                    <a:pt x="330035" y="341580"/>
                  </a:lnTo>
                  <a:lnTo>
                    <a:pt x="337893" y="341478"/>
                  </a:lnTo>
                  <a:lnTo>
                    <a:pt x="345751" y="341327"/>
                  </a:lnTo>
                  <a:lnTo>
                    <a:pt x="353609" y="341175"/>
                  </a:lnTo>
                  <a:lnTo>
                    <a:pt x="361467" y="341038"/>
                  </a:lnTo>
                  <a:lnTo>
                    <a:pt x="369325" y="340848"/>
                  </a:lnTo>
                  <a:lnTo>
                    <a:pt x="377183" y="340723"/>
                  </a:lnTo>
                  <a:lnTo>
                    <a:pt x="385041" y="340548"/>
                  </a:lnTo>
                  <a:lnTo>
                    <a:pt x="392899" y="340339"/>
                  </a:lnTo>
                  <a:lnTo>
                    <a:pt x="400757" y="340109"/>
                  </a:lnTo>
                  <a:lnTo>
                    <a:pt x="408615" y="339920"/>
                  </a:lnTo>
                  <a:lnTo>
                    <a:pt x="416473" y="339722"/>
                  </a:lnTo>
                  <a:lnTo>
                    <a:pt x="424331" y="339510"/>
                  </a:lnTo>
                  <a:lnTo>
                    <a:pt x="432189" y="339232"/>
                  </a:lnTo>
                  <a:lnTo>
                    <a:pt x="440047" y="339038"/>
                  </a:lnTo>
                  <a:lnTo>
                    <a:pt x="447905" y="338878"/>
                  </a:lnTo>
                  <a:lnTo>
                    <a:pt x="455763" y="338682"/>
                  </a:lnTo>
                  <a:lnTo>
                    <a:pt x="463621" y="338392"/>
                  </a:lnTo>
                  <a:lnTo>
                    <a:pt x="471479" y="338113"/>
                  </a:lnTo>
                  <a:lnTo>
                    <a:pt x="479337" y="337814"/>
                  </a:lnTo>
                  <a:lnTo>
                    <a:pt x="487195" y="337553"/>
                  </a:lnTo>
                  <a:lnTo>
                    <a:pt x="495053" y="337271"/>
                  </a:lnTo>
                  <a:lnTo>
                    <a:pt x="502911" y="337086"/>
                  </a:lnTo>
                  <a:lnTo>
                    <a:pt x="510769" y="336781"/>
                  </a:lnTo>
                  <a:lnTo>
                    <a:pt x="518627" y="336475"/>
                  </a:lnTo>
                  <a:lnTo>
                    <a:pt x="526485" y="336230"/>
                  </a:lnTo>
                  <a:lnTo>
                    <a:pt x="534343" y="336009"/>
                  </a:lnTo>
                  <a:lnTo>
                    <a:pt x="542201" y="335639"/>
                  </a:lnTo>
                  <a:lnTo>
                    <a:pt x="550059" y="335403"/>
                  </a:lnTo>
                  <a:lnTo>
                    <a:pt x="557917" y="335050"/>
                  </a:lnTo>
                  <a:lnTo>
                    <a:pt x="565775" y="334629"/>
                  </a:lnTo>
                  <a:lnTo>
                    <a:pt x="573633" y="334332"/>
                  </a:lnTo>
                  <a:lnTo>
                    <a:pt x="581491" y="334033"/>
                  </a:lnTo>
                  <a:lnTo>
                    <a:pt x="589349" y="333731"/>
                  </a:lnTo>
                  <a:lnTo>
                    <a:pt x="597207" y="333422"/>
                  </a:lnTo>
                  <a:lnTo>
                    <a:pt x="605065" y="333108"/>
                  </a:lnTo>
                  <a:lnTo>
                    <a:pt x="612923" y="332741"/>
                  </a:lnTo>
                  <a:lnTo>
                    <a:pt x="620781" y="332352"/>
                  </a:lnTo>
                  <a:lnTo>
                    <a:pt x="628639" y="331978"/>
                  </a:lnTo>
                  <a:lnTo>
                    <a:pt x="636497" y="331535"/>
                  </a:lnTo>
                  <a:lnTo>
                    <a:pt x="644355" y="331197"/>
                  </a:lnTo>
                  <a:lnTo>
                    <a:pt x="652213" y="330788"/>
                  </a:lnTo>
                  <a:lnTo>
                    <a:pt x="660071" y="330401"/>
                  </a:lnTo>
                  <a:lnTo>
                    <a:pt x="667929" y="329868"/>
                  </a:lnTo>
                  <a:lnTo>
                    <a:pt x="675787" y="329439"/>
                  </a:lnTo>
                  <a:lnTo>
                    <a:pt x="683645" y="328978"/>
                  </a:lnTo>
                  <a:lnTo>
                    <a:pt x="691503" y="328409"/>
                  </a:lnTo>
                  <a:lnTo>
                    <a:pt x="699361" y="327937"/>
                  </a:lnTo>
                  <a:lnTo>
                    <a:pt x="707219" y="327390"/>
                  </a:lnTo>
                  <a:lnTo>
                    <a:pt x="715077" y="326847"/>
                  </a:lnTo>
                  <a:lnTo>
                    <a:pt x="722935" y="326223"/>
                  </a:lnTo>
                  <a:lnTo>
                    <a:pt x="730793" y="325497"/>
                  </a:lnTo>
                  <a:lnTo>
                    <a:pt x="738651" y="324964"/>
                  </a:lnTo>
                  <a:lnTo>
                    <a:pt x="746509" y="324290"/>
                  </a:lnTo>
                  <a:lnTo>
                    <a:pt x="754367" y="323664"/>
                  </a:lnTo>
                  <a:lnTo>
                    <a:pt x="762225" y="323015"/>
                  </a:lnTo>
                  <a:lnTo>
                    <a:pt x="770083" y="322537"/>
                  </a:lnTo>
                  <a:lnTo>
                    <a:pt x="777941" y="321967"/>
                  </a:lnTo>
                  <a:lnTo>
                    <a:pt x="785799" y="321231"/>
                  </a:lnTo>
                  <a:lnTo>
                    <a:pt x="793657" y="320546"/>
                  </a:lnTo>
                  <a:lnTo>
                    <a:pt x="801515" y="319878"/>
                  </a:lnTo>
                  <a:lnTo>
                    <a:pt x="809373" y="319158"/>
                  </a:lnTo>
                  <a:lnTo>
                    <a:pt x="817231" y="318236"/>
                  </a:lnTo>
                  <a:lnTo>
                    <a:pt x="825089" y="317418"/>
                  </a:lnTo>
                  <a:lnTo>
                    <a:pt x="832947" y="316753"/>
                  </a:lnTo>
                  <a:lnTo>
                    <a:pt x="840805" y="316022"/>
                  </a:lnTo>
                  <a:lnTo>
                    <a:pt x="848663" y="315360"/>
                  </a:lnTo>
                  <a:lnTo>
                    <a:pt x="856521" y="314619"/>
                  </a:lnTo>
                  <a:lnTo>
                    <a:pt x="864379" y="313895"/>
                  </a:lnTo>
                  <a:lnTo>
                    <a:pt x="872237" y="313136"/>
                  </a:lnTo>
                  <a:lnTo>
                    <a:pt x="880095" y="312259"/>
                  </a:lnTo>
                  <a:lnTo>
                    <a:pt x="887953" y="311408"/>
                  </a:lnTo>
                  <a:lnTo>
                    <a:pt x="895811" y="310555"/>
                  </a:lnTo>
                  <a:lnTo>
                    <a:pt x="903669" y="309741"/>
                  </a:lnTo>
                  <a:lnTo>
                    <a:pt x="911527" y="308948"/>
                  </a:lnTo>
                  <a:lnTo>
                    <a:pt x="919385" y="308053"/>
                  </a:lnTo>
                  <a:lnTo>
                    <a:pt x="927243" y="307084"/>
                  </a:lnTo>
                  <a:lnTo>
                    <a:pt x="935101" y="306115"/>
                  </a:lnTo>
                  <a:lnTo>
                    <a:pt x="942959" y="305140"/>
                  </a:lnTo>
                  <a:lnTo>
                    <a:pt x="950817" y="304149"/>
                  </a:lnTo>
                  <a:lnTo>
                    <a:pt x="958675" y="303358"/>
                  </a:lnTo>
                  <a:lnTo>
                    <a:pt x="966533" y="302361"/>
                  </a:lnTo>
                  <a:lnTo>
                    <a:pt x="974391" y="301355"/>
                  </a:lnTo>
                  <a:lnTo>
                    <a:pt x="982249" y="300453"/>
                  </a:lnTo>
                  <a:lnTo>
                    <a:pt x="990107" y="299546"/>
                  </a:lnTo>
                  <a:lnTo>
                    <a:pt x="997965" y="298629"/>
                  </a:lnTo>
                  <a:lnTo>
                    <a:pt x="1005823" y="297703"/>
                  </a:lnTo>
                  <a:lnTo>
                    <a:pt x="1013681" y="296765"/>
                  </a:lnTo>
                  <a:lnTo>
                    <a:pt x="1021539" y="295722"/>
                  </a:lnTo>
                  <a:lnTo>
                    <a:pt x="1029397" y="294637"/>
                  </a:lnTo>
                  <a:lnTo>
                    <a:pt x="1037254" y="293540"/>
                  </a:lnTo>
                  <a:lnTo>
                    <a:pt x="1045112" y="292430"/>
                  </a:lnTo>
                  <a:lnTo>
                    <a:pt x="1052970" y="291308"/>
                  </a:lnTo>
                  <a:lnTo>
                    <a:pt x="1060828" y="290171"/>
                  </a:lnTo>
                  <a:lnTo>
                    <a:pt x="1068686" y="288986"/>
                  </a:lnTo>
                  <a:lnTo>
                    <a:pt x="1076544" y="287716"/>
                  </a:lnTo>
                  <a:lnTo>
                    <a:pt x="1084402" y="286488"/>
                  </a:lnTo>
                  <a:lnTo>
                    <a:pt x="1092260" y="285244"/>
                  </a:lnTo>
                  <a:lnTo>
                    <a:pt x="1100118" y="283983"/>
                  </a:lnTo>
                  <a:lnTo>
                    <a:pt x="1107976" y="282711"/>
                  </a:lnTo>
                  <a:lnTo>
                    <a:pt x="1115834" y="281460"/>
                  </a:lnTo>
                  <a:lnTo>
                    <a:pt x="1123692" y="280319"/>
                  </a:lnTo>
                  <a:lnTo>
                    <a:pt x="1131550" y="279158"/>
                  </a:lnTo>
                  <a:lnTo>
                    <a:pt x="1139408" y="277983"/>
                  </a:lnTo>
                  <a:lnTo>
                    <a:pt x="1147266" y="276713"/>
                  </a:lnTo>
                  <a:lnTo>
                    <a:pt x="1155124" y="275310"/>
                  </a:lnTo>
                  <a:lnTo>
                    <a:pt x="1162982" y="273755"/>
                  </a:lnTo>
                  <a:lnTo>
                    <a:pt x="1170840" y="272175"/>
                  </a:lnTo>
                  <a:lnTo>
                    <a:pt x="1178698" y="270570"/>
                  </a:lnTo>
                  <a:lnTo>
                    <a:pt x="1186556" y="269129"/>
                  </a:lnTo>
                  <a:lnTo>
                    <a:pt x="1194414" y="267862"/>
                  </a:lnTo>
                  <a:lnTo>
                    <a:pt x="1202272" y="266585"/>
                  </a:lnTo>
                  <a:lnTo>
                    <a:pt x="1210130" y="265150"/>
                  </a:lnTo>
                  <a:lnTo>
                    <a:pt x="1217988" y="263477"/>
                  </a:lnTo>
                  <a:lnTo>
                    <a:pt x="1225846" y="262115"/>
                  </a:lnTo>
                  <a:lnTo>
                    <a:pt x="1233704" y="260812"/>
                  </a:lnTo>
                  <a:lnTo>
                    <a:pt x="1241562" y="259460"/>
                  </a:lnTo>
                  <a:lnTo>
                    <a:pt x="1249420" y="257917"/>
                  </a:lnTo>
                  <a:lnTo>
                    <a:pt x="1257278" y="256356"/>
                  </a:lnTo>
                  <a:lnTo>
                    <a:pt x="1265136" y="254778"/>
                  </a:lnTo>
                  <a:lnTo>
                    <a:pt x="1272994" y="253247"/>
                  </a:lnTo>
                  <a:lnTo>
                    <a:pt x="1280852" y="251726"/>
                  </a:lnTo>
                  <a:lnTo>
                    <a:pt x="1288710" y="250192"/>
                  </a:lnTo>
                  <a:lnTo>
                    <a:pt x="1296568" y="248515"/>
                  </a:lnTo>
                  <a:lnTo>
                    <a:pt x="1304426" y="246795"/>
                  </a:lnTo>
                  <a:lnTo>
                    <a:pt x="1312284" y="245168"/>
                  </a:lnTo>
                  <a:lnTo>
                    <a:pt x="1320142" y="243290"/>
                  </a:lnTo>
                  <a:lnTo>
                    <a:pt x="1328000" y="241727"/>
                  </a:lnTo>
                  <a:lnTo>
                    <a:pt x="1335858" y="240197"/>
                  </a:lnTo>
                  <a:lnTo>
                    <a:pt x="1343716" y="238651"/>
                  </a:lnTo>
                  <a:lnTo>
                    <a:pt x="1351574" y="236857"/>
                  </a:lnTo>
                  <a:lnTo>
                    <a:pt x="1359432" y="234919"/>
                  </a:lnTo>
                  <a:lnTo>
                    <a:pt x="1367290" y="232960"/>
                  </a:lnTo>
                  <a:lnTo>
                    <a:pt x="1375148" y="230978"/>
                  </a:lnTo>
                  <a:lnTo>
                    <a:pt x="1383006" y="228973"/>
                  </a:lnTo>
                  <a:lnTo>
                    <a:pt x="1390864" y="227057"/>
                  </a:lnTo>
                  <a:lnTo>
                    <a:pt x="1398722" y="225163"/>
                  </a:lnTo>
                  <a:lnTo>
                    <a:pt x="1406580" y="223249"/>
                  </a:lnTo>
                  <a:lnTo>
                    <a:pt x="1414438" y="221316"/>
                  </a:lnTo>
                  <a:lnTo>
                    <a:pt x="1422296" y="219363"/>
                  </a:lnTo>
                  <a:lnTo>
                    <a:pt x="1430154" y="217305"/>
                  </a:lnTo>
                  <a:lnTo>
                    <a:pt x="1438012" y="215172"/>
                  </a:lnTo>
                  <a:lnTo>
                    <a:pt x="1445870" y="213017"/>
                  </a:lnTo>
                  <a:lnTo>
                    <a:pt x="1453728" y="210838"/>
                  </a:lnTo>
                  <a:lnTo>
                    <a:pt x="1461586" y="208636"/>
                  </a:lnTo>
                  <a:lnTo>
                    <a:pt x="1469444" y="206418"/>
                  </a:lnTo>
                  <a:lnTo>
                    <a:pt x="1477302" y="204436"/>
                  </a:lnTo>
                  <a:lnTo>
                    <a:pt x="1485160" y="202719"/>
                  </a:lnTo>
                  <a:lnTo>
                    <a:pt x="1493018" y="200926"/>
                  </a:lnTo>
                  <a:lnTo>
                    <a:pt x="1500876" y="198774"/>
                  </a:lnTo>
                  <a:lnTo>
                    <a:pt x="1508734" y="196448"/>
                  </a:lnTo>
                  <a:lnTo>
                    <a:pt x="1516592" y="194012"/>
                  </a:lnTo>
                  <a:lnTo>
                    <a:pt x="1524450" y="191551"/>
                  </a:lnTo>
                  <a:lnTo>
                    <a:pt x="1532308" y="189064"/>
                  </a:lnTo>
                  <a:lnTo>
                    <a:pt x="1540166" y="186553"/>
                  </a:lnTo>
                  <a:lnTo>
                    <a:pt x="1548024" y="184017"/>
                  </a:lnTo>
                  <a:lnTo>
                    <a:pt x="1555882" y="181456"/>
                  </a:lnTo>
                  <a:lnTo>
                    <a:pt x="1563740" y="178871"/>
                  </a:lnTo>
                  <a:lnTo>
                    <a:pt x="1571598" y="176259"/>
                  </a:lnTo>
                  <a:lnTo>
                    <a:pt x="1579456" y="173622"/>
                  </a:lnTo>
                  <a:lnTo>
                    <a:pt x="1587314" y="170960"/>
                  </a:lnTo>
                  <a:lnTo>
                    <a:pt x="1595172" y="168272"/>
                  </a:lnTo>
                  <a:lnTo>
                    <a:pt x="1603030" y="165559"/>
                  </a:lnTo>
                  <a:lnTo>
                    <a:pt x="1610888" y="163331"/>
                  </a:lnTo>
                  <a:lnTo>
                    <a:pt x="1618746" y="161139"/>
                  </a:lnTo>
                  <a:lnTo>
                    <a:pt x="1626604" y="158933"/>
                  </a:lnTo>
                  <a:lnTo>
                    <a:pt x="1634462" y="156711"/>
                  </a:lnTo>
                  <a:lnTo>
                    <a:pt x="1642320" y="154472"/>
                  </a:lnTo>
                  <a:lnTo>
                    <a:pt x="1650178" y="152217"/>
                  </a:lnTo>
                  <a:lnTo>
                    <a:pt x="1658036" y="149945"/>
                  </a:lnTo>
                  <a:lnTo>
                    <a:pt x="1665894" y="147657"/>
                  </a:lnTo>
                  <a:lnTo>
                    <a:pt x="1673752" y="145353"/>
                  </a:lnTo>
                  <a:lnTo>
                    <a:pt x="1681610" y="143032"/>
                  </a:lnTo>
                  <a:lnTo>
                    <a:pt x="1689468" y="140695"/>
                  </a:lnTo>
                  <a:lnTo>
                    <a:pt x="1697326" y="138342"/>
                  </a:lnTo>
                  <a:lnTo>
                    <a:pt x="1705184" y="135658"/>
                  </a:lnTo>
                  <a:lnTo>
                    <a:pt x="1713042" y="132952"/>
                  </a:lnTo>
                  <a:lnTo>
                    <a:pt x="1720900" y="130225"/>
                  </a:lnTo>
                  <a:lnTo>
                    <a:pt x="1728758" y="127478"/>
                  </a:lnTo>
                  <a:lnTo>
                    <a:pt x="1736616" y="124710"/>
                  </a:lnTo>
                  <a:lnTo>
                    <a:pt x="1744474" y="121922"/>
                  </a:lnTo>
                  <a:lnTo>
                    <a:pt x="1752332" y="119113"/>
                  </a:lnTo>
                  <a:lnTo>
                    <a:pt x="1760190" y="116268"/>
                  </a:lnTo>
                  <a:lnTo>
                    <a:pt x="1768048" y="113088"/>
                  </a:lnTo>
                  <a:lnTo>
                    <a:pt x="1775906" y="109879"/>
                  </a:lnTo>
                  <a:lnTo>
                    <a:pt x="1783764" y="106642"/>
                  </a:lnTo>
                  <a:lnTo>
                    <a:pt x="1791622" y="103375"/>
                  </a:lnTo>
                  <a:lnTo>
                    <a:pt x="1799480" y="100080"/>
                  </a:lnTo>
                  <a:lnTo>
                    <a:pt x="1807338" y="96915"/>
                  </a:lnTo>
                  <a:lnTo>
                    <a:pt x="1815196" y="94020"/>
                  </a:lnTo>
                  <a:lnTo>
                    <a:pt x="1823054" y="91106"/>
                  </a:lnTo>
                  <a:lnTo>
                    <a:pt x="1830912" y="88174"/>
                  </a:lnTo>
                  <a:lnTo>
                    <a:pt x="1838770" y="85223"/>
                  </a:lnTo>
                  <a:lnTo>
                    <a:pt x="1846628" y="82254"/>
                  </a:lnTo>
                  <a:lnTo>
                    <a:pt x="1854486" y="79267"/>
                  </a:lnTo>
                  <a:lnTo>
                    <a:pt x="1862344" y="76267"/>
                  </a:lnTo>
                  <a:lnTo>
                    <a:pt x="1870202" y="72812"/>
                  </a:lnTo>
                  <a:lnTo>
                    <a:pt x="1878060" y="69095"/>
                  </a:lnTo>
                  <a:lnTo>
                    <a:pt x="1885918" y="65349"/>
                  </a:lnTo>
                  <a:lnTo>
                    <a:pt x="1893776" y="61574"/>
                  </a:lnTo>
                  <a:lnTo>
                    <a:pt x="1901634" y="57769"/>
                  </a:lnTo>
                  <a:lnTo>
                    <a:pt x="1909492" y="54101"/>
                  </a:lnTo>
                  <a:lnTo>
                    <a:pt x="1917350" y="50906"/>
                  </a:lnTo>
                  <a:lnTo>
                    <a:pt x="1925208" y="47695"/>
                  </a:lnTo>
                  <a:lnTo>
                    <a:pt x="1933066" y="44465"/>
                  </a:lnTo>
                  <a:lnTo>
                    <a:pt x="1940924" y="41228"/>
                  </a:lnTo>
                  <a:lnTo>
                    <a:pt x="1948782" y="37982"/>
                  </a:lnTo>
                  <a:lnTo>
                    <a:pt x="1956640" y="34719"/>
                  </a:lnTo>
                  <a:lnTo>
                    <a:pt x="1964498" y="31440"/>
                  </a:lnTo>
                  <a:lnTo>
                    <a:pt x="1972356" y="28145"/>
                  </a:lnTo>
                  <a:lnTo>
                    <a:pt x="1980214" y="24834"/>
                  </a:lnTo>
                  <a:lnTo>
                    <a:pt x="1988072" y="21507"/>
                  </a:lnTo>
                  <a:lnTo>
                    <a:pt x="1995930" y="18164"/>
                  </a:lnTo>
                  <a:lnTo>
                    <a:pt x="2003788" y="14806"/>
                  </a:lnTo>
                  <a:lnTo>
                    <a:pt x="2011646" y="11390"/>
                  </a:lnTo>
                  <a:lnTo>
                    <a:pt x="2019504" y="7622"/>
                  </a:lnTo>
                  <a:lnTo>
                    <a:pt x="2027362" y="3836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1186414" y="4850393"/>
              <a:ext cx="2035220" cy="28346"/>
            </a:xfrm>
            <a:custGeom>
              <a:avLst/>
              <a:pathLst>
                <a:path w="2035220" h="28346">
                  <a:moveTo>
                    <a:pt x="2035220" y="0"/>
                  </a:moveTo>
                  <a:lnTo>
                    <a:pt x="2027362" y="28"/>
                  </a:lnTo>
                  <a:lnTo>
                    <a:pt x="2019504" y="57"/>
                  </a:lnTo>
                  <a:lnTo>
                    <a:pt x="2011646" y="86"/>
                  </a:lnTo>
                  <a:lnTo>
                    <a:pt x="2003788" y="115"/>
                  </a:lnTo>
                  <a:lnTo>
                    <a:pt x="1995930" y="143"/>
                  </a:lnTo>
                  <a:lnTo>
                    <a:pt x="1988072" y="172"/>
                  </a:lnTo>
                  <a:lnTo>
                    <a:pt x="1980214" y="201"/>
                  </a:lnTo>
                  <a:lnTo>
                    <a:pt x="1972356" y="229"/>
                  </a:lnTo>
                  <a:lnTo>
                    <a:pt x="1964498" y="258"/>
                  </a:lnTo>
                  <a:lnTo>
                    <a:pt x="1956640" y="286"/>
                  </a:lnTo>
                  <a:lnTo>
                    <a:pt x="1948782" y="315"/>
                  </a:lnTo>
                  <a:lnTo>
                    <a:pt x="1940924" y="372"/>
                  </a:lnTo>
                  <a:lnTo>
                    <a:pt x="1933066" y="463"/>
                  </a:lnTo>
                  <a:lnTo>
                    <a:pt x="1925208" y="555"/>
                  </a:lnTo>
                  <a:lnTo>
                    <a:pt x="1917350" y="644"/>
                  </a:lnTo>
                  <a:lnTo>
                    <a:pt x="1909492" y="656"/>
                  </a:lnTo>
                  <a:lnTo>
                    <a:pt x="1901634" y="667"/>
                  </a:lnTo>
                  <a:lnTo>
                    <a:pt x="1893776" y="679"/>
                  </a:lnTo>
                  <a:lnTo>
                    <a:pt x="1885918" y="690"/>
                  </a:lnTo>
                  <a:lnTo>
                    <a:pt x="1878060" y="702"/>
                  </a:lnTo>
                  <a:lnTo>
                    <a:pt x="1870202" y="714"/>
                  </a:lnTo>
                  <a:lnTo>
                    <a:pt x="1862344" y="724"/>
                  </a:lnTo>
                  <a:lnTo>
                    <a:pt x="1854486" y="734"/>
                  </a:lnTo>
                  <a:lnTo>
                    <a:pt x="1846628" y="744"/>
                  </a:lnTo>
                  <a:lnTo>
                    <a:pt x="1838770" y="753"/>
                  </a:lnTo>
                  <a:lnTo>
                    <a:pt x="1830912" y="763"/>
                  </a:lnTo>
                  <a:lnTo>
                    <a:pt x="1823054" y="793"/>
                  </a:lnTo>
                  <a:lnTo>
                    <a:pt x="1815196" y="977"/>
                  </a:lnTo>
                  <a:lnTo>
                    <a:pt x="1807338" y="1161"/>
                  </a:lnTo>
                  <a:lnTo>
                    <a:pt x="1799480" y="1344"/>
                  </a:lnTo>
                  <a:lnTo>
                    <a:pt x="1791622" y="1413"/>
                  </a:lnTo>
                  <a:lnTo>
                    <a:pt x="1783764" y="1434"/>
                  </a:lnTo>
                  <a:lnTo>
                    <a:pt x="1775906" y="1452"/>
                  </a:lnTo>
                  <a:lnTo>
                    <a:pt x="1768048" y="1469"/>
                  </a:lnTo>
                  <a:lnTo>
                    <a:pt x="1760190" y="1486"/>
                  </a:lnTo>
                  <a:lnTo>
                    <a:pt x="1752332" y="1503"/>
                  </a:lnTo>
                  <a:lnTo>
                    <a:pt x="1744474" y="1534"/>
                  </a:lnTo>
                  <a:lnTo>
                    <a:pt x="1736616" y="1630"/>
                  </a:lnTo>
                  <a:lnTo>
                    <a:pt x="1728758" y="1726"/>
                  </a:lnTo>
                  <a:lnTo>
                    <a:pt x="1720900" y="1822"/>
                  </a:lnTo>
                  <a:lnTo>
                    <a:pt x="1713042" y="1857"/>
                  </a:lnTo>
                  <a:lnTo>
                    <a:pt x="1705184" y="1921"/>
                  </a:lnTo>
                  <a:lnTo>
                    <a:pt x="1697326" y="2042"/>
                  </a:lnTo>
                  <a:lnTo>
                    <a:pt x="1689468" y="2101"/>
                  </a:lnTo>
                  <a:lnTo>
                    <a:pt x="1681610" y="2096"/>
                  </a:lnTo>
                  <a:lnTo>
                    <a:pt x="1673752" y="2164"/>
                  </a:lnTo>
                  <a:lnTo>
                    <a:pt x="1665894" y="2248"/>
                  </a:lnTo>
                  <a:lnTo>
                    <a:pt x="1658036" y="2261"/>
                  </a:lnTo>
                  <a:lnTo>
                    <a:pt x="1650178" y="2272"/>
                  </a:lnTo>
                  <a:lnTo>
                    <a:pt x="1642320" y="2283"/>
                  </a:lnTo>
                  <a:lnTo>
                    <a:pt x="1634462" y="2334"/>
                  </a:lnTo>
                  <a:lnTo>
                    <a:pt x="1626604" y="2410"/>
                  </a:lnTo>
                  <a:lnTo>
                    <a:pt x="1618746" y="2486"/>
                  </a:lnTo>
                  <a:lnTo>
                    <a:pt x="1610888" y="2512"/>
                  </a:lnTo>
                  <a:lnTo>
                    <a:pt x="1603030" y="2538"/>
                  </a:lnTo>
                  <a:lnTo>
                    <a:pt x="1595172" y="2581"/>
                  </a:lnTo>
                  <a:lnTo>
                    <a:pt x="1587314" y="2606"/>
                  </a:lnTo>
                  <a:lnTo>
                    <a:pt x="1579456" y="2631"/>
                  </a:lnTo>
                  <a:lnTo>
                    <a:pt x="1571598" y="2656"/>
                  </a:lnTo>
                  <a:lnTo>
                    <a:pt x="1563740" y="2681"/>
                  </a:lnTo>
                  <a:lnTo>
                    <a:pt x="1555882" y="2706"/>
                  </a:lnTo>
                  <a:lnTo>
                    <a:pt x="1548024" y="2731"/>
                  </a:lnTo>
                  <a:lnTo>
                    <a:pt x="1540166" y="2755"/>
                  </a:lnTo>
                  <a:lnTo>
                    <a:pt x="1532308" y="2780"/>
                  </a:lnTo>
                  <a:lnTo>
                    <a:pt x="1524450" y="2805"/>
                  </a:lnTo>
                  <a:lnTo>
                    <a:pt x="1516592" y="2829"/>
                  </a:lnTo>
                  <a:lnTo>
                    <a:pt x="1508734" y="2854"/>
                  </a:lnTo>
                  <a:lnTo>
                    <a:pt x="1500876" y="2879"/>
                  </a:lnTo>
                  <a:lnTo>
                    <a:pt x="1493018" y="2903"/>
                  </a:lnTo>
                  <a:lnTo>
                    <a:pt x="1485160" y="2928"/>
                  </a:lnTo>
                  <a:lnTo>
                    <a:pt x="1477302" y="2952"/>
                  </a:lnTo>
                  <a:lnTo>
                    <a:pt x="1469444" y="2975"/>
                  </a:lnTo>
                  <a:lnTo>
                    <a:pt x="1461586" y="2998"/>
                  </a:lnTo>
                  <a:lnTo>
                    <a:pt x="1453728" y="3021"/>
                  </a:lnTo>
                  <a:lnTo>
                    <a:pt x="1445870" y="3044"/>
                  </a:lnTo>
                  <a:lnTo>
                    <a:pt x="1438012" y="3067"/>
                  </a:lnTo>
                  <a:lnTo>
                    <a:pt x="1430154" y="3090"/>
                  </a:lnTo>
                  <a:lnTo>
                    <a:pt x="1422296" y="3113"/>
                  </a:lnTo>
                  <a:lnTo>
                    <a:pt x="1414438" y="3178"/>
                  </a:lnTo>
                  <a:lnTo>
                    <a:pt x="1406580" y="3288"/>
                  </a:lnTo>
                  <a:lnTo>
                    <a:pt x="1398722" y="3397"/>
                  </a:lnTo>
                  <a:lnTo>
                    <a:pt x="1390864" y="3507"/>
                  </a:lnTo>
                  <a:lnTo>
                    <a:pt x="1383006" y="3616"/>
                  </a:lnTo>
                  <a:lnTo>
                    <a:pt x="1375148" y="3724"/>
                  </a:lnTo>
                  <a:lnTo>
                    <a:pt x="1367290" y="3833"/>
                  </a:lnTo>
                  <a:lnTo>
                    <a:pt x="1359432" y="3954"/>
                  </a:lnTo>
                  <a:lnTo>
                    <a:pt x="1351574" y="4055"/>
                  </a:lnTo>
                  <a:lnTo>
                    <a:pt x="1343716" y="4161"/>
                  </a:lnTo>
                  <a:lnTo>
                    <a:pt x="1335858" y="4272"/>
                  </a:lnTo>
                  <a:lnTo>
                    <a:pt x="1328000" y="4383"/>
                  </a:lnTo>
                  <a:lnTo>
                    <a:pt x="1320142" y="4512"/>
                  </a:lnTo>
                  <a:lnTo>
                    <a:pt x="1312284" y="4654"/>
                  </a:lnTo>
                  <a:lnTo>
                    <a:pt x="1304426" y="4706"/>
                  </a:lnTo>
                  <a:lnTo>
                    <a:pt x="1296568" y="4813"/>
                  </a:lnTo>
                  <a:lnTo>
                    <a:pt x="1288710" y="4920"/>
                  </a:lnTo>
                  <a:lnTo>
                    <a:pt x="1280852" y="4960"/>
                  </a:lnTo>
                  <a:lnTo>
                    <a:pt x="1272994" y="5104"/>
                  </a:lnTo>
                  <a:lnTo>
                    <a:pt x="1265136" y="5206"/>
                  </a:lnTo>
                  <a:lnTo>
                    <a:pt x="1257278" y="5200"/>
                  </a:lnTo>
                  <a:lnTo>
                    <a:pt x="1249420" y="5305"/>
                  </a:lnTo>
                  <a:lnTo>
                    <a:pt x="1241562" y="5295"/>
                  </a:lnTo>
                  <a:lnTo>
                    <a:pt x="1233704" y="5285"/>
                  </a:lnTo>
                  <a:lnTo>
                    <a:pt x="1225846" y="5364"/>
                  </a:lnTo>
                  <a:lnTo>
                    <a:pt x="1217988" y="5413"/>
                  </a:lnTo>
                  <a:lnTo>
                    <a:pt x="1210130" y="5574"/>
                  </a:lnTo>
                  <a:lnTo>
                    <a:pt x="1202272" y="5630"/>
                  </a:lnTo>
                  <a:lnTo>
                    <a:pt x="1194414" y="5651"/>
                  </a:lnTo>
                  <a:lnTo>
                    <a:pt x="1186556" y="5720"/>
                  </a:lnTo>
                  <a:lnTo>
                    <a:pt x="1178698" y="5810"/>
                  </a:lnTo>
                  <a:lnTo>
                    <a:pt x="1170840" y="5865"/>
                  </a:lnTo>
                  <a:lnTo>
                    <a:pt x="1162982" y="5994"/>
                  </a:lnTo>
                  <a:lnTo>
                    <a:pt x="1155124" y="6088"/>
                  </a:lnTo>
                  <a:lnTo>
                    <a:pt x="1147266" y="6371"/>
                  </a:lnTo>
                  <a:lnTo>
                    <a:pt x="1139408" y="6538"/>
                  </a:lnTo>
                  <a:lnTo>
                    <a:pt x="1131550" y="6583"/>
                  </a:lnTo>
                  <a:lnTo>
                    <a:pt x="1123692" y="6750"/>
                  </a:lnTo>
                  <a:lnTo>
                    <a:pt x="1115834" y="6950"/>
                  </a:lnTo>
                  <a:lnTo>
                    <a:pt x="1107976" y="6988"/>
                  </a:lnTo>
                  <a:lnTo>
                    <a:pt x="1100118" y="7015"/>
                  </a:lnTo>
                  <a:lnTo>
                    <a:pt x="1092260" y="7045"/>
                  </a:lnTo>
                  <a:lnTo>
                    <a:pt x="1084402" y="7077"/>
                  </a:lnTo>
                  <a:lnTo>
                    <a:pt x="1076544" y="7110"/>
                  </a:lnTo>
                  <a:lnTo>
                    <a:pt x="1068686" y="7141"/>
                  </a:lnTo>
                  <a:lnTo>
                    <a:pt x="1060828" y="7172"/>
                  </a:lnTo>
                  <a:lnTo>
                    <a:pt x="1052970" y="7266"/>
                  </a:lnTo>
                  <a:lnTo>
                    <a:pt x="1045112" y="7350"/>
                  </a:lnTo>
                  <a:lnTo>
                    <a:pt x="1037254" y="7435"/>
                  </a:lnTo>
                  <a:lnTo>
                    <a:pt x="1029397" y="7520"/>
                  </a:lnTo>
                  <a:lnTo>
                    <a:pt x="1021539" y="7598"/>
                  </a:lnTo>
                  <a:lnTo>
                    <a:pt x="1013681" y="7575"/>
                  </a:lnTo>
                  <a:lnTo>
                    <a:pt x="1005823" y="7746"/>
                  </a:lnTo>
                  <a:lnTo>
                    <a:pt x="997965" y="7872"/>
                  </a:lnTo>
                  <a:lnTo>
                    <a:pt x="990107" y="7960"/>
                  </a:lnTo>
                  <a:lnTo>
                    <a:pt x="982249" y="8046"/>
                  </a:lnTo>
                  <a:lnTo>
                    <a:pt x="974391" y="8132"/>
                  </a:lnTo>
                  <a:lnTo>
                    <a:pt x="966533" y="8340"/>
                  </a:lnTo>
                  <a:lnTo>
                    <a:pt x="958675" y="8417"/>
                  </a:lnTo>
                  <a:lnTo>
                    <a:pt x="950817" y="8474"/>
                  </a:lnTo>
                  <a:lnTo>
                    <a:pt x="942959" y="8545"/>
                  </a:lnTo>
                  <a:lnTo>
                    <a:pt x="935101" y="8593"/>
                  </a:lnTo>
                  <a:lnTo>
                    <a:pt x="927243" y="8644"/>
                  </a:lnTo>
                  <a:lnTo>
                    <a:pt x="919385" y="8691"/>
                  </a:lnTo>
                  <a:lnTo>
                    <a:pt x="911527" y="8734"/>
                  </a:lnTo>
                  <a:lnTo>
                    <a:pt x="903669" y="8865"/>
                  </a:lnTo>
                  <a:lnTo>
                    <a:pt x="895811" y="8929"/>
                  </a:lnTo>
                  <a:lnTo>
                    <a:pt x="887953" y="8993"/>
                  </a:lnTo>
                  <a:lnTo>
                    <a:pt x="880095" y="9107"/>
                  </a:lnTo>
                  <a:lnTo>
                    <a:pt x="872237" y="9218"/>
                  </a:lnTo>
                  <a:lnTo>
                    <a:pt x="864379" y="9319"/>
                  </a:lnTo>
                  <a:lnTo>
                    <a:pt x="856521" y="9404"/>
                  </a:lnTo>
                  <a:lnTo>
                    <a:pt x="848663" y="9489"/>
                  </a:lnTo>
                  <a:lnTo>
                    <a:pt x="840805" y="9627"/>
                  </a:lnTo>
                  <a:lnTo>
                    <a:pt x="832947" y="9656"/>
                  </a:lnTo>
                  <a:lnTo>
                    <a:pt x="825089" y="9795"/>
                  </a:lnTo>
                  <a:lnTo>
                    <a:pt x="817231" y="10025"/>
                  </a:lnTo>
                  <a:lnTo>
                    <a:pt x="809373" y="10165"/>
                  </a:lnTo>
                  <a:lnTo>
                    <a:pt x="801515" y="10482"/>
                  </a:lnTo>
                  <a:lnTo>
                    <a:pt x="793657" y="10711"/>
                  </a:lnTo>
                  <a:lnTo>
                    <a:pt x="785799" y="10936"/>
                  </a:lnTo>
                  <a:lnTo>
                    <a:pt x="777941" y="11046"/>
                  </a:lnTo>
                  <a:lnTo>
                    <a:pt x="770083" y="11011"/>
                  </a:lnTo>
                  <a:lnTo>
                    <a:pt x="762225" y="10974"/>
                  </a:lnTo>
                  <a:lnTo>
                    <a:pt x="754367" y="11059"/>
                  </a:lnTo>
                  <a:lnTo>
                    <a:pt x="746509" y="11199"/>
                  </a:lnTo>
                  <a:lnTo>
                    <a:pt x="738651" y="11549"/>
                  </a:lnTo>
                  <a:lnTo>
                    <a:pt x="730793" y="11669"/>
                  </a:lnTo>
                  <a:lnTo>
                    <a:pt x="722935" y="11710"/>
                  </a:lnTo>
                  <a:lnTo>
                    <a:pt x="715077" y="11842"/>
                  </a:lnTo>
                  <a:lnTo>
                    <a:pt x="707219" y="12142"/>
                  </a:lnTo>
                  <a:lnTo>
                    <a:pt x="699361" y="12252"/>
                  </a:lnTo>
                  <a:lnTo>
                    <a:pt x="691503" y="12311"/>
                  </a:lnTo>
                  <a:lnTo>
                    <a:pt x="683645" y="12344"/>
                  </a:lnTo>
                  <a:lnTo>
                    <a:pt x="675787" y="12474"/>
                  </a:lnTo>
                  <a:lnTo>
                    <a:pt x="667929" y="12612"/>
                  </a:lnTo>
                  <a:lnTo>
                    <a:pt x="660071" y="12727"/>
                  </a:lnTo>
                  <a:lnTo>
                    <a:pt x="652213" y="12912"/>
                  </a:lnTo>
                  <a:lnTo>
                    <a:pt x="644355" y="13104"/>
                  </a:lnTo>
                  <a:lnTo>
                    <a:pt x="636497" y="13292"/>
                  </a:lnTo>
                  <a:lnTo>
                    <a:pt x="628639" y="13481"/>
                  </a:lnTo>
                  <a:lnTo>
                    <a:pt x="620781" y="13642"/>
                  </a:lnTo>
                  <a:lnTo>
                    <a:pt x="612923" y="13784"/>
                  </a:lnTo>
                  <a:lnTo>
                    <a:pt x="605065" y="13960"/>
                  </a:lnTo>
                  <a:lnTo>
                    <a:pt x="597207" y="14077"/>
                  </a:lnTo>
                  <a:lnTo>
                    <a:pt x="589349" y="14187"/>
                  </a:lnTo>
                  <a:lnTo>
                    <a:pt x="581491" y="14287"/>
                  </a:lnTo>
                  <a:lnTo>
                    <a:pt x="573633" y="14476"/>
                  </a:lnTo>
                  <a:lnTo>
                    <a:pt x="565775" y="14649"/>
                  </a:lnTo>
                  <a:lnTo>
                    <a:pt x="557917" y="14821"/>
                  </a:lnTo>
                  <a:lnTo>
                    <a:pt x="550059" y="14885"/>
                  </a:lnTo>
                  <a:lnTo>
                    <a:pt x="542201" y="15133"/>
                  </a:lnTo>
                  <a:lnTo>
                    <a:pt x="534343" y="15311"/>
                  </a:lnTo>
                  <a:lnTo>
                    <a:pt x="526485" y="15518"/>
                  </a:lnTo>
                  <a:lnTo>
                    <a:pt x="518627" y="15725"/>
                  </a:lnTo>
                  <a:lnTo>
                    <a:pt x="510769" y="15931"/>
                  </a:lnTo>
                  <a:lnTo>
                    <a:pt x="502911" y="16134"/>
                  </a:lnTo>
                  <a:lnTo>
                    <a:pt x="495053" y="16401"/>
                  </a:lnTo>
                  <a:lnTo>
                    <a:pt x="487195" y="16688"/>
                  </a:lnTo>
                  <a:lnTo>
                    <a:pt x="479337" y="16860"/>
                  </a:lnTo>
                  <a:lnTo>
                    <a:pt x="471479" y="17231"/>
                  </a:lnTo>
                  <a:lnTo>
                    <a:pt x="463621" y="17365"/>
                  </a:lnTo>
                  <a:lnTo>
                    <a:pt x="455763" y="17442"/>
                  </a:lnTo>
                  <a:lnTo>
                    <a:pt x="447905" y="17526"/>
                  </a:lnTo>
                  <a:lnTo>
                    <a:pt x="440047" y="17733"/>
                  </a:lnTo>
                  <a:lnTo>
                    <a:pt x="432189" y="17994"/>
                  </a:lnTo>
                  <a:lnTo>
                    <a:pt x="424331" y="18173"/>
                  </a:lnTo>
                  <a:lnTo>
                    <a:pt x="416473" y="18399"/>
                  </a:lnTo>
                  <a:lnTo>
                    <a:pt x="408615" y="18607"/>
                  </a:lnTo>
                  <a:lnTo>
                    <a:pt x="400757" y="18989"/>
                  </a:lnTo>
                  <a:lnTo>
                    <a:pt x="392899" y="19229"/>
                  </a:lnTo>
                  <a:lnTo>
                    <a:pt x="385041" y="19367"/>
                  </a:lnTo>
                  <a:lnTo>
                    <a:pt x="377183" y="19472"/>
                  </a:lnTo>
                  <a:lnTo>
                    <a:pt x="369325" y="19590"/>
                  </a:lnTo>
                  <a:lnTo>
                    <a:pt x="361467" y="19734"/>
                  </a:lnTo>
                  <a:lnTo>
                    <a:pt x="353609" y="19966"/>
                  </a:lnTo>
                  <a:lnTo>
                    <a:pt x="345751" y="20125"/>
                  </a:lnTo>
                  <a:lnTo>
                    <a:pt x="337893" y="20310"/>
                  </a:lnTo>
                  <a:lnTo>
                    <a:pt x="330035" y="20453"/>
                  </a:lnTo>
                  <a:lnTo>
                    <a:pt x="322177" y="20681"/>
                  </a:lnTo>
                  <a:lnTo>
                    <a:pt x="314319" y="20819"/>
                  </a:lnTo>
                  <a:lnTo>
                    <a:pt x="306461" y="21116"/>
                  </a:lnTo>
                  <a:lnTo>
                    <a:pt x="298603" y="21374"/>
                  </a:lnTo>
                  <a:lnTo>
                    <a:pt x="290745" y="21504"/>
                  </a:lnTo>
                  <a:lnTo>
                    <a:pt x="282887" y="21690"/>
                  </a:lnTo>
                  <a:lnTo>
                    <a:pt x="275029" y="21912"/>
                  </a:lnTo>
                  <a:lnTo>
                    <a:pt x="267171" y="22101"/>
                  </a:lnTo>
                  <a:lnTo>
                    <a:pt x="259313" y="22394"/>
                  </a:lnTo>
                  <a:lnTo>
                    <a:pt x="251455" y="22563"/>
                  </a:lnTo>
                  <a:lnTo>
                    <a:pt x="243597" y="22793"/>
                  </a:lnTo>
                  <a:lnTo>
                    <a:pt x="235739" y="23043"/>
                  </a:lnTo>
                  <a:lnTo>
                    <a:pt x="227881" y="23247"/>
                  </a:lnTo>
                  <a:lnTo>
                    <a:pt x="220023" y="23410"/>
                  </a:lnTo>
                  <a:lnTo>
                    <a:pt x="212165" y="23620"/>
                  </a:lnTo>
                  <a:lnTo>
                    <a:pt x="204307" y="23828"/>
                  </a:lnTo>
                  <a:lnTo>
                    <a:pt x="196449" y="24032"/>
                  </a:lnTo>
                  <a:lnTo>
                    <a:pt x="188591" y="24221"/>
                  </a:lnTo>
                  <a:lnTo>
                    <a:pt x="180733" y="24437"/>
                  </a:lnTo>
                  <a:lnTo>
                    <a:pt x="172875" y="24637"/>
                  </a:lnTo>
                  <a:lnTo>
                    <a:pt x="165017" y="24834"/>
                  </a:lnTo>
                  <a:lnTo>
                    <a:pt x="157159" y="25028"/>
                  </a:lnTo>
                  <a:lnTo>
                    <a:pt x="149301" y="25220"/>
                  </a:lnTo>
                  <a:lnTo>
                    <a:pt x="141443" y="25410"/>
                  </a:lnTo>
                  <a:lnTo>
                    <a:pt x="133585" y="25597"/>
                  </a:lnTo>
                  <a:lnTo>
                    <a:pt x="125727" y="25781"/>
                  </a:lnTo>
                  <a:lnTo>
                    <a:pt x="117869" y="25796"/>
                  </a:lnTo>
                  <a:lnTo>
                    <a:pt x="110011" y="25815"/>
                  </a:lnTo>
                  <a:lnTo>
                    <a:pt x="102153" y="26009"/>
                  </a:lnTo>
                  <a:lnTo>
                    <a:pt x="94295" y="26207"/>
                  </a:lnTo>
                  <a:lnTo>
                    <a:pt x="86437" y="26415"/>
                  </a:lnTo>
                  <a:lnTo>
                    <a:pt x="78579" y="26602"/>
                  </a:lnTo>
                  <a:lnTo>
                    <a:pt x="70721" y="26720"/>
                  </a:lnTo>
                  <a:lnTo>
                    <a:pt x="62863" y="26898"/>
                  </a:lnTo>
                  <a:lnTo>
                    <a:pt x="55005" y="27162"/>
                  </a:lnTo>
                  <a:lnTo>
                    <a:pt x="47147" y="27429"/>
                  </a:lnTo>
                  <a:lnTo>
                    <a:pt x="39289" y="27626"/>
                  </a:lnTo>
                  <a:lnTo>
                    <a:pt x="31431" y="27820"/>
                  </a:lnTo>
                  <a:lnTo>
                    <a:pt x="23573" y="28003"/>
                  </a:lnTo>
                  <a:lnTo>
                    <a:pt x="15715" y="28091"/>
                  </a:lnTo>
                  <a:lnTo>
                    <a:pt x="7857" y="28180"/>
                  </a:lnTo>
                  <a:lnTo>
                    <a:pt x="0" y="283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1186414" y="4836493"/>
              <a:ext cx="2035220" cy="57274"/>
            </a:xfrm>
            <a:custGeom>
              <a:avLst/>
              <a:pathLst>
                <a:path w="2035220" h="57274">
                  <a:moveTo>
                    <a:pt x="0" y="0"/>
                  </a:moveTo>
                  <a:lnTo>
                    <a:pt x="7857" y="439"/>
                  </a:lnTo>
                  <a:lnTo>
                    <a:pt x="15715" y="927"/>
                  </a:lnTo>
                  <a:lnTo>
                    <a:pt x="23573" y="1404"/>
                  </a:lnTo>
                  <a:lnTo>
                    <a:pt x="31431" y="1879"/>
                  </a:lnTo>
                  <a:lnTo>
                    <a:pt x="39289" y="2296"/>
                  </a:lnTo>
                  <a:lnTo>
                    <a:pt x="47147" y="2714"/>
                  </a:lnTo>
                  <a:lnTo>
                    <a:pt x="55005" y="3072"/>
                  </a:lnTo>
                  <a:lnTo>
                    <a:pt x="62863" y="3462"/>
                  </a:lnTo>
                  <a:lnTo>
                    <a:pt x="70721" y="3849"/>
                  </a:lnTo>
                  <a:lnTo>
                    <a:pt x="78579" y="4246"/>
                  </a:lnTo>
                  <a:lnTo>
                    <a:pt x="86437" y="4604"/>
                  </a:lnTo>
                  <a:lnTo>
                    <a:pt x="94295" y="4955"/>
                  </a:lnTo>
                  <a:lnTo>
                    <a:pt x="102153" y="5310"/>
                  </a:lnTo>
                  <a:lnTo>
                    <a:pt x="110011" y="5721"/>
                  </a:lnTo>
                  <a:lnTo>
                    <a:pt x="117869" y="6065"/>
                  </a:lnTo>
                  <a:lnTo>
                    <a:pt x="125727" y="6403"/>
                  </a:lnTo>
                  <a:lnTo>
                    <a:pt x="133585" y="6737"/>
                  </a:lnTo>
                  <a:lnTo>
                    <a:pt x="141443" y="7021"/>
                  </a:lnTo>
                  <a:lnTo>
                    <a:pt x="149301" y="7356"/>
                  </a:lnTo>
                  <a:lnTo>
                    <a:pt x="157159" y="7657"/>
                  </a:lnTo>
                  <a:lnTo>
                    <a:pt x="165017" y="7964"/>
                  </a:lnTo>
                  <a:lnTo>
                    <a:pt x="172875" y="8187"/>
                  </a:lnTo>
                  <a:lnTo>
                    <a:pt x="180733" y="8408"/>
                  </a:lnTo>
                  <a:lnTo>
                    <a:pt x="188591" y="8629"/>
                  </a:lnTo>
                  <a:lnTo>
                    <a:pt x="196449" y="8843"/>
                  </a:lnTo>
                  <a:lnTo>
                    <a:pt x="204307" y="9083"/>
                  </a:lnTo>
                  <a:lnTo>
                    <a:pt x="212165" y="9419"/>
                  </a:lnTo>
                  <a:lnTo>
                    <a:pt x="220023" y="9663"/>
                  </a:lnTo>
                  <a:lnTo>
                    <a:pt x="227881" y="9925"/>
                  </a:lnTo>
                  <a:lnTo>
                    <a:pt x="235739" y="10149"/>
                  </a:lnTo>
                  <a:lnTo>
                    <a:pt x="243597" y="10353"/>
                  </a:lnTo>
                  <a:lnTo>
                    <a:pt x="251455" y="10542"/>
                  </a:lnTo>
                  <a:lnTo>
                    <a:pt x="259313" y="10699"/>
                  </a:lnTo>
                  <a:lnTo>
                    <a:pt x="267171" y="10884"/>
                  </a:lnTo>
                  <a:lnTo>
                    <a:pt x="275029" y="11082"/>
                  </a:lnTo>
                  <a:lnTo>
                    <a:pt x="282887" y="11249"/>
                  </a:lnTo>
                  <a:lnTo>
                    <a:pt x="290745" y="11444"/>
                  </a:lnTo>
                  <a:lnTo>
                    <a:pt x="298603" y="11637"/>
                  </a:lnTo>
                  <a:lnTo>
                    <a:pt x="306461" y="11810"/>
                  </a:lnTo>
                  <a:lnTo>
                    <a:pt x="314319" y="11958"/>
                  </a:lnTo>
                  <a:lnTo>
                    <a:pt x="322177" y="12095"/>
                  </a:lnTo>
                  <a:lnTo>
                    <a:pt x="330035" y="12204"/>
                  </a:lnTo>
                  <a:lnTo>
                    <a:pt x="337893" y="12357"/>
                  </a:lnTo>
                  <a:lnTo>
                    <a:pt x="345751" y="12527"/>
                  </a:lnTo>
                  <a:lnTo>
                    <a:pt x="353609" y="12689"/>
                  </a:lnTo>
                  <a:lnTo>
                    <a:pt x="361467" y="12850"/>
                  </a:lnTo>
                  <a:lnTo>
                    <a:pt x="369325" y="13060"/>
                  </a:lnTo>
                  <a:lnTo>
                    <a:pt x="377183" y="13252"/>
                  </a:lnTo>
                  <a:lnTo>
                    <a:pt x="385041" y="13357"/>
                  </a:lnTo>
                  <a:lnTo>
                    <a:pt x="392899" y="13486"/>
                  </a:lnTo>
                  <a:lnTo>
                    <a:pt x="400757" y="13662"/>
                  </a:lnTo>
                  <a:lnTo>
                    <a:pt x="408615" y="13838"/>
                  </a:lnTo>
                  <a:lnTo>
                    <a:pt x="416473" y="13921"/>
                  </a:lnTo>
                  <a:lnTo>
                    <a:pt x="424331" y="14037"/>
                  </a:lnTo>
                  <a:lnTo>
                    <a:pt x="432189" y="14214"/>
                  </a:lnTo>
                  <a:lnTo>
                    <a:pt x="440047" y="14350"/>
                  </a:lnTo>
                  <a:lnTo>
                    <a:pt x="447905" y="14398"/>
                  </a:lnTo>
                  <a:lnTo>
                    <a:pt x="455763" y="14501"/>
                  </a:lnTo>
                  <a:lnTo>
                    <a:pt x="463621" y="14573"/>
                  </a:lnTo>
                  <a:lnTo>
                    <a:pt x="471479" y="14639"/>
                  </a:lnTo>
                  <a:lnTo>
                    <a:pt x="479337" y="14716"/>
                  </a:lnTo>
                  <a:lnTo>
                    <a:pt x="487195" y="14822"/>
                  </a:lnTo>
                  <a:lnTo>
                    <a:pt x="495053" y="14927"/>
                  </a:lnTo>
                  <a:lnTo>
                    <a:pt x="502911" y="15047"/>
                  </a:lnTo>
                  <a:lnTo>
                    <a:pt x="510769" y="15192"/>
                  </a:lnTo>
                  <a:lnTo>
                    <a:pt x="518627" y="15285"/>
                  </a:lnTo>
                  <a:lnTo>
                    <a:pt x="526485" y="15392"/>
                  </a:lnTo>
                  <a:lnTo>
                    <a:pt x="534343" y="15448"/>
                  </a:lnTo>
                  <a:lnTo>
                    <a:pt x="542201" y="15549"/>
                  </a:lnTo>
                  <a:lnTo>
                    <a:pt x="550059" y="15648"/>
                  </a:lnTo>
                  <a:lnTo>
                    <a:pt x="557917" y="15768"/>
                  </a:lnTo>
                  <a:lnTo>
                    <a:pt x="565775" y="15829"/>
                  </a:lnTo>
                  <a:lnTo>
                    <a:pt x="573633" y="15885"/>
                  </a:lnTo>
                  <a:lnTo>
                    <a:pt x="581491" y="15950"/>
                  </a:lnTo>
                  <a:lnTo>
                    <a:pt x="589349" y="16048"/>
                  </a:lnTo>
                  <a:lnTo>
                    <a:pt x="597207" y="16114"/>
                  </a:lnTo>
                  <a:lnTo>
                    <a:pt x="605065" y="16166"/>
                  </a:lnTo>
                  <a:lnTo>
                    <a:pt x="612923" y="16244"/>
                  </a:lnTo>
                  <a:lnTo>
                    <a:pt x="620781" y="16309"/>
                  </a:lnTo>
                  <a:lnTo>
                    <a:pt x="628639" y="16373"/>
                  </a:lnTo>
                  <a:lnTo>
                    <a:pt x="636497" y="16436"/>
                  </a:lnTo>
                  <a:lnTo>
                    <a:pt x="644355" y="16519"/>
                  </a:lnTo>
                  <a:lnTo>
                    <a:pt x="652213" y="16591"/>
                  </a:lnTo>
                  <a:lnTo>
                    <a:pt x="660071" y="16649"/>
                  </a:lnTo>
                  <a:lnTo>
                    <a:pt x="667929" y="16726"/>
                  </a:lnTo>
                  <a:lnTo>
                    <a:pt x="675787" y="16804"/>
                  </a:lnTo>
                  <a:lnTo>
                    <a:pt x="683645" y="16880"/>
                  </a:lnTo>
                  <a:lnTo>
                    <a:pt x="691503" y="16955"/>
                  </a:lnTo>
                  <a:lnTo>
                    <a:pt x="699361" y="17030"/>
                  </a:lnTo>
                  <a:lnTo>
                    <a:pt x="707219" y="17073"/>
                  </a:lnTo>
                  <a:lnTo>
                    <a:pt x="715077" y="17150"/>
                  </a:lnTo>
                  <a:lnTo>
                    <a:pt x="722935" y="17211"/>
                  </a:lnTo>
                  <a:lnTo>
                    <a:pt x="730793" y="17265"/>
                  </a:lnTo>
                  <a:lnTo>
                    <a:pt x="738651" y="17338"/>
                  </a:lnTo>
                  <a:lnTo>
                    <a:pt x="746509" y="17391"/>
                  </a:lnTo>
                  <a:lnTo>
                    <a:pt x="754367" y="17452"/>
                  </a:lnTo>
                  <a:lnTo>
                    <a:pt x="762225" y="17502"/>
                  </a:lnTo>
                  <a:lnTo>
                    <a:pt x="770083" y="17501"/>
                  </a:lnTo>
                  <a:lnTo>
                    <a:pt x="777941" y="17633"/>
                  </a:lnTo>
                  <a:lnTo>
                    <a:pt x="785799" y="17655"/>
                  </a:lnTo>
                  <a:lnTo>
                    <a:pt x="793657" y="17672"/>
                  </a:lnTo>
                  <a:lnTo>
                    <a:pt x="801515" y="17689"/>
                  </a:lnTo>
                  <a:lnTo>
                    <a:pt x="809373" y="17706"/>
                  </a:lnTo>
                  <a:lnTo>
                    <a:pt x="817231" y="17740"/>
                  </a:lnTo>
                  <a:lnTo>
                    <a:pt x="825089" y="17807"/>
                  </a:lnTo>
                  <a:lnTo>
                    <a:pt x="832947" y="17874"/>
                  </a:lnTo>
                  <a:lnTo>
                    <a:pt x="840805" y="17941"/>
                  </a:lnTo>
                  <a:lnTo>
                    <a:pt x="848663" y="18008"/>
                  </a:lnTo>
                  <a:lnTo>
                    <a:pt x="856521" y="18081"/>
                  </a:lnTo>
                  <a:lnTo>
                    <a:pt x="864379" y="18186"/>
                  </a:lnTo>
                  <a:lnTo>
                    <a:pt x="872237" y="18291"/>
                  </a:lnTo>
                  <a:lnTo>
                    <a:pt x="880095" y="18359"/>
                  </a:lnTo>
                  <a:lnTo>
                    <a:pt x="887953" y="18397"/>
                  </a:lnTo>
                  <a:lnTo>
                    <a:pt x="895811" y="18435"/>
                  </a:lnTo>
                  <a:lnTo>
                    <a:pt x="903669" y="18473"/>
                  </a:lnTo>
                  <a:lnTo>
                    <a:pt x="911527" y="18527"/>
                  </a:lnTo>
                  <a:lnTo>
                    <a:pt x="919385" y="18546"/>
                  </a:lnTo>
                  <a:lnTo>
                    <a:pt x="927243" y="18584"/>
                  </a:lnTo>
                  <a:lnTo>
                    <a:pt x="935101" y="18636"/>
                  </a:lnTo>
                  <a:lnTo>
                    <a:pt x="942959" y="18694"/>
                  </a:lnTo>
                  <a:lnTo>
                    <a:pt x="950817" y="18733"/>
                  </a:lnTo>
                  <a:lnTo>
                    <a:pt x="958675" y="18787"/>
                  </a:lnTo>
                  <a:lnTo>
                    <a:pt x="966533" y="18847"/>
                  </a:lnTo>
                  <a:lnTo>
                    <a:pt x="974391" y="18906"/>
                  </a:lnTo>
                  <a:lnTo>
                    <a:pt x="982249" y="18965"/>
                  </a:lnTo>
                  <a:lnTo>
                    <a:pt x="990107" y="18998"/>
                  </a:lnTo>
                  <a:lnTo>
                    <a:pt x="997965" y="19035"/>
                  </a:lnTo>
                  <a:lnTo>
                    <a:pt x="1005823" y="19094"/>
                  </a:lnTo>
                  <a:lnTo>
                    <a:pt x="1013681" y="19152"/>
                  </a:lnTo>
                  <a:lnTo>
                    <a:pt x="1021539" y="19211"/>
                  </a:lnTo>
                  <a:lnTo>
                    <a:pt x="1029397" y="19269"/>
                  </a:lnTo>
                  <a:lnTo>
                    <a:pt x="1037254" y="19328"/>
                  </a:lnTo>
                  <a:lnTo>
                    <a:pt x="1045112" y="19384"/>
                  </a:lnTo>
                  <a:lnTo>
                    <a:pt x="1052970" y="19440"/>
                  </a:lnTo>
                  <a:lnTo>
                    <a:pt x="1060828" y="19490"/>
                  </a:lnTo>
                  <a:lnTo>
                    <a:pt x="1068686" y="19529"/>
                  </a:lnTo>
                  <a:lnTo>
                    <a:pt x="1076544" y="19568"/>
                  </a:lnTo>
                  <a:lnTo>
                    <a:pt x="1084402" y="19607"/>
                  </a:lnTo>
                  <a:lnTo>
                    <a:pt x="1092260" y="19646"/>
                  </a:lnTo>
                  <a:lnTo>
                    <a:pt x="1100118" y="19685"/>
                  </a:lnTo>
                  <a:lnTo>
                    <a:pt x="1107976" y="19724"/>
                  </a:lnTo>
                  <a:lnTo>
                    <a:pt x="1115834" y="19763"/>
                  </a:lnTo>
                  <a:lnTo>
                    <a:pt x="1123692" y="19802"/>
                  </a:lnTo>
                  <a:lnTo>
                    <a:pt x="1131550" y="19840"/>
                  </a:lnTo>
                  <a:lnTo>
                    <a:pt x="1139408" y="19879"/>
                  </a:lnTo>
                  <a:lnTo>
                    <a:pt x="1147266" y="19917"/>
                  </a:lnTo>
                  <a:lnTo>
                    <a:pt x="1155124" y="19956"/>
                  </a:lnTo>
                  <a:lnTo>
                    <a:pt x="1162982" y="19975"/>
                  </a:lnTo>
                  <a:lnTo>
                    <a:pt x="1170840" y="19986"/>
                  </a:lnTo>
                  <a:lnTo>
                    <a:pt x="1178698" y="20020"/>
                  </a:lnTo>
                  <a:lnTo>
                    <a:pt x="1186556" y="20068"/>
                  </a:lnTo>
                  <a:lnTo>
                    <a:pt x="1194414" y="20117"/>
                  </a:lnTo>
                  <a:lnTo>
                    <a:pt x="1202272" y="20163"/>
                  </a:lnTo>
                  <a:lnTo>
                    <a:pt x="1210130" y="20195"/>
                  </a:lnTo>
                  <a:lnTo>
                    <a:pt x="1217988" y="20227"/>
                  </a:lnTo>
                  <a:lnTo>
                    <a:pt x="1225846" y="20260"/>
                  </a:lnTo>
                  <a:lnTo>
                    <a:pt x="1233704" y="20292"/>
                  </a:lnTo>
                  <a:lnTo>
                    <a:pt x="1241562" y="20325"/>
                  </a:lnTo>
                  <a:lnTo>
                    <a:pt x="1249420" y="20357"/>
                  </a:lnTo>
                  <a:lnTo>
                    <a:pt x="1257278" y="20390"/>
                  </a:lnTo>
                  <a:lnTo>
                    <a:pt x="1265136" y="20422"/>
                  </a:lnTo>
                  <a:lnTo>
                    <a:pt x="1272994" y="20454"/>
                  </a:lnTo>
                  <a:lnTo>
                    <a:pt x="1280852" y="20486"/>
                  </a:lnTo>
                  <a:lnTo>
                    <a:pt x="1288710" y="20519"/>
                  </a:lnTo>
                  <a:lnTo>
                    <a:pt x="1296568" y="20551"/>
                  </a:lnTo>
                  <a:lnTo>
                    <a:pt x="1304426" y="20583"/>
                  </a:lnTo>
                  <a:lnTo>
                    <a:pt x="1312284" y="20614"/>
                  </a:lnTo>
                  <a:lnTo>
                    <a:pt x="1320142" y="20646"/>
                  </a:lnTo>
                  <a:lnTo>
                    <a:pt x="1328000" y="20678"/>
                  </a:lnTo>
                  <a:lnTo>
                    <a:pt x="1335858" y="20710"/>
                  </a:lnTo>
                  <a:lnTo>
                    <a:pt x="1343716" y="20736"/>
                  </a:lnTo>
                  <a:lnTo>
                    <a:pt x="1351574" y="20718"/>
                  </a:lnTo>
                  <a:lnTo>
                    <a:pt x="1359432" y="20753"/>
                  </a:lnTo>
                  <a:lnTo>
                    <a:pt x="1367290" y="20790"/>
                  </a:lnTo>
                  <a:lnTo>
                    <a:pt x="1375148" y="20827"/>
                  </a:lnTo>
                  <a:lnTo>
                    <a:pt x="1383006" y="20862"/>
                  </a:lnTo>
                  <a:lnTo>
                    <a:pt x="1390864" y="20897"/>
                  </a:lnTo>
                  <a:lnTo>
                    <a:pt x="1398722" y="20932"/>
                  </a:lnTo>
                  <a:lnTo>
                    <a:pt x="1406580" y="20966"/>
                  </a:lnTo>
                  <a:lnTo>
                    <a:pt x="1414438" y="21001"/>
                  </a:lnTo>
                  <a:lnTo>
                    <a:pt x="1422296" y="21036"/>
                  </a:lnTo>
                  <a:lnTo>
                    <a:pt x="1430154" y="21070"/>
                  </a:lnTo>
                  <a:lnTo>
                    <a:pt x="1438012" y="21104"/>
                  </a:lnTo>
                  <a:lnTo>
                    <a:pt x="1445870" y="21138"/>
                  </a:lnTo>
                  <a:lnTo>
                    <a:pt x="1453728" y="21172"/>
                  </a:lnTo>
                  <a:lnTo>
                    <a:pt x="1461586" y="21204"/>
                  </a:lnTo>
                  <a:lnTo>
                    <a:pt x="1469444" y="21235"/>
                  </a:lnTo>
                  <a:lnTo>
                    <a:pt x="1477302" y="21265"/>
                  </a:lnTo>
                  <a:lnTo>
                    <a:pt x="1485160" y="21296"/>
                  </a:lnTo>
                  <a:lnTo>
                    <a:pt x="1493018" y="21326"/>
                  </a:lnTo>
                  <a:lnTo>
                    <a:pt x="1500876" y="21357"/>
                  </a:lnTo>
                  <a:lnTo>
                    <a:pt x="1508734" y="21387"/>
                  </a:lnTo>
                  <a:lnTo>
                    <a:pt x="1516592" y="21417"/>
                  </a:lnTo>
                  <a:lnTo>
                    <a:pt x="1524450" y="21447"/>
                  </a:lnTo>
                  <a:lnTo>
                    <a:pt x="1532308" y="21477"/>
                  </a:lnTo>
                  <a:lnTo>
                    <a:pt x="1540166" y="21506"/>
                  </a:lnTo>
                  <a:lnTo>
                    <a:pt x="1548024" y="21531"/>
                  </a:lnTo>
                  <a:lnTo>
                    <a:pt x="1555882" y="21555"/>
                  </a:lnTo>
                  <a:lnTo>
                    <a:pt x="1563740" y="21579"/>
                  </a:lnTo>
                  <a:lnTo>
                    <a:pt x="1571598" y="21603"/>
                  </a:lnTo>
                  <a:lnTo>
                    <a:pt x="1579456" y="21627"/>
                  </a:lnTo>
                  <a:lnTo>
                    <a:pt x="1587314" y="21651"/>
                  </a:lnTo>
                  <a:lnTo>
                    <a:pt x="1595172" y="21674"/>
                  </a:lnTo>
                  <a:lnTo>
                    <a:pt x="1603030" y="21697"/>
                  </a:lnTo>
                  <a:lnTo>
                    <a:pt x="1610888" y="21721"/>
                  </a:lnTo>
                  <a:lnTo>
                    <a:pt x="1618746" y="21744"/>
                  </a:lnTo>
                  <a:lnTo>
                    <a:pt x="1626604" y="21766"/>
                  </a:lnTo>
                  <a:lnTo>
                    <a:pt x="1634462" y="21789"/>
                  </a:lnTo>
                  <a:lnTo>
                    <a:pt x="1642320" y="21815"/>
                  </a:lnTo>
                  <a:lnTo>
                    <a:pt x="1650178" y="21843"/>
                  </a:lnTo>
                  <a:lnTo>
                    <a:pt x="1658036" y="21872"/>
                  </a:lnTo>
                  <a:lnTo>
                    <a:pt x="1665894" y="21900"/>
                  </a:lnTo>
                  <a:lnTo>
                    <a:pt x="1673752" y="21928"/>
                  </a:lnTo>
                  <a:lnTo>
                    <a:pt x="1681610" y="21939"/>
                  </a:lnTo>
                  <a:lnTo>
                    <a:pt x="1689468" y="21951"/>
                  </a:lnTo>
                  <a:lnTo>
                    <a:pt x="1697326" y="21963"/>
                  </a:lnTo>
                  <a:lnTo>
                    <a:pt x="1705184" y="21985"/>
                  </a:lnTo>
                  <a:lnTo>
                    <a:pt x="1713042" y="22014"/>
                  </a:lnTo>
                  <a:lnTo>
                    <a:pt x="1720900" y="22043"/>
                  </a:lnTo>
                  <a:lnTo>
                    <a:pt x="1728758" y="22073"/>
                  </a:lnTo>
                  <a:lnTo>
                    <a:pt x="1736616" y="22102"/>
                  </a:lnTo>
                  <a:lnTo>
                    <a:pt x="1744474" y="22101"/>
                  </a:lnTo>
                  <a:lnTo>
                    <a:pt x="1752332" y="22108"/>
                  </a:lnTo>
                  <a:lnTo>
                    <a:pt x="1760190" y="22127"/>
                  </a:lnTo>
                  <a:lnTo>
                    <a:pt x="1768048" y="22147"/>
                  </a:lnTo>
                  <a:lnTo>
                    <a:pt x="1775906" y="22167"/>
                  </a:lnTo>
                  <a:lnTo>
                    <a:pt x="1783764" y="22187"/>
                  </a:lnTo>
                  <a:lnTo>
                    <a:pt x="1791622" y="22214"/>
                  </a:lnTo>
                  <a:lnTo>
                    <a:pt x="1799480" y="22256"/>
                  </a:lnTo>
                  <a:lnTo>
                    <a:pt x="1807338" y="22298"/>
                  </a:lnTo>
                  <a:lnTo>
                    <a:pt x="1815196" y="22339"/>
                  </a:lnTo>
                  <a:lnTo>
                    <a:pt x="1823054" y="22381"/>
                  </a:lnTo>
                  <a:lnTo>
                    <a:pt x="1830912" y="22422"/>
                  </a:lnTo>
                  <a:lnTo>
                    <a:pt x="1838770" y="22463"/>
                  </a:lnTo>
                  <a:lnTo>
                    <a:pt x="1846628" y="22496"/>
                  </a:lnTo>
                  <a:lnTo>
                    <a:pt x="1854486" y="22512"/>
                  </a:lnTo>
                  <a:lnTo>
                    <a:pt x="1862344" y="22527"/>
                  </a:lnTo>
                  <a:lnTo>
                    <a:pt x="1870202" y="22541"/>
                  </a:lnTo>
                  <a:lnTo>
                    <a:pt x="1878060" y="22556"/>
                  </a:lnTo>
                  <a:lnTo>
                    <a:pt x="1885918" y="22570"/>
                  </a:lnTo>
                  <a:lnTo>
                    <a:pt x="1893776" y="22585"/>
                  </a:lnTo>
                  <a:lnTo>
                    <a:pt x="1901634" y="22599"/>
                  </a:lnTo>
                  <a:lnTo>
                    <a:pt x="1909492" y="22614"/>
                  </a:lnTo>
                  <a:lnTo>
                    <a:pt x="1917350" y="22628"/>
                  </a:lnTo>
                  <a:lnTo>
                    <a:pt x="1925208" y="22642"/>
                  </a:lnTo>
                  <a:lnTo>
                    <a:pt x="1933066" y="22667"/>
                  </a:lnTo>
                  <a:lnTo>
                    <a:pt x="1940924" y="22692"/>
                  </a:lnTo>
                  <a:lnTo>
                    <a:pt x="1948782" y="22718"/>
                  </a:lnTo>
                  <a:lnTo>
                    <a:pt x="1956640" y="22743"/>
                  </a:lnTo>
                  <a:lnTo>
                    <a:pt x="1964498" y="22768"/>
                  </a:lnTo>
                  <a:lnTo>
                    <a:pt x="1972356" y="22793"/>
                  </a:lnTo>
                  <a:lnTo>
                    <a:pt x="1980214" y="22818"/>
                  </a:lnTo>
                  <a:lnTo>
                    <a:pt x="1988072" y="22843"/>
                  </a:lnTo>
                  <a:lnTo>
                    <a:pt x="1995930" y="22867"/>
                  </a:lnTo>
                  <a:lnTo>
                    <a:pt x="2003788" y="22892"/>
                  </a:lnTo>
                  <a:lnTo>
                    <a:pt x="2011646" y="22909"/>
                  </a:lnTo>
                  <a:lnTo>
                    <a:pt x="2019504" y="22920"/>
                  </a:lnTo>
                  <a:lnTo>
                    <a:pt x="2027362" y="22931"/>
                  </a:lnTo>
                  <a:lnTo>
                    <a:pt x="2035220" y="22942"/>
                  </a:lnTo>
                  <a:lnTo>
                    <a:pt x="2035220" y="57274"/>
                  </a:lnTo>
                  <a:lnTo>
                    <a:pt x="2027362" y="57228"/>
                  </a:lnTo>
                  <a:lnTo>
                    <a:pt x="2019504" y="57191"/>
                  </a:lnTo>
                  <a:lnTo>
                    <a:pt x="2011646" y="57154"/>
                  </a:lnTo>
                  <a:lnTo>
                    <a:pt x="2003788" y="57116"/>
                  </a:lnTo>
                  <a:lnTo>
                    <a:pt x="1995930" y="57078"/>
                  </a:lnTo>
                  <a:lnTo>
                    <a:pt x="1988072" y="57039"/>
                  </a:lnTo>
                  <a:lnTo>
                    <a:pt x="1980214" y="57003"/>
                  </a:lnTo>
                  <a:lnTo>
                    <a:pt x="1972356" y="56972"/>
                  </a:lnTo>
                  <a:lnTo>
                    <a:pt x="1964498" y="56940"/>
                  </a:lnTo>
                  <a:lnTo>
                    <a:pt x="1956640" y="56909"/>
                  </a:lnTo>
                  <a:lnTo>
                    <a:pt x="1948782" y="56877"/>
                  </a:lnTo>
                  <a:lnTo>
                    <a:pt x="1940924" y="56846"/>
                  </a:lnTo>
                  <a:lnTo>
                    <a:pt x="1933066" y="56811"/>
                  </a:lnTo>
                  <a:lnTo>
                    <a:pt x="1925208" y="56770"/>
                  </a:lnTo>
                  <a:lnTo>
                    <a:pt x="1917350" y="56729"/>
                  </a:lnTo>
                  <a:lnTo>
                    <a:pt x="1909492" y="56688"/>
                  </a:lnTo>
                  <a:lnTo>
                    <a:pt x="1901634" y="56646"/>
                  </a:lnTo>
                  <a:lnTo>
                    <a:pt x="1893776" y="56604"/>
                  </a:lnTo>
                  <a:lnTo>
                    <a:pt x="1885918" y="56562"/>
                  </a:lnTo>
                  <a:lnTo>
                    <a:pt x="1878060" y="56519"/>
                  </a:lnTo>
                  <a:lnTo>
                    <a:pt x="1870202" y="56475"/>
                  </a:lnTo>
                  <a:lnTo>
                    <a:pt x="1862344" y="56431"/>
                  </a:lnTo>
                  <a:lnTo>
                    <a:pt x="1854486" y="56387"/>
                  </a:lnTo>
                  <a:lnTo>
                    <a:pt x="1846628" y="56342"/>
                  </a:lnTo>
                  <a:lnTo>
                    <a:pt x="1838770" y="56297"/>
                  </a:lnTo>
                  <a:lnTo>
                    <a:pt x="1830912" y="56248"/>
                  </a:lnTo>
                  <a:lnTo>
                    <a:pt x="1823054" y="56192"/>
                  </a:lnTo>
                  <a:lnTo>
                    <a:pt x="1815196" y="56134"/>
                  </a:lnTo>
                  <a:lnTo>
                    <a:pt x="1807338" y="56077"/>
                  </a:lnTo>
                  <a:lnTo>
                    <a:pt x="1799480" y="56020"/>
                  </a:lnTo>
                  <a:lnTo>
                    <a:pt x="1791622" y="55973"/>
                  </a:lnTo>
                  <a:lnTo>
                    <a:pt x="1783764" y="55925"/>
                  </a:lnTo>
                  <a:lnTo>
                    <a:pt x="1775906" y="55876"/>
                  </a:lnTo>
                  <a:lnTo>
                    <a:pt x="1768048" y="55811"/>
                  </a:lnTo>
                  <a:lnTo>
                    <a:pt x="1760190" y="55745"/>
                  </a:lnTo>
                  <a:lnTo>
                    <a:pt x="1752332" y="55678"/>
                  </a:lnTo>
                  <a:lnTo>
                    <a:pt x="1744474" y="55626"/>
                  </a:lnTo>
                  <a:lnTo>
                    <a:pt x="1736616" y="55581"/>
                  </a:lnTo>
                  <a:lnTo>
                    <a:pt x="1728758" y="55534"/>
                  </a:lnTo>
                  <a:lnTo>
                    <a:pt x="1720900" y="55488"/>
                  </a:lnTo>
                  <a:lnTo>
                    <a:pt x="1713042" y="55445"/>
                  </a:lnTo>
                  <a:lnTo>
                    <a:pt x="1705184" y="55403"/>
                  </a:lnTo>
                  <a:lnTo>
                    <a:pt x="1697326" y="55360"/>
                  </a:lnTo>
                  <a:lnTo>
                    <a:pt x="1689468" y="55317"/>
                  </a:lnTo>
                  <a:lnTo>
                    <a:pt x="1681610" y="55274"/>
                  </a:lnTo>
                  <a:lnTo>
                    <a:pt x="1673752" y="55226"/>
                  </a:lnTo>
                  <a:lnTo>
                    <a:pt x="1665894" y="55173"/>
                  </a:lnTo>
                  <a:lnTo>
                    <a:pt x="1658036" y="55120"/>
                  </a:lnTo>
                  <a:lnTo>
                    <a:pt x="1650178" y="55066"/>
                  </a:lnTo>
                  <a:lnTo>
                    <a:pt x="1642320" y="55012"/>
                  </a:lnTo>
                  <a:lnTo>
                    <a:pt x="1634462" y="54957"/>
                  </a:lnTo>
                  <a:lnTo>
                    <a:pt x="1626604" y="54902"/>
                  </a:lnTo>
                  <a:lnTo>
                    <a:pt x="1618746" y="54846"/>
                  </a:lnTo>
                  <a:lnTo>
                    <a:pt x="1610888" y="54790"/>
                  </a:lnTo>
                  <a:lnTo>
                    <a:pt x="1603030" y="54734"/>
                  </a:lnTo>
                  <a:lnTo>
                    <a:pt x="1595172" y="54674"/>
                  </a:lnTo>
                  <a:lnTo>
                    <a:pt x="1587314" y="54616"/>
                  </a:lnTo>
                  <a:lnTo>
                    <a:pt x="1579456" y="54555"/>
                  </a:lnTo>
                  <a:lnTo>
                    <a:pt x="1571598" y="54494"/>
                  </a:lnTo>
                  <a:lnTo>
                    <a:pt x="1563740" y="54432"/>
                  </a:lnTo>
                  <a:lnTo>
                    <a:pt x="1555882" y="54369"/>
                  </a:lnTo>
                  <a:lnTo>
                    <a:pt x="1548024" y="54306"/>
                  </a:lnTo>
                  <a:lnTo>
                    <a:pt x="1540166" y="54242"/>
                  </a:lnTo>
                  <a:lnTo>
                    <a:pt x="1532308" y="54178"/>
                  </a:lnTo>
                  <a:lnTo>
                    <a:pt x="1524450" y="54113"/>
                  </a:lnTo>
                  <a:lnTo>
                    <a:pt x="1516592" y="54048"/>
                  </a:lnTo>
                  <a:lnTo>
                    <a:pt x="1508734" y="53982"/>
                  </a:lnTo>
                  <a:lnTo>
                    <a:pt x="1500876" y="53915"/>
                  </a:lnTo>
                  <a:lnTo>
                    <a:pt x="1493018" y="53847"/>
                  </a:lnTo>
                  <a:lnTo>
                    <a:pt x="1485160" y="53791"/>
                  </a:lnTo>
                  <a:lnTo>
                    <a:pt x="1477302" y="53711"/>
                  </a:lnTo>
                  <a:lnTo>
                    <a:pt x="1469444" y="53642"/>
                  </a:lnTo>
                  <a:lnTo>
                    <a:pt x="1461586" y="53572"/>
                  </a:lnTo>
                  <a:lnTo>
                    <a:pt x="1453728" y="53501"/>
                  </a:lnTo>
                  <a:lnTo>
                    <a:pt x="1445870" y="53405"/>
                  </a:lnTo>
                  <a:lnTo>
                    <a:pt x="1438012" y="53307"/>
                  </a:lnTo>
                  <a:lnTo>
                    <a:pt x="1430154" y="53223"/>
                  </a:lnTo>
                  <a:lnTo>
                    <a:pt x="1422296" y="53148"/>
                  </a:lnTo>
                  <a:lnTo>
                    <a:pt x="1414438" y="53073"/>
                  </a:lnTo>
                  <a:lnTo>
                    <a:pt x="1406580" y="52997"/>
                  </a:lnTo>
                  <a:lnTo>
                    <a:pt x="1398722" y="52920"/>
                  </a:lnTo>
                  <a:lnTo>
                    <a:pt x="1390864" y="52843"/>
                  </a:lnTo>
                  <a:lnTo>
                    <a:pt x="1383006" y="52765"/>
                  </a:lnTo>
                  <a:lnTo>
                    <a:pt x="1375148" y="52687"/>
                  </a:lnTo>
                  <a:lnTo>
                    <a:pt x="1367290" y="52608"/>
                  </a:lnTo>
                  <a:lnTo>
                    <a:pt x="1359432" y="52529"/>
                  </a:lnTo>
                  <a:lnTo>
                    <a:pt x="1351574" y="52449"/>
                  </a:lnTo>
                  <a:lnTo>
                    <a:pt x="1343716" y="52368"/>
                  </a:lnTo>
                  <a:lnTo>
                    <a:pt x="1335858" y="52287"/>
                  </a:lnTo>
                  <a:lnTo>
                    <a:pt x="1328000" y="52218"/>
                  </a:lnTo>
                  <a:lnTo>
                    <a:pt x="1320142" y="52150"/>
                  </a:lnTo>
                  <a:lnTo>
                    <a:pt x="1312284" y="52081"/>
                  </a:lnTo>
                  <a:lnTo>
                    <a:pt x="1304426" y="52012"/>
                  </a:lnTo>
                  <a:lnTo>
                    <a:pt x="1296568" y="51942"/>
                  </a:lnTo>
                  <a:lnTo>
                    <a:pt x="1288710" y="51863"/>
                  </a:lnTo>
                  <a:lnTo>
                    <a:pt x="1280852" y="51777"/>
                  </a:lnTo>
                  <a:lnTo>
                    <a:pt x="1272994" y="51690"/>
                  </a:lnTo>
                  <a:lnTo>
                    <a:pt x="1265136" y="51603"/>
                  </a:lnTo>
                  <a:lnTo>
                    <a:pt x="1257278" y="51515"/>
                  </a:lnTo>
                  <a:lnTo>
                    <a:pt x="1249420" y="51426"/>
                  </a:lnTo>
                  <a:lnTo>
                    <a:pt x="1241562" y="51337"/>
                  </a:lnTo>
                  <a:lnTo>
                    <a:pt x="1233704" y="51246"/>
                  </a:lnTo>
                  <a:lnTo>
                    <a:pt x="1225846" y="51154"/>
                  </a:lnTo>
                  <a:lnTo>
                    <a:pt x="1217988" y="51061"/>
                  </a:lnTo>
                  <a:lnTo>
                    <a:pt x="1210130" y="50967"/>
                  </a:lnTo>
                  <a:lnTo>
                    <a:pt x="1202272" y="50871"/>
                  </a:lnTo>
                  <a:lnTo>
                    <a:pt x="1194414" y="50762"/>
                  </a:lnTo>
                  <a:lnTo>
                    <a:pt x="1186556" y="50630"/>
                  </a:lnTo>
                  <a:lnTo>
                    <a:pt x="1178698" y="50529"/>
                  </a:lnTo>
                  <a:lnTo>
                    <a:pt x="1170840" y="50434"/>
                  </a:lnTo>
                  <a:lnTo>
                    <a:pt x="1162982" y="50338"/>
                  </a:lnTo>
                  <a:lnTo>
                    <a:pt x="1155124" y="50242"/>
                  </a:lnTo>
                  <a:lnTo>
                    <a:pt x="1147266" y="50145"/>
                  </a:lnTo>
                  <a:lnTo>
                    <a:pt x="1139408" y="50047"/>
                  </a:lnTo>
                  <a:lnTo>
                    <a:pt x="1131550" y="49948"/>
                  </a:lnTo>
                  <a:lnTo>
                    <a:pt x="1123692" y="49849"/>
                  </a:lnTo>
                  <a:lnTo>
                    <a:pt x="1115834" y="49749"/>
                  </a:lnTo>
                  <a:lnTo>
                    <a:pt x="1107976" y="49648"/>
                  </a:lnTo>
                  <a:lnTo>
                    <a:pt x="1100118" y="49547"/>
                  </a:lnTo>
                  <a:lnTo>
                    <a:pt x="1092260" y="49404"/>
                  </a:lnTo>
                  <a:lnTo>
                    <a:pt x="1084402" y="49254"/>
                  </a:lnTo>
                  <a:lnTo>
                    <a:pt x="1076544" y="49123"/>
                  </a:lnTo>
                  <a:lnTo>
                    <a:pt x="1068686" y="48973"/>
                  </a:lnTo>
                  <a:lnTo>
                    <a:pt x="1060828" y="48822"/>
                  </a:lnTo>
                  <a:lnTo>
                    <a:pt x="1052970" y="48670"/>
                  </a:lnTo>
                  <a:lnTo>
                    <a:pt x="1045112" y="48517"/>
                  </a:lnTo>
                  <a:lnTo>
                    <a:pt x="1037254" y="48425"/>
                  </a:lnTo>
                  <a:lnTo>
                    <a:pt x="1029397" y="48340"/>
                  </a:lnTo>
                  <a:lnTo>
                    <a:pt x="1021539" y="48255"/>
                  </a:lnTo>
                  <a:lnTo>
                    <a:pt x="1013681" y="48169"/>
                  </a:lnTo>
                  <a:lnTo>
                    <a:pt x="1005823" y="48083"/>
                  </a:lnTo>
                  <a:lnTo>
                    <a:pt x="997965" y="47996"/>
                  </a:lnTo>
                  <a:lnTo>
                    <a:pt x="990107" y="47910"/>
                  </a:lnTo>
                  <a:lnTo>
                    <a:pt x="982249" y="47817"/>
                  </a:lnTo>
                  <a:lnTo>
                    <a:pt x="974391" y="47710"/>
                  </a:lnTo>
                  <a:lnTo>
                    <a:pt x="966533" y="47606"/>
                  </a:lnTo>
                  <a:lnTo>
                    <a:pt x="958675" y="47482"/>
                  </a:lnTo>
                  <a:lnTo>
                    <a:pt x="950817" y="47364"/>
                  </a:lnTo>
                  <a:lnTo>
                    <a:pt x="942959" y="47276"/>
                  </a:lnTo>
                  <a:lnTo>
                    <a:pt x="935101" y="47186"/>
                  </a:lnTo>
                  <a:lnTo>
                    <a:pt x="927243" y="47095"/>
                  </a:lnTo>
                  <a:lnTo>
                    <a:pt x="919385" y="46997"/>
                  </a:lnTo>
                  <a:lnTo>
                    <a:pt x="911527" y="46876"/>
                  </a:lnTo>
                  <a:lnTo>
                    <a:pt x="903669" y="46755"/>
                  </a:lnTo>
                  <a:lnTo>
                    <a:pt x="895811" y="46633"/>
                  </a:lnTo>
                  <a:lnTo>
                    <a:pt x="887953" y="46508"/>
                  </a:lnTo>
                  <a:lnTo>
                    <a:pt x="880095" y="46339"/>
                  </a:lnTo>
                  <a:lnTo>
                    <a:pt x="872237" y="46210"/>
                  </a:lnTo>
                  <a:lnTo>
                    <a:pt x="864379" y="46111"/>
                  </a:lnTo>
                  <a:lnTo>
                    <a:pt x="856521" y="46004"/>
                  </a:lnTo>
                  <a:lnTo>
                    <a:pt x="848663" y="45876"/>
                  </a:lnTo>
                  <a:lnTo>
                    <a:pt x="840805" y="45748"/>
                  </a:lnTo>
                  <a:lnTo>
                    <a:pt x="832947" y="45634"/>
                  </a:lnTo>
                  <a:lnTo>
                    <a:pt x="825089" y="45521"/>
                  </a:lnTo>
                  <a:lnTo>
                    <a:pt x="817231" y="45408"/>
                  </a:lnTo>
                  <a:lnTo>
                    <a:pt x="809373" y="45293"/>
                  </a:lnTo>
                  <a:lnTo>
                    <a:pt x="801515" y="45198"/>
                  </a:lnTo>
                  <a:lnTo>
                    <a:pt x="793657" y="45050"/>
                  </a:lnTo>
                  <a:lnTo>
                    <a:pt x="785799" y="44901"/>
                  </a:lnTo>
                  <a:lnTo>
                    <a:pt x="777941" y="44751"/>
                  </a:lnTo>
                  <a:lnTo>
                    <a:pt x="770083" y="44599"/>
                  </a:lnTo>
                  <a:lnTo>
                    <a:pt x="762225" y="44446"/>
                  </a:lnTo>
                  <a:lnTo>
                    <a:pt x="754367" y="44291"/>
                  </a:lnTo>
                  <a:lnTo>
                    <a:pt x="746509" y="44135"/>
                  </a:lnTo>
                  <a:lnTo>
                    <a:pt x="738651" y="43991"/>
                  </a:lnTo>
                  <a:lnTo>
                    <a:pt x="730793" y="43895"/>
                  </a:lnTo>
                  <a:lnTo>
                    <a:pt x="722935" y="43797"/>
                  </a:lnTo>
                  <a:lnTo>
                    <a:pt x="715077" y="43700"/>
                  </a:lnTo>
                  <a:lnTo>
                    <a:pt x="707219" y="43602"/>
                  </a:lnTo>
                  <a:lnTo>
                    <a:pt x="699361" y="43504"/>
                  </a:lnTo>
                  <a:lnTo>
                    <a:pt x="691503" y="43405"/>
                  </a:lnTo>
                  <a:lnTo>
                    <a:pt x="683645" y="43306"/>
                  </a:lnTo>
                  <a:lnTo>
                    <a:pt x="675787" y="43176"/>
                  </a:lnTo>
                  <a:lnTo>
                    <a:pt x="667929" y="42992"/>
                  </a:lnTo>
                  <a:lnTo>
                    <a:pt x="660071" y="42858"/>
                  </a:lnTo>
                  <a:lnTo>
                    <a:pt x="652213" y="42750"/>
                  </a:lnTo>
                  <a:lnTo>
                    <a:pt x="644355" y="42629"/>
                  </a:lnTo>
                  <a:lnTo>
                    <a:pt x="636497" y="42490"/>
                  </a:lnTo>
                  <a:lnTo>
                    <a:pt x="628639" y="42349"/>
                  </a:lnTo>
                  <a:lnTo>
                    <a:pt x="620781" y="42208"/>
                  </a:lnTo>
                  <a:lnTo>
                    <a:pt x="612923" y="42141"/>
                  </a:lnTo>
                  <a:lnTo>
                    <a:pt x="605065" y="42086"/>
                  </a:lnTo>
                  <a:lnTo>
                    <a:pt x="597207" y="41977"/>
                  </a:lnTo>
                  <a:lnTo>
                    <a:pt x="589349" y="41825"/>
                  </a:lnTo>
                  <a:lnTo>
                    <a:pt x="581491" y="41749"/>
                  </a:lnTo>
                  <a:lnTo>
                    <a:pt x="573633" y="41631"/>
                  </a:lnTo>
                  <a:lnTo>
                    <a:pt x="565775" y="41433"/>
                  </a:lnTo>
                  <a:lnTo>
                    <a:pt x="557917" y="41233"/>
                  </a:lnTo>
                  <a:lnTo>
                    <a:pt x="550059" y="41029"/>
                  </a:lnTo>
                  <a:lnTo>
                    <a:pt x="542201" y="40823"/>
                  </a:lnTo>
                  <a:lnTo>
                    <a:pt x="534343" y="40615"/>
                  </a:lnTo>
                  <a:lnTo>
                    <a:pt x="526485" y="40412"/>
                  </a:lnTo>
                  <a:lnTo>
                    <a:pt x="518627" y="40282"/>
                  </a:lnTo>
                  <a:lnTo>
                    <a:pt x="510769" y="40181"/>
                  </a:lnTo>
                  <a:lnTo>
                    <a:pt x="502911" y="40108"/>
                  </a:lnTo>
                  <a:lnTo>
                    <a:pt x="495053" y="39966"/>
                  </a:lnTo>
                  <a:lnTo>
                    <a:pt x="487195" y="39862"/>
                  </a:lnTo>
                  <a:lnTo>
                    <a:pt x="479337" y="39809"/>
                  </a:lnTo>
                  <a:lnTo>
                    <a:pt x="471479" y="39667"/>
                  </a:lnTo>
                  <a:lnTo>
                    <a:pt x="463621" y="39577"/>
                  </a:lnTo>
                  <a:lnTo>
                    <a:pt x="455763" y="39463"/>
                  </a:lnTo>
                  <a:lnTo>
                    <a:pt x="447905" y="39329"/>
                  </a:lnTo>
                  <a:lnTo>
                    <a:pt x="440047" y="39221"/>
                  </a:lnTo>
                  <a:lnTo>
                    <a:pt x="432189" y="39110"/>
                  </a:lnTo>
                  <a:lnTo>
                    <a:pt x="424331" y="39001"/>
                  </a:lnTo>
                  <a:lnTo>
                    <a:pt x="416473" y="38892"/>
                  </a:lnTo>
                  <a:lnTo>
                    <a:pt x="408615" y="38780"/>
                  </a:lnTo>
                  <a:lnTo>
                    <a:pt x="400757" y="38669"/>
                  </a:lnTo>
                  <a:lnTo>
                    <a:pt x="392899" y="38556"/>
                  </a:lnTo>
                  <a:lnTo>
                    <a:pt x="385041" y="38343"/>
                  </a:lnTo>
                  <a:lnTo>
                    <a:pt x="377183" y="38227"/>
                  </a:lnTo>
                  <a:lnTo>
                    <a:pt x="369325" y="38076"/>
                  </a:lnTo>
                  <a:lnTo>
                    <a:pt x="361467" y="37907"/>
                  </a:lnTo>
                  <a:lnTo>
                    <a:pt x="353609" y="37627"/>
                  </a:lnTo>
                  <a:lnTo>
                    <a:pt x="345751" y="37411"/>
                  </a:lnTo>
                  <a:lnTo>
                    <a:pt x="337893" y="37239"/>
                  </a:lnTo>
                  <a:lnTo>
                    <a:pt x="330035" y="37066"/>
                  </a:lnTo>
                  <a:lnTo>
                    <a:pt x="322177" y="36891"/>
                  </a:lnTo>
                  <a:lnTo>
                    <a:pt x="314319" y="36715"/>
                  </a:lnTo>
                  <a:lnTo>
                    <a:pt x="306461" y="36537"/>
                  </a:lnTo>
                  <a:lnTo>
                    <a:pt x="298603" y="36453"/>
                  </a:lnTo>
                  <a:lnTo>
                    <a:pt x="290745" y="36325"/>
                  </a:lnTo>
                  <a:lnTo>
                    <a:pt x="282887" y="36112"/>
                  </a:lnTo>
                  <a:lnTo>
                    <a:pt x="275029" y="35933"/>
                  </a:lnTo>
                  <a:lnTo>
                    <a:pt x="267171" y="35799"/>
                  </a:lnTo>
                  <a:lnTo>
                    <a:pt x="259313" y="35712"/>
                  </a:lnTo>
                  <a:lnTo>
                    <a:pt x="251455" y="35572"/>
                  </a:lnTo>
                  <a:lnTo>
                    <a:pt x="243597" y="35391"/>
                  </a:lnTo>
                  <a:lnTo>
                    <a:pt x="235739" y="35084"/>
                  </a:lnTo>
                  <a:lnTo>
                    <a:pt x="227881" y="35015"/>
                  </a:lnTo>
                  <a:lnTo>
                    <a:pt x="220023" y="34832"/>
                  </a:lnTo>
                  <a:lnTo>
                    <a:pt x="212165" y="34721"/>
                  </a:lnTo>
                  <a:lnTo>
                    <a:pt x="204307" y="34663"/>
                  </a:lnTo>
                  <a:lnTo>
                    <a:pt x="196449" y="34604"/>
                  </a:lnTo>
                  <a:lnTo>
                    <a:pt x="188591" y="34546"/>
                  </a:lnTo>
                  <a:lnTo>
                    <a:pt x="180733" y="34487"/>
                  </a:lnTo>
                  <a:lnTo>
                    <a:pt x="172875" y="34384"/>
                  </a:lnTo>
                  <a:lnTo>
                    <a:pt x="165017" y="34159"/>
                  </a:lnTo>
                  <a:lnTo>
                    <a:pt x="157159" y="33932"/>
                  </a:lnTo>
                  <a:lnTo>
                    <a:pt x="149301" y="33702"/>
                  </a:lnTo>
                  <a:lnTo>
                    <a:pt x="141443" y="33477"/>
                  </a:lnTo>
                  <a:lnTo>
                    <a:pt x="133585" y="33397"/>
                  </a:lnTo>
                  <a:lnTo>
                    <a:pt x="125727" y="33315"/>
                  </a:lnTo>
                  <a:lnTo>
                    <a:pt x="117869" y="33234"/>
                  </a:lnTo>
                  <a:lnTo>
                    <a:pt x="110011" y="33152"/>
                  </a:lnTo>
                  <a:lnTo>
                    <a:pt x="102153" y="33050"/>
                  </a:lnTo>
                  <a:lnTo>
                    <a:pt x="94295" y="32954"/>
                  </a:lnTo>
                  <a:lnTo>
                    <a:pt x="86437" y="32805"/>
                  </a:lnTo>
                  <a:lnTo>
                    <a:pt x="78579" y="32716"/>
                  </a:lnTo>
                  <a:lnTo>
                    <a:pt x="70721" y="32670"/>
                  </a:lnTo>
                  <a:lnTo>
                    <a:pt x="62863" y="32595"/>
                  </a:lnTo>
                  <a:lnTo>
                    <a:pt x="55005" y="32464"/>
                  </a:lnTo>
                  <a:lnTo>
                    <a:pt x="47147" y="32363"/>
                  </a:lnTo>
                  <a:lnTo>
                    <a:pt x="39289" y="32160"/>
                  </a:lnTo>
                  <a:lnTo>
                    <a:pt x="31431" y="31954"/>
                  </a:lnTo>
                  <a:lnTo>
                    <a:pt x="23573" y="31699"/>
                  </a:lnTo>
                  <a:lnTo>
                    <a:pt x="15715" y="31487"/>
                  </a:lnTo>
                  <a:lnTo>
                    <a:pt x="7857" y="31326"/>
                  </a:lnTo>
                  <a:lnTo>
                    <a:pt x="0" y="31142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1186414" y="4836493"/>
              <a:ext cx="2035220" cy="22942"/>
            </a:xfrm>
            <a:custGeom>
              <a:avLst/>
              <a:pathLst>
                <a:path w="2035220" h="22942">
                  <a:moveTo>
                    <a:pt x="0" y="0"/>
                  </a:moveTo>
                  <a:lnTo>
                    <a:pt x="7857" y="439"/>
                  </a:lnTo>
                  <a:lnTo>
                    <a:pt x="15715" y="927"/>
                  </a:lnTo>
                  <a:lnTo>
                    <a:pt x="23573" y="1404"/>
                  </a:lnTo>
                  <a:lnTo>
                    <a:pt x="31431" y="1879"/>
                  </a:lnTo>
                  <a:lnTo>
                    <a:pt x="39289" y="2296"/>
                  </a:lnTo>
                  <a:lnTo>
                    <a:pt x="47147" y="2714"/>
                  </a:lnTo>
                  <a:lnTo>
                    <a:pt x="55005" y="3072"/>
                  </a:lnTo>
                  <a:lnTo>
                    <a:pt x="62863" y="3462"/>
                  </a:lnTo>
                  <a:lnTo>
                    <a:pt x="70721" y="3849"/>
                  </a:lnTo>
                  <a:lnTo>
                    <a:pt x="78579" y="4246"/>
                  </a:lnTo>
                  <a:lnTo>
                    <a:pt x="86437" y="4604"/>
                  </a:lnTo>
                  <a:lnTo>
                    <a:pt x="94295" y="4955"/>
                  </a:lnTo>
                  <a:lnTo>
                    <a:pt x="102153" y="5310"/>
                  </a:lnTo>
                  <a:lnTo>
                    <a:pt x="110011" y="5721"/>
                  </a:lnTo>
                  <a:lnTo>
                    <a:pt x="117869" y="6065"/>
                  </a:lnTo>
                  <a:lnTo>
                    <a:pt x="125727" y="6403"/>
                  </a:lnTo>
                  <a:lnTo>
                    <a:pt x="133585" y="6737"/>
                  </a:lnTo>
                  <a:lnTo>
                    <a:pt x="141443" y="7021"/>
                  </a:lnTo>
                  <a:lnTo>
                    <a:pt x="149301" y="7356"/>
                  </a:lnTo>
                  <a:lnTo>
                    <a:pt x="157159" y="7657"/>
                  </a:lnTo>
                  <a:lnTo>
                    <a:pt x="165017" y="7964"/>
                  </a:lnTo>
                  <a:lnTo>
                    <a:pt x="172875" y="8187"/>
                  </a:lnTo>
                  <a:lnTo>
                    <a:pt x="180733" y="8408"/>
                  </a:lnTo>
                  <a:lnTo>
                    <a:pt x="188591" y="8629"/>
                  </a:lnTo>
                  <a:lnTo>
                    <a:pt x="196449" y="8843"/>
                  </a:lnTo>
                  <a:lnTo>
                    <a:pt x="204307" y="9083"/>
                  </a:lnTo>
                  <a:lnTo>
                    <a:pt x="212165" y="9419"/>
                  </a:lnTo>
                  <a:lnTo>
                    <a:pt x="220023" y="9663"/>
                  </a:lnTo>
                  <a:lnTo>
                    <a:pt x="227881" y="9925"/>
                  </a:lnTo>
                  <a:lnTo>
                    <a:pt x="235739" y="10149"/>
                  </a:lnTo>
                  <a:lnTo>
                    <a:pt x="243597" y="10353"/>
                  </a:lnTo>
                  <a:lnTo>
                    <a:pt x="251455" y="10542"/>
                  </a:lnTo>
                  <a:lnTo>
                    <a:pt x="259313" y="10699"/>
                  </a:lnTo>
                  <a:lnTo>
                    <a:pt x="267171" y="10884"/>
                  </a:lnTo>
                  <a:lnTo>
                    <a:pt x="275029" y="11082"/>
                  </a:lnTo>
                  <a:lnTo>
                    <a:pt x="282887" y="11249"/>
                  </a:lnTo>
                  <a:lnTo>
                    <a:pt x="290745" y="11444"/>
                  </a:lnTo>
                  <a:lnTo>
                    <a:pt x="298603" y="11637"/>
                  </a:lnTo>
                  <a:lnTo>
                    <a:pt x="306461" y="11810"/>
                  </a:lnTo>
                  <a:lnTo>
                    <a:pt x="314319" y="11958"/>
                  </a:lnTo>
                  <a:lnTo>
                    <a:pt x="322177" y="12095"/>
                  </a:lnTo>
                  <a:lnTo>
                    <a:pt x="330035" y="12204"/>
                  </a:lnTo>
                  <a:lnTo>
                    <a:pt x="337893" y="12357"/>
                  </a:lnTo>
                  <a:lnTo>
                    <a:pt x="345751" y="12527"/>
                  </a:lnTo>
                  <a:lnTo>
                    <a:pt x="353609" y="12689"/>
                  </a:lnTo>
                  <a:lnTo>
                    <a:pt x="361467" y="12850"/>
                  </a:lnTo>
                  <a:lnTo>
                    <a:pt x="369325" y="13060"/>
                  </a:lnTo>
                  <a:lnTo>
                    <a:pt x="377183" y="13252"/>
                  </a:lnTo>
                  <a:lnTo>
                    <a:pt x="385041" y="13357"/>
                  </a:lnTo>
                  <a:lnTo>
                    <a:pt x="392899" y="13486"/>
                  </a:lnTo>
                  <a:lnTo>
                    <a:pt x="400757" y="13662"/>
                  </a:lnTo>
                  <a:lnTo>
                    <a:pt x="408615" y="13838"/>
                  </a:lnTo>
                  <a:lnTo>
                    <a:pt x="416473" y="13921"/>
                  </a:lnTo>
                  <a:lnTo>
                    <a:pt x="424331" y="14037"/>
                  </a:lnTo>
                  <a:lnTo>
                    <a:pt x="432189" y="14214"/>
                  </a:lnTo>
                  <a:lnTo>
                    <a:pt x="440047" y="14350"/>
                  </a:lnTo>
                  <a:lnTo>
                    <a:pt x="447905" y="14398"/>
                  </a:lnTo>
                  <a:lnTo>
                    <a:pt x="455763" y="14501"/>
                  </a:lnTo>
                  <a:lnTo>
                    <a:pt x="463621" y="14573"/>
                  </a:lnTo>
                  <a:lnTo>
                    <a:pt x="471479" y="14639"/>
                  </a:lnTo>
                  <a:lnTo>
                    <a:pt x="479337" y="14716"/>
                  </a:lnTo>
                  <a:lnTo>
                    <a:pt x="487195" y="14822"/>
                  </a:lnTo>
                  <a:lnTo>
                    <a:pt x="495053" y="14927"/>
                  </a:lnTo>
                  <a:lnTo>
                    <a:pt x="502911" y="15047"/>
                  </a:lnTo>
                  <a:lnTo>
                    <a:pt x="510769" y="15192"/>
                  </a:lnTo>
                  <a:lnTo>
                    <a:pt x="518627" y="15285"/>
                  </a:lnTo>
                  <a:lnTo>
                    <a:pt x="526485" y="15392"/>
                  </a:lnTo>
                  <a:lnTo>
                    <a:pt x="534343" y="15448"/>
                  </a:lnTo>
                  <a:lnTo>
                    <a:pt x="542201" y="15549"/>
                  </a:lnTo>
                  <a:lnTo>
                    <a:pt x="550059" y="15648"/>
                  </a:lnTo>
                  <a:lnTo>
                    <a:pt x="557917" y="15768"/>
                  </a:lnTo>
                  <a:lnTo>
                    <a:pt x="565775" y="15829"/>
                  </a:lnTo>
                  <a:lnTo>
                    <a:pt x="573633" y="15885"/>
                  </a:lnTo>
                  <a:lnTo>
                    <a:pt x="581491" y="15950"/>
                  </a:lnTo>
                  <a:lnTo>
                    <a:pt x="589349" y="16048"/>
                  </a:lnTo>
                  <a:lnTo>
                    <a:pt x="597207" y="16114"/>
                  </a:lnTo>
                  <a:lnTo>
                    <a:pt x="605065" y="16166"/>
                  </a:lnTo>
                  <a:lnTo>
                    <a:pt x="612923" y="16244"/>
                  </a:lnTo>
                  <a:lnTo>
                    <a:pt x="620781" y="16309"/>
                  </a:lnTo>
                  <a:lnTo>
                    <a:pt x="628639" y="16373"/>
                  </a:lnTo>
                  <a:lnTo>
                    <a:pt x="636497" y="16436"/>
                  </a:lnTo>
                  <a:lnTo>
                    <a:pt x="644355" y="16519"/>
                  </a:lnTo>
                  <a:lnTo>
                    <a:pt x="652213" y="16591"/>
                  </a:lnTo>
                  <a:lnTo>
                    <a:pt x="660071" y="16649"/>
                  </a:lnTo>
                  <a:lnTo>
                    <a:pt x="667929" y="16726"/>
                  </a:lnTo>
                  <a:lnTo>
                    <a:pt x="675787" y="16804"/>
                  </a:lnTo>
                  <a:lnTo>
                    <a:pt x="683645" y="16880"/>
                  </a:lnTo>
                  <a:lnTo>
                    <a:pt x="691503" y="16955"/>
                  </a:lnTo>
                  <a:lnTo>
                    <a:pt x="699361" y="17030"/>
                  </a:lnTo>
                  <a:lnTo>
                    <a:pt x="707219" y="17073"/>
                  </a:lnTo>
                  <a:lnTo>
                    <a:pt x="715077" y="17150"/>
                  </a:lnTo>
                  <a:lnTo>
                    <a:pt x="722935" y="17211"/>
                  </a:lnTo>
                  <a:lnTo>
                    <a:pt x="730793" y="17265"/>
                  </a:lnTo>
                  <a:lnTo>
                    <a:pt x="738651" y="17338"/>
                  </a:lnTo>
                  <a:lnTo>
                    <a:pt x="746509" y="17391"/>
                  </a:lnTo>
                  <a:lnTo>
                    <a:pt x="754367" y="17452"/>
                  </a:lnTo>
                  <a:lnTo>
                    <a:pt x="762225" y="17502"/>
                  </a:lnTo>
                  <a:lnTo>
                    <a:pt x="770083" y="17501"/>
                  </a:lnTo>
                  <a:lnTo>
                    <a:pt x="777941" y="17633"/>
                  </a:lnTo>
                  <a:lnTo>
                    <a:pt x="785799" y="17655"/>
                  </a:lnTo>
                  <a:lnTo>
                    <a:pt x="793657" y="17672"/>
                  </a:lnTo>
                  <a:lnTo>
                    <a:pt x="801515" y="17689"/>
                  </a:lnTo>
                  <a:lnTo>
                    <a:pt x="809373" y="17706"/>
                  </a:lnTo>
                  <a:lnTo>
                    <a:pt x="817231" y="17740"/>
                  </a:lnTo>
                  <a:lnTo>
                    <a:pt x="825089" y="17807"/>
                  </a:lnTo>
                  <a:lnTo>
                    <a:pt x="832947" y="17874"/>
                  </a:lnTo>
                  <a:lnTo>
                    <a:pt x="840805" y="17941"/>
                  </a:lnTo>
                  <a:lnTo>
                    <a:pt x="848663" y="18008"/>
                  </a:lnTo>
                  <a:lnTo>
                    <a:pt x="856521" y="18081"/>
                  </a:lnTo>
                  <a:lnTo>
                    <a:pt x="864379" y="18186"/>
                  </a:lnTo>
                  <a:lnTo>
                    <a:pt x="872237" y="18291"/>
                  </a:lnTo>
                  <a:lnTo>
                    <a:pt x="880095" y="18359"/>
                  </a:lnTo>
                  <a:lnTo>
                    <a:pt x="887953" y="18397"/>
                  </a:lnTo>
                  <a:lnTo>
                    <a:pt x="895811" y="18435"/>
                  </a:lnTo>
                  <a:lnTo>
                    <a:pt x="903669" y="18473"/>
                  </a:lnTo>
                  <a:lnTo>
                    <a:pt x="911527" y="18527"/>
                  </a:lnTo>
                  <a:lnTo>
                    <a:pt x="919385" y="18546"/>
                  </a:lnTo>
                  <a:lnTo>
                    <a:pt x="927243" y="18584"/>
                  </a:lnTo>
                  <a:lnTo>
                    <a:pt x="935101" y="18636"/>
                  </a:lnTo>
                  <a:lnTo>
                    <a:pt x="942959" y="18694"/>
                  </a:lnTo>
                  <a:lnTo>
                    <a:pt x="950817" y="18733"/>
                  </a:lnTo>
                  <a:lnTo>
                    <a:pt x="958675" y="18787"/>
                  </a:lnTo>
                  <a:lnTo>
                    <a:pt x="966533" y="18847"/>
                  </a:lnTo>
                  <a:lnTo>
                    <a:pt x="974391" y="18906"/>
                  </a:lnTo>
                  <a:lnTo>
                    <a:pt x="982249" y="18965"/>
                  </a:lnTo>
                  <a:lnTo>
                    <a:pt x="990107" y="18998"/>
                  </a:lnTo>
                  <a:lnTo>
                    <a:pt x="997965" y="19035"/>
                  </a:lnTo>
                  <a:lnTo>
                    <a:pt x="1005823" y="19094"/>
                  </a:lnTo>
                  <a:lnTo>
                    <a:pt x="1013681" y="19152"/>
                  </a:lnTo>
                  <a:lnTo>
                    <a:pt x="1021539" y="19211"/>
                  </a:lnTo>
                  <a:lnTo>
                    <a:pt x="1029397" y="19269"/>
                  </a:lnTo>
                  <a:lnTo>
                    <a:pt x="1037254" y="19328"/>
                  </a:lnTo>
                  <a:lnTo>
                    <a:pt x="1045112" y="19384"/>
                  </a:lnTo>
                  <a:lnTo>
                    <a:pt x="1052970" y="19440"/>
                  </a:lnTo>
                  <a:lnTo>
                    <a:pt x="1060828" y="19490"/>
                  </a:lnTo>
                  <a:lnTo>
                    <a:pt x="1068686" y="19529"/>
                  </a:lnTo>
                  <a:lnTo>
                    <a:pt x="1076544" y="19568"/>
                  </a:lnTo>
                  <a:lnTo>
                    <a:pt x="1084402" y="19607"/>
                  </a:lnTo>
                  <a:lnTo>
                    <a:pt x="1092260" y="19646"/>
                  </a:lnTo>
                  <a:lnTo>
                    <a:pt x="1100118" y="19685"/>
                  </a:lnTo>
                  <a:lnTo>
                    <a:pt x="1107976" y="19724"/>
                  </a:lnTo>
                  <a:lnTo>
                    <a:pt x="1115834" y="19763"/>
                  </a:lnTo>
                  <a:lnTo>
                    <a:pt x="1123692" y="19802"/>
                  </a:lnTo>
                  <a:lnTo>
                    <a:pt x="1131550" y="19840"/>
                  </a:lnTo>
                  <a:lnTo>
                    <a:pt x="1139408" y="19879"/>
                  </a:lnTo>
                  <a:lnTo>
                    <a:pt x="1147266" y="19917"/>
                  </a:lnTo>
                  <a:lnTo>
                    <a:pt x="1155124" y="19956"/>
                  </a:lnTo>
                  <a:lnTo>
                    <a:pt x="1162982" y="19975"/>
                  </a:lnTo>
                  <a:lnTo>
                    <a:pt x="1170840" y="19986"/>
                  </a:lnTo>
                  <a:lnTo>
                    <a:pt x="1178698" y="20020"/>
                  </a:lnTo>
                  <a:lnTo>
                    <a:pt x="1186556" y="20068"/>
                  </a:lnTo>
                  <a:lnTo>
                    <a:pt x="1194414" y="20117"/>
                  </a:lnTo>
                  <a:lnTo>
                    <a:pt x="1202272" y="20163"/>
                  </a:lnTo>
                  <a:lnTo>
                    <a:pt x="1210130" y="20195"/>
                  </a:lnTo>
                  <a:lnTo>
                    <a:pt x="1217988" y="20227"/>
                  </a:lnTo>
                  <a:lnTo>
                    <a:pt x="1225846" y="20260"/>
                  </a:lnTo>
                  <a:lnTo>
                    <a:pt x="1233704" y="20292"/>
                  </a:lnTo>
                  <a:lnTo>
                    <a:pt x="1241562" y="20325"/>
                  </a:lnTo>
                  <a:lnTo>
                    <a:pt x="1249420" y="20357"/>
                  </a:lnTo>
                  <a:lnTo>
                    <a:pt x="1257278" y="20390"/>
                  </a:lnTo>
                  <a:lnTo>
                    <a:pt x="1265136" y="20422"/>
                  </a:lnTo>
                  <a:lnTo>
                    <a:pt x="1272994" y="20454"/>
                  </a:lnTo>
                  <a:lnTo>
                    <a:pt x="1280852" y="20486"/>
                  </a:lnTo>
                  <a:lnTo>
                    <a:pt x="1288710" y="20519"/>
                  </a:lnTo>
                  <a:lnTo>
                    <a:pt x="1296568" y="20551"/>
                  </a:lnTo>
                  <a:lnTo>
                    <a:pt x="1304426" y="20583"/>
                  </a:lnTo>
                  <a:lnTo>
                    <a:pt x="1312284" y="20614"/>
                  </a:lnTo>
                  <a:lnTo>
                    <a:pt x="1320142" y="20646"/>
                  </a:lnTo>
                  <a:lnTo>
                    <a:pt x="1328000" y="20678"/>
                  </a:lnTo>
                  <a:lnTo>
                    <a:pt x="1335858" y="20710"/>
                  </a:lnTo>
                  <a:lnTo>
                    <a:pt x="1343716" y="20736"/>
                  </a:lnTo>
                  <a:lnTo>
                    <a:pt x="1351574" y="20718"/>
                  </a:lnTo>
                  <a:lnTo>
                    <a:pt x="1359432" y="20753"/>
                  </a:lnTo>
                  <a:lnTo>
                    <a:pt x="1367290" y="20790"/>
                  </a:lnTo>
                  <a:lnTo>
                    <a:pt x="1375148" y="20827"/>
                  </a:lnTo>
                  <a:lnTo>
                    <a:pt x="1383006" y="20862"/>
                  </a:lnTo>
                  <a:lnTo>
                    <a:pt x="1390864" y="20897"/>
                  </a:lnTo>
                  <a:lnTo>
                    <a:pt x="1398722" y="20932"/>
                  </a:lnTo>
                  <a:lnTo>
                    <a:pt x="1406580" y="20966"/>
                  </a:lnTo>
                  <a:lnTo>
                    <a:pt x="1414438" y="21001"/>
                  </a:lnTo>
                  <a:lnTo>
                    <a:pt x="1422296" y="21036"/>
                  </a:lnTo>
                  <a:lnTo>
                    <a:pt x="1430154" y="21070"/>
                  </a:lnTo>
                  <a:lnTo>
                    <a:pt x="1438012" y="21104"/>
                  </a:lnTo>
                  <a:lnTo>
                    <a:pt x="1445870" y="21138"/>
                  </a:lnTo>
                  <a:lnTo>
                    <a:pt x="1453728" y="21172"/>
                  </a:lnTo>
                  <a:lnTo>
                    <a:pt x="1461586" y="21204"/>
                  </a:lnTo>
                  <a:lnTo>
                    <a:pt x="1469444" y="21235"/>
                  </a:lnTo>
                  <a:lnTo>
                    <a:pt x="1477302" y="21265"/>
                  </a:lnTo>
                  <a:lnTo>
                    <a:pt x="1485160" y="21296"/>
                  </a:lnTo>
                  <a:lnTo>
                    <a:pt x="1493018" y="21326"/>
                  </a:lnTo>
                  <a:lnTo>
                    <a:pt x="1500876" y="21357"/>
                  </a:lnTo>
                  <a:lnTo>
                    <a:pt x="1508734" y="21387"/>
                  </a:lnTo>
                  <a:lnTo>
                    <a:pt x="1516592" y="21417"/>
                  </a:lnTo>
                  <a:lnTo>
                    <a:pt x="1524450" y="21447"/>
                  </a:lnTo>
                  <a:lnTo>
                    <a:pt x="1532308" y="21477"/>
                  </a:lnTo>
                  <a:lnTo>
                    <a:pt x="1540166" y="21506"/>
                  </a:lnTo>
                  <a:lnTo>
                    <a:pt x="1548024" y="21531"/>
                  </a:lnTo>
                  <a:lnTo>
                    <a:pt x="1555882" y="21555"/>
                  </a:lnTo>
                  <a:lnTo>
                    <a:pt x="1563740" y="21579"/>
                  </a:lnTo>
                  <a:lnTo>
                    <a:pt x="1571598" y="21603"/>
                  </a:lnTo>
                  <a:lnTo>
                    <a:pt x="1579456" y="21627"/>
                  </a:lnTo>
                  <a:lnTo>
                    <a:pt x="1587314" y="21651"/>
                  </a:lnTo>
                  <a:lnTo>
                    <a:pt x="1595172" y="21674"/>
                  </a:lnTo>
                  <a:lnTo>
                    <a:pt x="1603030" y="21697"/>
                  </a:lnTo>
                  <a:lnTo>
                    <a:pt x="1610888" y="21721"/>
                  </a:lnTo>
                  <a:lnTo>
                    <a:pt x="1618746" y="21744"/>
                  </a:lnTo>
                  <a:lnTo>
                    <a:pt x="1626604" y="21766"/>
                  </a:lnTo>
                  <a:lnTo>
                    <a:pt x="1634462" y="21789"/>
                  </a:lnTo>
                  <a:lnTo>
                    <a:pt x="1642320" y="21815"/>
                  </a:lnTo>
                  <a:lnTo>
                    <a:pt x="1650178" y="21843"/>
                  </a:lnTo>
                  <a:lnTo>
                    <a:pt x="1658036" y="21872"/>
                  </a:lnTo>
                  <a:lnTo>
                    <a:pt x="1665894" y="21900"/>
                  </a:lnTo>
                  <a:lnTo>
                    <a:pt x="1673752" y="21928"/>
                  </a:lnTo>
                  <a:lnTo>
                    <a:pt x="1681610" y="21939"/>
                  </a:lnTo>
                  <a:lnTo>
                    <a:pt x="1689468" y="21951"/>
                  </a:lnTo>
                  <a:lnTo>
                    <a:pt x="1697326" y="21963"/>
                  </a:lnTo>
                  <a:lnTo>
                    <a:pt x="1705184" y="21985"/>
                  </a:lnTo>
                  <a:lnTo>
                    <a:pt x="1713042" y="22014"/>
                  </a:lnTo>
                  <a:lnTo>
                    <a:pt x="1720900" y="22043"/>
                  </a:lnTo>
                  <a:lnTo>
                    <a:pt x="1728758" y="22073"/>
                  </a:lnTo>
                  <a:lnTo>
                    <a:pt x="1736616" y="22102"/>
                  </a:lnTo>
                  <a:lnTo>
                    <a:pt x="1744474" y="22101"/>
                  </a:lnTo>
                  <a:lnTo>
                    <a:pt x="1752332" y="22108"/>
                  </a:lnTo>
                  <a:lnTo>
                    <a:pt x="1760190" y="22127"/>
                  </a:lnTo>
                  <a:lnTo>
                    <a:pt x="1768048" y="22147"/>
                  </a:lnTo>
                  <a:lnTo>
                    <a:pt x="1775906" y="22167"/>
                  </a:lnTo>
                  <a:lnTo>
                    <a:pt x="1783764" y="22187"/>
                  </a:lnTo>
                  <a:lnTo>
                    <a:pt x="1791622" y="22214"/>
                  </a:lnTo>
                  <a:lnTo>
                    <a:pt x="1799480" y="22256"/>
                  </a:lnTo>
                  <a:lnTo>
                    <a:pt x="1807338" y="22298"/>
                  </a:lnTo>
                  <a:lnTo>
                    <a:pt x="1815196" y="22339"/>
                  </a:lnTo>
                  <a:lnTo>
                    <a:pt x="1823054" y="22381"/>
                  </a:lnTo>
                  <a:lnTo>
                    <a:pt x="1830912" y="22422"/>
                  </a:lnTo>
                  <a:lnTo>
                    <a:pt x="1838770" y="22463"/>
                  </a:lnTo>
                  <a:lnTo>
                    <a:pt x="1846628" y="22496"/>
                  </a:lnTo>
                  <a:lnTo>
                    <a:pt x="1854486" y="22512"/>
                  </a:lnTo>
                  <a:lnTo>
                    <a:pt x="1862344" y="22527"/>
                  </a:lnTo>
                  <a:lnTo>
                    <a:pt x="1870202" y="22541"/>
                  </a:lnTo>
                  <a:lnTo>
                    <a:pt x="1878060" y="22556"/>
                  </a:lnTo>
                  <a:lnTo>
                    <a:pt x="1885918" y="22570"/>
                  </a:lnTo>
                  <a:lnTo>
                    <a:pt x="1893776" y="22585"/>
                  </a:lnTo>
                  <a:lnTo>
                    <a:pt x="1901634" y="22599"/>
                  </a:lnTo>
                  <a:lnTo>
                    <a:pt x="1909492" y="22614"/>
                  </a:lnTo>
                  <a:lnTo>
                    <a:pt x="1917350" y="22628"/>
                  </a:lnTo>
                  <a:lnTo>
                    <a:pt x="1925208" y="22642"/>
                  </a:lnTo>
                  <a:lnTo>
                    <a:pt x="1933066" y="22667"/>
                  </a:lnTo>
                  <a:lnTo>
                    <a:pt x="1940924" y="22692"/>
                  </a:lnTo>
                  <a:lnTo>
                    <a:pt x="1948782" y="22718"/>
                  </a:lnTo>
                  <a:lnTo>
                    <a:pt x="1956640" y="22743"/>
                  </a:lnTo>
                  <a:lnTo>
                    <a:pt x="1964498" y="22768"/>
                  </a:lnTo>
                  <a:lnTo>
                    <a:pt x="1972356" y="22793"/>
                  </a:lnTo>
                  <a:lnTo>
                    <a:pt x="1980214" y="22818"/>
                  </a:lnTo>
                  <a:lnTo>
                    <a:pt x="1988072" y="22843"/>
                  </a:lnTo>
                  <a:lnTo>
                    <a:pt x="1995930" y="22867"/>
                  </a:lnTo>
                  <a:lnTo>
                    <a:pt x="2003788" y="22892"/>
                  </a:lnTo>
                  <a:lnTo>
                    <a:pt x="2011646" y="22909"/>
                  </a:lnTo>
                  <a:lnTo>
                    <a:pt x="2019504" y="22920"/>
                  </a:lnTo>
                  <a:lnTo>
                    <a:pt x="2027362" y="22931"/>
                  </a:lnTo>
                  <a:lnTo>
                    <a:pt x="2035220" y="229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186414" y="4867636"/>
              <a:ext cx="2035220" cy="26131"/>
            </a:xfrm>
            <a:custGeom>
              <a:avLst/>
              <a:pathLst>
                <a:path w="2035220" h="26131">
                  <a:moveTo>
                    <a:pt x="2035220" y="26131"/>
                  </a:moveTo>
                  <a:lnTo>
                    <a:pt x="2027362" y="26086"/>
                  </a:lnTo>
                  <a:lnTo>
                    <a:pt x="2019504" y="26048"/>
                  </a:lnTo>
                  <a:lnTo>
                    <a:pt x="2011646" y="26011"/>
                  </a:lnTo>
                  <a:lnTo>
                    <a:pt x="2003788" y="25973"/>
                  </a:lnTo>
                  <a:lnTo>
                    <a:pt x="1995930" y="25935"/>
                  </a:lnTo>
                  <a:lnTo>
                    <a:pt x="1988072" y="25896"/>
                  </a:lnTo>
                  <a:lnTo>
                    <a:pt x="1980214" y="25860"/>
                  </a:lnTo>
                  <a:lnTo>
                    <a:pt x="1972356" y="25829"/>
                  </a:lnTo>
                  <a:lnTo>
                    <a:pt x="1964498" y="25798"/>
                  </a:lnTo>
                  <a:lnTo>
                    <a:pt x="1956640" y="25766"/>
                  </a:lnTo>
                  <a:lnTo>
                    <a:pt x="1948782" y="25735"/>
                  </a:lnTo>
                  <a:lnTo>
                    <a:pt x="1940924" y="25703"/>
                  </a:lnTo>
                  <a:lnTo>
                    <a:pt x="1933066" y="25668"/>
                  </a:lnTo>
                  <a:lnTo>
                    <a:pt x="1925208" y="25627"/>
                  </a:lnTo>
                  <a:lnTo>
                    <a:pt x="1917350" y="25586"/>
                  </a:lnTo>
                  <a:lnTo>
                    <a:pt x="1909492" y="25545"/>
                  </a:lnTo>
                  <a:lnTo>
                    <a:pt x="1901634" y="25504"/>
                  </a:lnTo>
                  <a:lnTo>
                    <a:pt x="1893776" y="25461"/>
                  </a:lnTo>
                  <a:lnTo>
                    <a:pt x="1885918" y="25419"/>
                  </a:lnTo>
                  <a:lnTo>
                    <a:pt x="1878060" y="25376"/>
                  </a:lnTo>
                  <a:lnTo>
                    <a:pt x="1870202" y="25332"/>
                  </a:lnTo>
                  <a:lnTo>
                    <a:pt x="1862344" y="25288"/>
                  </a:lnTo>
                  <a:lnTo>
                    <a:pt x="1854486" y="25244"/>
                  </a:lnTo>
                  <a:lnTo>
                    <a:pt x="1846628" y="25199"/>
                  </a:lnTo>
                  <a:lnTo>
                    <a:pt x="1838770" y="25154"/>
                  </a:lnTo>
                  <a:lnTo>
                    <a:pt x="1830912" y="25105"/>
                  </a:lnTo>
                  <a:lnTo>
                    <a:pt x="1823054" y="25049"/>
                  </a:lnTo>
                  <a:lnTo>
                    <a:pt x="1815196" y="24992"/>
                  </a:lnTo>
                  <a:lnTo>
                    <a:pt x="1807338" y="24934"/>
                  </a:lnTo>
                  <a:lnTo>
                    <a:pt x="1799480" y="24877"/>
                  </a:lnTo>
                  <a:lnTo>
                    <a:pt x="1791622" y="24830"/>
                  </a:lnTo>
                  <a:lnTo>
                    <a:pt x="1783764" y="24783"/>
                  </a:lnTo>
                  <a:lnTo>
                    <a:pt x="1775906" y="24733"/>
                  </a:lnTo>
                  <a:lnTo>
                    <a:pt x="1768048" y="24668"/>
                  </a:lnTo>
                  <a:lnTo>
                    <a:pt x="1760190" y="24602"/>
                  </a:lnTo>
                  <a:lnTo>
                    <a:pt x="1752332" y="24535"/>
                  </a:lnTo>
                  <a:lnTo>
                    <a:pt x="1744474" y="24484"/>
                  </a:lnTo>
                  <a:lnTo>
                    <a:pt x="1736616" y="24438"/>
                  </a:lnTo>
                  <a:lnTo>
                    <a:pt x="1728758" y="24391"/>
                  </a:lnTo>
                  <a:lnTo>
                    <a:pt x="1720900" y="24345"/>
                  </a:lnTo>
                  <a:lnTo>
                    <a:pt x="1713042" y="24302"/>
                  </a:lnTo>
                  <a:lnTo>
                    <a:pt x="1705184" y="24260"/>
                  </a:lnTo>
                  <a:lnTo>
                    <a:pt x="1697326" y="24217"/>
                  </a:lnTo>
                  <a:lnTo>
                    <a:pt x="1689468" y="24174"/>
                  </a:lnTo>
                  <a:lnTo>
                    <a:pt x="1681610" y="24131"/>
                  </a:lnTo>
                  <a:lnTo>
                    <a:pt x="1673752" y="24083"/>
                  </a:lnTo>
                  <a:lnTo>
                    <a:pt x="1665894" y="24030"/>
                  </a:lnTo>
                  <a:lnTo>
                    <a:pt x="1658036" y="23977"/>
                  </a:lnTo>
                  <a:lnTo>
                    <a:pt x="1650178" y="23923"/>
                  </a:lnTo>
                  <a:lnTo>
                    <a:pt x="1642320" y="23869"/>
                  </a:lnTo>
                  <a:lnTo>
                    <a:pt x="1634462" y="23814"/>
                  </a:lnTo>
                  <a:lnTo>
                    <a:pt x="1626604" y="23759"/>
                  </a:lnTo>
                  <a:lnTo>
                    <a:pt x="1618746" y="23703"/>
                  </a:lnTo>
                  <a:lnTo>
                    <a:pt x="1610888" y="23648"/>
                  </a:lnTo>
                  <a:lnTo>
                    <a:pt x="1603030" y="23591"/>
                  </a:lnTo>
                  <a:lnTo>
                    <a:pt x="1595172" y="23531"/>
                  </a:lnTo>
                  <a:lnTo>
                    <a:pt x="1587314" y="23473"/>
                  </a:lnTo>
                  <a:lnTo>
                    <a:pt x="1579456" y="23412"/>
                  </a:lnTo>
                  <a:lnTo>
                    <a:pt x="1571598" y="23351"/>
                  </a:lnTo>
                  <a:lnTo>
                    <a:pt x="1563740" y="23289"/>
                  </a:lnTo>
                  <a:lnTo>
                    <a:pt x="1555882" y="23227"/>
                  </a:lnTo>
                  <a:lnTo>
                    <a:pt x="1548024" y="23163"/>
                  </a:lnTo>
                  <a:lnTo>
                    <a:pt x="1540166" y="23100"/>
                  </a:lnTo>
                  <a:lnTo>
                    <a:pt x="1532308" y="23035"/>
                  </a:lnTo>
                  <a:lnTo>
                    <a:pt x="1524450" y="22970"/>
                  </a:lnTo>
                  <a:lnTo>
                    <a:pt x="1516592" y="22905"/>
                  </a:lnTo>
                  <a:lnTo>
                    <a:pt x="1508734" y="22839"/>
                  </a:lnTo>
                  <a:lnTo>
                    <a:pt x="1500876" y="22772"/>
                  </a:lnTo>
                  <a:lnTo>
                    <a:pt x="1493018" y="22705"/>
                  </a:lnTo>
                  <a:lnTo>
                    <a:pt x="1485160" y="22648"/>
                  </a:lnTo>
                  <a:lnTo>
                    <a:pt x="1477302" y="22568"/>
                  </a:lnTo>
                  <a:lnTo>
                    <a:pt x="1469444" y="22500"/>
                  </a:lnTo>
                  <a:lnTo>
                    <a:pt x="1461586" y="22429"/>
                  </a:lnTo>
                  <a:lnTo>
                    <a:pt x="1453728" y="22358"/>
                  </a:lnTo>
                  <a:lnTo>
                    <a:pt x="1445870" y="22262"/>
                  </a:lnTo>
                  <a:lnTo>
                    <a:pt x="1438012" y="22164"/>
                  </a:lnTo>
                  <a:lnTo>
                    <a:pt x="1430154" y="22080"/>
                  </a:lnTo>
                  <a:lnTo>
                    <a:pt x="1422296" y="22005"/>
                  </a:lnTo>
                  <a:lnTo>
                    <a:pt x="1414438" y="21930"/>
                  </a:lnTo>
                  <a:lnTo>
                    <a:pt x="1406580" y="21854"/>
                  </a:lnTo>
                  <a:lnTo>
                    <a:pt x="1398722" y="21777"/>
                  </a:lnTo>
                  <a:lnTo>
                    <a:pt x="1390864" y="21700"/>
                  </a:lnTo>
                  <a:lnTo>
                    <a:pt x="1383006" y="21622"/>
                  </a:lnTo>
                  <a:lnTo>
                    <a:pt x="1375148" y="21544"/>
                  </a:lnTo>
                  <a:lnTo>
                    <a:pt x="1367290" y="21465"/>
                  </a:lnTo>
                  <a:lnTo>
                    <a:pt x="1359432" y="21386"/>
                  </a:lnTo>
                  <a:lnTo>
                    <a:pt x="1351574" y="21306"/>
                  </a:lnTo>
                  <a:lnTo>
                    <a:pt x="1343716" y="21225"/>
                  </a:lnTo>
                  <a:lnTo>
                    <a:pt x="1335858" y="21144"/>
                  </a:lnTo>
                  <a:lnTo>
                    <a:pt x="1328000" y="21076"/>
                  </a:lnTo>
                  <a:lnTo>
                    <a:pt x="1320142" y="21007"/>
                  </a:lnTo>
                  <a:lnTo>
                    <a:pt x="1312284" y="20938"/>
                  </a:lnTo>
                  <a:lnTo>
                    <a:pt x="1304426" y="20869"/>
                  </a:lnTo>
                  <a:lnTo>
                    <a:pt x="1296568" y="20799"/>
                  </a:lnTo>
                  <a:lnTo>
                    <a:pt x="1288710" y="20720"/>
                  </a:lnTo>
                  <a:lnTo>
                    <a:pt x="1280852" y="20634"/>
                  </a:lnTo>
                  <a:lnTo>
                    <a:pt x="1272994" y="20548"/>
                  </a:lnTo>
                  <a:lnTo>
                    <a:pt x="1265136" y="20460"/>
                  </a:lnTo>
                  <a:lnTo>
                    <a:pt x="1257278" y="20372"/>
                  </a:lnTo>
                  <a:lnTo>
                    <a:pt x="1249420" y="20283"/>
                  </a:lnTo>
                  <a:lnTo>
                    <a:pt x="1241562" y="20194"/>
                  </a:lnTo>
                  <a:lnTo>
                    <a:pt x="1233704" y="20103"/>
                  </a:lnTo>
                  <a:lnTo>
                    <a:pt x="1225846" y="20012"/>
                  </a:lnTo>
                  <a:lnTo>
                    <a:pt x="1217988" y="19918"/>
                  </a:lnTo>
                  <a:lnTo>
                    <a:pt x="1210130" y="19824"/>
                  </a:lnTo>
                  <a:lnTo>
                    <a:pt x="1202272" y="19729"/>
                  </a:lnTo>
                  <a:lnTo>
                    <a:pt x="1194414" y="19619"/>
                  </a:lnTo>
                  <a:lnTo>
                    <a:pt x="1186556" y="19487"/>
                  </a:lnTo>
                  <a:lnTo>
                    <a:pt x="1178698" y="19386"/>
                  </a:lnTo>
                  <a:lnTo>
                    <a:pt x="1170840" y="19291"/>
                  </a:lnTo>
                  <a:lnTo>
                    <a:pt x="1162982" y="19195"/>
                  </a:lnTo>
                  <a:lnTo>
                    <a:pt x="1155124" y="19099"/>
                  </a:lnTo>
                  <a:lnTo>
                    <a:pt x="1147266" y="19002"/>
                  </a:lnTo>
                  <a:lnTo>
                    <a:pt x="1139408" y="18904"/>
                  </a:lnTo>
                  <a:lnTo>
                    <a:pt x="1131550" y="18805"/>
                  </a:lnTo>
                  <a:lnTo>
                    <a:pt x="1123692" y="18706"/>
                  </a:lnTo>
                  <a:lnTo>
                    <a:pt x="1115834" y="18606"/>
                  </a:lnTo>
                  <a:lnTo>
                    <a:pt x="1107976" y="18505"/>
                  </a:lnTo>
                  <a:lnTo>
                    <a:pt x="1100118" y="18404"/>
                  </a:lnTo>
                  <a:lnTo>
                    <a:pt x="1092260" y="18261"/>
                  </a:lnTo>
                  <a:lnTo>
                    <a:pt x="1084402" y="18112"/>
                  </a:lnTo>
                  <a:lnTo>
                    <a:pt x="1076544" y="17980"/>
                  </a:lnTo>
                  <a:lnTo>
                    <a:pt x="1068686" y="17831"/>
                  </a:lnTo>
                  <a:lnTo>
                    <a:pt x="1060828" y="17680"/>
                  </a:lnTo>
                  <a:lnTo>
                    <a:pt x="1052970" y="17527"/>
                  </a:lnTo>
                  <a:lnTo>
                    <a:pt x="1045112" y="17374"/>
                  </a:lnTo>
                  <a:lnTo>
                    <a:pt x="1037254" y="17282"/>
                  </a:lnTo>
                  <a:lnTo>
                    <a:pt x="1029397" y="17197"/>
                  </a:lnTo>
                  <a:lnTo>
                    <a:pt x="1021539" y="17112"/>
                  </a:lnTo>
                  <a:lnTo>
                    <a:pt x="1013681" y="17026"/>
                  </a:lnTo>
                  <a:lnTo>
                    <a:pt x="1005823" y="16940"/>
                  </a:lnTo>
                  <a:lnTo>
                    <a:pt x="997965" y="16854"/>
                  </a:lnTo>
                  <a:lnTo>
                    <a:pt x="990107" y="16767"/>
                  </a:lnTo>
                  <a:lnTo>
                    <a:pt x="982249" y="16674"/>
                  </a:lnTo>
                  <a:lnTo>
                    <a:pt x="974391" y="16568"/>
                  </a:lnTo>
                  <a:lnTo>
                    <a:pt x="966533" y="16463"/>
                  </a:lnTo>
                  <a:lnTo>
                    <a:pt x="958675" y="16339"/>
                  </a:lnTo>
                  <a:lnTo>
                    <a:pt x="950817" y="16221"/>
                  </a:lnTo>
                  <a:lnTo>
                    <a:pt x="942959" y="16133"/>
                  </a:lnTo>
                  <a:lnTo>
                    <a:pt x="935101" y="16043"/>
                  </a:lnTo>
                  <a:lnTo>
                    <a:pt x="927243" y="15952"/>
                  </a:lnTo>
                  <a:lnTo>
                    <a:pt x="919385" y="15854"/>
                  </a:lnTo>
                  <a:lnTo>
                    <a:pt x="911527" y="15734"/>
                  </a:lnTo>
                  <a:lnTo>
                    <a:pt x="903669" y="15612"/>
                  </a:lnTo>
                  <a:lnTo>
                    <a:pt x="895811" y="15490"/>
                  </a:lnTo>
                  <a:lnTo>
                    <a:pt x="887953" y="15365"/>
                  </a:lnTo>
                  <a:lnTo>
                    <a:pt x="880095" y="15196"/>
                  </a:lnTo>
                  <a:lnTo>
                    <a:pt x="872237" y="15067"/>
                  </a:lnTo>
                  <a:lnTo>
                    <a:pt x="864379" y="14968"/>
                  </a:lnTo>
                  <a:lnTo>
                    <a:pt x="856521" y="14861"/>
                  </a:lnTo>
                  <a:lnTo>
                    <a:pt x="848663" y="14734"/>
                  </a:lnTo>
                  <a:lnTo>
                    <a:pt x="840805" y="14605"/>
                  </a:lnTo>
                  <a:lnTo>
                    <a:pt x="832947" y="14491"/>
                  </a:lnTo>
                  <a:lnTo>
                    <a:pt x="825089" y="14379"/>
                  </a:lnTo>
                  <a:lnTo>
                    <a:pt x="817231" y="14265"/>
                  </a:lnTo>
                  <a:lnTo>
                    <a:pt x="809373" y="14150"/>
                  </a:lnTo>
                  <a:lnTo>
                    <a:pt x="801515" y="14055"/>
                  </a:lnTo>
                  <a:lnTo>
                    <a:pt x="793657" y="13907"/>
                  </a:lnTo>
                  <a:lnTo>
                    <a:pt x="785799" y="13758"/>
                  </a:lnTo>
                  <a:lnTo>
                    <a:pt x="777941" y="13608"/>
                  </a:lnTo>
                  <a:lnTo>
                    <a:pt x="770083" y="13456"/>
                  </a:lnTo>
                  <a:lnTo>
                    <a:pt x="762225" y="13303"/>
                  </a:lnTo>
                  <a:lnTo>
                    <a:pt x="754367" y="13149"/>
                  </a:lnTo>
                  <a:lnTo>
                    <a:pt x="746509" y="12992"/>
                  </a:lnTo>
                  <a:lnTo>
                    <a:pt x="738651" y="12848"/>
                  </a:lnTo>
                  <a:lnTo>
                    <a:pt x="730793" y="12752"/>
                  </a:lnTo>
                  <a:lnTo>
                    <a:pt x="722935" y="12655"/>
                  </a:lnTo>
                  <a:lnTo>
                    <a:pt x="715077" y="12557"/>
                  </a:lnTo>
                  <a:lnTo>
                    <a:pt x="707219" y="12459"/>
                  </a:lnTo>
                  <a:lnTo>
                    <a:pt x="699361" y="12361"/>
                  </a:lnTo>
                  <a:lnTo>
                    <a:pt x="691503" y="12262"/>
                  </a:lnTo>
                  <a:lnTo>
                    <a:pt x="683645" y="12163"/>
                  </a:lnTo>
                  <a:lnTo>
                    <a:pt x="675787" y="12033"/>
                  </a:lnTo>
                  <a:lnTo>
                    <a:pt x="667929" y="11849"/>
                  </a:lnTo>
                  <a:lnTo>
                    <a:pt x="660071" y="11715"/>
                  </a:lnTo>
                  <a:lnTo>
                    <a:pt x="652213" y="11607"/>
                  </a:lnTo>
                  <a:lnTo>
                    <a:pt x="644355" y="11486"/>
                  </a:lnTo>
                  <a:lnTo>
                    <a:pt x="636497" y="11347"/>
                  </a:lnTo>
                  <a:lnTo>
                    <a:pt x="628639" y="11207"/>
                  </a:lnTo>
                  <a:lnTo>
                    <a:pt x="620781" y="11065"/>
                  </a:lnTo>
                  <a:lnTo>
                    <a:pt x="612923" y="10998"/>
                  </a:lnTo>
                  <a:lnTo>
                    <a:pt x="605065" y="10943"/>
                  </a:lnTo>
                  <a:lnTo>
                    <a:pt x="597207" y="10834"/>
                  </a:lnTo>
                  <a:lnTo>
                    <a:pt x="589349" y="10682"/>
                  </a:lnTo>
                  <a:lnTo>
                    <a:pt x="581491" y="10606"/>
                  </a:lnTo>
                  <a:lnTo>
                    <a:pt x="573633" y="10488"/>
                  </a:lnTo>
                  <a:lnTo>
                    <a:pt x="565775" y="10290"/>
                  </a:lnTo>
                  <a:lnTo>
                    <a:pt x="557917" y="10090"/>
                  </a:lnTo>
                  <a:lnTo>
                    <a:pt x="550059" y="9886"/>
                  </a:lnTo>
                  <a:lnTo>
                    <a:pt x="542201" y="9680"/>
                  </a:lnTo>
                  <a:lnTo>
                    <a:pt x="534343" y="9472"/>
                  </a:lnTo>
                  <a:lnTo>
                    <a:pt x="526485" y="9269"/>
                  </a:lnTo>
                  <a:lnTo>
                    <a:pt x="518627" y="9139"/>
                  </a:lnTo>
                  <a:lnTo>
                    <a:pt x="510769" y="9038"/>
                  </a:lnTo>
                  <a:lnTo>
                    <a:pt x="502911" y="8965"/>
                  </a:lnTo>
                  <a:lnTo>
                    <a:pt x="495053" y="8823"/>
                  </a:lnTo>
                  <a:lnTo>
                    <a:pt x="487195" y="8719"/>
                  </a:lnTo>
                  <a:lnTo>
                    <a:pt x="479337" y="8666"/>
                  </a:lnTo>
                  <a:lnTo>
                    <a:pt x="471479" y="8524"/>
                  </a:lnTo>
                  <a:lnTo>
                    <a:pt x="463621" y="8434"/>
                  </a:lnTo>
                  <a:lnTo>
                    <a:pt x="455763" y="8320"/>
                  </a:lnTo>
                  <a:lnTo>
                    <a:pt x="447905" y="8186"/>
                  </a:lnTo>
                  <a:lnTo>
                    <a:pt x="440047" y="8078"/>
                  </a:lnTo>
                  <a:lnTo>
                    <a:pt x="432189" y="7967"/>
                  </a:lnTo>
                  <a:lnTo>
                    <a:pt x="424331" y="7858"/>
                  </a:lnTo>
                  <a:lnTo>
                    <a:pt x="416473" y="7750"/>
                  </a:lnTo>
                  <a:lnTo>
                    <a:pt x="408615" y="7637"/>
                  </a:lnTo>
                  <a:lnTo>
                    <a:pt x="400757" y="7526"/>
                  </a:lnTo>
                  <a:lnTo>
                    <a:pt x="392899" y="7413"/>
                  </a:lnTo>
                  <a:lnTo>
                    <a:pt x="385041" y="7200"/>
                  </a:lnTo>
                  <a:lnTo>
                    <a:pt x="377183" y="7084"/>
                  </a:lnTo>
                  <a:lnTo>
                    <a:pt x="369325" y="6933"/>
                  </a:lnTo>
                  <a:lnTo>
                    <a:pt x="361467" y="6764"/>
                  </a:lnTo>
                  <a:lnTo>
                    <a:pt x="353609" y="6484"/>
                  </a:lnTo>
                  <a:lnTo>
                    <a:pt x="345751" y="6268"/>
                  </a:lnTo>
                  <a:lnTo>
                    <a:pt x="337893" y="6096"/>
                  </a:lnTo>
                  <a:lnTo>
                    <a:pt x="330035" y="5923"/>
                  </a:lnTo>
                  <a:lnTo>
                    <a:pt x="322177" y="5748"/>
                  </a:lnTo>
                  <a:lnTo>
                    <a:pt x="314319" y="5572"/>
                  </a:lnTo>
                  <a:lnTo>
                    <a:pt x="306461" y="5395"/>
                  </a:lnTo>
                  <a:lnTo>
                    <a:pt x="298603" y="5310"/>
                  </a:lnTo>
                  <a:lnTo>
                    <a:pt x="290745" y="5182"/>
                  </a:lnTo>
                  <a:lnTo>
                    <a:pt x="282887" y="4969"/>
                  </a:lnTo>
                  <a:lnTo>
                    <a:pt x="275029" y="4791"/>
                  </a:lnTo>
                  <a:lnTo>
                    <a:pt x="267171" y="4656"/>
                  </a:lnTo>
                  <a:lnTo>
                    <a:pt x="259313" y="4570"/>
                  </a:lnTo>
                  <a:lnTo>
                    <a:pt x="251455" y="4429"/>
                  </a:lnTo>
                  <a:lnTo>
                    <a:pt x="243597" y="4248"/>
                  </a:lnTo>
                  <a:lnTo>
                    <a:pt x="235739" y="3941"/>
                  </a:lnTo>
                  <a:lnTo>
                    <a:pt x="227881" y="3872"/>
                  </a:lnTo>
                  <a:lnTo>
                    <a:pt x="220023" y="3689"/>
                  </a:lnTo>
                  <a:lnTo>
                    <a:pt x="212165" y="3578"/>
                  </a:lnTo>
                  <a:lnTo>
                    <a:pt x="204307" y="3520"/>
                  </a:lnTo>
                  <a:lnTo>
                    <a:pt x="196449" y="3461"/>
                  </a:lnTo>
                  <a:lnTo>
                    <a:pt x="188591" y="3403"/>
                  </a:lnTo>
                  <a:lnTo>
                    <a:pt x="180733" y="3344"/>
                  </a:lnTo>
                  <a:lnTo>
                    <a:pt x="172875" y="3241"/>
                  </a:lnTo>
                  <a:lnTo>
                    <a:pt x="165017" y="3016"/>
                  </a:lnTo>
                  <a:lnTo>
                    <a:pt x="157159" y="2789"/>
                  </a:lnTo>
                  <a:lnTo>
                    <a:pt x="149301" y="2559"/>
                  </a:lnTo>
                  <a:lnTo>
                    <a:pt x="141443" y="2334"/>
                  </a:lnTo>
                  <a:lnTo>
                    <a:pt x="133585" y="2254"/>
                  </a:lnTo>
                  <a:lnTo>
                    <a:pt x="125727" y="2173"/>
                  </a:lnTo>
                  <a:lnTo>
                    <a:pt x="117869" y="2091"/>
                  </a:lnTo>
                  <a:lnTo>
                    <a:pt x="110011" y="2009"/>
                  </a:lnTo>
                  <a:lnTo>
                    <a:pt x="102153" y="1907"/>
                  </a:lnTo>
                  <a:lnTo>
                    <a:pt x="94295" y="1811"/>
                  </a:lnTo>
                  <a:lnTo>
                    <a:pt x="86437" y="1662"/>
                  </a:lnTo>
                  <a:lnTo>
                    <a:pt x="78579" y="1573"/>
                  </a:lnTo>
                  <a:lnTo>
                    <a:pt x="70721" y="1527"/>
                  </a:lnTo>
                  <a:lnTo>
                    <a:pt x="62863" y="1452"/>
                  </a:lnTo>
                  <a:lnTo>
                    <a:pt x="55005" y="1321"/>
                  </a:lnTo>
                  <a:lnTo>
                    <a:pt x="47147" y="1220"/>
                  </a:lnTo>
                  <a:lnTo>
                    <a:pt x="39289" y="1017"/>
                  </a:lnTo>
                  <a:lnTo>
                    <a:pt x="31431" y="811"/>
                  </a:lnTo>
                  <a:lnTo>
                    <a:pt x="23573" y="556"/>
                  </a:lnTo>
                  <a:lnTo>
                    <a:pt x="15715" y="344"/>
                  </a:lnTo>
                  <a:lnTo>
                    <a:pt x="7857" y="18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1186414" y="4820160"/>
              <a:ext cx="2035220" cy="59210"/>
            </a:xfrm>
            <a:custGeom>
              <a:avLst/>
              <a:pathLst>
                <a:path w="2035220" h="59210">
                  <a:moveTo>
                    <a:pt x="0" y="0"/>
                  </a:moveTo>
                  <a:lnTo>
                    <a:pt x="7857" y="341"/>
                  </a:lnTo>
                  <a:lnTo>
                    <a:pt x="15715" y="687"/>
                  </a:lnTo>
                  <a:lnTo>
                    <a:pt x="23573" y="1024"/>
                  </a:lnTo>
                  <a:lnTo>
                    <a:pt x="31431" y="1362"/>
                  </a:lnTo>
                  <a:lnTo>
                    <a:pt x="39289" y="1695"/>
                  </a:lnTo>
                  <a:lnTo>
                    <a:pt x="47147" y="2030"/>
                  </a:lnTo>
                  <a:lnTo>
                    <a:pt x="55005" y="2366"/>
                  </a:lnTo>
                  <a:lnTo>
                    <a:pt x="62863" y="2872"/>
                  </a:lnTo>
                  <a:lnTo>
                    <a:pt x="70721" y="3192"/>
                  </a:lnTo>
                  <a:lnTo>
                    <a:pt x="78579" y="3568"/>
                  </a:lnTo>
                  <a:lnTo>
                    <a:pt x="86437" y="3838"/>
                  </a:lnTo>
                  <a:lnTo>
                    <a:pt x="94295" y="4154"/>
                  </a:lnTo>
                  <a:lnTo>
                    <a:pt x="102153" y="4377"/>
                  </a:lnTo>
                  <a:lnTo>
                    <a:pt x="110011" y="4699"/>
                  </a:lnTo>
                  <a:lnTo>
                    <a:pt x="117869" y="4967"/>
                  </a:lnTo>
                  <a:lnTo>
                    <a:pt x="125727" y="5332"/>
                  </a:lnTo>
                  <a:lnTo>
                    <a:pt x="133585" y="5648"/>
                  </a:lnTo>
                  <a:lnTo>
                    <a:pt x="141443" y="5997"/>
                  </a:lnTo>
                  <a:lnTo>
                    <a:pt x="149301" y="6198"/>
                  </a:lnTo>
                  <a:lnTo>
                    <a:pt x="157159" y="6563"/>
                  </a:lnTo>
                  <a:lnTo>
                    <a:pt x="165017" y="6852"/>
                  </a:lnTo>
                  <a:lnTo>
                    <a:pt x="172875" y="7127"/>
                  </a:lnTo>
                  <a:lnTo>
                    <a:pt x="180733" y="7417"/>
                  </a:lnTo>
                  <a:lnTo>
                    <a:pt x="188591" y="7701"/>
                  </a:lnTo>
                  <a:lnTo>
                    <a:pt x="196449" y="8015"/>
                  </a:lnTo>
                  <a:lnTo>
                    <a:pt x="204307" y="8260"/>
                  </a:lnTo>
                  <a:lnTo>
                    <a:pt x="212165" y="8571"/>
                  </a:lnTo>
                  <a:lnTo>
                    <a:pt x="220023" y="8886"/>
                  </a:lnTo>
                  <a:lnTo>
                    <a:pt x="227881" y="9026"/>
                  </a:lnTo>
                  <a:lnTo>
                    <a:pt x="235739" y="9370"/>
                  </a:lnTo>
                  <a:lnTo>
                    <a:pt x="243597" y="9670"/>
                  </a:lnTo>
                  <a:lnTo>
                    <a:pt x="251455" y="9837"/>
                  </a:lnTo>
                  <a:lnTo>
                    <a:pt x="259313" y="9937"/>
                  </a:lnTo>
                  <a:lnTo>
                    <a:pt x="267171" y="10188"/>
                  </a:lnTo>
                  <a:lnTo>
                    <a:pt x="275029" y="10474"/>
                  </a:lnTo>
                  <a:lnTo>
                    <a:pt x="282887" y="10718"/>
                  </a:lnTo>
                  <a:lnTo>
                    <a:pt x="290745" y="10878"/>
                  </a:lnTo>
                  <a:lnTo>
                    <a:pt x="298603" y="11015"/>
                  </a:lnTo>
                  <a:lnTo>
                    <a:pt x="306461" y="11057"/>
                  </a:lnTo>
                  <a:lnTo>
                    <a:pt x="314319" y="11190"/>
                  </a:lnTo>
                  <a:lnTo>
                    <a:pt x="322177" y="11296"/>
                  </a:lnTo>
                  <a:lnTo>
                    <a:pt x="330035" y="11572"/>
                  </a:lnTo>
                  <a:lnTo>
                    <a:pt x="337893" y="11777"/>
                  </a:lnTo>
                  <a:lnTo>
                    <a:pt x="345751" y="12096"/>
                  </a:lnTo>
                  <a:lnTo>
                    <a:pt x="353609" y="12175"/>
                  </a:lnTo>
                  <a:lnTo>
                    <a:pt x="361467" y="12306"/>
                  </a:lnTo>
                  <a:lnTo>
                    <a:pt x="369325" y="12564"/>
                  </a:lnTo>
                  <a:lnTo>
                    <a:pt x="377183" y="12816"/>
                  </a:lnTo>
                  <a:lnTo>
                    <a:pt x="385041" y="12905"/>
                  </a:lnTo>
                  <a:lnTo>
                    <a:pt x="392899" y="13137"/>
                  </a:lnTo>
                  <a:lnTo>
                    <a:pt x="400757" y="13377"/>
                  </a:lnTo>
                  <a:lnTo>
                    <a:pt x="408615" y="13618"/>
                  </a:lnTo>
                  <a:lnTo>
                    <a:pt x="416473" y="13627"/>
                  </a:lnTo>
                  <a:lnTo>
                    <a:pt x="424331" y="13666"/>
                  </a:lnTo>
                  <a:lnTo>
                    <a:pt x="432189" y="13682"/>
                  </a:lnTo>
                  <a:lnTo>
                    <a:pt x="440047" y="13722"/>
                  </a:lnTo>
                  <a:lnTo>
                    <a:pt x="447905" y="13808"/>
                  </a:lnTo>
                  <a:lnTo>
                    <a:pt x="455763" y="13894"/>
                  </a:lnTo>
                  <a:lnTo>
                    <a:pt x="463621" y="13983"/>
                  </a:lnTo>
                  <a:lnTo>
                    <a:pt x="471479" y="14186"/>
                  </a:lnTo>
                  <a:lnTo>
                    <a:pt x="479337" y="14327"/>
                  </a:lnTo>
                  <a:lnTo>
                    <a:pt x="487195" y="14503"/>
                  </a:lnTo>
                  <a:lnTo>
                    <a:pt x="495053" y="14688"/>
                  </a:lnTo>
                  <a:lnTo>
                    <a:pt x="502911" y="14878"/>
                  </a:lnTo>
                  <a:lnTo>
                    <a:pt x="510769" y="15126"/>
                  </a:lnTo>
                  <a:lnTo>
                    <a:pt x="518627" y="15327"/>
                  </a:lnTo>
                  <a:lnTo>
                    <a:pt x="526485" y="15424"/>
                  </a:lnTo>
                  <a:lnTo>
                    <a:pt x="534343" y="15602"/>
                  </a:lnTo>
                  <a:lnTo>
                    <a:pt x="542201" y="15725"/>
                  </a:lnTo>
                  <a:lnTo>
                    <a:pt x="550059" y="15913"/>
                  </a:lnTo>
                  <a:lnTo>
                    <a:pt x="557917" y="15966"/>
                  </a:lnTo>
                  <a:lnTo>
                    <a:pt x="565775" y="16294"/>
                  </a:lnTo>
                  <a:lnTo>
                    <a:pt x="573633" y="16404"/>
                  </a:lnTo>
                  <a:lnTo>
                    <a:pt x="581491" y="16567"/>
                  </a:lnTo>
                  <a:lnTo>
                    <a:pt x="589349" y="16460"/>
                  </a:lnTo>
                  <a:lnTo>
                    <a:pt x="597207" y="16628"/>
                  </a:lnTo>
                  <a:lnTo>
                    <a:pt x="605065" y="16741"/>
                  </a:lnTo>
                  <a:lnTo>
                    <a:pt x="612923" y="16690"/>
                  </a:lnTo>
                  <a:lnTo>
                    <a:pt x="620781" y="16838"/>
                  </a:lnTo>
                  <a:lnTo>
                    <a:pt x="628639" y="16841"/>
                  </a:lnTo>
                  <a:lnTo>
                    <a:pt x="636497" y="16800"/>
                  </a:lnTo>
                  <a:lnTo>
                    <a:pt x="644355" y="16760"/>
                  </a:lnTo>
                  <a:lnTo>
                    <a:pt x="652213" y="16726"/>
                  </a:lnTo>
                  <a:lnTo>
                    <a:pt x="660071" y="16685"/>
                  </a:lnTo>
                  <a:lnTo>
                    <a:pt x="667929" y="16736"/>
                  </a:lnTo>
                  <a:lnTo>
                    <a:pt x="675787" y="16733"/>
                  </a:lnTo>
                  <a:lnTo>
                    <a:pt x="683645" y="16697"/>
                  </a:lnTo>
                  <a:lnTo>
                    <a:pt x="691503" y="16924"/>
                  </a:lnTo>
                  <a:lnTo>
                    <a:pt x="699361" y="16922"/>
                  </a:lnTo>
                  <a:lnTo>
                    <a:pt x="707219" y="17036"/>
                  </a:lnTo>
                  <a:lnTo>
                    <a:pt x="715077" y="16958"/>
                  </a:lnTo>
                  <a:lnTo>
                    <a:pt x="722935" y="16899"/>
                  </a:lnTo>
                  <a:lnTo>
                    <a:pt x="730793" y="16948"/>
                  </a:lnTo>
                  <a:lnTo>
                    <a:pt x="738651" y="17042"/>
                  </a:lnTo>
                  <a:lnTo>
                    <a:pt x="746509" y="17089"/>
                  </a:lnTo>
                  <a:lnTo>
                    <a:pt x="754367" y="17145"/>
                  </a:lnTo>
                  <a:lnTo>
                    <a:pt x="762225" y="17312"/>
                  </a:lnTo>
                  <a:lnTo>
                    <a:pt x="770083" y="17332"/>
                  </a:lnTo>
                  <a:lnTo>
                    <a:pt x="777941" y="17306"/>
                  </a:lnTo>
                  <a:lnTo>
                    <a:pt x="785799" y="17367"/>
                  </a:lnTo>
                  <a:lnTo>
                    <a:pt x="793657" y="17253"/>
                  </a:lnTo>
                  <a:lnTo>
                    <a:pt x="801515" y="17139"/>
                  </a:lnTo>
                  <a:lnTo>
                    <a:pt x="809373" y="17207"/>
                  </a:lnTo>
                  <a:lnTo>
                    <a:pt x="817231" y="17306"/>
                  </a:lnTo>
                  <a:lnTo>
                    <a:pt x="825089" y="17406"/>
                  </a:lnTo>
                  <a:lnTo>
                    <a:pt x="832947" y="17507"/>
                  </a:lnTo>
                  <a:lnTo>
                    <a:pt x="840805" y="17511"/>
                  </a:lnTo>
                  <a:lnTo>
                    <a:pt x="848663" y="17439"/>
                  </a:lnTo>
                  <a:lnTo>
                    <a:pt x="856521" y="17394"/>
                  </a:lnTo>
                  <a:lnTo>
                    <a:pt x="864379" y="17287"/>
                  </a:lnTo>
                  <a:lnTo>
                    <a:pt x="872237" y="17273"/>
                  </a:lnTo>
                  <a:lnTo>
                    <a:pt x="880095" y="17278"/>
                  </a:lnTo>
                  <a:lnTo>
                    <a:pt x="887953" y="17233"/>
                  </a:lnTo>
                  <a:lnTo>
                    <a:pt x="895811" y="17230"/>
                  </a:lnTo>
                  <a:lnTo>
                    <a:pt x="903669" y="17284"/>
                  </a:lnTo>
                  <a:lnTo>
                    <a:pt x="911527" y="17287"/>
                  </a:lnTo>
                  <a:lnTo>
                    <a:pt x="919385" y="17259"/>
                  </a:lnTo>
                  <a:lnTo>
                    <a:pt x="927243" y="17214"/>
                  </a:lnTo>
                  <a:lnTo>
                    <a:pt x="935101" y="17241"/>
                  </a:lnTo>
                  <a:lnTo>
                    <a:pt x="942959" y="17285"/>
                  </a:lnTo>
                  <a:lnTo>
                    <a:pt x="950817" y="17276"/>
                  </a:lnTo>
                  <a:lnTo>
                    <a:pt x="958675" y="17385"/>
                  </a:lnTo>
                  <a:lnTo>
                    <a:pt x="966533" y="17347"/>
                  </a:lnTo>
                  <a:lnTo>
                    <a:pt x="974391" y="17247"/>
                  </a:lnTo>
                  <a:lnTo>
                    <a:pt x="982249" y="17146"/>
                  </a:lnTo>
                  <a:lnTo>
                    <a:pt x="990107" y="17222"/>
                  </a:lnTo>
                  <a:lnTo>
                    <a:pt x="997965" y="17163"/>
                  </a:lnTo>
                  <a:lnTo>
                    <a:pt x="1005823" y="17144"/>
                  </a:lnTo>
                  <a:lnTo>
                    <a:pt x="1013681" y="17089"/>
                  </a:lnTo>
                  <a:lnTo>
                    <a:pt x="1021539" y="17020"/>
                  </a:lnTo>
                  <a:lnTo>
                    <a:pt x="1029397" y="16951"/>
                  </a:lnTo>
                  <a:lnTo>
                    <a:pt x="1037254" y="16856"/>
                  </a:lnTo>
                  <a:lnTo>
                    <a:pt x="1045112" y="16793"/>
                  </a:lnTo>
                  <a:lnTo>
                    <a:pt x="1052970" y="16730"/>
                  </a:lnTo>
                  <a:lnTo>
                    <a:pt x="1060828" y="16667"/>
                  </a:lnTo>
                  <a:lnTo>
                    <a:pt x="1068686" y="16599"/>
                  </a:lnTo>
                  <a:lnTo>
                    <a:pt x="1076544" y="16530"/>
                  </a:lnTo>
                  <a:lnTo>
                    <a:pt x="1084402" y="16551"/>
                  </a:lnTo>
                  <a:lnTo>
                    <a:pt x="1092260" y="16600"/>
                  </a:lnTo>
                  <a:lnTo>
                    <a:pt x="1100118" y="16546"/>
                  </a:lnTo>
                  <a:lnTo>
                    <a:pt x="1107976" y="16559"/>
                  </a:lnTo>
                  <a:lnTo>
                    <a:pt x="1115834" y="16573"/>
                  </a:lnTo>
                  <a:lnTo>
                    <a:pt x="1123692" y="16588"/>
                  </a:lnTo>
                  <a:lnTo>
                    <a:pt x="1131550" y="16603"/>
                  </a:lnTo>
                  <a:lnTo>
                    <a:pt x="1139408" y="16617"/>
                  </a:lnTo>
                  <a:lnTo>
                    <a:pt x="1147266" y="16512"/>
                  </a:lnTo>
                  <a:lnTo>
                    <a:pt x="1155124" y="16408"/>
                  </a:lnTo>
                  <a:lnTo>
                    <a:pt x="1162982" y="16455"/>
                  </a:lnTo>
                  <a:lnTo>
                    <a:pt x="1170840" y="16359"/>
                  </a:lnTo>
                  <a:lnTo>
                    <a:pt x="1178698" y="16356"/>
                  </a:lnTo>
                  <a:lnTo>
                    <a:pt x="1186556" y="16356"/>
                  </a:lnTo>
                  <a:lnTo>
                    <a:pt x="1194414" y="16357"/>
                  </a:lnTo>
                  <a:lnTo>
                    <a:pt x="1202272" y="16258"/>
                  </a:lnTo>
                  <a:lnTo>
                    <a:pt x="1210130" y="16143"/>
                  </a:lnTo>
                  <a:lnTo>
                    <a:pt x="1217988" y="16073"/>
                  </a:lnTo>
                  <a:lnTo>
                    <a:pt x="1225846" y="16058"/>
                  </a:lnTo>
                  <a:lnTo>
                    <a:pt x="1233704" y="16042"/>
                  </a:lnTo>
                  <a:lnTo>
                    <a:pt x="1241562" y="16009"/>
                  </a:lnTo>
                  <a:lnTo>
                    <a:pt x="1249420" y="15873"/>
                  </a:lnTo>
                  <a:lnTo>
                    <a:pt x="1257278" y="15811"/>
                  </a:lnTo>
                  <a:lnTo>
                    <a:pt x="1265136" y="15593"/>
                  </a:lnTo>
                  <a:lnTo>
                    <a:pt x="1272994" y="15449"/>
                  </a:lnTo>
                  <a:lnTo>
                    <a:pt x="1280852" y="15308"/>
                  </a:lnTo>
                  <a:lnTo>
                    <a:pt x="1288710" y="15262"/>
                  </a:lnTo>
                  <a:lnTo>
                    <a:pt x="1296568" y="15249"/>
                  </a:lnTo>
                  <a:lnTo>
                    <a:pt x="1304426" y="15201"/>
                  </a:lnTo>
                  <a:lnTo>
                    <a:pt x="1312284" y="15214"/>
                  </a:lnTo>
                  <a:lnTo>
                    <a:pt x="1320142" y="15210"/>
                  </a:lnTo>
                  <a:lnTo>
                    <a:pt x="1328000" y="15109"/>
                  </a:lnTo>
                  <a:lnTo>
                    <a:pt x="1335858" y="15019"/>
                  </a:lnTo>
                  <a:lnTo>
                    <a:pt x="1343716" y="14906"/>
                  </a:lnTo>
                  <a:lnTo>
                    <a:pt x="1351574" y="14831"/>
                  </a:lnTo>
                  <a:lnTo>
                    <a:pt x="1359432" y="14780"/>
                  </a:lnTo>
                  <a:lnTo>
                    <a:pt x="1367290" y="14733"/>
                  </a:lnTo>
                  <a:lnTo>
                    <a:pt x="1375148" y="14688"/>
                  </a:lnTo>
                  <a:lnTo>
                    <a:pt x="1383006" y="14591"/>
                  </a:lnTo>
                  <a:lnTo>
                    <a:pt x="1390864" y="14479"/>
                  </a:lnTo>
                  <a:lnTo>
                    <a:pt x="1398722" y="14429"/>
                  </a:lnTo>
                  <a:lnTo>
                    <a:pt x="1406580" y="14380"/>
                  </a:lnTo>
                  <a:lnTo>
                    <a:pt x="1414438" y="14332"/>
                  </a:lnTo>
                  <a:lnTo>
                    <a:pt x="1422296" y="14284"/>
                  </a:lnTo>
                  <a:lnTo>
                    <a:pt x="1430154" y="14236"/>
                  </a:lnTo>
                  <a:lnTo>
                    <a:pt x="1438012" y="14188"/>
                  </a:lnTo>
                  <a:lnTo>
                    <a:pt x="1445870" y="14140"/>
                  </a:lnTo>
                  <a:lnTo>
                    <a:pt x="1453728" y="14092"/>
                  </a:lnTo>
                  <a:lnTo>
                    <a:pt x="1461586" y="14043"/>
                  </a:lnTo>
                  <a:lnTo>
                    <a:pt x="1469444" y="13943"/>
                  </a:lnTo>
                  <a:lnTo>
                    <a:pt x="1477302" y="13769"/>
                  </a:lnTo>
                  <a:lnTo>
                    <a:pt x="1485160" y="13590"/>
                  </a:lnTo>
                  <a:lnTo>
                    <a:pt x="1493018" y="13410"/>
                  </a:lnTo>
                  <a:lnTo>
                    <a:pt x="1500876" y="13230"/>
                  </a:lnTo>
                  <a:lnTo>
                    <a:pt x="1508734" y="13063"/>
                  </a:lnTo>
                  <a:lnTo>
                    <a:pt x="1516592" y="12999"/>
                  </a:lnTo>
                  <a:lnTo>
                    <a:pt x="1524450" y="12937"/>
                  </a:lnTo>
                  <a:lnTo>
                    <a:pt x="1532308" y="12875"/>
                  </a:lnTo>
                  <a:lnTo>
                    <a:pt x="1540166" y="12813"/>
                  </a:lnTo>
                  <a:lnTo>
                    <a:pt x="1548024" y="12751"/>
                  </a:lnTo>
                  <a:lnTo>
                    <a:pt x="1555882" y="12689"/>
                  </a:lnTo>
                  <a:lnTo>
                    <a:pt x="1563740" y="12626"/>
                  </a:lnTo>
                  <a:lnTo>
                    <a:pt x="1571598" y="12564"/>
                  </a:lnTo>
                  <a:lnTo>
                    <a:pt x="1579456" y="12501"/>
                  </a:lnTo>
                  <a:lnTo>
                    <a:pt x="1587314" y="12439"/>
                  </a:lnTo>
                  <a:lnTo>
                    <a:pt x="1595172" y="12376"/>
                  </a:lnTo>
                  <a:lnTo>
                    <a:pt x="1603030" y="12298"/>
                  </a:lnTo>
                  <a:lnTo>
                    <a:pt x="1610888" y="12199"/>
                  </a:lnTo>
                  <a:lnTo>
                    <a:pt x="1618746" y="12100"/>
                  </a:lnTo>
                  <a:lnTo>
                    <a:pt x="1626604" y="12043"/>
                  </a:lnTo>
                  <a:lnTo>
                    <a:pt x="1634462" y="12001"/>
                  </a:lnTo>
                  <a:lnTo>
                    <a:pt x="1642320" y="11959"/>
                  </a:lnTo>
                  <a:lnTo>
                    <a:pt x="1650178" y="11900"/>
                  </a:lnTo>
                  <a:lnTo>
                    <a:pt x="1658036" y="11785"/>
                  </a:lnTo>
                  <a:lnTo>
                    <a:pt x="1665894" y="11670"/>
                  </a:lnTo>
                  <a:lnTo>
                    <a:pt x="1673752" y="11554"/>
                  </a:lnTo>
                  <a:lnTo>
                    <a:pt x="1681610" y="11481"/>
                  </a:lnTo>
                  <a:lnTo>
                    <a:pt x="1689468" y="11380"/>
                  </a:lnTo>
                  <a:lnTo>
                    <a:pt x="1697326" y="11226"/>
                  </a:lnTo>
                  <a:lnTo>
                    <a:pt x="1705184" y="11083"/>
                  </a:lnTo>
                  <a:lnTo>
                    <a:pt x="1713042" y="10963"/>
                  </a:lnTo>
                  <a:lnTo>
                    <a:pt x="1720900" y="10845"/>
                  </a:lnTo>
                  <a:lnTo>
                    <a:pt x="1728758" y="10762"/>
                  </a:lnTo>
                  <a:lnTo>
                    <a:pt x="1736616" y="10713"/>
                  </a:lnTo>
                  <a:lnTo>
                    <a:pt x="1744474" y="10665"/>
                  </a:lnTo>
                  <a:lnTo>
                    <a:pt x="1752332" y="10617"/>
                  </a:lnTo>
                  <a:lnTo>
                    <a:pt x="1760190" y="10572"/>
                  </a:lnTo>
                  <a:lnTo>
                    <a:pt x="1768048" y="10526"/>
                  </a:lnTo>
                  <a:lnTo>
                    <a:pt x="1775906" y="10480"/>
                  </a:lnTo>
                  <a:lnTo>
                    <a:pt x="1783764" y="10441"/>
                  </a:lnTo>
                  <a:lnTo>
                    <a:pt x="1791622" y="10386"/>
                  </a:lnTo>
                  <a:lnTo>
                    <a:pt x="1799480" y="10278"/>
                  </a:lnTo>
                  <a:lnTo>
                    <a:pt x="1807338" y="10141"/>
                  </a:lnTo>
                  <a:lnTo>
                    <a:pt x="1815196" y="10005"/>
                  </a:lnTo>
                  <a:lnTo>
                    <a:pt x="1823054" y="9867"/>
                  </a:lnTo>
                  <a:lnTo>
                    <a:pt x="1830912" y="9730"/>
                  </a:lnTo>
                  <a:lnTo>
                    <a:pt x="1838770" y="9592"/>
                  </a:lnTo>
                  <a:lnTo>
                    <a:pt x="1846628" y="9454"/>
                  </a:lnTo>
                  <a:lnTo>
                    <a:pt x="1854486" y="9317"/>
                  </a:lnTo>
                  <a:lnTo>
                    <a:pt x="1862344" y="9180"/>
                  </a:lnTo>
                  <a:lnTo>
                    <a:pt x="1870202" y="9042"/>
                  </a:lnTo>
                  <a:lnTo>
                    <a:pt x="1878060" y="8904"/>
                  </a:lnTo>
                  <a:lnTo>
                    <a:pt x="1885918" y="8766"/>
                  </a:lnTo>
                  <a:lnTo>
                    <a:pt x="1893776" y="8627"/>
                  </a:lnTo>
                  <a:lnTo>
                    <a:pt x="1901634" y="8489"/>
                  </a:lnTo>
                  <a:lnTo>
                    <a:pt x="1909492" y="8351"/>
                  </a:lnTo>
                  <a:lnTo>
                    <a:pt x="1917350" y="8212"/>
                  </a:lnTo>
                  <a:lnTo>
                    <a:pt x="1925208" y="8125"/>
                  </a:lnTo>
                  <a:lnTo>
                    <a:pt x="1933066" y="8047"/>
                  </a:lnTo>
                  <a:lnTo>
                    <a:pt x="1940924" y="7969"/>
                  </a:lnTo>
                  <a:lnTo>
                    <a:pt x="1948782" y="7893"/>
                  </a:lnTo>
                  <a:lnTo>
                    <a:pt x="1956640" y="7817"/>
                  </a:lnTo>
                  <a:lnTo>
                    <a:pt x="1964498" y="7740"/>
                  </a:lnTo>
                  <a:lnTo>
                    <a:pt x="1972356" y="7664"/>
                  </a:lnTo>
                  <a:lnTo>
                    <a:pt x="1980214" y="7588"/>
                  </a:lnTo>
                  <a:lnTo>
                    <a:pt x="1988072" y="7511"/>
                  </a:lnTo>
                  <a:lnTo>
                    <a:pt x="1995930" y="7434"/>
                  </a:lnTo>
                  <a:lnTo>
                    <a:pt x="2003788" y="7382"/>
                  </a:lnTo>
                  <a:lnTo>
                    <a:pt x="2011646" y="7331"/>
                  </a:lnTo>
                  <a:lnTo>
                    <a:pt x="2019504" y="7280"/>
                  </a:lnTo>
                  <a:lnTo>
                    <a:pt x="2027362" y="7229"/>
                  </a:lnTo>
                  <a:lnTo>
                    <a:pt x="2035220" y="7178"/>
                  </a:lnTo>
                  <a:lnTo>
                    <a:pt x="2035220" y="59210"/>
                  </a:lnTo>
                  <a:lnTo>
                    <a:pt x="2027362" y="59156"/>
                  </a:lnTo>
                  <a:lnTo>
                    <a:pt x="2019504" y="59101"/>
                  </a:lnTo>
                  <a:lnTo>
                    <a:pt x="2011646" y="59046"/>
                  </a:lnTo>
                  <a:lnTo>
                    <a:pt x="2003788" y="58991"/>
                  </a:lnTo>
                  <a:lnTo>
                    <a:pt x="1995930" y="58935"/>
                  </a:lnTo>
                  <a:lnTo>
                    <a:pt x="1988072" y="58880"/>
                  </a:lnTo>
                  <a:lnTo>
                    <a:pt x="1980214" y="58824"/>
                  </a:lnTo>
                  <a:lnTo>
                    <a:pt x="1972356" y="58768"/>
                  </a:lnTo>
                  <a:lnTo>
                    <a:pt x="1964498" y="58712"/>
                  </a:lnTo>
                  <a:lnTo>
                    <a:pt x="1956640" y="58656"/>
                  </a:lnTo>
                  <a:lnTo>
                    <a:pt x="1948782" y="58597"/>
                  </a:lnTo>
                  <a:lnTo>
                    <a:pt x="1940924" y="58524"/>
                  </a:lnTo>
                  <a:lnTo>
                    <a:pt x="1933066" y="58450"/>
                  </a:lnTo>
                  <a:lnTo>
                    <a:pt x="1925208" y="58370"/>
                  </a:lnTo>
                  <a:lnTo>
                    <a:pt x="1917350" y="58261"/>
                  </a:lnTo>
                  <a:lnTo>
                    <a:pt x="1909492" y="58151"/>
                  </a:lnTo>
                  <a:lnTo>
                    <a:pt x="1901634" y="58041"/>
                  </a:lnTo>
                  <a:lnTo>
                    <a:pt x="1893776" y="57970"/>
                  </a:lnTo>
                  <a:lnTo>
                    <a:pt x="1885918" y="57918"/>
                  </a:lnTo>
                  <a:lnTo>
                    <a:pt x="1878060" y="57866"/>
                  </a:lnTo>
                  <a:lnTo>
                    <a:pt x="1870202" y="57814"/>
                  </a:lnTo>
                  <a:lnTo>
                    <a:pt x="1862344" y="57761"/>
                  </a:lnTo>
                  <a:lnTo>
                    <a:pt x="1854486" y="57688"/>
                  </a:lnTo>
                  <a:lnTo>
                    <a:pt x="1846628" y="57609"/>
                  </a:lnTo>
                  <a:lnTo>
                    <a:pt x="1838770" y="57530"/>
                  </a:lnTo>
                  <a:lnTo>
                    <a:pt x="1830912" y="57451"/>
                  </a:lnTo>
                  <a:lnTo>
                    <a:pt x="1823054" y="57371"/>
                  </a:lnTo>
                  <a:lnTo>
                    <a:pt x="1815196" y="57288"/>
                  </a:lnTo>
                  <a:lnTo>
                    <a:pt x="1807338" y="57200"/>
                  </a:lnTo>
                  <a:lnTo>
                    <a:pt x="1799480" y="57112"/>
                  </a:lnTo>
                  <a:lnTo>
                    <a:pt x="1791622" y="57023"/>
                  </a:lnTo>
                  <a:lnTo>
                    <a:pt x="1783764" y="56934"/>
                  </a:lnTo>
                  <a:lnTo>
                    <a:pt x="1775906" y="56844"/>
                  </a:lnTo>
                  <a:lnTo>
                    <a:pt x="1768048" y="56754"/>
                  </a:lnTo>
                  <a:lnTo>
                    <a:pt x="1760190" y="56663"/>
                  </a:lnTo>
                  <a:lnTo>
                    <a:pt x="1752332" y="56546"/>
                  </a:lnTo>
                  <a:lnTo>
                    <a:pt x="1744474" y="56454"/>
                  </a:lnTo>
                  <a:lnTo>
                    <a:pt x="1736616" y="56349"/>
                  </a:lnTo>
                  <a:lnTo>
                    <a:pt x="1728758" y="56242"/>
                  </a:lnTo>
                  <a:lnTo>
                    <a:pt x="1720900" y="56141"/>
                  </a:lnTo>
                  <a:lnTo>
                    <a:pt x="1713042" y="56025"/>
                  </a:lnTo>
                  <a:lnTo>
                    <a:pt x="1705184" y="55909"/>
                  </a:lnTo>
                  <a:lnTo>
                    <a:pt x="1697326" y="55792"/>
                  </a:lnTo>
                  <a:lnTo>
                    <a:pt x="1689468" y="55684"/>
                  </a:lnTo>
                  <a:lnTo>
                    <a:pt x="1681610" y="55608"/>
                  </a:lnTo>
                  <a:lnTo>
                    <a:pt x="1673752" y="55530"/>
                  </a:lnTo>
                  <a:lnTo>
                    <a:pt x="1665894" y="55453"/>
                  </a:lnTo>
                  <a:lnTo>
                    <a:pt x="1658036" y="55375"/>
                  </a:lnTo>
                  <a:lnTo>
                    <a:pt x="1650178" y="55296"/>
                  </a:lnTo>
                  <a:lnTo>
                    <a:pt x="1642320" y="55218"/>
                  </a:lnTo>
                  <a:lnTo>
                    <a:pt x="1634462" y="55139"/>
                  </a:lnTo>
                  <a:lnTo>
                    <a:pt x="1626604" y="55059"/>
                  </a:lnTo>
                  <a:lnTo>
                    <a:pt x="1618746" y="54962"/>
                  </a:lnTo>
                  <a:lnTo>
                    <a:pt x="1610888" y="54864"/>
                  </a:lnTo>
                  <a:lnTo>
                    <a:pt x="1603030" y="54766"/>
                  </a:lnTo>
                  <a:lnTo>
                    <a:pt x="1595172" y="54667"/>
                  </a:lnTo>
                  <a:lnTo>
                    <a:pt x="1587314" y="54567"/>
                  </a:lnTo>
                  <a:lnTo>
                    <a:pt x="1579456" y="54467"/>
                  </a:lnTo>
                  <a:lnTo>
                    <a:pt x="1571598" y="54367"/>
                  </a:lnTo>
                  <a:lnTo>
                    <a:pt x="1563740" y="54266"/>
                  </a:lnTo>
                  <a:lnTo>
                    <a:pt x="1555882" y="54165"/>
                  </a:lnTo>
                  <a:lnTo>
                    <a:pt x="1548024" y="54063"/>
                  </a:lnTo>
                  <a:lnTo>
                    <a:pt x="1540166" y="53961"/>
                  </a:lnTo>
                  <a:lnTo>
                    <a:pt x="1532308" y="53858"/>
                  </a:lnTo>
                  <a:lnTo>
                    <a:pt x="1524450" y="53755"/>
                  </a:lnTo>
                  <a:lnTo>
                    <a:pt x="1516592" y="53651"/>
                  </a:lnTo>
                  <a:lnTo>
                    <a:pt x="1508734" y="53547"/>
                  </a:lnTo>
                  <a:lnTo>
                    <a:pt x="1500876" y="53442"/>
                  </a:lnTo>
                  <a:lnTo>
                    <a:pt x="1493018" y="53336"/>
                  </a:lnTo>
                  <a:lnTo>
                    <a:pt x="1485160" y="53230"/>
                  </a:lnTo>
                  <a:lnTo>
                    <a:pt x="1477302" y="53124"/>
                  </a:lnTo>
                  <a:lnTo>
                    <a:pt x="1469444" y="53017"/>
                  </a:lnTo>
                  <a:lnTo>
                    <a:pt x="1461586" y="52910"/>
                  </a:lnTo>
                  <a:lnTo>
                    <a:pt x="1453728" y="52802"/>
                  </a:lnTo>
                  <a:lnTo>
                    <a:pt x="1445870" y="52693"/>
                  </a:lnTo>
                  <a:lnTo>
                    <a:pt x="1438012" y="52584"/>
                  </a:lnTo>
                  <a:lnTo>
                    <a:pt x="1430154" y="52475"/>
                  </a:lnTo>
                  <a:lnTo>
                    <a:pt x="1422296" y="52365"/>
                  </a:lnTo>
                  <a:lnTo>
                    <a:pt x="1414438" y="52254"/>
                  </a:lnTo>
                  <a:lnTo>
                    <a:pt x="1406580" y="52143"/>
                  </a:lnTo>
                  <a:lnTo>
                    <a:pt x="1398722" y="52031"/>
                  </a:lnTo>
                  <a:lnTo>
                    <a:pt x="1390864" y="51918"/>
                  </a:lnTo>
                  <a:lnTo>
                    <a:pt x="1383006" y="51805"/>
                  </a:lnTo>
                  <a:lnTo>
                    <a:pt x="1375148" y="51692"/>
                  </a:lnTo>
                  <a:lnTo>
                    <a:pt x="1367290" y="51577"/>
                  </a:lnTo>
                  <a:lnTo>
                    <a:pt x="1359432" y="51463"/>
                  </a:lnTo>
                  <a:lnTo>
                    <a:pt x="1351574" y="51345"/>
                  </a:lnTo>
                  <a:lnTo>
                    <a:pt x="1343716" y="51203"/>
                  </a:lnTo>
                  <a:lnTo>
                    <a:pt x="1335858" y="51101"/>
                  </a:lnTo>
                  <a:lnTo>
                    <a:pt x="1328000" y="51002"/>
                  </a:lnTo>
                  <a:lnTo>
                    <a:pt x="1320142" y="50886"/>
                  </a:lnTo>
                  <a:lnTo>
                    <a:pt x="1312284" y="50769"/>
                  </a:lnTo>
                  <a:lnTo>
                    <a:pt x="1304426" y="50665"/>
                  </a:lnTo>
                  <a:lnTo>
                    <a:pt x="1296568" y="50589"/>
                  </a:lnTo>
                  <a:lnTo>
                    <a:pt x="1288710" y="50513"/>
                  </a:lnTo>
                  <a:lnTo>
                    <a:pt x="1280852" y="50398"/>
                  </a:lnTo>
                  <a:lnTo>
                    <a:pt x="1272994" y="50306"/>
                  </a:lnTo>
                  <a:lnTo>
                    <a:pt x="1265136" y="50241"/>
                  </a:lnTo>
                  <a:lnTo>
                    <a:pt x="1257278" y="50176"/>
                  </a:lnTo>
                  <a:lnTo>
                    <a:pt x="1249420" y="50099"/>
                  </a:lnTo>
                  <a:lnTo>
                    <a:pt x="1241562" y="50024"/>
                  </a:lnTo>
                  <a:lnTo>
                    <a:pt x="1233704" y="49948"/>
                  </a:lnTo>
                  <a:lnTo>
                    <a:pt x="1225846" y="49869"/>
                  </a:lnTo>
                  <a:lnTo>
                    <a:pt x="1217988" y="49713"/>
                  </a:lnTo>
                  <a:lnTo>
                    <a:pt x="1210130" y="49603"/>
                  </a:lnTo>
                  <a:lnTo>
                    <a:pt x="1202272" y="49505"/>
                  </a:lnTo>
                  <a:lnTo>
                    <a:pt x="1194414" y="49424"/>
                  </a:lnTo>
                  <a:lnTo>
                    <a:pt x="1186556" y="49363"/>
                  </a:lnTo>
                  <a:lnTo>
                    <a:pt x="1178698" y="49303"/>
                  </a:lnTo>
                  <a:lnTo>
                    <a:pt x="1170840" y="49216"/>
                  </a:lnTo>
                  <a:lnTo>
                    <a:pt x="1162982" y="49147"/>
                  </a:lnTo>
                  <a:lnTo>
                    <a:pt x="1155124" y="48973"/>
                  </a:lnTo>
                  <a:lnTo>
                    <a:pt x="1147266" y="48802"/>
                  </a:lnTo>
                  <a:lnTo>
                    <a:pt x="1139408" y="48697"/>
                  </a:lnTo>
                  <a:lnTo>
                    <a:pt x="1131550" y="48592"/>
                  </a:lnTo>
                  <a:lnTo>
                    <a:pt x="1123692" y="48487"/>
                  </a:lnTo>
                  <a:lnTo>
                    <a:pt x="1115834" y="48348"/>
                  </a:lnTo>
                  <a:lnTo>
                    <a:pt x="1107976" y="48253"/>
                  </a:lnTo>
                  <a:lnTo>
                    <a:pt x="1100118" y="48087"/>
                  </a:lnTo>
                  <a:lnTo>
                    <a:pt x="1092260" y="47934"/>
                  </a:lnTo>
                  <a:lnTo>
                    <a:pt x="1084402" y="47864"/>
                  </a:lnTo>
                  <a:lnTo>
                    <a:pt x="1076544" y="47706"/>
                  </a:lnTo>
                  <a:lnTo>
                    <a:pt x="1068686" y="47547"/>
                  </a:lnTo>
                  <a:lnTo>
                    <a:pt x="1060828" y="47386"/>
                  </a:lnTo>
                  <a:lnTo>
                    <a:pt x="1052970" y="47225"/>
                  </a:lnTo>
                  <a:lnTo>
                    <a:pt x="1045112" y="47160"/>
                  </a:lnTo>
                  <a:lnTo>
                    <a:pt x="1037254" y="47096"/>
                  </a:lnTo>
                  <a:lnTo>
                    <a:pt x="1029397" y="47031"/>
                  </a:lnTo>
                  <a:lnTo>
                    <a:pt x="1021539" y="46965"/>
                  </a:lnTo>
                  <a:lnTo>
                    <a:pt x="1013681" y="46851"/>
                  </a:lnTo>
                  <a:lnTo>
                    <a:pt x="1005823" y="46713"/>
                  </a:lnTo>
                  <a:lnTo>
                    <a:pt x="997965" y="46641"/>
                  </a:lnTo>
                  <a:lnTo>
                    <a:pt x="990107" y="46513"/>
                  </a:lnTo>
                  <a:lnTo>
                    <a:pt x="982249" y="46448"/>
                  </a:lnTo>
                  <a:lnTo>
                    <a:pt x="974391" y="46341"/>
                  </a:lnTo>
                  <a:lnTo>
                    <a:pt x="966533" y="46172"/>
                  </a:lnTo>
                  <a:lnTo>
                    <a:pt x="958675" y="46004"/>
                  </a:lnTo>
                  <a:lnTo>
                    <a:pt x="950817" y="45919"/>
                  </a:lnTo>
                  <a:lnTo>
                    <a:pt x="942959" y="45775"/>
                  </a:lnTo>
                  <a:lnTo>
                    <a:pt x="935101" y="45715"/>
                  </a:lnTo>
                  <a:lnTo>
                    <a:pt x="927243" y="45655"/>
                  </a:lnTo>
                  <a:lnTo>
                    <a:pt x="919385" y="45595"/>
                  </a:lnTo>
                  <a:lnTo>
                    <a:pt x="911527" y="45535"/>
                  </a:lnTo>
                  <a:lnTo>
                    <a:pt x="903669" y="45473"/>
                  </a:lnTo>
                  <a:lnTo>
                    <a:pt x="895811" y="45396"/>
                  </a:lnTo>
                  <a:lnTo>
                    <a:pt x="887953" y="45320"/>
                  </a:lnTo>
                  <a:lnTo>
                    <a:pt x="880095" y="45242"/>
                  </a:lnTo>
                  <a:lnTo>
                    <a:pt x="872237" y="45131"/>
                  </a:lnTo>
                  <a:lnTo>
                    <a:pt x="864379" y="44926"/>
                  </a:lnTo>
                  <a:lnTo>
                    <a:pt x="856521" y="44796"/>
                  </a:lnTo>
                  <a:lnTo>
                    <a:pt x="848663" y="44574"/>
                  </a:lnTo>
                  <a:lnTo>
                    <a:pt x="840805" y="44448"/>
                  </a:lnTo>
                  <a:lnTo>
                    <a:pt x="832947" y="44425"/>
                  </a:lnTo>
                  <a:lnTo>
                    <a:pt x="825089" y="44390"/>
                  </a:lnTo>
                  <a:lnTo>
                    <a:pt x="817231" y="44250"/>
                  </a:lnTo>
                  <a:lnTo>
                    <a:pt x="809373" y="44155"/>
                  </a:lnTo>
                  <a:lnTo>
                    <a:pt x="801515" y="44027"/>
                  </a:lnTo>
                  <a:lnTo>
                    <a:pt x="793657" y="43970"/>
                  </a:lnTo>
                  <a:lnTo>
                    <a:pt x="785799" y="43906"/>
                  </a:lnTo>
                  <a:lnTo>
                    <a:pt x="777941" y="43805"/>
                  </a:lnTo>
                  <a:lnTo>
                    <a:pt x="770083" y="43696"/>
                  </a:lnTo>
                  <a:lnTo>
                    <a:pt x="762225" y="43626"/>
                  </a:lnTo>
                  <a:lnTo>
                    <a:pt x="754367" y="43567"/>
                  </a:lnTo>
                  <a:lnTo>
                    <a:pt x="746509" y="43480"/>
                  </a:lnTo>
                  <a:lnTo>
                    <a:pt x="738651" y="43336"/>
                  </a:lnTo>
                  <a:lnTo>
                    <a:pt x="730793" y="43172"/>
                  </a:lnTo>
                  <a:lnTo>
                    <a:pt x="722935" y="43043"/>
                  </a:lnTo>
                  <a:lnTo>
                    <a:pt x="715077" y="42895"/>
                  </a:lnTo>
                  <a:lnTo>
                    <a:pt x="707219" y="42740"/>
                  </a:lnTo>
                  <a:lnTo>
                    <a:pt x="699361" y="42615"/>
                  </a:lnTo>
                  <a:lnTo>
                    <a:pt x="691503" y="42491"/>
                  </a:lnTo>
                  <a:lnTo>
                    <a:pt x="683645" y="42368"/>
                  </a:lnTo>
                  <a:lnTo>
                    <a:pt x="675787" y="42243"/>
                  </a:lnTo>
                  <a:lnTo>
                    <a:pt x="667929" y="42052"/>
                  </a:lnTo>
                  <a:lnTo>
                    <a:pt x="660071" y="41901"/>
                  </a:lnTo>
                  <a:lnTo>
                    <a:pt x="652213" y="41832"/>
                  </a:lnTo>
                  <a:lnTo>
                    <a:pt x="644355" y="41740"/>
                  </a:lnTo>
                  <a:lnTo>
                    <a:pt x="636497" y="41612"/>
                  </a:lnTo>
                  <a:lnTo>
                    <a:pt x="628639" y="41485"/>
                  </a:lnTo>
                  <a:lnTo>
                    <a:pt x="620781" y="41361"/>
                  </a:lnTo>
                  <a:lnTo>
                    <a:pt x="612923" y="41267"/>
                  </a:lnTo>
                  <a:lnTo>
                    <a:pt x="605065" y="41114"/>
                  </a:lnTo>
                  <a:lnTo>
                    <a:pt x="597207" y="40998"/>
                  </a:lnTo>
                  <a:lnTo>
                    <a:pt x="589349" y="40957"/>
                  </a:lnTo>
                  <a:lnTo>
                    <a:pt x="581491" y="40956"/>
                  </a:lnTo>
                  <a:lnTo>
                    <a:pt x="573633" y="40934"/>
                  </a:lnTo>
                  <a:lnTo>
                    <a:pt x="565775" y="40801"/>
                  </a:lnTo>
                  <a:lnTo>
                    <a:pt x="557917" y="40694"/>
                  </a:lnTo>
                  <a:lnTo>
                    <a:pt x="550059" y="40701"/>
                  </a:lnTo>
                  <a:lnTo>
                    <a:pt x="542201" y="40702"/>
                  </a:lnTo>
                  <a:lnTo>
                    <a:pt x="534343" y="40664"/>
                  </a:lnTo>
                  <a:lnTo>
                    <a:pt x="526485" y="40480"/>
                  </a:lnTo>
                  <a:lnTo>
                    <a:pt x="518627" y="40473"/>
                  </a:lnTo>
                  <a:lnTo>
                    <a:pt x="510769" y="40398"/>
                  </a:lnTo>
                  <a:lnTo>
                    <a:pt x="502911" y="40403"/>
                  </a:lnTo>
                  <a:lnTo>
                    <a:pt x="495053" y="40296"/>
                  </a:lnTo>
                  <a:lnTo>
                    <a:pt x="487195" y="40128"/>
                  </a:lnTo>
                  <a:lnTo>
                    <a:pt x="479337" y="40035"/>
                  </a:lnTo>
                  <a:lnTo>
                    <a:pt x="471479" y="39976"/>
                  </a:lnTo>
                  <a:lnTo>
                    <a:pt x="463621" y="39868"/>
                  </a:lnTo>
                  <a:lnTo>
                    <a:pt x="455763" y="39677"/>
                  </a:lnTo>
                  <a:lnTo>
                    <a:pt x="447905" y="39663"/>
                  </a:lnTo>
                  <a:lnTo>
                    <a:pt x="440047" y="39653"/>
                  </a:lnTo>
                  <a:lnTo>
                    <a:pt x="432189" y="39638"/>
                  </a:lnTo>
                  <a:lnTo>
                    <a:pt x="424331" y="39574"/>
                  </a:lnTo>
                  <a:lnTo>
                    <a:pt x="416473" y="39485"/>
                  </a:lnTo>
                  <a:lnTo>
                    <a:pt x="408615" y="39473"/>
                  </a:lnTo>
                  <a:lnTo>
                    <a:pt x="400757" y="39474"/>
                  </a:lnTo>
                  <a:lnTo>
                    <a:pt x="392899" y="39479"/>
                  </a:lnTo>
                  <a:lnTo>
                    <a:pt x="385041" y="39483"/>
                  </a:lnTo>
                  <a:lnTo>
                    <a:pt x="377183" y="39489"/>
                  </a:lnTo>
                  <a:lnTo>
                    <a:pt x="369325" y="39494"/>
                  </a:lnTo>
                  <a:lnTo>
                    <a:pt x="361467" y="39481"/>
                  </a:lnTo>
                  <a:lnTo>
                    <a:pt x="353609" y="39474"/>
                  </a:lnTo>
                  <a:lnTo>
                    <a:pt x="345751" y="39359"/>
                  </a:lnTo>
                  <a:lnTo>
                    <a:pt x="337893" y="39193"/>
                  </a:lnTo>
                  <a:lnTo>
                    <a:pt x="330035" y="39192"/>
                  </a:lnTo>
                  <a:lnTo>
                    <a:pt x="322177" y="39248"/>
                  </a:lnTo>
                  <a:lnTo>
                    <a:pt x="314319" y="39305"/>
                  </a:lnTo>
                  <a:lnTo>
                    <a:pt x="306461" y="39239"/>
                  </a:lnTo>
                  <a:lnTo>
                    <a:pt x="298603" y="39154"/>
                  </a:lnTo>
                  <a:lnTo>
                    <a:pt x="290745" y="39047"/>
                  </a:lnTo>
                  <a:lnTo>
                    <a:pt x="282887" y="38939"/>
                  </a:lnTo>
                  <a:lnTo>
                    <a:pt x="275029" y="38832"/>
                  </a:lnTo>
                  <a:lnTo>
                    <a:pt x="267171" y="38724"/>
                  </a:lnTo>
                  <a:lnTo>
                    <a:pt x="259313" y="38650"/>
                  </a:lnTo>
                  <a:lnTo>
                    <a:pt x="251455" y="38610"/>
                  </a:lnTo>
                  <a:lnTo>
                    <a:pt x="243597" y="38574"/>
                  </a:lnTo>
                  <a:lnTo>
                    <a:pt x="235739" y="38532"/>
                  </a:lnTo>
                  <a:lnTo>
                    <a:pt x="227881" y="38494"/>
                  </a:lnTo>
                  <a:lnTo>
                    <a:pt x="220023" y="38485"/>
                  </a:lnTo>
                  <a:lnTo>
                    <a:pt x="212165" y="38506"/>
                  </a:lnTo>
                  <a:lnTo>
                    <a:pt x="204307" y="38564"/>
                  </a:lnTo>
                  <a:lnTo>
                    <a:pt x="196449" y="38564"/>
                  </a:lnTo>
                  <a:lnTo>
                    <a:pt x="188591" y="38562"/>
                  </a:lnTo>
                  <a:lnTo>
                    <a:pt x="180733" y="38558"/>
                  </a:lnTo>
                  <a:lnTo>
                    <a:pt x="172875" y="38556"/>
                  </a:lnTo>
                  <a:lnTo>
                    <a:pt x="165017" y="38540"/>
                  </a:lnTo>
                  <a:lnTo>
                    <a:pt x="157159" y="38490"/>
                  </a:lnTo>
                  <a:lnTo>
                    <a:pt x="149301" y="38441"/>
                  </a:lnTo>
                  <a:lnTo>
                    <a:pt x="141443" y="38391"/>
                  </a:lnTo>
                  <a:lnTo>
                    <a:pt x="133585" y="38364"/>
                  </a:lnTo>
                  <a:lnTo>
                    <a:pt x="125727" y="38314"/>
                  </a:lnTo>
                  <a:lnTo>
                    <a:pt x="117869" y="38385"/>
                  </a:lnTo>
                  <a:lnTo>
                    <a:pt x="110011" y="38339"/>
                  </a:lnTo>
                  <a:lnTo>
                    <a:pt x="102153" y="38240"/>
                  </a:lnTo>
                  <a:lnTo>
                    <a:pt x="94295" y="38262"/>
                  </a:lnTo>
                  <a:lnTo>
                    <a:pt x="86437" y="38319"/>
                  </a:lnTo>
                  <a:lnTo>
                    <a:pt x="78579" y="38373"/>
                  </a:lnTo>
                  <a:lnTo>
                    <a:pt x="70721" y="38339"/>
                  </a:lnTo>
                  <a:lnTo>
                    <a:pt x="62863" y="38301"/>
                  </a:lnTo>
                  <a:lnTo>
                    <a:pt x="55005" y="38304"/>
                  </a:lnTo>
                  <a:lnTo>
                    <a:pt x="47147" y="38382"/>
                  </a:lnTo>
                  <a:lnTo>
                    <a:pt x="39289" y="38342"/>
                  </a:lnTo>
                  <a:lnTo>
                    <a:pt x="31431" y="38358"/>
                  </a:lnTo>
                  <a:lnTo>
                    <a:pt x="23573" y="38460"/>
                  </a:lnTo>
                  <a:lnTo>
                    <a:pt x="15715" y="38513"/>
                  </a:lnTo>
                  <a:lnTo>
                    <a:pt x="7857" y="38471"/>
                  </a:lnTo>
                  <a:lnTo>
                    <a:pt x="0" y="38413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186414" y="4820160"/>
              <a:ext cx="2035220" cy="17511"/>
            </a:xfrm>
            <a:custGeom>
              <a:avLst/>
              <a:pathLst>
                <a:path w="2035220" h="17511">
                  <a:moveTo>
                    <a:pt x="0" y="0"/>
                  </a:moveTo>
                  <a:lnTo>
                    <a:pt x="7857" y="341"/>
                  </a:lnTo>
                  <a:lnTo>
                    <a:pt x="15715" y="687"/>
                  </a:lnTo>
                  <a:lnTo>
                    <a:pt x="23573" y="1024"/>
                  </a:lnTo>
                  <a:lnTo>
                    <a:pt x="31431" y="1362"/>
                  </a:lnTo>
                  <a:lnTo>
                    <a:pt x="39289" y="1695"/>
                  </a:lnTo>
                  <a:lnTo>
                    <a:pt x="47147" y="2030"/>
                  </a:lnTo>
                  <a:lnTo>
                    <a:pt x="55005" y="2366"/>
                  </a:lnTo>
                  <a:lnTo>
                    <a:pt x="62863" y="2872"/>
                  </a:lnTo>
                  <a:lnTo>
                    <a:pt x="70721" y="3192"/>
                  </a:lnTo>
                  <a:lnTo>
                    <a:pt x="78579" y="3568"/>
                  </a:lnTo>
                  <a:lnTo>
                    <a:pt x="86437" y="3838"/>
                  </a:lnTo>
                  <a:lnTo>
                    <a:pt x="94295" y="4154"/>
                  </a:lnTo>
                  <a:lnTo>
                    <a:pt x="102153" y="4377"/>
                  </a:lnTo>
                  <a:lnTo>
                    <a:pt x="110011" y="4699"/>
                  </a:lnTo>
                  <a:lnTo>
                    <a:pt x="117869" y="4967"/>
                  </a:lnTo>
                  <a:lnTo>
                    <a:pt x="125727" y="5332"/>
                  </a:lnTo>
                  <a:lnTo>
                    <a:pt x="133585" y="5648"/>
                  </a:lnTo>
                  <a:lnTo>
                    <a:pt x="141443" y="5997"/>
                  </a:lnTo>
                  <a:lnTo>
                    <a:pt x="149301" y="6198"/>
                  </a:lnTo>
                  <a:lnTo>
                    <a:pt x="157159" y="6563"/>
                  </a:lnTo>
                  <a:lnTo>
                    <a:pt x="165017" y="6852"/>
                  </a:lnTo>
                  <a:lnTo>
                    <a:pt x="172875" y="7127"/>
                  </a:lnTo>
                  <a:lnTo>
                    <a:pt x="180733" y="7417"/>
                  </a:lnTo>
                  <a:lnTo>
                    <a:pt x="188591" y="7701"/>
                  </a:lnTo>
                  <a:lnTo>
                    <a:pt x="196449" y="8015"/>
                  </a:lnTo>
                  <a:lnTo>
                    <a:pt x="204307" y="8260"/>
                  </a:lnTo>
                  <a:lnTo>
                    <a:pt x="212165" y="8571"/>
                  </a:lnTo>
                  <a:lnTo>
                    <a:pt x="220023" y="8886"/>
                  </a:lnTo>
                  <a:lnTo>
                    <a:pt x="227881" y="9026"/>
                  </a:lnTo>
                  <a:lnTo>
                    <a:pt x="235739" y="9370"/>
                  </a:lnTo>
                  <a:lnTo>
                    <a:pt x="243597" y="9670"/>
                  </a:lnTo>
                  <a:lnTo>
                    <a:pt x="251455" y="9837"/>
                  </a:lnTo>
                  <a:lnTo>
                    <a:pt x="259313" y="9937"/>
                  </a:lnTo>
                  <a:lnTo>
                    <a:pt x="267171" y="10188"/>
                  </a:lnTo>
                  <a:lnTo>
                    <a:pt x="275029" y="10474"/>
                  </a:lnTo>
                  <a:lnTo>
                    <a:pt x="282887" y="10718"/>
                  </a:lnTo>
                  <a:lnTo>
                    <a:pt x="290745" y="10878"/>
                  </a:lnTo>
                  <a:lnTo>
                    <a:pt x="298603" y="11015"/>
                  </a:lnTo>
                  <a:lnTo>
                    <a:pt x="306461" y="11057"/>
                  </a:lnTo>
                  <a:lnTo>
                    <a:pt x="314319" y="11190"/>
                  </a:lnTo>
                  <a:lnTo>
                    <a:pt x="322177" y="11296"/>
                  </a:lnTo>
                  <a:lnTo>
                    <a:pt x="330035" y="11572"/>
                  </a:lnTo>
                  <a:lnTo>
                    <a:pt x="337893" y="11777"/>
                  </a:lnTo>
                  <a:lnTo>
                    <a:pt x="345751" y="12096"/>
                  </a:lnTo>
                  <a:lnTo>
                    <a:pt x="353609" y="12175"/>
                  </a:lnTo>
                  <a:lnTo>
                    <a:pt x="361467" y="12306"/>
                  </a:lnTo>
                  <a:lnTo>
                    <a:pt x="369325" y="12564"/>
                  </a:lnTo>
                  <a:lnTo>
                    <a:pt x="377183" y="12816"/>
                  </a:lnTo>
                  <a:lnTo>
                    <a:pt x="385041" y="12905"/>
                  </a:lnTo>
                  <a:lnTo>
                    <a:pt x="392899" y="13137"/>
                  </a:lnTo>
                  <a:lnTo>
                    <a:pt x="400757" y="13377"/>
                  </a:lnTo>
                  <a:lnTo>
                    <a:pt x="408615" y="13618"/>
                  </a:lnTo>
                  <a:lnTo>
                    <a:pt x="416473" y="13627"/>
                  </a:lnTo>
                  <a:lnTo>
                    <a:pt x="424331" y="13666"/>
                  </a:lnTo>
                  <a:lnTo>
                    <a:pt x="432189" y="13682"/>
                  </a:lnTo>
                  <a:lnTo>
                    <a:pt x="440047" y="13722"/>
                  </a:lnTo>
                  <a:lnTo>
                    <a:pt x="447905" y="13808"/>
                  </a:lnTo>
                  <a:lnTo>
                    <a:pt x="455763" y="13894"/>
                  </a:lnTo>
                  <a:lnTo>
                    <a:pt x="463621" y="13983"/>
                  </a:lnTo>
                  <a:lnTo>
                    <a:pt x="471479" y="14186"/>
                  </a:lnTo>
                  <a:lnTo>
                    <a:pt x="479337" y="14327"/>
                  </a:lnTo>
                  <a:lnTo>
                    <a:pt x="487195" y="14503"/>
                  </a:lnTo>
                  <a:lnTo>
                    <a:pt x="495053" y="14688"/>
                  </a:lnTo>
                  <a:lnTo>
                    <a:pt x="502911" y="14878"/>
                  </a:lnTo>
                  <a:lnTo>
                    <a:pt x="510769" y="15126"/>
                  </a:lnTo>
                  <a:lnTo>
                    <a:pt x="518627" y="15327"/>
                  </a:lnTo>
                  <a:lnTo>
                    <a:pt x="526485" y="15424"/>
                  </a:lnTo>
                  <a:lnTo>
                    <a:pt x="534343" y="15602"/>
                  </a:lnTo>
                  <a:lnTo>
                    <a:pt x="542201" y="15725"/>
                  </a:lnTo>
                  <a:lnTo>
                    <a:pt x="550059" y="15913"/>
                  </a:lnTo>
                  <a:lnTo>
                    <a:pt x="557917" y="15966"/>
                  </a:lnTo>
                  <a:lnTo>
                    <a:pt x="565775" y="16294"/>
                  </a:lnTo>
                  <a:lnTo>
                    <a:pt x="573633" y="16404"/>
                  </a:lnTo>
                  <a:lnTo>
                    <a:pt x="581491" y="16567"/>
                  </a:lnTo>
                  <a:lnTo>
                    <a:pt x="589349" y="16460"/>
                  </a:lnTo>
                  <a:lnTo>
                    <a:pt x="597207" y="16628"/>
                  </a:lnTo>
                  <a:lnTo>
                    <a:pt x="605065" y="16741"/>
                  </a:lnTo>
                  <a:lnTo>
                    <a:pt x="612923" y="16690"/>
                  </a:lnTo>
                  <a:lnTo>
                    <a:pt x="620781" y="16838"/>
                  </a:lnTo>
                  <a:lnTo>
                    <a:pt x="628639" y="16841"/>
                  </a:lnTo>
                  <a:lnTo>
                    <a:pt x="636497" y="16800"/>
                  </a:lnTo>
                  <a:lnTo>
                    <a:pt x="644355" y="16760"/>
                  </a:lnTo>
                  <a:lnTo>
                    <a:pt x="652213" y="16726"/>
                  </a:lnTo>
                  <a:lnTo>
                    <a:pt x="660071" y="16685"/>
                  </a:lnTo>
                  <a:lnTo>
                    <a:pt x="667929" y="16736"/>
                  </a:lnTo>
                  <a:lnTo>
                    <a:pt x="675787" y="16733"/>
                  </a:lnTo>
                  <a:lnTo>
                    <a:pt x="683645" y="16697"/>
                  </a:lnTo>
                  <a:lnTo>
                    <a:pt x="691503" y="16924"/>
                  </a:lnTo>
                  <a:lnTo>
                    <a:pt x="699361" y="16922"/>
                  </a:lnTo>
                  <a:lnTo>
                    <a:pt x="707219" y="17036"/>
                  </a:lnTo>
                  <a:lnTo>
                    <a:pt x="715077" y="16958"/>
                  </a:lnTo>
                  <a:lnTo>
                    <a:pt x="722935" y="16899"/>
                  </a:lnTo>
                  <a:lnTo>
                    <a:pt x="730793" y="16948"/>
                  </a:lnTo>
                  <a:lnTo>
                    <a:pt x="738651" y="17042"/>
                  </a:lnTo>
                  <a:lnTo>
                    <a:pt x="746509" y="17089"/>
                  </a:lnTo>
                  <a:lnTo>
                    <a:pt x="754367" y="17145"/>
                  </a:lnTo>
                  <a:lnTo>
                    <a:pt x="762225" y="17312"/>
                  </a:lnTo>
                  <a:lnTo>
                    <a:pt x="770083" y="17332"/>
                  </a:lnTo>
                  <a:lnTo>
                    <a:pt x="777941" y="17306"/>
                  </a:lnTo>
                  <a:lnTo>
                    <a:pt x="785799" y="17367"/>
                  </a:lnTo>
                  <a:lnTo>
                    <a:pt x="793657" y="17253"/>
                  </a:lnTo>
                  <a:lnTo>
                    <a:pt x="801515" y="17139"/>
                  </a:lnTo>
                  <a:lnTo>
                    <a:pt x="809373" y="17207"/>
                  </a:lnTo>
                  <a:lnTo>
                    <a:pt x="817231" y="17306"/>
                  </a:lnTo>
                  <a:lnTo>
                    <a:pt x="825089" y="17406"/>
                  </a:lnTo>
                  <a:lnTo>
                    <a:pt x="832947" y="17507"/>
                  </a:lnTo>
                  <a:lnTo>
                    <a:pt x="840805" y="17511"/>
                  </a:lnTo>
                  <a:lnTo>
                    <a:pt x="848663" y="17439"/>
                  </a:lnTo>
                  <a:lnTo>
                    <a:pt x="856521" y="17394"/>
                  </a:lnTo>
                  <a:lnTo>
                    <a:pt x="864379" y="17287"/>
                  </a:lnTo>
                  <a:lnTo>
                    <a:pt x="872237" y="17273"/>
                  </a:lnTo>
                  <a:lnTo>
                    <a:pt x="880095" y="17278"/>
                  </a:lnTo>
                  <a:lnTo>
                    <a:pt x="887953" y="17233"/>
                  </a:lnTo>
                  <a:lnTo>
                    <a:pt x="895811" y="17230"/>
                  </a:lnTo>
                  <a:lnTo>
                    <a:pt x="903669" y="17284"/>
                  </a:lnTo>
                  <a:lnTo>
                    <a:pt x="911527" y="17287"/>
                  </a:lnTo>
                  <a:lnTo>
                    <a:pt x="919385" y="17259"/>
                  </a:lnTo>
                  <a:lnTo>
                    <a:pt x="927243" y="17214"/>
                  </a:lnTo>
                  <a:lnTo>
                    <a:pt x="935101" y="17241"/>
                  </a:lnTo>
                  <a:lnTo>
                    <a:pt x="942959" y="17285"/>
                  </a:lnTo>
                  <a:lnTo>
                    <a:pt x="950817" y="17276"/>
                  </a:lnTo>
                  <a:lnTo>
                    <a:pt x="958675" y="17385"/>
                  </a:lnTo>
                  <a:lnTo>
                    <a:pt x="966533" y="17347"/>
                  </a:lnTo>
                  <a:lnTo>
                    <a:pt x="974391" y="17247"/>
                  </a:lnTo>
                  <a:lnTo>
                    <a:pt x="982249" y="17146"/>
                  </a:lnTo>
                  <a:lnTo>
                    <a:pt x="990107" y="17222"/>
                  </a:lnTo>
                  <a:lnTo>
                    <a:pt x="997965" y="17163"/>
                  </a:lnTo>
                  <a:lnTo>
                    <a:pt x="1005823" y="17144"/>
                  </a:lnTo>
                  <a:lnTo>
                    <a:pt x="1013681" y="17089"/>
                  </a:lnTo>
                  <a:lnTo>
                    <a:pt x="1021539" y="17020"/>
                  </a:lnTo>
                  <a:lnTo>
                    <a:pt x="1029397" y="16951"/>
                  </a:lnTo>
                  <a:lnTo>
                    <a:pt x="1037254" y="16856"/>
                  </a:lnTo>
                  <a:lnTo>
                    <a:pt x="1045112" y="16793"/>
                  </a:lnTo>
                  <a:lnTo>
                    <a:pt x="1052970" y="16730"/>
                  </a:lnTo>
                  <a:lnTo>
                    <a:pt x="1060828" y="16667"/>
                  </a:lnTo>
                  <a:lnTo>
                    <a:pt x="1068686" y="16599"/>
                  </a:lnTo>
                  <a:lnTo>
                    <a:pt x="1076544" y="16530"/>
                  </a:lnTo>
                  <a:lnTo>
                    <a:pt x="1084402" y="16551"/>
                  </a:lnTo>
                  <a:lnTo>
                    <a:pt x="1092260" y="16600"/>
                  </a:lnTo>
                  <a:lnTo>
                    <a:pt x="1100118" y="16546"/>
                  </a:lnTo>
                  <a:lnTo>
                    <a:pt x="1107976" y="16559"/>
                  </a:lnTo>
                  <a:lnTo>
                    <a:pt x="1115834" y="16573"/>
                  </a:lnTo>
                  <a:lnTo>
                    <a:pt x="1123692" y="16588"/>
                  </a:lnTo>
                  <a:lnTo>
                    <a:pt x="1131550" y="16603"/>
                  </a:lnTo>
                  <a:lnTo>
                    <a:pt x="1139408" y="16617"/>
                  </a:lnTo>
                  <a:lnTo>
                    <a:pt x="1147266" y="16512"/>
                  </a:lnTo>
                  <a:lnTo>
                    <a:pt x="1155124" y="16408"/>
                  </a:lnTo>
                  <a:lnTo>
                    <a:pt x="1162982" y="16455"/>
                  </a:lnTo>
                  <a:lnTo>
                    <a:pt x="1170840" y="16359"/>
                  </a:lnTo>
                  <a:lnTo>
                    <a:pt x="1178698" y="16356"/>
                  </a:lnTo>
                  <a:lnTo>
                    <a:pt x="1186556" y="16356"/>
                  </a:lnTo>
                  <a:lnTo>
                    <a:pt x="1194414" y="16357"/>
                  </a:lnTo>
                  <a:lnTo>
                    <a:pt x="1202272" y="16258"/>
                  </a:lnTo>
                  <a:lnTo>
                    <a:pt x="1210130" y="16143"/>
                  </a:lnTo>
                  <a:lnTo>
                    <a:pt x="1217988" y="16073"/>
                  </a:lnTo>
                  <a:lnTo>
                    <a:pt x="1225846" y="16058"/>
                  </a:lnTo>
                  <a:lnTo>
                    <a:pt x="1233704" y="16042"/>
                  </a:lnTo>
                  <a:lnTo>
                    <a:pt x="1241562" y="16009"/>
                  </a:lnTo>
                  <a:lnTo>
                    <a:pt x="1249420" y="15873"/>
                  </a:lnTo>
                  <a:lnTo>
                    <a:pt x="1257278" y="15811"/>
                  </a:lnTo>
                  <a:lnTo>
                    <a:pt x="1265136" y="15593"/>
                  </a:lnTo>
                  <a:lnTo>
                    <a:pt x="1272994" y="15449"/>
                  </a:lnTo>
                  <a:lnTo>
                    <a:pt x="1280852" y="15308"/>
                  </a:lnTo>
                  <a:lnTo>
                    <a:pt x="1288710" y="15262"/>
                  </a:lnTo>
                  <a:lnTo>
                    <a:pt x="1296568" y="15249"/>
                  </a:lnTo>
                  <a:lnTo>
                    <a:pt x="1304426" y="15201"/>
                  </a:lnTo>
                  <a:lnTo>
                    <a:pt x="1312284" y="15214"/>
                  </a:lnTo>
                  <a:lnTo>
                    <a:pt x="1320142" y="15210"/>
                  </a:lnTo>
                  <a:lnTo>
                    <a:pt x="1328000" y="15109"/>
                  </a:lnTo>
                  <a:lnTo>
                    <a:pt x="1335858" y="15019"/>
                  </a:lnTo>
                  <a:lnTo>
                    <a:pt x="1343716" y="14906"/>
                  </a:lnTo>
                  <a:lnTo>
                    <a:pt x="1351574" y="14831"/>
                  </a:lnTo>
                  <a:lnTo>
                    <a:pt x="1359432" y="14780"/>
                  </a:lnTo>
                  <a:lnTo>
                    <a:pt x="1367290" y="14733"/>
                  </a:lnTo>
                  <a:lnTo>
                    <a:pt x="1375148" y="14688"/>
                  </a:lnTo>
                  <a:lnTo>
                    <a:pt x="1383006" y="14591"/>
                  </a:lnTo>
                  <a:lnTo>
                    <a:pt x="1390864" y="14479"/>
                  </a:lnTo>
                  <a:lnTo>
                    <a:pt x="1398722" y="14429"/>
                  </a:lnTo>
                  <a:lnTo>
                    <a:pt x="1406580" y="14380"/>
                  </a:lnTo>
                  <a:lnTo>
                    <a:pt x="1414438" y="14332"/>
                  </a:lnTo>
                  <a:lnTo>
                    <a:pt x="1422296" y="14284"/>
                  </a:lnTo>
                  <a:lnTo>
                    <a:pt x="1430154" y="14236"/>
                  </a:lnTo>
                  <a:lnTo>
                    <a:pt x="1438012" y="14188"/>
                  </a:lnTo>
                  <a:lnTo>
                    <a:pt x="1445870" y="14140"/>
                  </a:lnTo>
                  <a:lnTo>
                    <a:pt x="1453728" y="14092"/>
                  </a:lnTo>
                  <a:lnTo>
                    <a:pt x="1461586" y="14043"/>
                  </a:lnTo>
                  <a:lnTo>
                    <a:pt x="1469444" y="13943"/>
                  </a:lnTo>
                  <a:lnTo>
                    <a:pt x="1477302" y="13769"/>
                  </a:lnTo>
                  <a:lnTo>
                    <a:pt x="1485160" y="13590"/>
                  </a:lnTo>
                  <a:lnTo>
                    <a:pt x="1493018" y="13410"/>
                  </a:lnTo>
                  <a:lnTo>
                    <a:pt x="1500876" y="13230"/>
                  </a:lnTo>
                  <a:lnTo>
                    <a:pt x="1508734" y="13063"/>
                  </a:lnTo>
                  <a:lnTo>
                    <a:pt x="1516592" y="12999"/>
                  </a:lnTo>
                  <a:lnTo>
                    <a:pt x="1524450" y="12937"/>
                  </a:lnTo>
                  <a:lnTo>
                    <a:pt x="1532308" y="12875"/>
                  </a:lnTo>
                  <a:lnTo>
                    <a:pt x="1540166" y="12813"/>
                  </a:lnTo>
                  <a:lnTo>
                    <a:pt x="1548024" y="12751"/>
                  </a:lnTo>
                  <a:lnTo>
                    <a:pt x="1555882" y="12689"/>
                  </a:lnTo>
                  <a:lnTo>
                    <a:pt x="1563740" y="12626"/>
                  </a:lnTo>
                  <a:lnTo>
                    <a:pt x="1571598" y="12564"/>
                  </a:lnTo>
                  <a:lnTo>
                    <a:pt x="1579456" y="12501"/>
                  </a:lnTo>
                  <a:lnTo>
                    <a:pt x="1587314" y="12439"/>
                  </a:lnTo>
                  <a:lnTo>
                    <a:pt x="1595172" y="12376"/>
                  </a:lnTo>
                  <a:lnTo>
                    <a:pt x="1603030" y="12298"/>
                  </a:lnTo>
                  <a:lnTo>
                    <a:pt x="1610888" y="12199"/>
                  </a:lnTo>
                  <a:lnTo>
                    <a:pt x="1618746" y="12100"/>
                  </a:lnTo>
                  <a:lnTo>
                    <a:pt x="1626604" y="12043"/>
                  </a:lnTo>
                  <a:lnTo>
                    <a:pt x="1634462" y="12001"/>
                  </a:lnTo>
                  <a:lnTo>
                    <a:pt x="1642320" y="11959"/>
                  </a:lnTo>
                  <a:lnTo>
                    <a:pt x="1650178" y="11900"/>
                  </a:lnTo>
                  <a:lnTo>
                    <a:pt x="1658036" y="11785"/>
                  </a:lnTo>
                  <a:lnTo>
                    <a:pt x="1665894" y="11670"/>
                  </a:lnTo>
                  <a:lnTo>
                    <a:pt x="1673752" y="11554"/>
                  </a:lnTo>
                  <a:lnTo>
                    <a:pt x="1681610" y="11481"/>
                  </a:lnTo>
                  <a:lnTo>
                    <a:pt x="1689468" y="11380"/>
                  </a:lnTo>
                  <a:lnTo>
                    <a:pt x="1697326" y="11226"/>
                  </a:lnTo>
                  <a:lnTo>
                    <a:pt x="1705184" y="11083"/>
                  </a:lnTo>
                  <a:lnTo>
                    <a:pt x="1713042" y="10963"/>
                  </a:lnTo>
                  <a:lnTo>
                    <a:pt x="1720900" y="10845"/>
                  </a:lnTo>
                  <a:lnTo>
                    <a:pt x="1728758" y="10762"/>
                  </a:lnTo>
                  <a:lnTo>
                    <a:pt x="1736616" y="10713"/>
                  </a:lnTo>
                  <a:lnTo>
                    <a:pt x="1744474" y="10665"/>
                  </a:lnTo>
                  <a:lnTo>
                    <a:pt x="1752332" y="10617"/>
                  </a:lnTo>
                  <a:lnTo>
                    <a:pt x="1760190" y="10572"/>
                  </a:lnTo>
                  <a:lnTo>
                    <a:pt x="1768048" y="10526"/>
                  </a:lnTo>
                  <a:lnTo>
                    <a:pt x="1775906" y="10480"/>
                  </a:lnTo>
                  <a:lnTo>
                    <a:pt x="1783764" y="10441"/>
                  </a:lnTo>
                  <a:lnTo>
                    <a:pt x="1791622" y="10386"/>
                  </a:lnTo>
                  <a:lnTo>
                    <a:pt x="1799480" y="10278"/>
                  </a:lnTo>
                  <a:lnTo>
                    <a:pt x="1807338" y="10141"/>
                  </a:lnTo>
                  <a:lnTo>
                    <a:pt x="1815196" y="10005"/>
                  </a:lnTo>
                  <a:lnTo>
                    <a:pt x="1823054" y="9867"/>
                  </a:lnTo>
                  <a:lnTo>
                    <a:pt x="1830912" y="9730"/>
                  </a:lnTo>
                  <a:lnTo>
                    <a:pt x="1838770" y="9592"/>
                  </a:lnTo>
                  <a:lnTo>
                    <a:pt x="1846628" y="9454"/>
                  </a:lnTo>
                  <a:lnTo>
                    <a:pt x="1854486" y="9317"/>
                  </a:lnTo>
                  <a:lnTo>
                    <a:pt x="1862344" y="9180"/>
                  </a:lnTo>
                  <a:lnTo>
                    <a:pt x="1870202" y="9042"/>
                  </a:lnTo>
                  <a:lnTo>
                    <a:pt x="1878060" y="8904"/>
                  </a:lnTo>
                  <a:lnTo>
                    <a:pt x="1885918" y="8766"/>
                  </a:lnTo>
                  <a:lnTo>
                    <a:pt x="1893776" y="8627"/>
                  </a:lnTo>
                  <a:lnTo>
                    <a:pt x="1901634" y="8489"/>
                  </a:lnTo>
                  <a:lnTo>
                    <a:pt x="1909492" y="8351"/>
                  </a:lnTo>
                  <a:lnTo>
                    <a:pt x="1917350" y="8212"/>
                  </a:lnTo>
                  <a:lnTo>
                    <a:pt x="1925208" y="8125"/>
                  </a:lnTo>
                  <a:lnTo>
                    <a:pt x="1933066" y="8047"/>
                  </a:lnTo>
                  <a:lnTo>
                    <a:pt x="1940924" y="7969"/>
                  </a:lnTo>
                  <a:lnTo>
                    <a:pt x="1948782" y="7893"/>
                  </a:lnTo>
                  <a:lnTo>
                    <a:pt x="1956640" y="7817"/>
                  </a:lnTo>
                  <a:lnTo>
                    <a:pt x="1964498" y="7740"/>
                  </a:lnTo>
                  <a:lnTo>
                    <a:pt x="1972356" y="7664"/>
                  </a:lnTo>
                  <a:lnTo>
                    <a:pt x="1980214" y="7588"/>
                  </a:lnTo>
                  <a:lnTo>
                    <a:pt x="1988072" y="7511"/>
                  </a:lnTo>
                  <a:lnTo>
                    <a:pt x="1995930" y="7434"/>
                  </a:lnTo>
                  <a:lnTo>
                    <a:pt x="2003788" y="7382"/>
                  </a:lnTo>
                  <a:lnTo>
                    <a:pt x="2011646" y="7331"/>
                  </a:lnTo>
                  <a:lnTo>
                    <a:pt x="2019504" y="7280"/>
                  </a:lnTo>
                  <a:lnTo>
                    <a:pt x="2027362" y="7229"/>
                  </a:lnTo>
                  <a:lnTo>
                    <a:pt x="2035220" y="71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186414" y="4858401"/>
              <a:ext cx="2035220" cy="20970"/>
            </a:xfrm>
            <a:custGeom>
              <a:avLst/>
              <a:pathLst>
                <a:path w="2035220" h="20970">
                  <a:moveTo>
                    <a:pt x="2035220" y="20970"/>
                  </a:moveTo>
                  <a:lnTo>
                    <a:pt x="2027362" y="20915"/>
                  </a:lnTo>
                  <a:lnTo>
                    <a:pt x="2019504" y="20860"/>
                  </a:lnTo>
                  <a:lnTo>
                    <a:pt x="2011646" y="20805"/>
                  </a:lnTo>
                  <a:lnTo>
                    <a:pt x="2003788" y="20750"/>
                  </a:lnTo>
                  <a:lnTo>
                    <a:pt x="1995930" y="20694"/>
                  </a:lnTo>
                  <a:lnTo>
                    <a:pt x="1988072" y="20639"/>
                  </a:lnTo>
                  <a:lnTo>
                    <a:pt x="1980214" y="20583"/>
                  </a:lnTo>
                  <a:lnTo>
                    <a:pt x="1972356" y="20527"/>
                  </a:lnTo>
                  <a:lnTo>
                    <a:pt x="1964498" y="20471"/>
                  </a:lnTo>
                  <a:lnTo>
                    <a:pt x="1956640" y="20415"/>
                  </a:lnTo>
                  <a:lnTo>
                    <a:pt x="1948782" y="20356"/>
                  </a:lnTo>
                  <a:lnTo>
                    <a:pt x="1940924" y="20283"/>
                  </a:lnTo>
                  <a:lnTo>
                    <a:pt x="1933066" y="20210"/>
                  </a:lnTo>
                  <a:lnTo>
                    <a:pt x="1925208" y="20129"/>
                  </a:lnTo>
                  <a:lnTo>
                    <a:pt x="1917350" y="20020"/>
                  </a:lnTo>
                  <a:lnTo>
                    <a:pt x="1909492" y="19910"/>
                  </a:lnTo>
                  <a:lnTo>
                    <a:pt x="1901634" y="19800"/>
                  </a:lnTo>
                  <a:lnTo>
                    <a:pt x="1893776" y="19729"/>
                  </a:lnTo>
                  <a:lnTo>
                    <a:pt x="1885918" y="19678"/>
                  </a:lnTo>
                  <a:lnTo>
                    <a:pt x="1878060" y="19625"/>
                  </a:lnTo>
                  <a:lnTo>
                    <a:pt x="1870202" y="19573"/>
                  </a:lnTo>
                  <a:lnTo>
                    <a:pt x="1862344" y="19520"/>
                  </a:lnTo>
                  <a:lnTo>
                    <a:pt x="1854486" y="19447"/>
                  </a:lnTo>
                  <a:lnTo>
                    <a:pt x="1846628" y="19369"/>
                  </a:lnTo>
                  <a:lnTo>
                    <a:pt x="1838770" y="19290"/>
                  </a:lnTo>
                  <a:lnTo>
                    <a:pt x="1830912" y="19210"/>
                  </a:lnTo>
                  <a:lnTo>
                    <a:pt x="1823054" y="19130"/>
                  </a:lnTo>
                  <a:lnTo>
                    <a:pt x="1815196" y="19047"/>
                  </a:lnTo>
                  <a:lnTo>
                    <a:pt x="1807338" y="18959"/>
                  </a:lnTo>
                  <a:lnTo>
                    <a:pt x="1799480" y="18871"/>
                  </a:lnTo>
                  <a:lnTo>
                    <a:pt x="1791622" y="18782"/>
                  </a:lnTo>
                  <a:lnTo>
                    <a:pt x="1783764" y="18693"/>
                  </a:lnTo>
                  <a:lnTo>
                    <a:pt x="1775906" y="18604"/>
                  </a:lnTo>
                  <a:lnTo>
                    <a:pt x="1768048" y="18514"/>
                  </a:lnTo>
                  <a:lnTo>
                    <a:pt x="1760190" y="18422"/>
                  </a:lnTo>
                  <a:lnTo>
                    <a:pt x="1752332" y="18305"/>
                  </a:lnTo>
                  <a:lnTo>
                    <a:pt x="1744474" y="18213"/>
                  </a:lnTo>
                  <a:lnTo>
                    <a:pt x="1736616" y="18109"/>
                  </a:lnTo>
                  <a:lnTo>
                    <a:pt x="1728758" y="18001"/>
                  </a:lnTo>
                  <a:lnTo>
                    <a:pt x="1720900" y="17900"/>
                  </a:lnTo>
                  <a:lnTo>
                    <a:pt x="1713042" y="17784"/>
                  </a:lnTo>
                  <a:lnTo>
                    <a:pt x="1705184" y="17668"/>
                  </a:lnTo>
                  <a:lnTo>
                    <a:pt x="1697326" y="17551"/>
                  </a:lnTo>
                  <a:lnTo>
                    <a:pt x="1689468" y="17444"/>
                  </a:lnTo>
                  <a:lnTo>
                    <a:pt x="1681610" y="17367"/>
                  </a:lnTo>
                  <a:lnTo>
                    <a:pt x="1673752" y="17290"/>
                  </a:lnTo>
                  <a:lnTo>
                    <a:pt x="1665894" y="17212"/>
                  </a:lnTo>
                  <a:lnTo>
                    <a:pt x="1658036" y="17134"/>
                  </a:lnTo>
                  <a:lnTo>
                    <a:pt x="1650178" y="17056"/>
                  </a:lnTo>
                  <a:lnTo>
                    <a:pt x="1642320" y="16977"/>
                  </a:lnTo>
                  <a:lnTo>
                    <a:pt x="1634462" y="16898"/>
                  </a:lnTo>
                  <a:lnTo>
                    <a:pt x="1626604" y="16818"/>
                  </a:lnTo>
                  <a:lnTo>
                    <a:pt x="1618746" y="16722"/>
                  </a:lnTo>
                  <a:lnTo>
                    <a:pt x="1610888" y="16624"/>
                  </a:lnTo>
                  <a:lnTo>
                    <a:pt x="1603030" y="16525"/>
                  </a:lnTo>
                  <a:lnTo>
                    <a:pt x="1595172" y="16426"/>
                  </a:lnTo>
                  <a:lnTo>
                    <a:pt x="1587314" y="16326"/>
                  </a:lnTo>
                  <a:lnTo>
                    <a:pt x="1579456" y="16227"/>
                  </a:lnTo>
                  <a:lnTo>
                    <a:pt x="1571598" y="16126"/>
                  </a:lnTo>
                  <a:lnTo>
                    <a:pt x="1563740" y="16025"/>
                  </a:lnTo>
                  <a:lnTo>
                    <a:pt x="1555882" y="15924"/>
                  </a:lnTo>
                  <a:lnTo>
                    <a:pt x="1548024" y="15822"/>
                  </a:lnTo>
                  <a:lnTo>
                    <a:pt x="1540166" y="15720"/>
                  </a:lnTo>
                  <a:lnTo>
                    <a:pt x="1532308" y="15617"/>
                  </a:lnTo>
                  <a:lnTo>
                    <a:pt x="1524450" y="15514"/>
                  </a:lnTo>
                  <a:lnTo>
                    <a:pt x="1516592" y="15410"/>
                  </a:lnTo>
                  <a:lnTo>
                    <a:pt x="1508734" y="15306"/>
                  </a:lnTo>
                  <a:lnTo>
                    <a:pt x="1500876" y="15201"/>
                  </a:lnTo>
                  <a:lnTo>
                    <a:pt x="1493018" y="15096"/>
                  </a:lnTo>
                  <a:lnTo>
                    <a:pt x="1485160" y="14990"/>
                  </a:lnTo>
                  <a:lnTo>
                    <a:pt x="1477302" y="14883"/>
                  </a:lnTo>
                  <a:lnTo>
                    <a:pt x="1469444" y="14776"/>
                  </a:lnTo>
                  <a:lnTo>
                    <a:pt x="1461586" y="14669"/>
                  </a:lnTo>
                  <a:lnTo>
                    <a:pt x="1453728" y="14561"/>
                  </a:lnTo>
                  <a:lnTo>
                    <a:pt x="1445870" y="14452"/>
                  </a:lnTo>
                  <a:lnTo>
                    <a:pt x="1438012" y="14343"/>
                  </a:lnTo>
                  <a:lnTo>
                    <a:pt x="1430154" y="14234"/>
                  </a:lnTo>
                  <a:lnTo>
                    <a:pt x="1422296" y="14124"/>
                  </a:lnTo>
                  <a:lnTo>
                    <a:pt x="1414438" y="14014"/>
                  </a:lnTo>
                  <a:lnTo>
                    <a:pt x="1406580" y="13902"/>
                  </a:lnTo>
                  <a:lnTo>
                    <a:pt x="1398722" y="13790"/>
                  </a:lnTo>
                  <a:lnTo>
                    <a:pt x="1390864" y="13678"/>
                  </a:lnTo>
                  <a:lnTo>
                    <a:pt x="1383006" y="13564"/>
                  </a:lnTo>
                  <a:lnTo>
                    <a:pt x="1375148" y="13451"/>
                  </a:lnTo>
                  <a:lnTo>
                    <a:pt x="1367290" y="13337"/>
                  </a:lnTo>
                  <a:lnTo>
                    <a:pt x="1359432" y="13222"/>
                  </a:lnTo>
                  <a:lnTo>
                    <a:pt x="1351574" y="13104"/>
                  </a:lnTo>
                  <a:lnTo>
                    <a:pt x="1343716" y="12962"/>
                  </a:lnTo>
                  <a:lnTo>
                    <a:pt x="1335858" y="12860"/>
                  </a:lnTo>
                  <a:lnTo>
                    <a:pt x="1328000" y="12761"/>
                  </a:lnTo>
                  <a:lnTo>
                    <a:pt x="1320142" y="12645"/>
                  </a:lnTo>
                  <a:lnTo>
                    <a:pt x="1312284" y="12529"/>
                  </a:lnTo>
                  <a:lnTo>
                    <a:pt x="1304426" y="12424"/>
                  </a:lnTo>
                  <a:lnTo>
                    <a:pt x="1296568" y="12349"/>
                  </a:lnTo>
                  <a:lnTo>
                    <a:pt x="1288710" y="12272"/>
                  </a:lnTo>
                  <a:lnTo>
                    <a:pt x="1280852" y="12157"/>
                  </a:lnTo>
                  <a:lnTo>
                    <a:pt x="1272994" y="12066"/>
                  </a:lnTo>
                  <a:lnTo>
                    <a:pt x="1265136" y="12000"/>
                  </a:lnTo>
                  <a:lnTo>
                    <a:pt x="1257278" y="11935"/>
                  </a:lnTo>
                  <a:lnTo>
                    <a:pt x="1249420" y="11858"/>
                  </a:lnTo>
                  <a:lnTo>
                    <a:pt x="1241562" y="11783"/>
                  </a:lnTo>
                  <a:lnTo>
                    <a:pt x="1233704" y="11707"/>
                  </a:lnTo>
                  <a:lnTo>
                    <a:pt x="1225846" y="11628"/>
                  </a:lnTo>
                  <a:lnTo>
                    <a:pt x="1217988" y="11472"/>
                  </a:lnTo>
                  <a:lnTo>
                    <a:pt x="1210130" y="11363"/>
                  </a:lnTo>
                  <a:lnTo>
                    <a:pt x="1202272" y="11265"/>
                  </a:lnTo>
                  <a:lnTo>
                    <a:pt x="1194414" y="11183"/>
                  </a:lnTo>
                  <a:lnTo>
                    <a:pt x="1186556" y="11123"/>
                  </a:lnTo>
                  <a:lnTo>
                    <a:pt x="1178698" y="11063"/>
                  </a:lnTo>
                  <a:lnTo>
                    <a:pt x="1170840" y="10975"/>
                  </a:lnTo>
                  <a:lnTo>
                    <a:pt x="1162982" y="10906"/>
                  </a:lnTo>
                  <a:lnTo>
                    <a:pt x="1155124" y="10732"/>
                  </a:lnTo>
                  <a:lnTo>
                    <a:pt x="1147266" y="10561"/>
                  </a:lnTo>
                  <a:lnTo>
                    <a:pt x="1139408" y="10457"/>
                  </a:lnTo>
                  <a:lnTo>
                    <a:pt x="1131550" y="10352"/>
                  </a:lnTo>
                  <a:lnTo>
                    <a:pt x="1123692" y="10246"/>
                  </a:lnTo>
                  <a:lnTo>
                    <a:pt x="1115834" y="10108"/>
                  </a:lnTo>
                  <a:lnTo>
                    <a:pt x="1107976" y="10013"/>
                  </a:lnTo>
                  <a:lnTo>
                    <a:pt x="1100118" y="9847"/>
                  </a:lnTo>
                  <a:lnTo>
                    <a:pt x="1092260" y="9693"/>
                  </a:lnTo>
                  <a:lnTo>
                    <a:pt x="1084402" y="9623"/>
                  </a:lnTo>
                  <a:lnTo>
                    <a:pt x="1076544" y="9465"/>
                  </a:lnTo>
                  <a:lnTo>
                    <a:pt x="1068686" y="9306"/>
                  </a:lnTo>
                  <a:lnTo>
                    <a:pt x="1060828" y="9145"/>
                  </a:lnTo>
                  <a:lnTo>
                    <a:pt x="1052970" y="8984"/>
                  </a:lnTo>
                  <a:lnTo>
                    <a:pt x="1045112" y="8919"/>
                  </a:lnTo>
                  <a:lnTo>
                    <a:pt x="1037254" y="8855"/>
                  </a:lnTo>
                  <a:lnTo>
                    <a:pt x="1029397" y="8790"/>
                  </a:lnTo>
                  <a:lnTo>
                    <a:pt x="1021539" y="8724"/>
                  </a:lnTo>
                  <a:lnTo>
                    <a:pt x="1013681" y="8610"/>
                  </a:lnTo>
                  <a:lnTo>
                    <a:pt x="1005823" y="8472"/>
                  </a:lnTo>
                  <a:lnTo>
                    <a:pt x="997965" y="8401"/>
                  </a:lnTo>
                  <a:lnTo>
                    <a:pt x="990107" y="8273"/>
                  </a:lnTo>
                  <a:lnTo>
                    <a:pt x="982249" y="8208"/>
                  </a:lnTo>
                  <a:lnTo>
                    <a:pt x="974391" y="8100"/>
                  </a:lnTo>
                  <a:lnTo>
                    <a:pt x="966533" y="7931"/>
                  </a:lnTo>
                  <a:lnTo>
                    <a:pt x="958675" y="7764"/>
                  </a:lnTo>
                  <a:lnTo>
                    <a:pt x="950817" y="7678"/>
                  </a:lnTo>
                  <a:lnTo>
                    <a:pt x="942959" y="7534"/>
                  </a:lnTo>
                  <a:lnTo>
                    <a:pt x="935101" y="7475"/>
                  </a:lnTo>
                  <a:lnTo>
                    <a:pt x="927243" y="7414"/>
                  </a:lnTo>
                  <a:lnTo>
                    <a:pt x="919385" y="7355"/>
                  </a:lnTo>
                  <a:lnTo>
                    <a:pt x="911527" y="7295"/>
                  </a:lnTo>
                  <a:lnTo>
                    <a:pt x="903669" y="7232"/>
                  </a:lnTo>
                  <a:lnTo>
                    <a:pt x="895811" y="7156"/>
                  </a:lnTo>
                  <a:lnTo>
                    <a:pt x="887953" y="7079"/>
                  </a:lnTo>
                  <a:lnTo>
                    <a:pt x="880095" y="7002"/>
                  </a:lnTo>
                  <a:lnTo>
                    <a:pt x="872237" y="6890"/>
                  </a:lnTo>
                  <a:lnTo>
                    <a:pt x="864379" y="6685"/>
                  </a:lnTo>
                  <a:lnTo>
                    <a:pt x="856521" y="6555"/>
                  </a:lnTo>
                  <a:lnTo>
                    <a:pt x="848663" y="6333"/>
                  </a:lnTo>
                  <a:lnTo>
                    <a:pt x="840805" y="6207"/>
                  </a:lnTo>
                  <a:lnTo>
                    <a:pt x="832947" y="6184"/>
                  </a:lnTo>
                  <a:lnTo>
                    <a:pt x="825089" y="6149"/>
                  </a:lnTo>
                  <a:lnTo>
                    <a:pt x="817231" y="6009"/>
                  </a:lnTo>
                  <a:lnTo>
                    <a:pt x="809373" y="5914"/>
                  </a:lnTo>
                  <a:lnTo>
                    <a:pt x="801515" y="5786"/>
                  </a:lnTo>
                  <a:lnTo>
                    <a:pt x="793657" y="5729"/>
                  </a:lnTo>
                  <a:lnTo>
                    <a:pt x="785799" y="5665"/>
                  </a:lnTo>
                  <a:lnTo>
                    <a:pt x="777941" y="5564"/>
                  </a:lnTo>
                  <a:lnTo>
                    <a:pt x="770083" y="5456"/>
                  </a:lnTo>
                  <a:lnTo>
                    <a:pt x="762225" y="5385"/>
                  </a:lnTo>
                  <a:lnTo>
                    <a:pt x="754367" y="5327"/>
                  </a:lnTo>
                  <a:lnTo>
                    <a:pt x="746509" y="5240"/>
                  </a:lnTo>
                  <a:lnTo>
                    <a:pt x="738651" y="5096"/>
                  </a:lnTo>
                  <a:lnTo>
                    <a:pt x="730793" y="4931"/>
                  </a:lnTo>
                  <a:lnTo>
                    <a:pt x="722935" y="4802"/>
                  </a:lnTo>
                  <a:lnTo>
                    <a:pt x="715077" y="4654"/>
                  </a:lnTo>
                  <a:lnTo>
                    <a:pt x="707219" y="4500"/>
                  </a:lnTo>
                  <a:lnTo>
                    <a:pt x="699361" y="4374"/>
                  </a:lnTo>
                  <a:lnTo>
                    <a:pt x="691503" y="4250"/>
                  </a:lnTo>
                  <a:lnTo>
                    <a:pt x="683645" y="4127"/>
                  </a:lnTo>
                  <a:lnTo>
                    <a:pt x="675787" y="4002"/>
                  </a:lnTo>
                  <a:lnTo>
                    <a:pt x="667929" y="3812"/>
                  </a:lnTo>
                  <a:lnTo>
                    <a:pt x="660071" y="3660"/>
                  </a:lnTo>
                  <a:lnTo>
                    <a:pt x="652213" y="3591"/>
                  </a:lnTo>
                  <a:lnTo>
                    <a:pt x="644355" y="3499"/>
                  </a:lnTo>
                  <a:lnTo>
                    <a:pt x="636497" y="3372"/>
                  </a:lnTo>
                  <a:lnTo>
                    <a:pt x="628639" y="3244"/>
                  </a:lnTo>
                  <a:lnTo>
                    <a:pt x="620781" y="3120"/>
                  </a:lnTo>
                  <a:lnTo>
                    <a:pt x="612923" y="3026"/>
                  </a:lnTo>
                  <a:lnTo>
                    <a:pt x="605065" y="2873"/>
                  </a:lnTo>
                  <a:lnTo>
                    <a:pt x="597207" y="2757"/>
                  </a:lnTo>
                  <a:lnTo>
                    <a:pt x="589349" y="2716"/>
                  </a:lnTo>
                  <a:lnTo>
                    <a:pt x="581491" y="2715"/>
                  </a:lnTo>
                  <a:lnTo>
                    <a:pt x="573633" y="2693"/>
                  </a:lnTo>
                  <a:lnTo>
                    <a:pt x="565775" y="2560"/>
                  </a:lnTo>
                  <a:lnTo>
                    <a:pt x="557917" y="2453"/>
                  </a:lnTo>
                  <a:lnTo>
                    <a:pt x="550059" y="2460"/>
                  </a:lnTo>
                  <a:lnTo>
                    <a:pt x="542201" y="2461"/>
                  </a:lnTo>
                  <a:lnTo>
                    <a:pt x="534343" y="2423"/>
                  </a:lnTo>
                  <a:lnTo>
                    <a:pt x="526485" y="2239"/>
                  </a:lnTo>
                  <a:lnTo>
                    <a:pt x="518627" y="2233"/>
                  </a:lnTo>
                  <a:lnTo>
                    <a:pt x="510769" y="2157"/>
                  </a:lnTo>
                  <a:lnTo>
                    <a:pt x="502911" y="2162"/>
                  </a:lnTo>
                  <a:lnTo>
                    <a:pt x="495053" y="2056"/>
                  </a:lnTo>
                  <a:lnTo>
                    <a:pt x="487195" y="1888"/>
                  </a:lnTo>
                  <a:lnTo>
                    <a:pt x="479337" y="1794"/>
                  </a:lnTo>
                  <a:lnTo>
                    <a:pt x="471479" y="1735"/>
                  </a:lnTo>
                  <a:lnTo>
                    <a:pt x="463621" y="1628"/>
                  </a:lnTo>
                  <a:lnTo>
                    <a:pt x="455763" y="1436"/>
                  </a:lnTo>
                  <a:lnTo>
                    <a:pt x="447905" y="1422"/>
                  </a:lnTo>
                  <a:lnTo>
                    <a:pt x="440047" y="1412"/>
                  </a:lnTo>
                  <a:lnTo>
                    <a:pt x="432189" y="1398"/>
                  </a:lnTo>
                  <a:lnTo>
                    <a:pt x="424331" y="1334"/>
                  </a:lnTo>
                  <a:lnTo>
                    <a:pt x="416473" y="1244"/>
                  </a:lnTo>
                  <a:lnTo>
                    <a:pt x="408615" y="1233"/>
                  </a:lnTo>
                  <a:lnTo>
                    <a:pt x="400757" y="1233"/>
                  </a:lnTo>
                  <a:lnTo>
                    <a:pt x="392899" y="1238"/>
                  </a:lnTo>
                  <a:lnTo>
                    <a:pt x="385041" y="1243"/>
                  </a:lnTo>
                  <a:lnTo>
                    <a:pt x="377183" y="1248"/>
                  </a:lnTo>
                  <a:lnTo>
                    <a:pt x="369325" y="1253"/>
                  </a:lnTo>
                  <a:lnTo>
                    <a:pt x="361467" y="1240"/>
                  </a:lnTo>
                  <a:lnTo>
                    <a:pt x="353609" y="1233"/>
                  </a:lnTo>
                  <a:lnTo>
                    <a:pt x="345751" y="1118"/>
                  </a:lnTo>
                  <a:lnTo>
                    <a:pt x="337893" y="952"/>
                  </a:lnTo>
                  <a:lnTo>
                    <a:pt x="330035" y="951"/>
                  </a:lnTo>
                  <a:lnTo>
                    <a:pt x="322177" y="1008"/>
                  </a:lnTo>
                  <a:lnTo>
                    <a:pt x="314319" y="1064"/>
                  </a:lnTo>
                  <a:lnTo>
                    <a:pt x="306461" y="998"/>
                  </a:lnTo>
                  <a:lnTo>
                    <a:pt x="298603" y="913"/>
                  </a:lnTo>
                  <a:lnTo>
                    <a:pt x="290745" y="806"/>
                  </a:lnTo>
                  <a:lnTo>
                    <a:pt x="282887" y="699"/>
                  </a:lnTo>
                  <a:lnTo>
                    <a:pt x="275029" y="591"/>
                  </a:lnTo>
                  <a:lnTo>
                    <a:pt x="267171" y="483"/>
                  </a:lnTo>
                  <a:lnTo>
                    <a:pt x="259313" y="409"/>
                  </a:lnTo>
                  <a:lnTo>
                    <a:pt x="251455" y="369"/>
                  </a:lnTo>
                  <a:lnTo>
                    <a:pt x="243597" y="334"/>
                  </a:lnTo>
                  <a:lnTo>
                    <a:pt x="235739" y="291"/>
                  </a:lnTo>
                  <a:lnTo>
                    <a:pt x="227881" y="254"/>
                  </a:lnTo>
                  <a:lnTo>
                    <a:pt x="220023" y="244"/>
                  </a:lnTo>
                  <a:lnTo>
                    <a:pt x="212165" y="266"/>
                  </a:lnTo>
                  <a:lnTo>
                    <a:pt x="204307" y="323"/>
                  </a:lnTo>
                  <a:lnTo>
                    <a:pt x="196449" y="323"/>
                  </a:lnTo>
                  <a:lnTo>
                    <a:pt x="188591" y="321"/>
                  </a:lnTo>
                  <a:lnTo>
                    <a:pt x="180733" y="318"/>
                  </a:lnTo>
                  <a:lnTo>
                    <a:pt x="172875" y="315"/>
                  </a:lnTo>
                  <a:lnTo>
                    <a:pt x="165017" y="299"/>
                  </a:lnTo>
                  <a:lnTo>
                    <a:pt x="157159" y="249"/>
                  </a:lnTo>
                  <a:lnTo>
                    <a:pt x="149301" y="200"/>
                  </a:lnTo>
                  <a:lnTo>
                    <a:pt x="141443" y="150"/>
                  </a:lnTo>
                  <a:lnTo>
                    <a:pt x="133585" y="123"/>
                  </a:lnTo>
                  <a:lnTo>
                    <a:pt x="125727" y="73"/>
                  </a:lnTo>
                  <a:lnTo>
                    <a:pt x="117869" y="144"/>
                  </a:lnTo>
                  <a:lnTo>
                    <a:pt x="110011" y="99"/>
                  </a:lnTo>
                  <a:lnTo>
                    <a:pt x="102153" y="0"/>
                  </a:lnTo>
                  <a:lnTo>
                    <a:pt x="94295" y="21"/>
                  </a:lnTo>
                  <a:lnTo>
                    <a:pt x="86437" y="78"/>
                  </a:lnTo>
                  <a:lnTo>
                    <a:pt x="78579" y="132"/>
                  </a:lnTo>
                  <a:lnTo>
                    <a:pt x="70721" y="98"/>
                  </a:lnTo>
                  <a:lnTo>
                    <a:pt x="62863" y="60"/>
                  </a:lnTo>
                  <a:lnTo>
                    <a:pt x="55005" y="63"/>
                  </a:lnTo>
                  <a:lnTo>
                    <a:pt x="47147" y="141"/>
                  </a:lnTo>
                  <a:lnTo>
                    <a:pt x="39289" y="102"/>
                  </a:lnTo>
                  <a:lnTo>
                    <a:pt x="31431" y="117"/>
                  </a:lnTo>
                  <a:lnTo>
                    <a:pt x="23573" y="219"/>
                  </a:lnTo>
                  <a:lnTo>
                    <a:pt x="15715" y="272"/>
                  </a:lnTo>
                  <a:lnTo>
                    <a:pt x="7857" y="230"/>
                  </a:lnTo>
                  <a:lnTo>
                    <a:pt x="0" y="1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1186414" y="4465072"/>
              <a:ext cx="2035220" cy="426763"/>
            </a:xfrm>
            <a:custGeom>
              <a:avLst/>
              <a:pathLst>
                <a:path w="2035220" h="426763">
                  <a:moveTo>
                    <a:pt x="0" y="377478"/>
                  </a:moveTo>
                  <a:lnTo>
                    <a:pt x="7857" y="377827"/>
                  </a:lnTo>
                  <a:lnTo>
                    <a:pt x="15715" y="378260"/>
                  </a:lnTo>
                  <a:lnTo>
                    <a:pt x="23573" y="378565"/>
                  </a:lnTo>
                  <a:lnTo>
                    <a:pt x="31431" y="378971"/>
                  </a:lnTo>
                  <a:lnTo>
                    <a:pt x="39289" y="379275"/>
                  </a:lnTo>
                  <a:lnTo>
                    <a:pt x="47147" y="379405"/>
                  </a:lnTo>
                  <a:lnTo>
                    <a:pt x="55005" y="379607"/>
                  </a:lnTo>
                  <a:lnTo>
                    <a:pt x="62863" y="379817"/>
                  </a:lnTo>
                  <a:lnTo>
                    <a:pt x="70721" y="380150"/>
                  </a:lnTo>
                  <a:lnTo>
                    <a:pt x="78579" y="380291"/>
                  </a:lnTo>
                  <a:lnTo>
                    <a:pt x="86437" y="380433"/>
                  </a:lnTo>
                  <a:lnTo>
                    <a:pt x="94295" y="380638"/>
                  </a:lnTo>
                  <a:lnTo>
                    <a:pt x="102153" y="380575"/>
                  </a:lnTo>
                  <a:lnTo>
                    <a:pt x="110011" y="380777"/>
                  </a:lnTo>
                  <a:lnTo>
                    <a:pt x="117869" y="380927"/>
                  </a:lnTo>
                  <a:lnTo>
                    <a:pt x="125727" y="380831"/>
                  </a:lnTo>
                  <a:lnTo>
                    <a:pt x="133585" y="380740"/>
                  </a:lnTo>
                  <a:lnTo>
                    <a:pt x="141443" y="380865"/>
                  </a:lnTo>
                  <a:lnTo>
                    <a:pt x="149301" y="381112"/>
                  </a:lnTo>
                  <a:lnTo>
                    <a:pt x="157159" y="381236"/>
                  </a:lnTo>
                  <a:lnTo>
                    <a:pt x="165017" y="381300"/>
                  </a:lnTo>
                  <a:lnTo>
                    <a:pt x="172875" y="381259"/>
                  </a:lnTo>
                  <a:lnTo>
                    <a:pt x="180733" y="381190"/>
                  </a:lnTo>
                  <a:lnTo>
                    <a:pt x="188591" y="381157"/>
                  </a:lnTo>
                  <a:lnTo>
                    <a:pt x="196449" y="381126"/>
                  </a:lnTo>
                  <a:lnTo>
                    <a:pt x="204307" y="381096"/>
                  </a:lnTo>
                  <a:lnTo>
                    <a:pt x="212165" y="380812"/>
                  </a:lnTo>
                  <a:lnTo>
                    <a:pt x="220023" y="380640"/>
                  </a:lnTo>
                  <a:lnTo>
                    <a:pt x="227881" y="380510"/>
                  </a:lnTo>
                  <a:lnTo>
                    <a:pt x="235739" y="380430"/>
                  </a:lnTo>
                  <a:lnTo>
                    <a:pt x="243597" y="380480"/>
                  </a:lnTo>
                  <a:lnTo>
                    <a:pt x="251455" y="380323"/>
                  </a:lnTo>
                  <a:lnTo>
                    <a:pt x="259313" y="380359"/>
                  </a:lnTo>
                  <a:lnTo>
                    <a:pt x="267171" y="380361"/>
                  </a:lnTo>
                  <a:lnTo>
                    <a:pt x="275029" y="380343"/>
                  </a:lnTo>
                  <a:lnTo>
                    <a:pt x="282887" y="380167"/>
                  </a:lnTo>
                  <a:lnTo>
                    <a:pt x="290745" y="379859"/>
                  </a:lnTo>
                  <a:lnTo>
                    <a:pt x="298603" y="379544"/>
                  </a:lnTo>
                  <a:lnTo>
                    <a:pt x="306461" y="379294"/>
                  </a:lnTo>
                  <a:lnTo>
                    <a:pt x="314319" y="379024"/>
                  </a:lnTo>
                  <a:lnTo>
                    <a:pt x="322177" y="378531"/>
                  </a:lnTo>
                  <a:lnTo>
                    <a:pt x="330035" y="378136"/>
                  </a:lnTo>
                  <a:lnTo>
                    <a:pt x="337893" y="377907"/>
                  </a:lnTo>
                  <a:lnTo>
                    <a:pt x="345751" y="377713"/>
                  </a:lnTo>
                  <a:lnTo>
                    <a:pt x="353609" y="377634"/>
                  </a:lnTo>
                  <a:lnTo>
                    <a:pt x="361467" y="377285"/>
                  </a:lnTo>
                  <a:lnTo>
                    <a:pt x="369325" y="376956"/>
                  </a:lnTo>
                  <a:lnTo>
                    <a:pt x="377183" y="376811"/>
                  </a:lnTo>
                  <a:lnTo>
                    <a:pt x="385041" y="376698"/>
                  </a:lnTo>
                  <a:lnTo>
                    <a:pt x="392899" y="376560"/>
                  </a:lnTo>
                  <a:lnTo>
                    <a:pt x="400757" y="376090"/>
                  </a:lnTo>
                  <a:lnTo>
                    <a:pt x="408615" y="375572"/>
                  </a:lnTo>
                  <a:lnTo>
                    <a:pt x="416473" y="374947"/>
                  </a:lnTo>
                  <a:lnTo>
                    <a:pt x="424331" y="374689"/>
                  </a:lnTo>
                  <a:lnTo>
                    <a:pt x="432189" y="374267"/>
                  </a:lnTo>
                  <a:lnTo>
                    <a:pt x="440047" y="373890"/>
                  </a:lnTo>
                  <a:lnTo>
                    <a:pt x="447905" y="373579"/>
                  </a:lnTo>
                  <a:lnTo>
                    <a:pt x="455763" y="373150"/>
                  </a:lnTo>
                  <a:lnTo>
                    <a:pt x="463621" y="372596"/>
                  </a:lnTo>
                  <a:lnTo>
                    <a:pt x="471479" y="372122"/>
                  </a:lnTo>
                  <a:lnTo>
                    <a:pt x="479337" y="371748"/>
                  </a:lnTo>
                  <a:lnTo>
                    <a:pt x="487195" y="371376"/>
                  </a:lnTo>
                  <a:lnTo>
                    <a:pt x="495053" y="371009"/>
                  </a:lnTo>
                  <a:lnTo>
                    <a:pt x="502911" y="370783"/>
                  </a:lnTo>
                  <a:lnTo>
                    <a:pt x="510769" y="370346"/>
                  </a:lnTo>
                  <a:lnTo>
                    <a:pt x="518627" y="369867"/>
                  </a:lnTo>
                  <a:lnTo>
                    <a:pt x="526485" y="369389"/>
                  </a:lnTo>
                  <a:lnTo>
                    <a:pt x="534343" y="368749"/>
                  </a:lnTo>
                  <a:lnTo>
                    <a:pt x="542201" y="368576"/>
                  </a:lnTo>
                  <a:lnTo>
                    <a:pt x="550059" y="367906"/>
                  </a:lnTo>
                  <a:lnTo>
                    <a:pt x="557917" y="367229"/>
                  </a:lnTo>
                  <a:lnTo>
                    <a:pt x="565775" y="366547"/>
                  </a:lnTo>
                  <a:lnTo>
                    <a:pt x="573633" y="365863"/>
                  </a:lnTo>
                  <a:lnTo>
                    <a:pt x="581491" y="365225"/>
                  </a:lnTo>
                  <a:lnTo>
                    <a:pt x="589349" y="364659"/>
                  </a:lnTo>
                  <a:lnTo>
                    <a:pt x="597207" y="363924"/>
                  </a:lnTo>
                  <a:lnTo>
                    <a:pt x="605065" y="363178"/>
                  </a:lnTo>
                  <a:lnTo>
                    <a:pt x="612923" y="362510"/>
                  </a:lnTo>
                  <a:lnTo>
                    <a:pt x="620781" y="362067"/>
                  </a:lnTo>
                  <a:lnTo>
                    <a:pt x="628639" y="361634"/>
                  </a:lnTo>
                  <a:lnTo>
                    <a:pt x="636497" y="361079"/>
                  </a:lnTo>
                  <a:lnTo>
                    <a:pt x="644355" y="360365"/>
                  </a:lnTo>
                  <a:lnTo>
                    <a:pt x="652213" y="359639"/>
                  </a:lnTo>
                  <a:lnTo>
                    <a:pt x="660071" y="358971"/>
                  </a:lnTo>
                  <a:lnTo>
                    <a:pt x="667929" y="358467"/>
                  </a:lnTo>
                  <a:lnTo>
                    <a:pt x="675787" y="357703"/>
                  </a:lnTo>
                  <a:lnTo>
                    <a:pt x="683645" y="356930"/>
                  </a:lnTo>
                  <a:lnTo>
                    <a:pt x="691503" y="356156"/>
                  </a:lnTo>
                  <a:lnTo>
                    <a:pt x="699361" y="355506"/>
                  </a:lnTo>
                  <a:lnTo>
                    <a:pt x="707219" y="354849"/>
                  </a:lnTo>
                  <a:lnTo>
                    <a:pt x="715077" y="354184"/>
                  </a:lnTo>
                  <a:lnTo>
                    <a:pt x="722935" y="353512"/>
                  </a:lnTo>
                  <a:lnTo>
                    <a:pt x="730793" y="352831"/>
                  </a:lnTo>
                  <a:lnTo>
                    <a:pt x="738651" y="352143"/>
                  </a:lnTo>
                  <a:lnTo>
                    <a:pt x="746509" y="351447"/>
                  </a:lnTo>
                  <a:lnTo>
                    <a:pt x="754367" y="350743"/>
                  </a:lnTo>
                  <a:lnTo>
                    <a:pt x="762225" y="350031"/>
                  </a:lnTo>
                  <a:lnTo>
                    <a:pt x="770083" y="349310"/>
                  </a:lnTo>
                  <a:lnTo>
                    <a:pt x="777941" y="348583"/>
                  </a:lnTo>
                  <a:lnTo>
                    <a:pt x="785799" y="347851"/>
                  </a:lnTo>
                  <a:lnTo>
                    <a:pt x="793657" y="347112"/>
                  </a:lnTo>
                  <a:lnTo>
                    <a:pt x="801515" y="346370"/>
                  </a:lnTo>
                  <a:lnTo>
                    <a:pt x="809373" y="345426"/>
                  </a:lnTo>
                  <a:lnTo>
                    <a:pt x="817231" y="344326"/>
                  </a:lnTo>
                  <a:lnTo>
                    <a:pt x="825089" y="343210"/>
                  </a:lnTo>
                  <a:lnTo>
                    <a:pt x="832947" y="342569"/>
                  </a:lnTo>
                  <a:lnTo>
                    <a:pt x="840805" y="342026"/>
                  </a:lnTo>
                  <a:lnTo>
                    <a:pt x="848663" y="341478"/>
                  </a:lnTo>
                  <a:lnTo>
                    <a:pt x="856521" y="340925"/>
                  </a:lnTo>
                  <a:lnTo>
                    <a:pt x="864379" y="340113"/>
                  </a:lnTo>
                  <a:lnTo>
                    <a:pt x="872237" y="339404"/>
                  </a:lnTo>
                  <a:lnTo>
                    <a:pt x="880095" y="338807"/>
                  </a:lnTo>
                  <a:lnTo>
                    <a:pt x="887953" y="338031"/>
                  </a:lnTo>
                  <a:lnTo>
                    <a:pt x="895811" y="336946"/>
                  </a:lnTo>
                  <a:lnTo>
                    <a:pt x="903669" y="335887"/>
                  </a:lnTo>
                  <a:lnTo>
                    <a:pt x="911527" y="335007"/>
                  </a:lnTo>
                  <a:lnTo>
                    <a:pt x="919385" y="334118"/>
                  </a:lnTo>
                  <a:lnTo>
                    <a:pt x="927243" y="333218"/>
                  </a:lnTo>
                  <a:lnTo>
                    <a:pt x="935101" y="332095"/>
                  </a:lnTo>
                  <a:lnTo>
                    <a:pt x="942959" y="330910"/>
                  </a:lnTo>
                  <a:lnTo>
                    <a:pt x="950817" y="329710"/>
                  </a:lnTo>
                  <a:lnTo>
                    <a:pt x="958675" y="328497"/>
                  </a:lnTo>
                  <a:lnTo>
                    <a:pt x="966533" y="327273"/>
                  </a:lnTo>
                  <a:lnTo>
                    <a:pt x="974391" y="326057"/>
                  </a:lnTo>
                  <a:lnTo>
                    <a:pt x="982249" y="325143"/>
                  </a:lnTo>
                  <a:lnTo>
                    <a:pt x="990107" y="324222"/>
                  </a:lnTo>
                  <a:lnTo>
                    <a:pt x="997965" y="323292"/>
                  </a:lnTo>
                  <a:lnTo>
                    <a:pt x="1005823" y="322353"/>
                  </a:lnTo>
                  <a:lnTo>
                    <a:pt x="1013681" y="321413"/>
                  </a:lnTo>
                  <a:lnTo>
                    <a:pt x="1021539" y="320466"/>
                  </a:lnTo>
                  <a:lnTo>
                    <a:pt x="1029397" y="319491"/>
                  </a:lnTo>
                  <a:lnTo>
                    <a:pt x="1037254" y="317986"/>
                  </a:lnTo>
                  <a:lnTo>
                    <a:pt x="1045112" y="316452"/>
                  </a:lnTo>
                  <a:lnTo>
                    <a:pt x="1052970" y="314891"/>
                  </a:lnTo>
                  <a:lnTo>
                    <a:pt x="1060828" y="313428"/>
                  </a:lnTo>
                  <a:lnTo>
                    <a:pt x="1068686" y="312316"/>
                  </a:lnTo>
                  <a:lnTo>
                    <a:pt x="1076544" y="311193"/>
                  </a:lnTo>
                  <a:lnTo>
                    <a:pt x="1084402" y="310059"/>
                  </a:lnTo>
                  <a:lnTo>
                    <a:pt x="1092260" y="308915"/>
                  </a:lnTo>
                  <a:lnTo>
                    <a:pt x="1100118" y="307759"/>
                  </a:lnTo>
                  <a:lnTo>
                    <a:pt x="1107976" y="306592"/>
                  </a:lnTo>
                  <a:lnTo>
                    <a:pt x="1115834" y="305413"/>
                  </a:lnTo>
                  <a:lnTo>
                    <a:pt x="1123692" y="303816"/>
                  </a:lnTo>
                  <a:lnTo>
                    <a:pt x="1131550" y="302093"/>
                  </a:lnTo>
                  <a:lnTo>
                    <a:pt x="1139408" y="300352"/>
                  </a:lnTo>
                  <a:lnTo>
                    <a:pt x="1147266" y="298588"/>
                  </a:lnTo>
                  <a:lnTo>
                    <a:pt x="1155124" y="296806"/>
                  </a:lnTo>
                  <a:lnTo>
                    <a:pt x="1162982" y="295005"/>
                  </a:lnTo>
                  <a:lnTo>
                    <a:pt x="1170840" y="293180"/>
                  </a:lnTo>
                  <a:lnTo>
                    <a:pt x="1178698" y="291330"/>
                  </a:lnTo>
                  <a:lnTo>
                    <a:pt x="1186556" y="289455"/>
                  </a:lnTo>
                  <a:lnTo>
                    <a:pt x="1194414" y="287555"/>
                  </a:lnTo>
                  <a:lnTo>
                    <a:pt x="1202272" y="285629"/>
                  </a:lnTo>
                  <a:lnTo>
                    <a:pt x="1210130" y="284227"/>
                  </a:lnTo>
                  <a:lnTo>
                    <a:pt x="1217988" y="282384"/>
                  </a:lnTo>
                  <a:lnTo>
                    <a:pt x="1225846" y="280353"/>
                  </a:lnTo>
                  <a:lnTo>
                    <a:pt x="1233704" y="278297"/>
                  </a:lnTo>
                  <a:lnTo>
                    <a:pt x="1241562" y="276314"/>
                  </a:lnTo>
                  <a:lnTo>
                    <a:pt x="1249420" y="274807"/>
                  </a:lnTo>
                  <a:lnTo>
                    <a:pt x="1257278" y="273288"/>
                  </a:lnTo>
                  <a:lnTo>
                    <a:pt x="1265136" y="271777"/>
                  </a:lnTo>
                  <a:lnTo>
                    <a:pt x="1272994" y="270253"/>
                  </a:lnTo>
                  <a:lnTo>
                    <a:pt x="1280852" y="268718"/>
                  </a:lnTo>
                  <a:lnTo>
                    <a:pt x="1288710" y="267076"/>
                  </a:lnTo>
                  <a:lnTo>
                    <a:pt x="1296568" y="265111"/>
                  </a:lnTo>
                  <a:lnTo>
                    <a:pt x="1304426" y="263577"/>
                  </a:lnTo>
                  <a:lnTo>
                    <a:pt x="1312284" y="262117"/>
                  </a:lnTo>
                  <a:lnTo>
                    <a:pt x="1320142" y="260645"/>
                  </a:lnTo>
                  <a:lnTo>
                    <a:pt x="1328000" y="259159"/>
                  </a:lnTo>
                  <a:lnTo>
                    <a:pt x="1335858" y="257563"/>
                  </a:lnTo>
                  <a:lnTo>
                    <a:pt x="1343716" y="255821"/>
                  </a:lnTo>
                  <a:lnTo>
                    <a:pt x="1351574" y="253659"/>
                  </a:lnTo>
                  <a:lnTo>
                    <a:pt x="1359432" y="251473"/>
                  </a:lnTo>
                  <a:lnTo>
                    <a:pt x="1367290" y="249263"/>
                  </a:lnTo>
                  <a:lnTo>
                    <a:pt x="1375148" y="247028"/>
                  </a:lnTo>
                  <a:lnTo>
                    <a:pt x="1383006" y="244768"/>
                  </a:lnTo>
                  <a:lnTo>
                    <a:pt x="1390864" y="242482"/>
                  </a:lnTo>
                  <a:lnTo>
                    <a:pt x="1398722" y="240409"/>
                  </a:lnTo>
                  <a:lnTo>
                    <a:pt x="1406580" y="238577"/>
                  </a:lnTo>
                  <a:lnTo>
                    <a:pt x="1414438" y="236729"/>
                  </a:lnTo>
                  <a:lnTo>
                    <a:pt x="1422296" y="234865"/>
                  </a:lnTo>
                  <a:lnTo>
                    <a:pt x="1430154" y="232985"/>
                  </a:lnTo>
                  <a:lnTo>
                    <a:pt x="1438012" y="231088"/>
                  </a:lnTo>
                  <a:lnTo>
                    <a:pt x="1445870" y="229176"/>
                  </a:lnTo>
                  <a:lnTo>
                    <a:pt x="1453728" y="227247"/>
                  </a:lnTo>
                  <a:lnTo>
                    <a:pt x="1461586" y="225302"/>
                  </a:lnTo>
                  <a:lnTo>
                    <a:pt x="1469444" y="223341"/>
                  </a:lnTo>
                  <a:lnTo>
                    <a:pt x="1477302" y="221356"/>
                  </a:lnTo>
                  <a:lnTo>
                    <a:pt x="1485160" y="218834"/>
                  </a:lnTo>
                  <a:lnTo>
                    <a:pt x="1493018" y="216287"/>
                  </a:lnTo>
                  <a:lnTo>
                    <a:pt x="1500876" y="213714"/>
                  </a:lnTo>
                  <a:lnTo>
                    <a:pt x="1508734" y="211115"/>
                  </a:lnTo>
                  <a:lnTo>
                    <a:pt x="1516592" y="208491"/>
                  </a:lnTo>
                  <a:lnTo>
                    <a:pt x="1524450" y="205840"/>
                  </a:lnTo>
                  <a:lnTo>
                    <a:pt x="1532308" y="203162"/>
                  </a:lnTo>
                  <a:lnTo>
                    <a:pt x="1540166" y="200459"/>
                  </a:lnTo>
                  <a:lnTo>
                    <a:pt x="1548024" y="197729"/>
                  </a:lnTo>
                  <a:lnTo>
                    <a:pt x="1555882" y="194974"/>
                  </a:lnTo>
                  <a:lnTo>
                    <a:pt x="1563740" y="192191"/>
                  </a:lnTo>
                  <a:lnTo>
                    <a:pt x="1571598" y="189383"/>
                  </a:lnTo>
                  <a:lnTo>
                    <a:pt x="1579456" y="186548"/>
                  </a:lnTo>
                  <a:lnTo>
                    <a:pt x="1587314" y="184138"/>
                  </a:lnTo>
                  <a:lnTo>
                    <a:pt x="1595172" y="181763"/>
                  </a:lnTo>
                  <a:lnTo>
                    <a:pt x="1603030" y="179371"/>
                  </a:lnTo>
                  <a:lnTo>
                    <a:pt x="1610888" y="176962"/>
                  </a:lnTo>
                  <a:lnTo>
                    <a:pt x="1618746" y="174546"/>
                  </a:lnTo>
                  <a:lnTo>
                    <a:pt x="1626604" y="172115"/>
                  </a:lnTo>
                  <a:lnTo>
                    <a:pt x="1634462" y="169609"/>
                  </a:lnTo>
                  <a:lnTo>
                    <a:pt x="1642320" y="166684"/>
                  </a:lnTo>
                  <a:lnTo>
                    <a:pt x="1650178" y="163736"/>
                  </a:lnTo>
                  <a:lnTo>
                    <a:pt x="1658036" y="160764"/>
                  </a:lnTo>
                  <a:lnTo>
                    <a:pt x="1665894" y="157770"/>
                  </a:lnTo>
                  <a:lnTo>
                    <a:pt x="1673752" y="154752"/>
                  </a:lnTo>
                  <a:lnTo>
                    <a:pt x="1681610" y="151712"/>
                  </a:lnTo>
                  <a:lnTo>
                    <a:pt x="1689468" y="149013"/>
                  </a:lnTo>
                  <a:lnTo>
                    <a:pt x="1697326" y="146324"/>
                  </a:lnTo>
                  <a:lnTo>
                    <a:pt x="1705184" y="143617"/>
                  </a:lnTo>
                  <a:lnTo>
                    <a:pt x="1713042" y="140892"/>
                  </a:lnTo>
                  <a:lnTo>
                    <a:pt x="1720900" y="138149"/>
                  </a:lnTo>
                  <a:lnTo>
                    <a:pt x="1728758" y="135388"/>
                  </a:lnTo>
                  <a:lnTo>
                    <a:pt x="1736616" y="132609"/>
                  </a:lnTo>
                  <a:lnTo>
                    <a:pt x="1744474" y="129812"/>
                  </a:lnTo>
                  <a:lnTo>
                    <a:pt x="1752332" y="126998"/>
                  </a:lnTo>
                  <a:lnTo>
                    <a:pt x="1760190" y="124166"/>
                  </a:lnTo>
                  <a:lnTo>
                    <a:pt x="1768048" y="121317"/>
                  </a:lnTo>
                  <a:lnTo>
                    <a:pt x="1775906" y="118450"/>
                  </a:lnTo>
                  <a:lnTo>
                    <a:pt x="1783764" y="115523"/>
                  </a:lnTo>
                  <a:lnTo>
                    <a:pt x="1791622" y="112233"/>
                  </a:lnTo>
                  <a:lnTo>
                    <a:pt x="1799480" y="108920"/>
                  </a:lnTo>
                  <a:lnTo>
                    <a:pt x="1807338" y="105584"/>
                  </a:lnTo>
                  <a:lnTo>
                    <a:pt x="1815196" y="102226"/>
                  </a:lnTo>
                  <a:lnTo>
                    <a:pt x="1823054" y="98845"/>
                  </a:lnTo>
                  <a:lnTo>
                    <a:pt x="1830912" y="95442"/>
                  </a:lnTo>
                  <a:lnTo>
                    <a:pt x="1838770" y="92017"/>
                  </a:lnTo>
                  <a:lnTo>
                    <a:pt x="1846628" y="88571"/>
                  </a:lnTo>
                  <a:lnTo>
                    <a:pt x="1854486" y="85103"/>
                  </a:lnTo>
                  <a:lnTo>
                    <a:pt x="1862344" y="81614"/>
                  </a:lnTo>
                  <a:lnTo>
                    <a:pt x="1870202" y="78103"/>
                  </a:lnTo>
                  <a:lnTo>
                    <a:pt x="1878060" y="74572"/>
                  </a:lnTo>
                  <a:lnTo>
                    <a:pt x="1885918" y="71020"/>
                  </a:lnTo>
                  <a:lnTo>
                    <a:pt x="1893776" y="67448"/>
                  </a:lnTo>
                  <a:lnTo>
                    <a:pt x="1901634" y="63856"/>
                  </a:lnTo>
                  <a:lnTo>
                    <a:pt x="1909492" y="60244"/>
                  </a:lnTo>
                  <a:lnTo>
                    <a:pt x="1917350" y="56612"/>
                  </a:lnTo>
                  <a:lnTo>
                    <a:pt x="1925208" y="52961"/>
                  </a:lnTo>
                  <a:lnTo>
                    <a:pt x="1933066" y="49291"/>
                  </a:lnTo>
                  <a:lnTo>
                    <a:pt x="1940924" y="45603"/>
                  </a:lnTo>
                  <a:lnTo>
                    <a:pt x="1948782" y="41896"/>
                  </a:lnTo>
                  <a:lnTo>
                    <a:pt x="1956640" y="38171"/>
                  </a:lnTo>
                  <a:lnTo>
                    <a:pt x="1964498" y="34428"/>
                  </a:lnTo>
                  <a:lnTo>
                    <a:pt x="1972356" y="30668"/>
                  </a:lnTo>
                  <a:lnTo>
                    <a:pt x="1980214" y="26890"/>
                  </a:lnTo>
                  <a:lnTo>
                    <a:pt x="1988072" y="23096"/>
                  </a:lnTo>
                  <a:lnTo>
                    <a:pt x="1995930" y="19286"/>
                  </a:lnTo>
                  <a:lnTo>
                    <a:pt x="2003788" y="15459"/>
                  </a:lnTo>
                  <a:lnTo>
                    <a:pt x="2011646" y="11617"/>
                  </a:lnTo>
                  <a:lnTo>
                    <a:pt x="2019504" y="7759"/>
                  </a:lnTo>
                  <a:lnTo>
                    <a:pt x="2027362" y="3887"/>
                  </a:lnTo>
                  <a:lnTo>
                    <a:pt x="2035220" y="0"/>
                  </a:lnTo>
                  <a:lnTo>
                    <a:pt x="2035220" y="426763"/>
                  </a:lnTo>
                  <a:lnTo>
                    <a:pt x="2027362" y="426751"/>
                  </a:lnTo>
                  <a:lnTo>
                    <a:pt x="2019504" y="426739"/>
                  </a:lnTo>
                  <a:lnTo>
                    <a:pt x="2011646" y="426726"/>
                  </a:lnTo>
                  <a:lnTo>
                    <a:pt x="2003788" y="426714"/>
                  </a:lnTo>
                  <a:lnTo>
                    <a:pt x="1995930" y="426690"/>
                  </a:lnTo>
                  <a:lnTo>
                    <a:pt x="1988072" y="426647"/>
                  </a:lnTo>
                  <a:lnTo>
                    <a:pt x="1980214" y="426604"/>
                  </a:lnTo>
                  <a:lnTo>
                    <a:pt x="1972356" y="426560"/>
                  </a:lnTo>
                  <a:lnTo>
                    <a:pt x="1964498" y="426516"/>
                  </a:lnTo>
                  <a:lnTo>
                    <a:pt x="1956640" y="426487"/>
                  </a:lnTo>
                  <a:lnTo>
                    <a:pt x="1948782" y="426472"/>
                  </a:lnTo>
                  <a:lnTo>
                    <a:pt x="1940924" y="426457"/>
                  </a:lnTo>
                  <a:lnTo>
                    <a:pt x="1933066" y="426442"/>
                  </a:lnTo>
                  <a:lnTo>
                    <a:pt x="1925208" y="426426"/>
                  </a:lnTo>
                  <a:lnTo>
                    <a:pt x="1917350" y="426396"/>
                  </a:lnTo>
                  <a:lnTo>
                    <a:pt x="1909492" y="426388"/>
                  </a:lnTo>
                  <a:lnTo>
                    <a:pt x="1901634" y="426379"/>
                  </a:lnTo>
                  <a:lnTo>
                    <a:pt x="1893776" y="426363"/>
                  </a:lnTo>
                  <a:lnTo>
                    <a:pt x="1885918" y="426347"/>
                  </a:lnTo>
                  <a:lnTo>
                    <a:pt x="1878060" y="426330"/>
                  </a:lnTo>
                  <a:lnTo>
                    <a:pt x="1870202" y="426314"/>
                  </a:lnTo>
                  <a:lnTo>
                    <a:pt x="1862344" y="426296"/>
                  </a:lnTo>
                  <a:lnTo>
                    <a:pt x="1854486" y="426278"/>
                  </a:lnTo>
                  <a:lnTo>
                    <a:pt x="1846628" y="426260"/>
                  </a:lnTo>
                  <a:lnTo>
                    <a:pt x="1838770" y="426242"/>
                  </a:lnTo>
                  <a:lnTo>
                    <a:pt x="1830912" y="426213"/>
                  </a:lnTo>
                  <a:lnTo>
                    <a:pt x="1823054" y="426182"/>
                  </a:lnTo>
                  <a:lnTo>
                    <a:pt x="1815196" y="426150"/>
                  </a:lnTo>
                  <a:lnTo>
                    <a:pt x="1807338" y="426117"/>
                  </a:lnTo>
                  <a:lnTo>
                    <a:pt x="1799480" y="426084"/>
                  </a:lnTo>
                  <a:lnTo>
                    <a:pt x="1791622" y="426051"/>
                  </a:lnTo>
                  <a:lnTo>
                    <a:pt x="1783764" y="426017"/>
                  </a:lnTo>
                  <a:lnTo>
                    <a:pt x="1775906" y="425993"/>
                  </a:lnTo>
                  <a:lnTo>
                    <a:pt x="1768048" y="425952"/>
                  </a:lnTo>
                  <a:lnTo>
                    <a:pt x="1760190" y="425914"/>
                  </a:lnTo>
                  <a:lnTo>
                    <a:pt x="1752332" y="425880"/>
                  </a:lnTo>
                  <a:lnTo>
                    <a:pt x="1744474" y="425844"/>
                  </a:lnTo>
                  <a:lnTo>
                    <a:pt x="1736616" y="425809"/>
                  </a:lnTo>
                  <a:lnTo>
                    <a:pt x="1728758" y="425773"/>
                  </a:lnTo>
                  <a:lnTo>
                    <a:pt x="1720900" y="425736"/>
                  </a:lnTo>
                  <a:lnTo>
                    <a:pt x="1713042" y="425699"/>
                  </a:lnTo>
                  <a:lnTo>
                    <a:pt x="1705184" y="425661"/>
                  </a:lnTo>
                  <a:lnTo>
                    <a:pt x="1697326" y="425622"/>
                  </a:lnTo>
                  <a:lnTo>
                    <a:pt x="1689468" y="425600"/>
                  </a:lnTo>
                  <a:lnTo>
                    <a:pt x="1681610" y="425581"/>
                  </a:lnTo>
                  <a:lnTo>
                    <a:pt x="1673752" y="425561"/>
                  </a:lnTo>
                  <a:lnTo>
                    <a:pt x="1665894" y="425540"/>
                  </a:lnTo>
                  <a:lnTo>
                    <a:pt x="1658036" y="425520"/>
                  </a:lnTo>
                  <a:lnTo>
                    <a:pt x="1650178" y="425478"/>
                  </a:lnTo>
                  <a:lnTo>
                    <a:pt x="1642320" y="425432"/>
                  </a:lnTo>
                  <a:lnTo>
                    <a:pt x="1634462" y="425387"/>
                  </a:lnTo>
                  <a:lnTo>
                    <a:pt x="1626604" y="425358"/>
                  </a:lnTo>
                  <a:lnTo>
                    <a:pt x="1618746" y="425328"/>
                  </a:lnTo>
                  <a:lnTo>
                    <a:pt x="1610888" y="425299"/>
                  </a:lnTo>
                  <a:lnTo>
                    <a:pt x="1603030" y="425268"/>
                  </a:lnTo>
                  <a:lnTo>
                    <a:pt x="1595172" y="425238"/>
                  </a:lnTo>
                  <a:lnTo>
                    <a:pt x="1587314" y="425206"/>
                  </a:lnTo>
                  <a:lnTo>
                    <a:pt x="1579456" y="425175"/>
                  </a:lnTo>
                  <a:lnTo>
                    <a:pt x="1571598" y="425143"/>
                  </a:lnTo>
                  <a:lnTo>
                    <a:pt x="1563740" y="425110"/>
                  </a:lnTo>
                  <a:lnTo>
                    <a:pt x="1555882" y="425078"/>
                  </a:lnTo>
                  <a:lnTo>
                    <a:pt x="1548024" y="425045"/>
                  </a:lnTo>
                  <a:lnTo>
                    <a:pt x="1540166" y="425001"/>
                  </a:lnTo>
                  <a:lnTo>
                    <a:pt x="1532308" y="424951"/>
                  </a:lnTo>
                  <a:lnTo>
                    <a:pt x="1524450" y="424901"/>
                  </a:lnTo>
                  <a:lnTo>
                    <a:pt x="1516592" y="424850"/>
                  </a:lnTo>
                  <a:lnTo>
                    <a:pt x="1508734" y="424799"/>
                  </a:lnTo>
                  <a:lnTo>
                    <a:pt x="1500876" y="424746"/>
                  </a:lnTo>
                  <a:lnTo>
                    <a:pt x="1493018" y="424692"/>
                  </a:lnTo>
                  <a:lnTo>
                    <a:pt x="1485160" y="424638"/>
                  </a:lnTo>
                  <a:lnTo>
                    <a:pt x="1477302" y="424584"/>
                  </a:lnTo>
                  <a:lnTo>
                    <a:pt x="1469444" y="424529"/>
                  </a:lnTo>
                  <a:lnTo>
                    <a:pt x="1461586" y="424473"/>
                  </a:lnTo>
                  <a:lnTo>
                    <a:pt x="1453728" y="424422"/>
                  </a:lnTo>
                  <a:lnTo>
                    <a:pt x="1445870" y="424360"/>
                  </a:lnTo>
                  <a:lnTo>
                    <a:pt x="1438012" y="424302"/>
                  </a:lnTo>
                  <a:lnTo>
                    <a:pt x="1430154" y="424244"/>
                  </a:lnTo>
                  <a:lnTo>
                    <a:pt x="1422296" y="424180"/>
                  </a:lnTo>
                  <a:lnTo>
                    <a:pt x="1414438" y="424126"/>
                  </a:lnTo>
                  <a:lnTo>
                    <a:pt x="1406580" y="424066"/>
                  </a:lnTo>
                  <a:lnTo>
                    <a:pt x="1398722" y="424006"/>
                  </a:lnTo>
                  <a:lnTo>
                    <a:pt x="1390864" y="423945"/>
                  </a:lnTo>
                  <a:lnTo>
                    <a:pt x="1383006" y="423884"/>
                  </a:lnTo>
                  <a:lnTo>
                    <a:pt x="1375148" y="423822"/>
                  </a:lnTo>
                  <a:lnTo>
                    <a:pt x="1367290" y="423759"/>
                  </a:lnTo>
                  <a:lnTo>
                    <a:pt x="1359432" y="423695"/>
                  </a:lnTo>
                  <a:lnTo>
                    <a:pt x="1351574" y="423630"/>
                  </a:lnTo>
                  <a:lnTo>
                    <a:pt x="1343716" y="423573"/>
                  </a:lnTo>
                  <a:lnTo>
                    <a:pt x="1335858" y="423528"/>
                  </a:lnTo>
                  <a:lnTo>
                    <a:pt x="1328000" y="423484"/>
                  </a:lnTo>
                  <a:lnTo>
                    <a:pt x="1320142" y="423440"/>
                  </a:lnTo>
                  <a:lnTo>
                    <a:pt x="1312284" y="423395"/>
                  </a:lnTo>
                  <a:lnTo>
                    <a:pt x="1304426" y="423350"/>
                  </a:lnTo>
                  <a:lnTo>
                    <a:pt x="1296568" y="423305"/>
                  </a:lnTo>
                  <a:lnTo>
                    <a:pt x="1288710" y="423260"/>
                  </a:lnTo>
                  <a:lnTo>
                    <a:pt x="1280852" y="423215"/>
                  </a:lnTo>
                  <a:lnTo>
                    <a:pt x="1272994" y="423169"/>
                  </a:lnTo>
                  <a:lnTo>
                    <a:pt x="1265136" y="423123"/>
                  </a:lnTo>
                  <a:lnTo>
                    <a:pt x="1257278" y="423078"/>
                  </a:lnTo>
                  <a:lnTo>
                    <a:pt x="1249420" y="423031"/>
                  </a:lnTo>
                  <a:lnTo>
                    <a:pt x="1241562" y="422985"/>
                  </a:lnTo>
                  <a:lnTo>
                    <a:pt x="1233704" y="422939"/>
                  </a:lnTo>
                  <a:lnTo>
                    <a:pt x="1225846" y="422892"/>
                  </a:lnTo>
                  <a:lnTo>
                    <a:pt x="1217988" y="422845"/>
                  </a:lnTo>
                  <a:lnTo>
                    <a:pt x="1210130" y="422798"/>
                  </a:lnTo>
                  <a:lnTo>
                    <a:pt x="1202272" y="422751"/>
                  </a:lnTo>
                  <a:lnTo>
                    <a:pt x="1194414" y="422703"/>
                  </a:lnTo>
                  <a:lnTo>
                    <a:pt x="1186556" y="422655"/>
                  </a:lnTo>
                  <a:lnTo>
                    <a:pt x="1178698" y="422606"/>
                  </a:lnTo>
                  <a:lnTo>
                    <a:pt x="1170840" y="422558"/>
                  </a:lnTo>
                  <a:lnTo>
                    <a:pt x="1162982" y="422509"/>
                  </a:lnTo>
                  <a:lnTo>
                    <a:pt x="1155124" y="422460"/>
                  </a:lnTo>
                  <a:lnTo>
                    <a:pt x="1147266" y="422410"/>
                  </a:lnTo>
                  <a:lnTo>
                    <a:pt x="1139408" y="422361"/>
                  </a:lnTo>
                  <a:lnTo>
                    <a:pt x="1131550" y="422311"/>
                  </a:lnTo>
                  <a:lnTo>
                    <a:pt x="1123692" y="422262"/>
                  </a:lnTo>
                  <a:lnTo>
                    <a:pt x="1115834" y="422211"/>
                  </a:lnTo>
                  <a:lnTo>
                    <a:pt x="1107976" y="422161"/>
                  </a:lnTo>
                  <a:lnTo>
                    <a:pt x="1100118" y="422111"/>
                  </a:lnTo>
                  <a:lnTo>
                    <a:pt x="1092260" y="422060"/>
                  </a:lnTo>
                  <a:lnTo>
                    <a:pt x="1084402" y="422009"/>
                  </a:lnTo>
                  <a:lnTo>
                    <a:pt x="1076544" y="421955"/>
                  </a:lnTo>
                  <a:lnTo>
                    <a:pt x="1068686" y="421868"/>
                  </a:lnTo>
                  <a:lnTo>
                    <a:pt x="1060828" y="421821"/>
                  </a:lnTo>
                  <a:lnTo>
                    <a:pt x="1052970" y="421779"/>
                  </a:lnTo>
                  <a:lnTo>
                    <a:pt x="1045112" y="421736"/>
                  </a:lnTo>
                  <a:lnTo>
                    <a:pt x="1037254" y="421692"/>
                  </a:lnTo>
                  <a:lnTo>
                    <a:pt x="1029397" y="421648"/>
                  </a:lnTo>
                  <a:lnTo>
                    <a:pt x="1021539" y="421601"/>
                  </a:lnTo>
                  <a:lnTo>
                    <a:pt x="1013681" y="421550"/>
                  </a:lnTo>
                  <a:lnTo>
                    <a:pt x="1005823" y="421498"/>
                  </a:lnTo>
                  <a:lnTo>
                    <a:pt x="997965" y="421446"/>
                  </a:lnTo>
                  <a:lnTo>
                    <a:pt x="990107" y="421394"/>
                  </a:lnTo>
                  <a:lnTo>
                    <a:pt x="982249" y="421341"/>
                  </a:lnTo>
                  <a:lnTo>
                    <a:pt x="974391" y="421322"/>
                  </a:lnTo>
                  <a:lnTo>
                    <a:pt x="966533" y="421310"/>
                  </a:lnTo>
                  <a:lnTo>
                    <a:pt x="958675" y="421299"/>
                  </a:lnTo>
                  <a:lnTo>
                    <a:pt x="950817" y="421206"/>
                  </a:lnTo>
                  <a:lnTo>
                    <a:pt x="942959" y="421113"/>
                  </a:lnTo>
                  <a:lnTo>
                    <a:pt x="935101" y="421022"/>
                  </a:lnTo>
                  <a:lnTo>
                    <a:pt x="927243" y="420968"/>
                  </a:lnTo>
                  <a:lnTo>
                    <a:pt x="919385" y="420914"/>
                  </a:lnTo>
                  <a:lnTo>
                    <a:pt x="911527" y="420839"/>
                  </a:lnTo>
                  <a:lnTo>
                    <a:pt x="903669" y="420726"/>
                  </a:lnTo>
                  <a:lnTo>
                    <a:pt x="895811" y="420611"/>
                  </a:lnTo>
                  <a:lnTo>
                    <a:pt x="887953" y="420495"/>
                  </a:lnTo>
                  <a:lnTo>
                    <a:pt x="880095" y="420378"/>
                  </a:lnTo>
                  <a:lnTo>
                    <a:pt x="872237" y="420258"/>
                  </a:lnTo>
                  <a:lnTo>
                    <a:pt x="864379" y="420137"/>
                  </a:lnTo>
                  <a:lnTo>
                    <a:pt x="856521" y="420093"/>
                  </a:lnTo>
                  <a:lnTo>
                    <a:pt x="848663" y="420049"/>
                  </a:lnTo>
                  <a:lnTo>
                    <a:pt x="840805" y="420004"/>
                  </a:lnTo>
                  <a:lnTo>
                    <a:pt x="832947" y="419958"/>
                  </a:lnTo>
                  <a:lnTo>
                    <a:pt x="825089" y="419912"/>
                  </a:lnTo>
                  <a:lnTo>
                    <a:pt x="817231" y="419866"/>
                  </a:lnTo>
                  <a:lnTo>
                    <a:pt x="809373" y="419802"/>
                  </a:lnTo>
                  <a:lnTo>
                    <a:pt x="801515" y="419774"/>
                  </a:lnTo>
                  <a:lnTo>
                    <a:pt x="793657" y="419665"/>
                  </a:lnTo>
                  <a:lnTo>
                    <a:pt x="785799" y="419545"/>
                  </a:lnTo>
                  <a:lnTo>
                    <a:pt x="777941" y="419423"/>
                  </a:lnTo>
                  <a:lnTo>
                    <a:pt x="770083" y="419298"/>
                  </a:lnTo>
                  <a:lnTo>
                    <a:pt x="762225" y="419179"/>
                  </a:lnTo>
                  <a:lnTo>
                    <a:pt x="754367" y="419116"/>
                  </a:lnTo>
                  <a:lnTo>
                    <a:pt x="746509" y="419065"/>
                  </a:lnTo>
                  <a:lnTo>
                    <a:pt x="738651" y="419015"/>
                  </a:lnTo>
                  <a:lnTo>
                    <a:pt x="730793" y="418964"/>
                  </a:lnTo>
                  <a:lnTo>
                    <a:pt x="722935" y="418912"/>
                  </a:lnTo>
                  <a:lnTo>
                    <a:pt x="715077" y="418828"/>
                  </a:lnTo>
                  <a:lnTo>
                    <a:pt x="707219" y="418724"/>
                  </a:lnTo>
                  <a:lnTo>
                    <a:pt x="699361" y="418577"/>
                  </a:lnTo>
                  <a:lnTo>
                    <a:pt x="691503" y="418383"/>
                  </a:lnTo>
                  <a:lnTo>
                    <a:pt x="683645" y="418186"/>
                  </a:lnTo>
                  <a:lnTo>
                    <a:pt x="675787" y="417989"/>
                  </a:lnTo>
                  <a:lnTo>
                    <a:pt x="667929" y="417789"/>
                  </a:lnTo>
                  <a:lnTo>
                    <a:pt x="660071" y="417634"/>
                  </a:lnTo>
                  <a:lnTo>
                    <a:pt x="652213" y="417579"/>
                  </a:lnTo>
                  <a:lnTo>
                    <a:pt x="644355" y="417523"/>
                  </a:lnTo>
                  <a:lnTo>
                    <a:pt x="636497" y="417395"/>
                  </a:lnTo>
                  <a:lnTo>
                    <a:pt x="628639" y="417239"/>
                  </a:lnTo>
                  <a:lnTo>
                    <a:pt x="620781" y="417080"/>
                  </a:lnTo>
                  <a:lnTo>
                    <a:pt x="612923" y="416947"/>
                  </a:lnTo>
                  <a:lnTo>
                    <a:pt x="605065" y="416853"/>
                  </a:lnTo>
                  <a:lnTo>
                    <a:pt x="597207" y="416757"/>
                  </a:lnTo>
                  <a:lnTo>
                    <a:pt x="589349" y="416660"/>
                  </a:lnTo>
                  <a:lnTo>
                    <a:pt x="581491" y="416561"/>
                  </a:lnTo>
                  <a:lnTo>
                    <a:pt x="573633" y="416462"/>
                  </a:lnTo>
                  <a:lnTo>
                    <a:pt x="565775" y="416360"/>
                  </a:lnTo>
                  <a:lnTo>
                    <a:pt x="557917" y="416183"/>
                  </a:lnTo>
                  <a:lnTo>
                    <a:pt x="550059" y="416029"/>
                  </a:lnTo>
                  <a:lnTo>
                    <a:pt x="542201" y="415919"/>
                  </a:lnTo>
                  <a:lnTo>
                    <a:pt x="534343" y="415847"/>
                  </a:lnTo>
                  <a:lnTo>
                    <a:pt x="526485" y="415753"/>
                  </a:lnTo>
                  <a:lnTo>
                    <a:pt x="518627" y="415659"/>
                  </a:lnTo>
                  <a:lnTo>
                    <a:pt x="510769" y="415563"/>
                  </a:lnTo>
                  <a:lnTo>
                    <a:pt x="502911" y="415404"/>
                  </a:lnTo>
                  <a:lnTo>
                    <a:pt x="495053" y="415227"/>
                  </a:lnTo>
                  <a:lnTo>
                    <a:pt x="487195" y="415119"/>
                  </a:lnTo>
                  <a:lnTo>
                    <a:pt x="479337" y="414855"/>
                  </a:lnTo>
                  <a:lnTo>
                    <a:pt x="471479" y="414616"/>
                  </a:lnTo>
                  <a:lnTo>
                    <a:pt x="463621" y="414377"/>
                  </a:lnTo>
                  <a:lnTo>
                    <a:pt x="455763" y="414296"/>
                  </a:lnTo>
                  <a:lnTo>
                    <a:pt x="447905" y="414109"/>
                  </a:lnTo>
                  <a:lnTo>
                    <a:pt x="440047" y="413875"/>
                  </a:lnTo>
                  <a:lnTo>
                    <a:pt x="432189" y="413741"/>
                  </a:lnTo>
                  <a:lnTo>
                    <a:pt x="424331" y="413531"/>
                  </a:lnTo>
                  <a:lnTo>
                    <a:pt x="416473" y="413397"/>
                  </a:lnTo>
                  <a:lnTo>
                    <a:pt x="408615" y="413339"/>
                  </a:lnTo>
                  <a:lnTo>
                    <a:pt x="400757" y="413207"/>
                  </a:lnTo>
                  <a:lnTo>
                    <a:pt x="392899" y="413072"/>
                  </a:lnTo>
                  <a:lnTo>
                    <a:pt x="385041" y="412986"/>
                  </a:lnTo>
                  <a:lnTo>
                    <a:pt x="377183" y="412958"/>
                  </a:lnTo>
                  <a:lnTo>
                    <a:pt x="369325" y="412923"/>
                  </a:lnTo>
                  <a:lnTo>
                    <a:pt x="361467" y="412872"/>
                  </a:lnTo>
                  <a:lnTo>
                    <a:pt x="353609" y="412846"/>
                  </a:lnTo>
                  <a:lnTo>
                    <a:pt x="345751" y="412819"/>
                  </a:lnTo>
                  <a:lnTo>
                    <a:pt x="337893" y="412685"/>
                  </a:lnTo>
                  <a:lnTo>
                    <a:pt x="330035" y="412522"/>
                  </a:lnTo>
                  <a:lnTo>
                    <a:pt x="322177" y="412331"/>
                  </a:lnTo>
                  <a:lnTo>
                    <a:pt x="314319" y="412302"/>
                  </a:lnTo>
                  <a:lnTo>
                    <a:pt x="306461" y="412284"/>
                  </a:lnTo>
                  <a:lnTo>
                    <a:pt x="298603" y="412041"/>
                  </a:lnTo>
                  <a:lnTo>
                    <a:pt x="290745" y="411734"/>
                  </a:lnTo>
                  <a:lnTo>
                    <a:pt x="282887" y="411529"/>
                  </a:lnTo>
                  <a:lnTo>
                    <a:pt x="275029" y="411422"/>
                  </a:lnTo>
                  <a:lnTo>
                    <a:pt x="267171" y="411311"/>
                  </a:lnTo>
                  <a:lnTo>
                    <a:pt x="259313" y="411415"/>
                  </a:lnTo>
                  <a:lnTo>
                    <a:pt x="251455" y="411457"/>
                  </a:lnTo>
                  <a:lnTo>
                    <a:pt x="243597" y="411307"/>
                  </a:lnTo>
                  <a:lnTo>
                    <a:pt x="235739" y="411098"/>
                  </a:lnTo>
                  <a:lnTo>
                    <a:pt x="227881" y="410994"/>
                  </a:lnTo>
                  <a:lnTo>
                    <a:pt x="220023" y="410849"/>
                  </a:lnTo>
                  <a:lnTo>
                    <a:pt x="212165" y="410747"/>
                  </a:lnTo>
                  <a:lnTo>
                    <a:pt x="204307" y="410663"/>
                  </a:lnTo>
                  <a:lnTo>
                    <a:pt x="196449" y="410606"/>
                  </a:lnTo>
                  <a:lnTo>
                    <a:pt x="188591" y="410447"/>
                  </a:lnTo>
                  <a:lnTo>
                    <a:pt x="180733" y="410496"/>
                  </a:lnTo>
                  <a:lnTo>
                    <a:pt x="172875" y="410441"/>
                  </a:lnTo>
                  <a:lnTo>
                    <a:pt x="165017" y="410388"/>
                  </a:lnTo>
                  <a:lnTo>
                    <a:pt x="157159" y="410045"/>
                  </a:lnTo>
                  <a:lnTo>
                    <a:pt x="149301" y="410057"/>
                  </a:lnTo>
                  <a:lnTo>
                    <a:pt x="141443" y="410220"/>
                  </a:lnTo>
                  <a:lnTo>
                    <a:pt x="133585" y="410170"/>
                  </a:lnTo>
                  <a:lnTo>
                    <a:pt x="125727" y="410144"/>
                  </a:lnTo>
                  <a:lnTo>
                    <a:pt x="117869" y="410198"/>
                  </a:lnTo>
                  <a:lnTo>
                    <a:pt x="110011" y="410320"/>
                  </a:lnTo>
                  <a:lnTo>
                    <a:pt x="102153" y="410275"/>
                  </a:lnTo>
                  <a:lnTo>
                    <a:pt x="94295" y="410182"/>
                  </a:lnTo>
                  <a:lnTo>
                    <a:pt x="86437" y="410188"/>
                  </a:lnTo>
                  <a:lnTo>
                    <a:pt x="78579" y="410147"/>
                  </a:lnTo>
                  <a:lnTo>
                    <a:pt x="70721" y="410104"/>
                  </a:lnTo>
                  <a:lnTo>
                    <a:pt x="62863" y="410057"/>
                  </a:lnTo>
                  <a:lnTo>
                    <a:pt x="55005" y="410015"/>
                  </a:lnTo>
                  <a:lnTo>
                    <a:pt x="47147" y="409972"/>
                  </a:lnTo>
                  <a:lnTo>
                    <a:pt x="39289" y="409926"/>
                  </a:lnTo>
                  <a:lnTo>
                    <a:pt x="31431" y="409881"/>
                  </a:lnTo>
                  <a:lnTo>
                    <a:pt x="23573" y="409837"/>
                  </a:lnTo>
                  <a:lnTo>
                    <a:pt x="15715" y="409786"/>
                  </a:lnTo>
                  <a:lnTo>
                    <a:pt x="7857" y="409745"/>
                  </a:lnTo>
                  <a:lnTo>
                    <a:pt x="0" y="409661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186414" y="4465072"/>
              <a:ext cx="2035220" cy="381300"/>
            </a:xfrm>
            <a:custGeom>
              <a:avLst/>
              <a:pathLst>
                <a:path w="2035220" h="381300">
                  <a:moveTo>
                    <a:pt x="0" y="377478"/>
                  </a:moveTo>
                  <a:lnTo>
                    <a:pt x="7857" y="377827"/>
                  </a:lnTo>
                  <a:lnTo>
                    <a:pt x="15715" y="378260"/>
                  </a:lnTo>
                  <a:lnTo>
                    <a:pt x="23573" y="378565"/>
                  </a:lnTo>
                  <a:lnTo>
                    <a:pt x="31431" y="378971"/>
                  </a:lnTo>
                  <a:lnTo>
                    <a:pt x="39289" y="379275"/>
                  </a:lnTo>
                  <a:lnTo>
                    <a:pt x="47147" y="379405"/>
                  </a:lnTo>
                  <a:lnTo>
                    <a:pt x="55005" y="379607"/>
                  </a:lnTo>
                  <a:lnTo>
                    <a:pt x="62863" y="379817"/>
                  </a:lnTo>
                  <a:lnTo>
                    <a:pt x="70721" y="380150"/>
                  </a:lnTo>
                  <a:lnTo>
                    <a:pt x="78579" y="380291"/>
                  </a:lnTo>
                  <a:lnTo>
                    <a:pt x="86437" y="380433"/>
                  </a:lnTo>
                  <a:lnTo>
                    <a:pt x="94295" y="380638"/>
                  </a:lnTo>
                  <a:lnTo>
                    <a:pt x="102153" y="380575"/>
                  </a:lnTo>
                  <a:lnTo>
                    <a:pt x="110011" y="380777"/>
                  </a:lnTo>
                  <a:lnTo>
                    <a:pt x="117869" y="380927"/>
                  </a:lnTo>
                  <a:lnTo>
                    <a:pt x="125727" y="380831"/>
                  </a:lnTo>
                  <a:lnTo>
                    <a:pt x="133585" y="380740"/>
                  </a:lnTo>
                  <a:lnTo>
                    <a:pt x="141443" y="380865"/>
                  </a:lnTo>
                  <a:lnTo>
                    <a:pt x="149301" y="381112"/>
                  </a:lnTo>
                  <a:lnTo>
                    <a:pt x="157159" y="381236"/>
                  </a:lnTo>
                  <a:lnTo>
                    <a:pt x="165017" y="381300"/>
                  </a:lnTo>
                  <a:lnTo>
                    <a:pt x="172875" y="381259"/>
                  </a:lnTo>
                  <a:lnTo>
                    <a:pt x="180733" y="381190"/>
                  </a:lnTo>
                  <a:lnTo>
                    <a:pt x="188591" y="381157"/>
                  </a:lnTo>
                  <a:lnTo>
                    <a:pt x="196449" y="381126"/>
                  </a:lnTo>
                  <a:lnTo>
                    <a:pt x="204307" y="381096"/>
                  </a:lnTo>
                  <a:lnTo>
                    <a:pt x="212165" y="380812"/>
                  </a:lnTo>
                  <a:lnTo>
                    <a:pt x="220023" y="380640"/>
                  </a:lnTo>
                  <a:lnTo>
                    <a:pt x="227881" y="380510"/>
                  </a:lnTo>
                  <a:lnTo>
                    <a:pt x="235739" y="380430"/>
                  </a:lnTo>
                  <a:lnTo>
                    <a:pt x="243597" y="380480"/>
                  </a:lnTo>
                  <a:lnTo>
                    <a:pt x="251455" y="380323"/>
                  </a:lnTo>
                  <a:lnTo>
                    <a:pt x="259313" y="380359"/>
                  </a:lnTo>
                  <a:lnTo>
                    <a:pt x="267171" y="380361"/>
                  </a:lnTo>
                  <a:lnTo>
                    <a:pt x="275029" y="380343"/>
                  </a:lnTo>
                  <a:lnTo>
                    <a:pt x="282887" y="380167"/>
                  </a:lnTo>
                  <a:lnTo>
                    <a:pt x="290745" y="379859"/>
                  </a:lnTo>
                  <a:lnTo>
                    <a:pt x="298603" y="379544"/>
                  </a:lnTo>
                  <a:lnTo>
                    <a:pt x="306461" y="379294"/>
                  </a:lnTo>
                  <a:lnTo>
                    <a:pt x="314319" y="379024"/>
                  </a:lnTo>
                  <a:lnTo>
                    <a:pt x="322177" y="378531"/>
                  </a:lnTo>
                  <a:lnTo>
                    <a:pt x="330035" y="378136"/>
                  </a:lnTo>
                  <a:lnTo>
                    <a:pt x="337893" y="377907"/>
                  </a:lnTo>
                  <a:lnTo>
                    <a:pt x="345751" y="377713"/>
                  </a:lnTo>
                  <a:lnTo>
                    <a:pt x="353609" y="377634"/>
                  </a:lnTo>
                  <a:lnTo>
                    <a:pt x="361467" y="377285"/>
                  </a:lnTo>
                  <a:lnTo>
                    <a:pt x="369325" y="376956"/>
                  </a:lnTo>
                  <a:lnTo>
                    <a:pt x="377183" y="376811"/>
                  </a:lnTo>
                  <a:lnTo>
                    <a:pt x="385041" y="376698"/>
                  </a:lnTo>
                  <a:lnTo>
                    <a:pt x="392899" y="376560"/>
                  </a:lnTo>
                  <a:lnTo>
                    <a:pt x="400757" y="376090"/>
                  </a:lnTo>
                  <a:lnTo>
                    <a:pt x="408615" y="375572"/>
                  </a:lnTo>
                  <a:lnTo>
                    <a:pt x="416473" y="374947"/>
                  </a:lnTo>
                  <a:lnTo>
                    <a:pt x="424331" y="374689"/>
                  </a:lnTo>
                  <a:lnTo>
                    <a:pt x="432189" y="374267"/>
                  </a:lnTo>
                  <a:lnTo>
                    <a:pt x="440047" y="373890"/>
                  </a:lnTo>
                  <a:lnTo>
                    <a:pt x="447905" y="373579"/>
                  </a:lnTo>
                  <a:lnTo>
                    <a:pt x="455763" y="373150"/>
                  </a:lnTo>
                  <a:lnTo>
                    <a:pt x="463621" y="372596"/>
                  </a:lnTo>
                  <a:lnTo>
                    <a:pt x="471479" y="372122"/>
                  </a:lnTo>
                  <a:lnTo>
                    <a:pt x="479337" y="371748"/>
                  </a:lnTo>
                  <a:lnTo>
                    <a:pt x="487195" y="371376"/>
                  </a:lnTo>
                  <a:lnTo>
                    <a:pt x="495053" y="371009"/>
                  </a:lnTo>
                  <a:lnTo>
                    <a:pt x="502911" y="370783"/>
                  </a:lnTo>
                  <a:lnTo>
                    <a:pt x="510769" y="370346"/>
                  </a:lnTo>
                  <a:lnTo>
                    <a:pt x="518627" y="369867"/>
                  </a:lnTo>
                  <a:lnTo>
                    <a:pt x="526485" y="369389"/>
                  </a:lnTo>
                  <a:lnTo>
                    <a:pt x="534343" y="368749"/>
                  </a:lnTo>
                  <a:lnTo>
                    <a:pt x="542201" y="368576"/>
                  </a:lnTo>
                  <a:lnTo>
                    <a:pt x="550059" y="367906"/>
                  </a:lnTo>
                  <a:lnTo>
                    <a:pt x="557917" y="367229"/>
                  </a:lnTo>
                  <a:lnTo>
                    <a:pt x="565775" y="366547"/>
                  </a:lnTo>
                  <a:lnTo>
                    <a:pt x="573633" y="365863"/>
                  </a:lnTo>
                  <a:lnTo>
                    <a:pt x="581491" y="365225"/>
                  </a:lnTo>
                  <a:lnTo>
                    <a:pt x="589349" y="364659"/>
                  </a:lnTo>
                  <a:lnTo>
                    <a:pt x="597207" y="363924"/>
                  </a:lnTo>
                  <a:lnTo>
                    <a:pt x="605065" y="363178"/>
                  </a:lnTo>
                  <a:lnTo>
                    <a:pt x="612923" y="362510"/>
                  </a:lnTo>
                  <a:lnTo>
                    <a:pt x="620781" y="362067"/>
                  </a:lnTo>
                  <a:lnTo>
                    <a:pt x="628639" y="361634"/>
                  </a:lnTo>
                  <a:lnTo>
                    <a:pt x="636497" y="361079"/>
                  </a:lnTo>
                  <a:lnTo>
                    <a:pt x="644355" y="360365"/>
                  </a:lnTo>
                  <a:lnTo>
                    <a:pt x="652213" y="359639"/>
                  </a:lnTo>
                  <a:lnTo>
                    <a:pt x="660071" y="358971"/>
                  </a:lnTo>
                  <a:lnTo>
                    <a:pt x="667929" y="358467"/>
                  </a:lnTo>
                  <a:lnTo>
                    <a:pt x="675787" y="357703"/>
                  </a:lnTo>
                  <a:lnTo>
                    <a:pt x="683645" y="356930"/>
                  </a:lnTo>
                  <a:lnTo>
                    <a:pt x="691503" y="356156"/>
                  </a:lnTo>
                  <a:lnTo>
                    <a:pt x="699361" y="355506"/>
                  </a:lnTo>
                  <a:lnTo>
                    <a:pt x="707219" y="354849"/>
                  </a:lnTo>
                  <a:lnTo>
                    <a:pt x="715077" y="354184"/>
                  </a:lnTo>
                  <a:lnTo>
                    <a:pt x="722935" y="353512"/>
                  </a:lnTo>
                  <a:lnTo>
                    <a:pt x="730793" y="352831"/>
                  </a:lnTo>
                  <a:lnTo>
                    <a:pt x="738651" y="352143"/>
                  </a:lnTo>
                  <a:lnTo>
                    <a:pt x="746509" y="351447"/>
                  </a:lnTo>
                  <a:lnTo>
                    <a:pt x="754367" y="350743"/>
                  </a:lnTo>
                  <a:lnTo>
                    <a:pt x="762225" y="350031"/>
                  </a:lnTo>
                  <a:lnTo>
                    <a:pt x="770083" y="349310"/>
                  </a:lnTo>
                  <a:lnTo>
                    <a:pt x="777941" y="348583"/>
                  </a:lnTo>
                  <a:lnTo>
                    <a:pt x="785799" y="347851"/>
                  </a:lnTo>
                  <a:lnTo>
                    <a:pt x="793657" y="347112"/>
                  </a:lnTo>
                  <a:lnTo>
                    <a:pt x="801515" y="346370"/>
                  </a:lnTo>
                  <a:lnTo>
                    <a:pt x="809373" y="345426"/>
                  </a:lnTo>
                  <a:lnTo>
                    <a:pt x="817231" y="344326"/>
                  </a:lnTo>
                  <a:lnTo>
                    <a:pt x="825089" y="343210"/>
                  </a:lnTo>
                  <a:lnTo>
                    <a:pt x="832947" y="342569"/>
                  </a:lnTo>
                  <a:lnTo>
                    <a:pt x="840805" y="342026"/>
                  </a:lnTo>
                  <a:lnTo>
                    <a:pt x="848663" y="341478"/>
                  </a:lnTo>
                  <a:lnTo>
                    <a:pt x="856521" y="340925"/>
                  </a:lnTo>
                  <a:lnTo>
                    <a:pt x="864379" y="340113"/>
                  </a:lnTo>
                  <a:lnTo>
                    <a:pt x="872237" y="339404"/>
                  </a:lnTo>
                  <a:lnTo>
                    <a:pt x="880095" y="338807"/>
                  </a:lnTo>
                  <a:lnTo>
                    <a:pt x="887953" y="338031"/>
                  </a:lnTo>
                  <a:lnTo>
                    <a:pt x="895811" y="336946"/>
                  </a:lnTo>
                  <a:lnTo>
                    <a:pt x="903669" y="335887"/>
                  </a:lnTo>
                  <a:lnTo>
                    <a:pt x="911527" y="335007"/>
                  </a:lnTo>
                  <a:lnTo>
                    <a:pt x="919385" y="334118"/>
                  </a:lnTo>
                  <a:lnTo>
                    <a:pt x="927243" y="333218"/>
                  </a:lnTo>
                  <a:lnTo>
                    <a:pt x="935101" y="332095"/>
                  </a:lnTo>
                  <a:lnTo>
                    <a:pt x="942959" y="330910"/>
                  </a:lnTo>
                  <a:lnTo>
                    <a:pt x="950817" y="329710"/>
                  </a:lnTo>
                  <a:lnTo>
                    <a:pt x="958675" y="328497"/>
                  </a:lnTo>
                  <a:lnTo>
                    <a:pt x="966533" y="327273"/>
                  </a:lnTo>
                  <a:lnTo>
                    <a:pt x="974391" y="326057"/>
                  </a:lnTo>
                  <a:lnTo>
                    <a:pt x="982249" y="325143"/>
                  </a:lnTo>
                  <a:lnTo>
                    <a:pt x="990107" y="324222"/>
                  </a:lnTo>
                  <a:lnTo>
                    <a:pt x="997965" y="323292"/>
                  </a:lnTo>
                  <a:lnTo>
                    <a:pt x="1005823" y="322353"/>
                  </a:lnTo>
                  <a:lnTo>
                    <a:pt x="1013681" y="321413"/>
                  </a:lnTo>
                  <a:lnTo>
                    <a:pt x="1021539" y="320466"/>
                  </a:lnTo>
                  <a:lnTo>
                    <a:pt x="1029397" y="319491"/>
                  </a:lnTo>
                  <a:lnTo>
                    <a:pt x="1037254" y="317986"/>
                  </a:lnTo>
                  <a:lnTo>
                    <a:pt x="1045112" y="316452"/>
                  </a:lnTo>
                  <a:lnTo>
                    <a:pt x="1052970" y="314891"/>
                  </a:lnTo>
                  <a:lnTo>
                    <a:pt x="1060828" y="313428"/>
                  </a:lnTo>
                  <a:lnTo>
                    <a:pt x="1068686" y="312316"/>
                  </a:lnTo>
                  <a:lnTo>
                    <a:pt x="1076544" y="311193"/>
                  </a:lnTo>
                  <a:lnTo>
                    <a:pt x="1084402" y="310059"/>
                  </a:lnTo>
                  <a:lnTo>
                    <a:pt x="1092260" y="308915"/>
                  </a:lnTo>
                  <a:lnTo>
                    <a:pt x="1100118" y="307759"/>
                  </a:lnTo>
                  <a:lnTo>
                    <a:pt x="1107976" y="306592"/>
                  </a:lnTo>
                  <a:lnTo>
                    <a:pt x="1115834" y="305413"/>
                  </a:lnTo>
                  <a:lnTo>
                    <a:pt x="1123692" y="303816"/>
                  </a:lnTo>
                  <a:lnTo>
                    <a:pt x="1131550" y="302093"/>
                  </a:lnTo>
                  <a:lnTo>
                    <a:pt x="1139408" y="300352"/>
                  </a:lnTo>
                  <a:lnTo>
                    <a:pt x="1147266" y="298588"/>
                  </a:lnTo>
                  <a:lnTo>
                    <a:pt x="1155124" y="296806"/>
                  </a:lnTo>
                  <a:lnTo>
                    <a:pt x="1162982" y="295005"/>
                  </a:lnTo>
                  <a:lnTo>
                    <a:pt x="1170840" y="293180"/>
                  </a:lnTo>
                  <a:lnTo>
                    <a:pt x="1178698" y="291330"/>
                  </a:lnTo>
                  <a:lnTo>
                    <a:pt x="1186556" y="289455"/>
                  </a:lnTo>
                  <a:lnTo>
                    <a:pt x="1194414" y="287555"/>
                  </a:lnTo>
                  <a:lnTo>
                    <a:pt x="1202272" y="285629"/>
                  </a:lnTo>
                  <a:lnTo>
                    <a:pt x="1210130" y="284227"/>
                  </a:lnTo>
                  <a:lnTo>
                    <a:pt x="1217988" y="282384"/>
                  </a:lnTo>
                  <a:lnTo>
                    <a:pt x="1225846" y="280353"/>
                  </a:lnTo>
                  <a:lnTo>
                    <a:pt x="1233704" y="278297"/>
                  </a:lnTo>
                  <a:lnTo>
                    <a:pt x="1241562" y="276314"/>
                  </a:lnTo>
                  <a:lnTo>
                    <a:pt x="1249420" y="274807"/>
                  </a:lnTo>
                  <a:lnTo>
                    <a:pt x="1257278" y="273288"/>
                  </a:lnTo>
                  <a:lnTo>
                    <a:pt x="1265136" y="271777"/>
                  </a:lnTo>
                  <a:lnTo>
                    <a:pt x="1272994" y="270253"/>
                  </a:lnTo>
                  <a:lnTo>
                    <a:pt x="1280852" y="268718"/>
                  </a:lnTo>
                  <a:lnTo>
                    <a:pt x="1288710" y="267076"/>
                  </a:lnTo>
                  <a:lnTo>
                    <a:pt x="1296568" y="265111"/>
                  </a:lnTo>
                  <a:lnTo>
                    <a:pt x="1304426" y="263577"/>
                  </a:lnTo>
                  <a:lnTo>
                    <a:pt x="1312284" y="262117"/>
                  </a:lnTo>
                  <a:lnTo>
                    <a:pt x="1320142" y="260645"/>
                  </a:lnTo>
                  <a:lnTo>
                    <a:pt x="1328000" y="259159"/>
                  </a:lnTo>
                  <a:lnTo>
                    <a:pt x="1335858" y="257563"/>
                  </a:lnTo>
                  <a:lnTo>
                    <a:pt x="1343716" y="255821"/>
                  </a:lnTo>
                  <a:lnTo>
                    <a:pt x="1351574" y="253659"/>
                  </a:lnTo>
                  <a:lnTo>
                    <a:pt x="1359432" y="251473"/>
                  </a:lnTo>
                  <a:lnTo>
                    <a:pt x="1367290" y="249263"/>
                  </a:lnTo>
                  <a:lnTo>
                    <a:pt x="1375148" y="247028"/>
                  </a:lnTo>
                  <a:lnTo>
                    <a:pt x="1383006" y="244768"/>
                  </a:lnTo>
                  <a:lnTo>
                    <a:pt x="1390864" y="242482"/>
                  </a:lnTo>
                  <a:lnTo>
                    <a:pt x="1398722" y="240409"/>
                  </a:lnTo>
                  <a:lnTo>
                    <a:pt x="1406580" y="238577"/>
                  </a:lnTo>
                  <a:lnTo>
                    <a:pt x="1414438" y="236729"/>
                  </a:lnTo>
                  <a:lnTo>
                    <a:pt x="1422296" y="234865"/>
                  </a:lnTo>
                  <a:lnTo>
                    <a:pt x="1430154" y="232985"/>
                  </a:lnTo>
                  <a:lnTo>
                    <a:pt x="1438012" y="231088"/>
                  </a:lnTo>
                  <a:lnTo>
                    <a:pt x="1445870" y="229176"/>
                  </a:lnTo>
                  <a:lnTo>
                    <a:pt x="1453728" y="227247"/>
                  </a:lnTo>
                  <a:lnTo>
                    <a:pt x="1461586" y="225302"/>
                  </a:lnTo>
                  <a:lnTo>
                    <a:pt x="1469444" y="223341"/>
                  </a:lnTo>
                  <a:lnTo>
                    <a:pt x="1477302" y="221356"/>
                  </a:lnTo>
                  <a:lnTo>
                    <a:pt x="1485160" y="218834"/>
                  </a:lnTo>
                  <a:lnTo>
                    <a:pt x="1493018" y="216287"/>
                  </a:lnTo>
                  <a:lnTo>
                    <a:pt x="1500876" y="213714"/>
                  </a:lnTo>
                  <a:lnTo>
                    <a:pt x="1508734" y="211115"/>
                  </a:lnTo>
                  <a:lnTo>
                    <a:pt x="1516592" y="208491"/>
                  </a:lnTo>
                  <a:lnTo>
                    <a:pt x="1524450" y="205840"/>
                  </a:lnTo>
                  <a:lnTo>
                    <a:pt x="1532308" y="203162"/>
                  </a:lnTo>
                  <a:lnTo>
                    <a:pt x="1540166" y="200459"/>
                  </a:lnTo>
                  <a:lnTo>
                    <a:pt x="1548024" y="197729"/>
                  </a:lnTo>
                  <a:lnTo>
                    <a:pt x="1555882" y="194974"/>
                  </a:lnTo>
                  <a:lnTo>
                    <a:pt x="1563740" y="192191"/>
                  </a:lnTo>
                  <a:lnTo>
                    <a:pt x="1571598" y="189383"/>
                  </a:lnTo>
                  <a:lnTo>
                    <a:pt x="1579456" y="186548"/>
                  </a:lnTo>
                  <a:lnTo>
                    <a:pt x="1587314" y="184138"/>
                  </a:lnTo>
                  <a:lnTo>
                    <a:pt x="1595172" y="181763"/>
                  </a:lnTo>
                  <a:lnTo>
                    <a:pt x="1603030" y="179371"/>
                  </a:lnTo>
                  <a:lnTo>
                    <a:pt x="1610888" y="176962"/>
                  </a:lnTo>
                  <a:lnTo>
                    <a:pt x="1618746" y="174546"/>
                  </a:lnTo>
                  <a:lnTo>
                    <a:pt x="1626604" y="172115"/>
                  </a:lnTo>
                  <a:lnTo>
                    <a:pt x="1634462" y="169609"/>
                  </a:lnTo>
                  <a:lnTo>
                    <a:pt x="1642320" y="166684"/>
                  </a:lnTo>
                  <a:lnTo>
                    <a:pt x="1650178" y="163736"/>
                  </a:lnTo>
                  <a:lnTo>
                    <a:pt x="1658036" y="160764"/>
                  </a:lnTo>
                  <a:lnTo>
                    <a:pt x="1665894" y="157770"/>
                  </a:lnTo>
                  <a:lnTo>
                    <a:pt x="1673752" y="154752"/>
                  </a:lnTo>
                  <a:lnTo>
                    <a:pt x="1681610" y="151712"/>
                  </a:lnTo>
                  <a:lnTo>
                    <a:pt x="1689468" y="149013"/>
                  </a:lnTo>
                  <a:lnTo>
                    <a:pt x="1697326" y="146324"/>
                  </a:lnTo>
                  <a:lnTo>
                    <a:pt x="1705184" y="143617"/>
                  </a:lnTo>
                  <a:lnTo>
                    <a:pt x="1713042" y="140892"/>
                  </a:lnTo>
                  <a:lnTo>
                    <a:pt x="1720900" y="138149"/>
                  </a:lnTo>
                  <a:lnTo>
                    <a:pt x="1728758" y="135388"/>
                  </a:lnTo>
                  <a:lnTo>
                    <a:pt x="1736616" y="132609"/>
                  </a:lnTo>
                  <a:lnTo>
                    <a:pt x="1744474" y="129812"/>
                  </a:lnTo>
                  <a:lnTo>
                    <a:pt x="1752332" y="126998"/>
                  </a:lnTo>
                  <a:lnTo>
                    <a:pt x="1760190" y="124166"/>
                  </a:lnTo>
                  <a:lnTo>
                    <a:pt x="1768048" y="121317"/>
                  </a:lnTo>
                  <a:lnTo>
                    <a:pt x="1775906" y="118450"/>
                  </a:lnTo>
                  <a:lnTo>
                    <a:pt x="1783764" y="115523"/>
                  </a:lnTo>
                  <a:lnTo>
                    <a:pt x="1791622" y="112233"/>
                  </a:lnTo>
                  <a:lnTo>
                    <a:pt x="1799480" y="108920"/>
                  </a:lnTo>
                  <a:lnTo>
                    <a:pt x="1807338" y="105584"/>
                  </a:lnTo>
                  <a:lnTo>
                    <a:pt x="1815196" y="102226"/>
                  </a:lnTo>
                  <a:lnTo>
                    <a:pt x="1823054" y="98845"/>
                  </a:lnTo>
                  <a:lnTo>
                    <a:pt x="1830912" y="95442"/>
                  </a:lnTo>
                  <a:lnTo>
                    <a:pt x="1838770" y="92017"/>
                  </a:lnTo>
                  <a:lnTo>
                    <a:pt x="1846628" y="88571"/>
                  </a:lnTo>
                  <a:lnTo>
                    <a:pt x="1854486" y="85103"/>
                  </a:lnTo>
                  <a:lnTo>
                    <a:pt x="1862344" y="81614"/>
                  </a:lnTo>
                  <a:lnTo>
                    <a:pt x="1870202" y="78103"/>
                  </a:lnTo>
                  <a:lnTo>
                    <a:pt x="1878060" y="74572"/>
                  </a:lnTo>
                  <a:lnTo>
                    <a:pt x="1885918" y="71020"/>
                  </a:lnTo>
                  <a:lnTo>
                    <a:pt x="1893776" y="67448"/>
                  </a:lnTo>
                  <a:lnTo>
                    <a:pt x="1901634" y="63856"/>
                  </a:lnTo>
                  <a:lnTo>
                    <a:pt x="1909492" y="60244"/>
                  </a:lnTo>
                  <a:lnTo>
                    <a:pt x="1917350" y="56612"/>
                  </a:lnTo>
                  <a:lnTo>
                    <a:pt x="1925208" y="52961"/>
                  </a:lnTo>
                  <a:lnTo>
                    <a:pt x="1933066" y="49291"/>
                  </a:lnTo>
                  <a:lnTo>
                    <a:pt x="1940924" y="45603"/>
                  </a:lnTo>
                  <a:lnTo>
                    <a:pt x="1948782" y="41896"/>
                  </a:lnTo>
                  <a:lnTo>
                    <a:pt x="1956640" y="38171"/>
                  </a:lnTo>
                  <a:lnTo>
                    <a:pt x="1964498" y="34428"/>
                  </a:lnTo>
                  <a:lnTo>
                    <a:pt x="1972356" y="30668"/>
                  </a:lnTo>
                  <a:lnTo>
                    <a:pt x="1980214" y="26890"/>
                  </a:lnTo>
                  <a:lnTo>
                    <a:pt x="1988072" y="23096"/>
                  </a:lnTo>
                  <a:lnTo>
                    <a:pt x="1995930" y="19286"/>
                  </a:lnTo>
                  <a:lnTo>
                    <a:pt x="2003788" y="15459"/>
                  </a:lnTo>
                  <a:lnTo>
                    <a:pt x="2011646" y="11617"/>
                  </a:lnTo>
                  <a:lnTo>
                    <a:pt x="2019504" y="7759"/>
                  </a:lnTo>
                  <a:lnTo>
                    <a:pt x="2027362" y="3887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186414" y="4874733"/>
              <a:ext cx="2035220" cy="17102"/>
            </a:xfrm>
            <a:custGeom>
              <a:avLst/>
              <a:pathLst>
                <a:path w="2035220" h="17102">
                  <a:moveTo>
                    <a:pt x="2035220" y="17102"/>
                  </a:moveTo>
                  <a:lnTo>
                    <a:pt x="2027362" y="17090"/>
                  </a:lnTo>
                  <a:lnTo>
                    <a:pt x="2019504" y="17078"/>
                  </a:lnTo>
                  <a:lnTo>
                    <a:pt x="2011646" y="17065"/>
                  </a:lnTo>
                  <a:lnTo>
                    <a:pt x="2003788" y="17052"/>
                  </a:lnTo>
                  <a:lnTo>
                    <a:pt x="1995930" y="17029"/>
                  </a:lnTo>
                  <a:lnTo>
                    <a:pt x="1988072" y="16986"/>
                  </a:lnTo>
                  <a:lnTo>
                    <a:pt x="1980214" y="16942"/>
                  </a:lnTo>
                  <a:lnTo>
                    <a:pt x="1972356" y="16899"/>
                  </a:lnTo>
                  <a:lnTo>
                    <a:pt x="1964498" y="16854"/>
                  </a:lnTo>
                  <a:lnTo>
                    <a:pt x="1956640" y="16826"/>
                  </a:lnTo>
                  <a:lnTo>
                    <a:pt x="1948782" y="16811"/>
                  </a:lnTo>
                  <a:lnTo>
                    <a:pt x="1940924" y="16796"/>
                  </a:lnTo>
                  <a:lnTo>
                    <a:pt x="1933066" y="16780"/>
                  </a:lnTo>
                  <a:lnTo>
                    <a:pt x="1925208" y="16765"/>
                  </a:lnTo>
                  <a:lnTo>
                    <a:pt x="1917350" y="16734"/>
                  </a:lnTo>
                  <a:lnTo>
                    <a:pt x="1909492" y="16727"/>
                  </a:lnTo>
                  <a:lnTo>
                    <a:pt x="1901634" y="16718"/>
                  </a:lnTo>
                  <a:lnTo>
                    <a:pt x="1893776" y="16702"/>
                  </a:lnTo>
                  <a:lnTo>
                    <a:pt x="1885918" y="16686"/>
                  </a:lnTo>
                  <a:lnTo>
                    <a:pt x="1878060" y="16669"/>
                  </a:lnTo>
                  <a:lnTo>
                    <a:pt x="1870202" y="16652"/>
                  </a:lnTo>
                  <a:lnTo>
                    <a:pt x="1862344" y="16635"/>
                  </a:lnTo>
                  <a:lnTo>
                    <a:pt x="1854486" y="16617"/>
                  </a:lnTo>
                  <a:lnTo>
                    <a:pt x="1846628" y="16599"/>
                  </a:lnTo>
                  <a:lnTo>
                    <a:pt x="1838770" y="16581"/>
                  </a:lnTo>
                  <a:lnTo>
                    <a:pt x="1830912" y="16552"/>
                  </a:lnTo>
                  <a:lnTo>
                    <a:pt x="1823054" y="16521"/>
                  </a:lnTo>
                  <a:lnTo>
                    <a:pt x="1815196" y="16489"/>
                  </a:lnTo>
                  <a:lnTo>
                    <a:pt x="1807338" y="16456"/>
                  </a:lnTo>
                  <a:lnTo>
                    <a:pt x="1799480" y="16423"/>
                  </a:lnTo>
                  <a:lnTo>
                    <a:pt x="1791622" y="16390"/>
                  </a:lnTo>
                  <a:lnTo>
                    <a:pt x="1783764" y="16356"/>
                  </a:lnTo>
                  <a:lnTo>
                    <a:pt x="1775906" y="16332"/>
                  </a:lnTo>
                  <a:lnTo>
                    <a:pt x="1768048" y="16291"/>
                  </a:lnTo>
                  <a:lnTo>
                    <a:pt x="1760190" y="16253"/>
                  </a:lnTo>
                  <a:lnTo>
                    <a:pt x="1752332" y="16218"/>
                  </a:lnTo>
                  <a:lnTo>
                    <a:pt x="1744474" y="16183"/>
                  </a:lnTo>
                  <a:lnTo>
                    <a:pt x="1736616" y="16148"/>
                  </a:lnTo>
                  <a:lnTo>
                    <a:pt x="1728758" y="16112"/>
                  </a:lnTo>
                  <a:lnTo>
                    <a:pt x="1720900" y="16075"/>
                  </a:lnTo>
                  <a:lnTo>
                    <a:pt x="1713042" y="16037"/>
                  </a:lnTo>
                  <a:lnTo>
                    <a:pt x="1705184" y="15999"/>
                  </a:lnTo>
                  <a:lnTo>
                    <a:pt x="1697326" y="15961"/>
                  </a:lnTo>
                  <a:lnTo>
                    <a:pt x="1689468" y="15939"/>
                  </a:lnTo>
                  <a:lnTo>
                    <a:pt x="1681610" y="15919"/>
                  </a:lnTo>
                  <a:lnTo>
                    <a:pt x="1673752" y="15899"/>
                  </a:lnTo>
                  <a:lnTo>
                    <a:pt x="1665894" y="15879"/>
                  </a:lnTo>
                  <a:lnTo>
                    <a:pt x="1658036" y="15859"/>
                  </a:lnTo>
                  <a:lnTo>
                    <a:pt x="1650178" y="15816"/>
                  </a:lnTo>
                  <a:lnTo>
                    <a:pt x="1642320" y="15770"/>
                  </a:lnTo>
                  <a:lnTo>
                    <a:pt x="1634462" y="15726"/>
                  </a:lnTo>
                  <a:lnTo>
                    <a:pt x="1626604" y="15697"/>
                  </a:lnTo>
                  <a:lnTo>
                    <a:pt x="1618746" y="15667"/>
                  </a:lnTo>
                  <a:lnTo>
                    <a:pt x="1610888" y="15637"/>
                  </a:lnTo>
                  <a:lnTo>
                    <a:pt x="1603030" y="15607"/>
                  </a:lnTo>
                  <a:lnTo>
                    <a:pt x="1595172" y="15577"/>
                  </a:lnTo>
                  <a:lnTo>
                    <a:pt x="1587314" y="15545"/>
                  </a:lnTo>
                  <a:lnTo>
                    <a:pt x="1579456" y="15514"/>
                  </a:lnTo>
                  <a:lnTo>
                    <a:pt x="1571598" y="15482"/>
                  </a:lnTo>
                  <a:lnTo>
                    <a:pt x="1563740" y="15449"/>
                  </a:lnTo>
                  <a:lnTo>
                    <a:pt x="1555882" y="15417"/>
                  </a:lnTo>
                  <a:lnTo>
                    <a:pt x="1548024" y="15384"/>
                  </a:lnTo>
                  <a:lnTo>
                    <a:pt x="1540166" y="15340"/>
                  </a:lnTo>
                  <a:lnTo>
                    <a:pt x="1532308" y="15290"/>
                  </a:lnTo>
                  <a:lnTo>
                    <a:pt x="1524450" y="15240"/>
                  </a:lnTo>
                  <a:lnTo>
                    <a:pt x="1516592" y="15189"/>
                  </a:lnTo>
                  <a:lnTo>
                    <a:pt x="1508734" y="15137"/>
                  </a:lnTo>
                  <a:lnTo>
                    <a:pt x="1500876" y="15085"/>
                  </a:lnTo>
                  <a:lnTo>
                    <a:pt x="1493018" y="15031"/>
                  </a:lnTo>
                  <a:lnTo>
                    <a:pt x="1485160" y="14977"/>
                  </a:lnTo>
                  <a:lnTo>
                    <a:pt x="1477302" y="14923"/>
                  </a:lnTo>
                  <a:lnTo>
                    <a:pt x="1469444" y="14868"/>
                  </a:lnTo>
                  <a:lnTo>
                    <a:pt x="1461586" y="14812"/>
                  </a:lnTo>
                  <a:lnTo>
                    <a:pt x="1453728" y="14761"/>
                  </a:lnTo>
                  <a:lnTo>
                    <a:pt x="1445870" y="14699"/>
                  </a:lnTo>
                  <a:lnTo>
                    <a:pt x="1438012" y="14641"/>
                  </a:lnTo>
                  <a:lnTo>
                    <a:pt x="1430154" y="14583"/>
                  </a:lnTo>
                  <a:lnTo>
                    <a:pt x="1422296" y="14519"/>
                  </a:lnTo>
                  <a:lnTo>
                    <a:pt x="1414438" y="14465"/>
                  </a:lnTo>
                  <a:lnTo>
                    <a:pt x="1406580" y="14405"/>
                  </a:lnTo>
                  <a:lnTo>
                    <a:pt x="1398722" y="14345"/>
                  </a:lnTo>
                  <a:lnTo>
                    <a:pt x="1390864" y="14284"/>
                  </a:lnTo>
                  <a:lnTo>
                    <a:pt x="1383006" y="14223"/>
                  </a:lnTo>
                  <a:lnTo>
                    <a:pt x="1375148" y="14160"/>
                  </a:lnTo>
                  <a:lnTo>
                    <a:pt x="1367290" y="14097"/>
                  </a:lnTo>
                  <a:lnTo>
                    <a:pt x="1359432" y="14034"/>
                  </a:lnTo>
                  <a:lnTo>
                    <a:pt x="1351574" y="13969"/>
                  </a:lnTo>
                  <a:lnTo>
                    <a:pt x="1343716" y="13911"/>
                  </a:lnTo>
                  <a:lnTo>
                    <a:pt x="1335858" y="13867"/>
                  </a:lnTo>
                  <a:lnTo>
                    <a:pt x="1328000" y="13823"/>
                  </a:lnTo>
                  <a:lnTo>
                    <a:pt x="1320142" y="13778"/>
                  </a:lnTo>
                  <a:lnTo>
                    <a:pt x="1312284" y="13734"/>
                  </a:lnTo>
                  <a:lnTo>
                    <a:pt x="1304426" y="13689"/>
                  </a:lnTo>
                  <a:lnTo>
                    <a:pt x="1296568" y="13644"/>
                  </a:lnTo>
                  <a:lnTo>
                    <a:pt x="1288710" y="13599"/>
                  </a:lnTo>
                  <a:lnTo>
                    <a:pt x="1280852" y="13553"/>
                  </a:lnTo>
                  <a:lnTo>
                    <a:pt x="1272994" y="13508"/>
                  </a:lnTo>
                  <a:lnTo>
                    <a:pt x="1265136" y="13462"/>
                  </a:lnTo>
                  <a:lnTo>
                    <a:pt x="1257278" y="13416"/>
                  </a:lnTo>
                  <a:lnTo>
                    <a:pt x="1249420" y="13370"/>
                  </a:lnTo>
                  <a:lnTo>
                    <a:pt x="1241562" y="13324"/>
                  </a:lnTo>
                  <a:lnTo>
                    <a:pt x="1233704" y="13277"/>
                  </a:lnTo>
                  <a:lnTo>
                    <a:pt x="1225846" y="13231"/>
                  </a:lnTo>
                  <a:lnTo>
                    <a:pt x="1217988" y="13184"/>
                  </a:lnTo>
                  <a:lnTo>
                    <a:pt x="1210130" y="13137"/>
                  </a:lnTo>
                  <a:lnTo>
                    <a:pt x="1202272" y="13090"/>
                  </a:lnTo>
                  <a:lnTo>
                    <a:pt x="1194414" y="13042"/>
                  </a:lnTo>
                  <a:lnTo>
                    <a:pt x="1186556" y="12993"/>
                  </a:lnTo>
                  <a:lnTo>
                    <a:pt x="1178698" y="12945"/>
                  </a:lnTo>
                  <a:lnTo>
                    <a:pt x="1170840" y="12896"/>
                  </a:lnTo>
                  <a:lnTo>
                    <a:pt x="1162982" y="12848"/>
                  </a:lnTo>
                  <a:lnTo>
                    <a:pt x="1155124" y="12798"/>
                  </a:lnTo>
                  <a:lnTo>
                    <a:pt x="1147266" y="12749"/>
                  </a:lnTo>
                  <a:lnTo>
                    <a:pt x="1139408" y="12700"/>
                  </a:lnTo>
                  <a:lnTo>
                    <a:pt x="1131550" y="12650"/>
                  </a:lnTo>
                  <a:lnTo>
                    <a:pt x="1123692" y="12600"/>
                  </a:lnTo>
                  <a:lnTo>
                    <a:pt x="1115834" y="12550"/>
                  </a:lnTo>
                  <a:lnTo>
                    <a:pt x="1107976" y="12500"/>
                  </a:lnTo>
                  <a:lnTo>
                    <a:pt x="1100118" y="12449"/>
                  </a:lnTo>
                  <a:lnTo>
                    <a:pt x="1092260" y="12399"/>
                  </a:lnTo>
                  <a:lnTo>
                    <a:pt x="1084402" y="12348"/>
                  </a:lnTo>
                  <a:lnTo>
                    <a:pt x="1076544" y="12294"/>
                  </a:lnTo>
                  <a:lnTo>
                    <a:pt x="1068686" y="12207"/>
                  </a:lnTo>
                  <a:lnTo>
                    <a:pt x="1060828" y="12160"/>
                  </a:lnTo>
                  <a:lnTo>
                    <a:pt x="1052970" y="12118"/>
                  </a:lnTo>
                  <a:lnTo>
                    <a:pt x="1045112" y="12075"/>
                  </a:lnTo>
                  <a:lnTo>
                    <a:pt x="1037254" y="12031"/>
                  </a:lnTo>
                  <a:lnTo>
                    <a:pt x="1029397" y="11987"/>
                  </a:lnTo>
                  <a:lnTo>
                    <a:pt x="1021539" y="11940"/>
                  </a:lnTo>
                  <a:lnTo>
                    <a:pt x="1013681" y="11888"/>
                  </a:lnTo>
                  <a:lnTo>
                    <a:pt x="1005823" y="11837"/>
                  </a:lnTo>
                  <a:lnTo>
                    <a:pt x="997965" y="11785"/>
                  </a:lnTo>
                  <a:lnTo>
                    <a:pt x="990107" y="11732"/>
                  </a:lnTo>
                  <a:lnTo>
                    <a:pt x="982249" y="11680"/>
                  </a:lnTo>
                  <a:lnTo>
                    <a:pt x="974391" y="11661"/>
                  </a:lnTo>
                  <a:lnTo>
                    <a:pt x="966533" y="11649"/>
                  </a:lnTo>
                  <a:lnTo>
                    <a:pt x="958675" y="11638"/>
                  </a:lnTo>
                  <a:lnTo>
                    <a:pt x="950817" y="11545"/>
                  </a:lnTo>
                  <a:lnTo>
                    <a:pt x="942959" y="11452"/>
                  </a:lnTo>
                  <a:lnTo>
                    <a:pt x="935101" y="11361"/>
                  </a:lnTo>
                  <a:lnTo>
                    <a:pt x="927243" y="11307"/>
                  </a:lnTo>
                  <a:lnTo>
                    <a:pt x="919385" y="11253"/>
                  </a:lnTo>
                  <a:lnTo>
                    <a:pt x="911527" y="11177"/>
                  </a:lnTo>
                  <a:lnTo>
                    <a:pt x="903669" y="11065"/>
                  </a:lnTo>
                  <a:lnTo>
                    <a:pt x="895811" y="10950"/>
                  </a:lnTo>
                  <a:lnTo>
                    <a:pt x="887953" y="10834"/>
                  </a:lnTo>
                  <a:lnTo>
                    <a:pt x="880095" y="10716"/>
                  </a:lnTo>
                  <a:lnTo>
                    <a:pt x="872237" y="10596"/>
                  </a:lnTo>
                  <a:lnTo>
                    <a:pt x="864379" y="10476"/>
                  </a:lnTo>
                  <a:lnTo>
                    <a:pt x="856521" y="10432"/>
                  </a:lnTo>
                  <a:lnTo>
                    <a:pt x="848663" y="10387"/>
                  </a:lnTo>
                  <a:lnTo>
                    <a:pt x="840805" y="10342"/>
                  </a:lnTo>
                  <a:lnTo>
                    <a:pt x="832947" y="10297"/>
                  </a:lnTo>
                  <a:lnTo>
                    <a:pt x="825089" y="10251"/>
                  </a:lnTo>
                  <a:lnTo>
                    <a:pt x="817231" y="10205"/>
                  </a:lnTo>
                  <a:lnTo>
                    <a:pt x="809373" y="10141"/>
                  </a:lnTo>
                  <a:lnTo>
                    <a:pt x="801515" y="10112"/>
                  </a:lnTo>
                  <a:lnTo>
                    <a:pt x="793657" y="10004"/>
                  </a:lnTo>
                  <a:lnTo>
                    <a:pt x="785799" y="9884"/>
                  </a:lnTo>
                  <a:lnTo>
                    <a:pt x="777941" y="9761"/>
                  </a:lnTo>
                  <a:lnTo>
                    <a:pt x="770083" y="9637"/>
                  </a:lnTo>
                  <a:lnTo>
                    <a:pt x="762225" y="9518"/>
                  </a:lnTo>
                  <a:lnTo>
                    <a:pt x="754367" y="9455"/>
                  </a:lnTo>
                  <a:lnTo>
                    <a:pt x="746509" y="9404"/>
                  </a:lnTo>
                  <a:lnTo>
                    <a:pt x="738651" y="9353"/>
                  </a:lnTo>
                  <a:lnTo>
                    <a:pt x="730793" y="9302"/>
                  </a:lnTo>
                  <a:lnTo>
                    <a:pt x="722935" y="9251"/>
                  </a:lnTo>
                  <a:lnTo>
                    <a:pt x="715077" y="9166"/>
                  </a:lnTo>
                  <a:lnTo>
                    <a:pt x="707219" y="9063"/>
                  </a:lnTo>
                  <a:lnTo>
                    <a:pt x="699361" y="8916"/>
                  </a:lnTo>
                  <a:lnTo>
                    <a:pt x="691503" y="8721"/>
                  </a:lnTo>
                  <a:lnTo>
                    <a:pt x="683645" y="8525"/>
                  </a:lnTo>
                  <a:lnTo>
                    <a:pt x="675787" y="8327"/>
                  </a:lnTo>
                  <a:lnTo>
                    <a:pt x="667929" y="8128"/>
                  </a:lnTo>
                  <a:lnTo>
                    <a:pt x="660071" y="7973"/>
                  </a:lnTo>
                  <a:lnTo>
                    <a:pt x="652213" y="7918"/>
                  </a:lnTo>
                  <a:lnTo>
                    <a:pt x="644355" y="7862"/>
                  </a:lnTo>
                  <a:lnTo>
                    <a:pt x="636497" y="7734"/>
                  </a:lnTo>
                  <a:lnTo>
                    <a:pt x="628639" y="7577"/>
                  </a:lnTo>
                  <a:lnTo>
                    <a:pt x="620781" y="7419"/>
                  </a:lnTo>
                  <a:lnTo>
                    <a:pt x="612923" y="7286"/>
                  </a:lnTo>
                  <a:lnTo>
                    <a:pt x="605065" y="7192"/>
                  </a:lnTo>
                  <a:lnTo>
                    <a:pt x="597207" y="7096"/>
                  </a:lnTo>
                  <a:lnTo>
                    <a:pt x="589349" y="6998"/>
                  </a:lnTo>
                  <a:lnTo>
                    <a:pt x="581491" y="6900"/>
                  </a:lnTo>
                  <a:lnTo>
                    <a:pt x="573633" y="6800"/>
                  </a:lnTo>
                  <a:lnTo>
                    <a:pt x="565775" y="6699"/>
                  </a:lnTo>
                  <a:lnTo>
                    <a:pt x="557917" y="6522"/>
                  </a:lnTo>
                  <a:lnTo>
                    <a:pt x="550059" y="6368"/>
                  </a:lnTo>
                  <a:lnTo>
                    <a:pt x="542201" y="6257"/>
                  </a:lnTo>
                  <a:lnTo>
                    <a:pt x="534343" y="6186"/>
                  </a:lnTo>
                  <a:lnTo>
                    <a:pt x="526485" y="6092"/>
                  </a:lnTo>
                  <a:lnTo>
                    <a:pt x="518627" y="5998"/>
                  </a:lnTo>
                  <a:lnTo>
                    <a:pt x="510769" y="5902"/>
                  </a:lnTo>
                  <a:lnTo>
                    <a:pt x="502911" y="5743"/>
                  </a:lnTo>
                  <a:lnTo>
                    <a:pt x="495053" y="5566"/>
                  </a:lnTo>
                  <a:lnTo>
                    <a:pt x="487195" y="5458"/>
                  </a:lnTo>
                  <a:lnTo>
                    <a:pt x="479337" y="5194"/>
                  </a:lnTo>
                  <a:lnTo>
                    <a:pt x="471479" y="4955"/>
                  </a:lnTo>
                  <a:lnTo>
                    <a:pt x="463621" y="4716"/>
                  </a:lnTo>
                  <a:lnTo>
                    <a:pt x="455763" y="4635"/>
                  </a:lnTo>
                  <a:lnTo>
                    <a:pt x="447905" y="4448"/>
                  </a:lnTo>
                  <a:lnTo>
                    <a:pt x="440047" y="4214"/>
                  </a:lnTo>
                  <a:lnTo>
                    <a:pt x="432189" y="4080"/>
                  </a:lnTo>
                  <a:lnTo>
                    <a:pt x="424331" y="3869"/>
                  </a:lnTo>
                  <a:lnTo>
                    <a:pt x="416473" y="3736"/>
                  </a:lnTo>
                  <a:lnTo>
                    <a:pt x="408615" y="3678"/>
                  </a:lnTo>
                  <a:lnTo>
                    <a:pt x="400757" y="3545"/>
                  </a:lnTo>
                  <a:lnTo>
                    <a:pt x="392899" y="3411"/>
                  </a:lnTo>
                  <a:lnTo>
                    <a:pt x="385041" y="3325"/>
                  </a:lnTo>
                  <a:lnTo>
                    <a:pt x="377183" y="3297"/>
                  </a:lnTo>
                  <a:lnTo>
                    <a:pt x="369325" y="3262"/>
                  </a:lnTo>
                  <a:lnTo>
                    <a:pt x="361467" y="3211"/>
                  </a:lnTo>
                  <a:lnTo>
                    <a:pt x="353609" y="3184"/>
                  </a:lnTo>
                  <a:lnTo>
                    <a:pt x="345751" y="3158"/>
                  </a:lnTo>
                  <a:lnTo>
                    <a:pt x="337893" y="3024"/>
                  </a:lnTo>
                  <a:lnTo>
                    <a:pt x="330035" y="2860"/>
                  </a:lnTo>
                  <a:lnTo>
                    <a:pt x="322177" y="2669"/>
                  </a:lnTo>
                  <a:lnTo>
                    <a:pt x="314319" y="2641"/>
                  </a:lnTo>
                  <a:lnTo>
                    <a:pt x="306461" y="2623"/>
                  </a:lnTo>
                  <a:lnTo>
                    <a:pt x="298603" y="2380"/>
                  </a:lnTo>
                  <a:lnTo>
                    <a:pt x="290745" y="2073"/>
                  </a:lnTo>
                  <a:lnTo>
                    <a:pt x="282887" y="1868"/>
                  </a:lnTo>
                  <a:lnTo>
                    <a:pt x="275029" y="1761"/>
                  </a:lnTo>
                  <a:lnTo>
                    <a:pt x="267171" y="1649"/>
                  </a:lnTo>
                  <a:lnTo>
                    <a:pt x="259313" y="1754"/>
                  </a:lnTo>
                  <a:lnTo>
                    <a:pt x="251455" y="1795"/>
                  </a:lnTo>
                  <a:lnTo>
                    <a:pt x="243597" y="1645"/>
                  </a:lnTo>
                  <a:lnTo>
                    <a:pt x="235739" y="1437"/>
                  </a:lnTo>
                  <a:lnTo>
                    <a:pt x="227881" y="1333"/>
                  </a:lnTo>
                  <a:lnTo>
                    <a:pt x="220023" y="1188"/>
                  </a:lnTo>
                  <a:lnTo>
                    <a:pt x="212165" y="1086"/>
                  </a:lnTo>
                  <a:lnTo>
                    <a:pt x="204307" y="1002"/>
                  </a:lnTo>
                  <a:lnTo>
                    <a:pt x="196449" y="944"/>
                  </a:lnTo>
                  <a:lnTo>
                    <a:pt x="188591" y="785"/>
                  </a:lnTo>
                  <a:lnTo>
                    <a:pt x="180733" y="834"/>
                  </a:lnTo>
                  <a:lnTo>
                    <a:pt x="172875" y="780"/>
                  </a:lnTo>
                  <a:lnTo>
                    <a:pt x="165017" y="727"/>
                  </a:lnTo>
                  <a:lnTo>
                    <a:pt x="157159" y="384"/>
                  </a:lnTo>
                  <a:lnTo>
                    <a:pt x="149301" y="395"/>
                  </a:lnTo>
                  <a:lnTo>
                    <a:pt x="141443" y="558"/>
                  </a:lnTo>
                  <a:lnTo>
                    <a:pt x="133585" y="509"/>
                  </a:lnTo>
                  <a:lnTo>
                    <a:pt x="125727" y="483"/>
                  </a:lnTo>
                  <a:lnTo>
                    <a:pt x="117869" y="537"/>
                  </a:lnTo>
                  <a:lnTo>
                    <a:pt x="110011" y="658"/>
                  </a:lnTo>
                  <a:lnTo>
                    <a:pt x="102153" y="614"/>
                  </a:lnTo>
                  <a:lnTo>
                    <a:pt x="94295" y="521"/>
                  </a:lnTo>
                  <a:lnTo>
                    <a:pt x="86437" y="527"/>
                  </a:lnTo>
                  <a:lnTo>
                    <a:pt x="78579" y="486"/>
                  </a:lnTo>
                  <a:lnTo>
                    <a:pt x="70721" y="443"/>
                  </a:lnTo>
                  <a:lnTo>
                    <a:pt x="62863" y="396"/>
                  </a:lnTo>
                  <a:lnTo>
                    <a:pt x="55005" y="353"/>
                  </a:lnTo>
                  <a:lnTo>
                    <a:pt x="47147" y="310"/>
                  </a:lnTo>
                  <a:lnTo>
                    <a:pt x="39289" y="264"/>
                  </a:lnTo>
                  <a:lnTo>
                    <a:pt x="31431" y="220"/>
                  </a:lnTo>
                  <a:lnTo>
                    <a:pt x="23573" y="176"/>
                  </a:lnTo>
                  <a:lnTo>
                    <a:pt x="15715" y="125"/>
                  </a:lnTo>
                  <a:lnTo>
                    <a:pt x="7857" y="8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186414" y="4723242"/>
              <a:ext cx="2035220" cy="128335"/>
            </a:xfrm>
            <a:custGeom>
              <a:avLst/>
              <a:pathLst>
                <a:path w="2035220" h="128335">
                  <a:moveTo>
                    <a:pt x="0" y="128335"/>
                  </a:moveTo>
                  <a:lnTo>
                    <a:pt x="7857" y="128146"/>
                  </a:lnTo>
                  <a:lnTo>
                    <a:pt x="15715" y="127957"/>
                  </a:lnTo>
                  <a:lnTo>
                    <a:pt x="23573" y="127766"/>
                  </a:lnTo>
                  <a:lnTo>
                    <a:pt x="31431" y="127576"/>
                  </a:lnTo>
                  <a:lnTo>
                    <a:pt x="39289" y="127381"/>
                  </a:lnTo>
                  <a:lnTo>
                    <a:pt x="47147" y="127183"/>
                  </a:lnTo>
                  <a:lnTo>
                    <a:pt x="55005" y="126988"/>
                  </a:lnTo>
                  <a:lnTo>
                    <a:pt x="62863" y="126795"/>
                  </a:lnTo>
                  <a:lnTo>
                    <a:pt x="70721" y="126607"/>
                  </a:lnTo>
                  <a:lnTo>
                    <a:pt x="78579" y="126405"/>
                  </a:lnTo>
                  <a:lnTo>
                    <a:pt x="86437" y="126218"/>
                  </a:lnTo>
                  <a:lnTo>
                    <a:pt x="94295" y="126022"/>
                  </a:lnTo>
                  <a:lnTo>
                    <a:pt x="102153" y="125825"/>
                  </a:lnTo>
                  <a:lnTo>
                    <a:pt x="110011" y="125628"/>
                  </a:lnTo>
                  <a:lnTo>
                    <a:pt x="117869" y="125426"/>
                  </a:lnTo>
                  <a:lnTo>
                    <a:pt x="125727" y="125221"/>
                  </a:lnTo>
                  <a:lnTo>
                    <a:pt x="133585" y="125011"/>
                  </a:lnTo>
                  <a:lnTo>
                    <a:pt x="141443" y="124806"/>
                  </a:lnTo>
                  <a:lnTo>
                    <a:pt x="149301" y="124599"/>
                  </a:lnTo>
                  <a:lnTo>
                    <a:pt x="157159" y="124392"/>
                  </a:lnTo>
                  <a:lnTo>
                    <a:pt x="165017" y="124182"/>
                  </a:lnTo>
                  <a:lnTo>
                    <a:pt x="172875" y="123972"/>
                  </a:lnTo>
                  <a:lnTo>
                    <a:pt x="180733" y="123755"/>
                  </a:lnTo>
                  <a:lnTo>
                    <a:pt x="188591" y="123540"/>
                  </a:lnTo>
                  <a:lnTo>
                    <a:pt x="196449" y="123322"/>
                  </a:lnTo>
                  <a:lnTo>
                    <a:pt x="204307" y="123100"/>
                  </a:lnTo>
                  <a:lnTo>
                    <a:pt x="212165" y="122879"/>
                  </a:lnTo>
                  <a:lnTo>
                    <a:pt x="220023" y="122657"/>
                  </a:lnTo>
                  <a:lnTo>
                    <a:pt x="227881" y="122432"/>
                  </a:lnTo>
                  <a:lnTo>
                    <a:pt x="235739" y="122205"/>
                  </a:lnTo>
                  <a:lnTo>
                    <a:pt x="243597" y="121974"/>
                  </a:lnTo>
                  <a:lnTo>
                    <a:pt x="251455" y="121746"/>
                  </a:lnTo>
                  <a:lnTo>
                    <a:pt x="259313" y="121513"/>
                  </a:lnTo>
                  <a:lnTo>
                    <a:pt x="267171" y="121278"/>
                  </a:lnTo>
                  <a:lnTo>
                    <a:pt x="275029" y="121041"/>
                  </a:lnTo>
                  <a:lnTo>
                    <a:pt x="282887" y="120803"/>
                  </a:lnTo>
                  <a:lnTo>
                    <a:pt x="290745" y="120564"/>
                  </a:lnTo>
                  <a:lnTo>
                    <a:pt x="298603" y="120326"/>
                  </a:lnTo>
                  <a:lnTo>
                    <a:pt x="306461" y="120084"/>
                  </a:lnTo>
                  <a:lnTo>
                    <a:pt x="314319" y="119842"/>
                  </a:lnTo>
                  <a:lnTo>
                    <a:pt x="322177" y="119595"/>
                  </a:lnTo>
                  <a:lnTo>
                    <a:pt x="330035" y="119346"/>
                  </a:lnTo>
                  <a:lnTo>
                    <a:pt x="337893" y="119095"/>
                  </a:lnTo>
                  <a:lnTo>
                    <a:pt x="345751" y="118843"/>
                  </a:lnTo>
                  <a:lnTo>
                    <a:pt x="353609" y="118591"/>
                  </a:lnTo>
                  <a:lnTo>
                    <a:pt x="361467" y="118336"/>
                  </a:lnTo>
                  <a:lnTo>
                    <a:pt x="369325" y="118079"/>
                  </a:lnTo>
                  <a:lnTo>
                    <a:pt x="377183" y="117821"/>
                  </a:lnTo>
                  <a:lnTo>
                    <a:pt x="385041" y="117561"/>
                  </a:lnTo>
                  <a:lnTo>
                    <a:pt x="392899" y="117301"/>
                  </a:lnTo>
                  <a:lnTo>
                    <a:pt x="400757" y="117037"/>
                  </a:lnTo>
                  <a:lnTo>
                    <a:pt x="408615" y="116771"/>
                  </a:lnTo>
                  <a:lnTo>
                    <a:pt x="416473" y="116504"/>
                  </a:lnTo>
                  <a:lnTo>
                    <a:pt x="424331" y="116235"/>
                  </a:lnTo>
                  <a:lnTo>
                    <a:pt x="432189" y="115965"/>
                  </a:lnTo>
                  <a:lnTo>
                    <a:pt x="440047" y="115692"/>
                  </a:lnTo>
                  <a:lnTo>
                    <a:pt x="447905" y="115418"/>
                  </a:lnTo>
                  <a:lnTo>
                    <a:pt x="455763" y="115141"/>
                  </a:lnTo>
                  <a:lnTo>
                    <a:pt x="463621" y="114862"/>
                  </a:lnTo>
                  <a:lnTo>
                    <a:pt x="471479" y="114582"/>
                  </a:lnTo>
                  <a:lnTo>
                    <a:pt x="479337" y="114299"/>
                  </a:lnTo>
                  <a:lnTo>
                    <a:pt x="487195" y="114013"/>
                  </a:lnTo>
                  <a:lnTo>
                    <a:pt x="495053" y="113725"/>
                  </a:lnTo>
                  <a:lnTo>
                    <a:pt x="502911" y="113435"/>
                  </a:lnTo>
                  <a:lnTo>
                    <a:pt x="510769" y="113144"/>
                  </a:lnTo>
                  <a:lnTo>
                    <a:pt x="518627" y="112850"/>
                  </a:lnTo>
                  <a:lnTo>
                    <a:pt x="526485" y="112556"/>
                  </a:lnTo>
                  <a:lnTo>
                    <a:pt x="534343" y="112261"/>
                  </a:lnTo>
                  <a:lnTo>
                    <a:pt x="542201" y="111961"/>
                  </a:lnTo>
                  <a:lnTo>
                    <a:pt x="550059" y="111658"/>
                  </a:lnTo>
                  <a:lnTo>
                    <a:pt x="557917" y="111351"/>
                  </a:lnTo>
                  <a:lnTo>
                    <a:pt x="565775" y="111043"/>
                  </a:lnTo>
                  <a:lnTo>
                    <a:pt x="573633" y="110738"/>
                  </a:lnTo>
                  <a:lnTo>
                    <a:pt x="581491" y="110429"/>
                  </a:lnTo>
                  <a:lnTo>
                    <a:pt x="589349" y="110111"/>
                  </a:lnTo>
                  <a:lnTo>
                    <a:pt x="597207" y="109792"/>
                  </a:lnTo>
                  <a:lnTo>
                    <a:pt x="605065" y="109477"/>
                  </a:lnTo>
                  <a:lnTo>
                    <a:pt x="612923" y="109161"/>
                  </a:lnTo>
                  <a:lnTo>
                    <a:pt x="620781" y="108843"/>
                  </a:lnTo>
                  <a:lnTo>
                    <a:pt x="628639" y="108522"/>
                  </a:lnTo>
                  <a:lnTo>
                    <a:pt x="636497" y="108196"/>
                  </a:lnTo>
                  <a:lnTo>
                    <a:pt x="644355" y="107869"/>
                  </a:lnTo>
                  <a:lnTo>
                    <a:pt x="652213" y="107539"/>
                  </a:lnTo>
                  <a:lnTo>
                    <a:pt x="660071" y="107207"/>
                  </a:lnTo>
                  <a:lnTo>
                    <a:pt x="667929" y="106873"/>
                  </a:lnTo>
                  <a:lnTo>
                    <a:pt x="675787" y="106541"/>
                  </a:lnTo>
                  <a:lnTo>
                    <a:pt x="683645" y="106207"/>
                  </a:lnTo>
                  <a:lnTo>
                    <a:pt x="691503" y="105873"/>
                  </a:lnTo>
                  <a:lnTo>
                    <a:pt x="699361" y="105541"/>
                  </a:lnTo>
                  <a:lnTo>
                    <a:pt x="707219" y="105205"/>
                  </a:lnTo>
                  <a:lnTo>
                    <a:pt x="715077" y="104866"/>
                  </a:lnTo>
                  <a:lnTo>
                    <a:pt x="722935" y="104516"/>
                  </a:lnTo>
                  <a:lnTo>
                    <a:pt x="730793" y="104167"/>
                  </a:lnTo>
                  <a:lnTo>
                    <a:pt x="738651" y="103814"/>
                  </a:lnTo>
                  <a:lnTo>
                    <a:pt x="746509" y="103453"/>
                  </a:lnTo>
                  <a:lnTo>
                    <a:pt x="754367" y="103088"/>
                  </a:lnTo>
                  <a:lnTo>
                    <a:pt x="762225" y="102720"/>
                  </a:lnTo>
                  <a:lnTo>
                    <a:pt x="770083" y="102356"/>
                  </a:lnTo>
                  <a:lnTo>
                    <a:pt x="777941" y="101982"/>
                  </a:lnTo>
                  <a:lnTo>
                    <a:pt x="785799" y="101608"/>
                  </a:lnTo>
                  <a:lnTo>
                    <a:pt x="793657" y="101236"/>
                  </a:lnTo>
                  <a:lnTo>
                    <a:pt x="801515" y="100863"/>
                  </a:lnTo>
                  <a:lnTo>
                    <a:pt x="809373" y="100490"/>
                  </a:lnTo>
                  <a:lnTo>
                    <a:pt x="817231" y="100112"/>
                  </a:lnTo>
                  <a:lnTo>
                    <a:pt x="825089" y="99723"/>
                  </a:lnTo>
                  <a:lnTo>
                    <a:pt x="832947" y="99332"/>
                  </a:lnTo>
                  <a:lnTo>
                    <a:pt x="840805" y="98942"/>
                  </a:lnTo>
                  <a:lnTo>
                    <a:pt x="848663" y="98551"/>
                  </a:lnTo>
                  <a:lnTo>
                    <a:pt x="856521" y="98160"/>
                  </a:lnTo>
                  <a:lnTo>
                    <a:pt x="864379" y="97762"/>
                  </a:lnTo>
                  <a:lnTo>
                    <a:pt x="872237" y="97345"/>
                  </a:lnTo>
                  <a:lnTo>
                    <a:pt x="880095" y="96950"/>
                  </a:lnTo>
                  <a:lnTo>
                    <a:pt x="887953" y="96560"/>
                  </a:lnTo>
                  <a:lnTo>
                    <a:pt x="895811" y="96169"/>
                  </a:lnTo>
                  <a:lnTo>
                    <a:pt x="903669" y="95775"/>
                  </a:lnTo>
                  <a:lnTo>
                    <a:pt x="911527" y="95375"/>
                  </a:lnTo>
                  <a:lnTo>
                    <a:pt x="919385" y="94961"/>
                  </a:lnTo>
                  <a:lnTo>
                    <a:pt x="927243" y="94551"/>
                  </a:lnTo>
                  <a:lnTo>
                    <a:pt x="935101" y="94133"/>
                  </a:lnTo>
                  <a:lnTo>
                    <a:pt x="942959" y="93714"/>
                  </a:lnTo>
                  <a:lnTo>
                    <a:pt x="950817" y="93295"/>
                  </a:lnTo>
                  <a:lnTo>
                    <a:pt x="958675" y="92871"/>
                  </a:lnTo>
                  <a:lnTo>
                    <a:pt x="966533" y="92445"/>
                  </a:lnTo>
                  <a:lnTo>
                    <a:pt x="974391" y="92003"/>
                  </a:lnTo>
                  <a:lnTo>
                    <a:pt x="982249" y="91559"/>
                  </a:lnTo>
                  <a:lnTo>
                    <a:pt x="990107" y="91119"/>
                  </a:lnTo>
                  <a:lnTo>
                    <a:pt x="997965" y="90664"/>
                  </a:lnTo>
                  <a:lnTo>
                    <a:pt x="1005823" y="90205"/>
                  </a:lnTo>
                  <a:lnTo>
                    <a:pt x="1013681" y="89754"/>
                  </a:lnTo>
                  <a:lnTo>
                    <a:pt x="1021539" y="89311"/>
                  </a:lnTo>
                  <a:lnTo>
                    <a:pt x="1029397" y="88855"/>
                  </a:lnTo>
                  <a:lnTo>
                    <a:pt x="1037254" y="88382"/>
                  </a:lnTo>
                  <a:lnTo>
                    <a:pt x="1045112" y="87911"/>
                  </a:lnTo>
                  <a:lnTo>
                    <a:pt x="1052970" y="87436"/>
                  </a:lnTo>
                  <a:lnTo>
                    <a:pt x="1060828" y="86978"/>
                  </a:lnTo>
                  <a:lnTo>
                    <a:pt x="1068686" y="86517"/>
                  </a:lnTo>
                  <a:lnTo>
                    <a:pt x="1076544" y="86017"/>
                  </a:lnTo>
                  <a:lnTo>
                    <a:pt x="1084402" y="85515"/>
                  </a:lnTo>
                  <a:lnTo>
                    <a:pt x="1092260" y="85045"/>
                  </a:lnTo>
                  <a:lnTo>
                    <a:pt x="1100118" y="84568"/>
                  </a:lnTo>
                  <a:lnTo>
                    <a:pt x="1107976" y="84066"/>
                  </a:lnTo>
                  <a:lnTo>
                    <a:pt x="1115834" y="83553"/>
                  </a:lnTo>
                  <a:lnTo>
                    <a:pt x="1123692" y="83037"/>
                  </a:lnTo>
                  <a:lnTo>
                    <a:pt x="1131550" y="82549"/>
                  </a:lnTo>
                  <a:lnTo>
                    <a:pt x="1139408" y="82064"/>
                  </a:lnTo>
                  <a:lnTo>
                    <a:pt x="1147266" y="81562"/>
                  </a:lnTo>
                  <a:lnTo>
                    <a:pt x="1155124" y="81051"/>
                  </a:lnTo>
                  <a:lnTo>
                    <a:pt x="1162982" y="80549"/>
                  </a:lnTo>
                  <a:lnTo>
                    <a:pt x="1170840" y="80034"/>
                  </a:lnTo>
                  <a:lnTo>
                    <a:pt x="1178698" y="79508"/>
                  </a:lnTo>
                  <a:lnTo>
                    <a:pt x="1186556" y="78979"/>
                  </a:lnTo>
                  <a:lnTo>
                    <a:pt x="1194414" y="78464"/>
                  </a:lnTo>
                  <a:lnTo>
                    <a:pt x="1202272" y="77946"/>
                  </a:lnTo>
                  <a:lnTo>
                    <a:pt x="1210130" y="77428"/>
                  </a:lnTo>
                  <a:lnTo>
                    <a:pt x="1217988" y="76911"/>
                  </a:lnTo>
                  <a:lnTo>
                    <a:pt x="1225846" y="76367"/>
                  </a:lnTo>
                  <a:lnTo>
                    <a:pt x="1233704" y="75825"/>
                  </a:lnTo>
                  <a:lnTo>
                    <a:pt x="1241562" y="75290"/>
                  </a:lnTo>
                  <a:lnTo>
                    <a:pt x="1249420" y="74753"/>
                  </a:lnTo>
                  <a:lnTo>
                    <a:pt x="1257278" y="74198"/>
                  </a:lnTo>
                  <a:lnTo>
                    <a:pt x="1265136" y="73653"/>
                  </a:lnTo>
                  <a:lnTo>
                    <a:pt x="1272994" y="73106"/>
                  </a:lnTo>
                  <a:lnTo>
                    <a:pt x="1280852" y="72557"/>
                  </a:lnTo>
                  <a:lnTo>
                    <a:pt x="1288710" y="72004"/>
                  </a:lnTo>
                  <a:lnTo>
                    <a:pt x="1296568" y="71427"/>
                  </a:lnTo>
                  <a:lnTo>
                    <a:pt x="1304426" y="70849"/>
                  </a:lnTo>
                  <a:lnTo>
                    <a:pt x="1312284" y="70303"/>
                  </a:lnTo>
                  <a:lnTo>
                    <a:pt x="1320142" y="69755"/>
                  </a:lnTo>
                  <a:lnTo>
                    <a:pt x="1328000" y="69208"/>
                  </a:lnTo>
                  <a:lnTo>
                    <a:pt x="1335858" y="68637"/>
                  </a:lnTo>
                  <a:lnTo>
                    <a:pt x="1343716" y="68048"/>
                  </a:lnTo>
                  <a:lnTo>
                    <a:pt x="1351574" y="67460"/>
                  </a:lnTo>
                  <a:lnTo>
                    <a:pt x="1359432" y="66876"/>
                  </a:lnTo>
                  <a:lnTo>
                    <a:pt x="1367290" y="66296"/>
                  </a:lnTo>
                  <a:lnTo>
                    <a:pt x="1375148" y="65721"/>
                  </a:lnTo>
                  <a:lnTo>
                    <a:pt x="1383006" y="65124"/>
                  </a:lnTo>
                  <a:lnTo>
                    <a:pt x="1390864" y="64523"/>
                  </a:lnTo>
                  <a:lnTo>
                    <a:pt x="1398722" y="63921"/>
                  </a:lnTo>
                  <a:lnTo>
                    <a:pt x="1406580" y="63317"/>
                  </a:lnTo>
                  <a:lnTo>
                    <a:pt x="1414438" y="62668"/>
                  </a:lnTo>
                  <a:lnTo>
                    <a:pt x="1422296" y="62021"/>
                  </a:lnTo>
                  <a:lnTo>
                    <a:pt x="1430154" y="61407"/>
                  </a:lnTo>
                  <a:lnTo>
                    <a:pt x="1438012" y="60804"/>
                  </a:lnTo>
                  <a:lnTo>
                    <a:pt x="1445870" y="60188"/>
                  </a:lnTo>
                  <a:lnTo>
                    <a:pt x="1453728" y="59571"/>
                  </a:lnTo>
                  <a:lnTo>
                    <a:pt x="1461586" y="58966"/>
                  </a:lnTo>
                  <a:lnTo>
                    <a:pt x="1469444" y="58318"/>
                  </a:lnTo>
                  <a:lnTo>
                    <a:pt x="1477302" y="57653"/>
                  </a:lnTo>
                  <a:lnTo>
                    <a:pt x="1485160" y="56977"/>
                  </a:lnTo>
                  <a:lnTo>
                    <a:pt x="1493018" y="56298"/>
                  </a:lnTo>
                  <a:lnTo>
                    <a:pt x="1500876" y="55645"/>
                  </a:lnTo>
                  <a:lnTo>
                    <a:pt x="1508734" y="54985"/>
                  </a:lnTo>
                  <a:lnTo>
                    <a:pt x="1516592" y="54271"/>
                  </a:lnTo>
                  <a:lnTo>
                    <a:pt x="1524450" y="53571"/>
                  </a:lnTo>
                  <a:lnTo>
                    <a:pt x="1532308" y="52922"/>
                  </a:lnTo>
                  <a:lnTo>
                    <a:pt x="1540166" y="52275"/>
                  </a:lnTo>
                  <a:lnTo>
                    <a:pt x="1548024" y="51626"/>
                  </a:lnTo>
                  <a:lnTo>
                    <a:pt x="1555882" y="50955"/>
                  </a:lnTo>
                  <a:lnTo>
                    <a:pt x="1563740" y="50266"/>
                  </a:lnTo>
                  <a:lnTo>
                    <a:pt x="1571598" y="49582"/>
                  </a:lnTo>
                  <a:lnTo>
                    <a:pt x="1579456" y="48847"/>
                  </a:lnTo>
                  <a:lnTo>
                    <a:pt x="1587314" y="48125"/>
                  </a:lnTo>
                  <a:lnTo>
                    <a:pt x="1595172" y="47396"/>
                  </a:lnTo>
                  <a:lnTo>
                    <a:pt x="1603030" y="46682"/>
                  </a:lnTo>
                  <a:lnTo>
                    <a:pt x="1610888" y="45968"/>
                  </a:lnTo>
                  <a:lnTo>
                    <a:pt x="1618746" y="45244"/>
                  </a:lnTo>
                  <a:lnTo>
                    <a:pt x="1626604" y="44531"/>
                  </a:lnTo>
                  <a:lnTo>
                    <a:pt x="1634462" y="43816"/>
                  </a:lnTo>
                  <a:lnTo>
                    <a:pt x="1642320" y="43097"/>
                  </a:lnTo>
                  <a:lnTo>
                    <a:pt x="1650178" y="42345"/>
                  </a:lnTo>
                  <a:lnTo>
                    <a:pt x="1658036" y="41591"/>
                  </a:lnTo>
                  <a:lnTo>
                    <a:pt x="1665894" y="40855"/>
                  </a:lnTo>
                  <a:lnTo>
                    <a:pt x="1673752" y="40114"/>
                  </a:lnTo>
                  <a:lnTo>
                    <a:pt x="1681610" y="39369"/>
                  </a:lnTo>
                  <a:lnTo>
                    <a:pt x="1689468" y="38587"/>
                  </a:lnTo>
                  <a:lnTo>
                    <a:pt x="1697326" y="37770"/>
                  </a:lnTo>
                  <a:lnTo>
                    <a:pt x="1705184" y="36988"/>
                  </a:lnTo>
                  <a:lnTo>
                    <a:pt x="1713042" y="36190"/>
                  </a:lnTo>
                  <a:lnTo>
                    <a:pt x="1720900" y="35371"/>
                  </a:lnTo>
                  <a:lnTo>
                    <a:pt x="1728758" y="34553"/>
                  </a:lnTo>
                  <a:lnTo>
                    <a:pt x="1736616" y="33778"/>
                  </a:lnTo>
                  <a:lnTo>
                    <a:pt x="1744474" y="33000"/>
                  </a:lnTo>
                  <a:lnTo>
                    <a:pt x="1752332" y="32210"/>
                  </a:lnTo>
                  <a:lnTo>
                    <a:pt x="1760190" y="31409"/>
                  </a:lnTo>
                  <a:lnTo>
                    <a:pt x="1768048" y="30586"/>
                  </a:lnTo>
                  <a:lnTo>
                    <a:pt x="1775906" y="29766"/>
                  </a:lnTo>
                  <a:lnTo>
                    <a:pt x="1783764" y="28946"/>
                  </a:lnTo>
                  <a:lnTo>
                    <a:pt x="1791622" y="28121"/>
                  </a:lnTo>
                  <a:lnTo>
                    <a:pt x="1799480" y="27292"/>
                  </a:lnTo>
                  <a:lnTo>
                    <a:pt x="1807338" y="26445"/>
                  </a:lnTo>
                  <a:lnTo>
                    <a:pt x="1815196" y="25586"/>
                  </a:lnTo>
                  <a:lnTo>
                    <a:pt x="1823054" y="24765"/>
                  </a:lnTo>
                  <a:lnTo>
                    <a:pt x="1830912" y="23956"/>
                  </a:lnTo>
                  <a:lnTo>
                    <a:pt x="1838770" y="23129"/>
                  </a:lnTo>
                  <a:lnTo>
                    <a:pt x="1846628" y="22297"/>
                  </a:lnTo>
                  <a:lnTo>
                    <a:pt x="1854486" y="21461"/>
                  </a:lnTo>
                  <a:lnTo>
                    <a:pt x="1862344" y="20617"/>
                  </a:lnTo>
                  <a:lnTo>
                    <a:pt x="1870202" y="19731"/>
                  </a:lnTo>
                  <a:lnTo>
                    <a:pt x="1878060" y="18840"/>
                  </a:lnTo>
                  <a:lnTo>
                    <a:pt x="1885918" y="17960"/>
                  </a:lnTo>
                  <a:lnTo>
                    <a:pt x="1893776" y="17041"/>
                  </a:lnTo>
                  <a:lnTo>
                    <a:pt x="1901634" y="16099"/>
                  </a:lnTo>
                  <a:lnTo>
                    <a:pt x="1909492" y="15128"/>
                  </a:lnTo>
                  <a:lnTo>
                    <a:pt x="1917350" y="14179"/>
                  </a:lnTo>
                  <a:lnTo>
                    <a:pt x="1925208" y="13249"/>
                  </a:lnTo>
                  <a:lnTo>
                    <a:pt x="1933066" y="12336"/>
                  </a:lnTo>
                  <a:lnTo>
                    <a:pt x="1940924" y="11445"/>
                  </a:lnTo>
                  <a:lnTo>
                    <a:pt x="1948782" y="10536"/>
                  </a:lnTo>
                  <a:lnTo>
                    <a:pt x="1956640" y="9598"/>
                  </a:lnTo>
                  <a:lnTo>
                    <a:pt x="1964498" y="8635"/>
                  </a:lnTo>
                  <a:lnTo>
                    <a:pt x="1972356" y="7732"/>
                  </a:lnTo>
                  <a:lnTo>
                    <a:pt x="1980214" y="6824"/>
                  </a:lnTo>
                  <a:lnTo>
                    <a:pt x="1988072" y="5893"/>
                  </a:lnTo>
                  <a:lnTo>
                    <a:pt x="1995930" y="4957"/>
                  </a:lnTo>
                  <a:lnTo>
                    <a:pt x="2003788" y="4016"/>
                  </a:lnTo>
                  <a:lnTo>
                    <a:pt x="2011646" y="3008"/>
                  </a:lnTo>
                  <a:lnTo>
                    <a:pt x="2019504" y="2003"/>
                  </a:lnTo>
                  <a:lnTo>
                    <a:pt x="2027362" y="979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186414" y="4761905"/>
              <a:ext cx="2035220" cy="101256"/>
            </a:xfrm>
            <a:custGeom>
              <a:avLst/>
              <a:pathLst>
                <a:path w="2035220" h="101256">
                  <a:moveTo>
                    <a:pt x="0" y="101256"/>
                  </a:moveTo>
                  <a:lnTo>
                    <a:pt x="7857" y="101134"/>
                  </a:lnTo>
                  <a:lnTo>
                    <a:pt x="15715" y="101018"/>
                  </a:lnTo>
                  <a:lnTo>
                    <a:pt x="23573" y="100904"/>
                  </a:lnTo>
                  <a:lnTo>
                    <a:pt x="31431" y="100777"/>
                  </a:lnTo>
                  <a:lnTo>
                    <a:pt x="39289" y="100666"/>
                  </a:lnTo>
                  <a:lnTo>
                    <a:pt x="47147" y="100525"/>
                  </a:lnTo>
                  <a:lnTo>
                    <a:pt x="55005" y="100401"/>
                  </a:lnTo>
                  <a:lnTo>
                    <a:pt x="62863" y="100296"/>
                  </a:lnTo>
                  <a:lnTo>
                    <a:pt x="70721" y="100180"/>
                  </a:lnTo>
                  <a:lnTo>
                    <a:pt x="78579" y="100051"/>
                  </a:lnTo>
                  <a:lnTo>
                    <a:pt x="86437" y="99925"/>
                  </a:lnTo>
                  <a:lnTo>
                    <a:pt x="94295" y="99820"/>
                  </a:lnTo>
                  <a:lnTo>
                    <a:pt x="102153" y="99711"/>
                  </a:lnTo>
                  <a:lnTo>
                    <a:pt x="110011" y="99590"/>
                  </a:lnTo>
                  <a:lnTo>
                    <a:pt x="117869" y="99467"/>
                  </a:lnTo>
                  <a:lnTo>
                    <a:pt x="125727" y="99316"/>
                  </a:lnTo>
                  <a:lnTo>
                    <a:pt x="133585" y="99180"/>
                  </a:lnTo>
                  <a:lnTo>
                    <a:pt x="141443" y="99056"/>
                  </a:lnTo>
                  <a:lnTo>
                    <a:pt x="149301" y="98916"/>
                  </a:lnTo>
                  <a:lnTo>
                    <a:pt x="157159" y="98784"/>
                  </a:lnTo>
                  <a:lnTo>
                    <a:pt x="165017" y="98637"/>
                  </a:lnTo>
                  <a:lnTo>
                    <a:pt x="172875" y="98506"/>
                  </a:lnTo>
                  <a:lnTo>
                    <a:pt x="180733" y="98373"/>
                  </a:lnTo>
                  <a:lnTo>
                    <a:pt x="188591" y="98225"/>
                  </a:lnTo>
                  <a:lnTo>
                    <a:pt x="196449" y="98084"/>
                  </a:lnTo>
                  <a:lnTo>
                    <a:pt x="204307" y="97940"/>
                  </a:lnTo>
                  <a:lnTo>
                    <a:pt x="212165" y="97791"/>
                  </a:lnTo>
                  <a:lnTo>
                    <a:pt x="220023" y="97658"/>
                  </a:lnTo>
                  <a:lnTo>
                    <a:pt x="227881" y="97488"/>
                  </a:lnTo>
                  <a:lnTo>
                    <a:pt x="235739" y="97327"/>
                  </a:lnTo>
                  <a:lnTo>
                    <a:pt x="243597" y="97175"/>
                  </a:lnTo>
                  <a:lnTo>
                    <a:pt x="251455" y="97053"/>
                  </a:lnTo>
                  <a:lnTo>
                    <a:pt x="259313" y="96896"/>
                  </a:lnTo>
                  <a:lnTo>
                    <a:pt x="267171" y="96729"/>
                  </a:lnTo>
                  <a:lnTo>
                    <a:pt x="275029" y="96592"/>
                  </a:lnTo>
                  <a:lnTo>
                    <a:pt x="282887" y="96422"/>
                  </a:lnTo>
                  <a:lnTo>
                    <a:pt x="290745" y="96302"/>
                  </a:lnTo>
                  <a:lnTo>
                    <a:pt x="298603" y="96110"/>
                  </a:lnTo>
                  <a:lnTo>
                    <a:pt x="306461" y="95943"/>
                  </a:lnTo>
                  <a:lnTo>
                    <a:pt x="314319" y="95776"/>
                  </a:lnTo>
                  <a:lnTo>
                    <a:pt x="322177" y="95591"/>
                  </a:lnTo>
                  <a:lnTo>
                    <a:pt x="330035" y="95389"/>
                  </a:lnTo>
                  <a:lnTo>
                    <a:pt x="337893" y="95218"/>
                  </a:lnTo>
                  <a:lnTo>
                    <a:pt x="345751" y="95019"/>
                  </a:lnTo>
                  <a:lnTo>
                    <a:pt x="353609" y="94792"/>
                  </a:lnTo>
                  <a:lnTo>
                    <a:pt x="361467" y="94582"/>
                  </a:lnTo>
                  <a:lnTo>
                    <a:pt x="369325" y="94426"/>
                  </a:lnTo>
                  <a:lnTo>
                    <a:pt x="377183" y="94271"/>
                  </a:lnTo>
                  <a:lnTo>
                    <a:pt x="385041" y="94105"/>
                  </a:lnTo>
                  <a:lnTo>
                    <a:pt x="392899" y="93962"/>
                  </a:lnTo>
                  <a:lnTo>
                    <a:pt x="400757" y="93770"/>
                  </a:lnTo>
                  <a:lnTo>
                    <a:pt x="408615" y="93601"/>
                  </a:lnTo>
                  <a:lnTo>
                    <a:pt x="416473" y="93411"/>
                  </a:lnTo>
                  <a:lnTo>
                    <a:pt x="424331" y="93231"/>
                  </a:lnTo>
                  <a:lnTo>
                    <a:pt x="432189" y="93036"/>
                  </a:lnTo>
                  <a:lnTo>
                    <a:pt x="440047" y="92778"/>
                  </a:lnTo>
                  <a:lnTo>
                    <a:pt x="447905" y="92638"/>
                  </a:lnTo>
                  <a:lnTo>
                    <a:pt x="455763" y="92451"/>
                  </a:lnTo>
                  <a:lnTo>
                    <a:pt x="463621" y="92277"/>
                  </a:lnTo>
                  <a:lnTo>
                    <a:pt x="471479" y="92096"/>
                  </a:lnTo>
                  <a:lnTo>
                    <a:pt x="479337" y="91859"/>
                  </a:lnTo>
                  <a:lnTo>
                    <a:pt x="487195" y="91662"/>
                  </a:lnTo>
                  <a:lnTo>
                    <a:pt x="495053" y="91460"/>
                  </a:lnTo>
                  <a:lnTo>
                    <a:pt x="502911" y="91230"/>
                  </a:lnTo>
                  <a:lnTo>
                    <a:pt x="510769" y="91025"/>
                  </a:lnTo>
                  <a:lnTo>
                    <a:pt x="518627" y="90860"/>
                  </a:lnTo>
                  <a:lnTo>
                    <a:pt x="526485" y="90700"/>
                  </a:lnTo>
                  <a:lnTo>
                    <a:pt x="534343" y="90548"/>
                  </a:lnTo>
                  <a:lnTo>
                    <a:pt x="542201" y="90371"/>
                  </a:lnTo>
                  <a:lnTo>
                    <a:pt x="550059" y="90166"/>
                  </a:lnTo>
                  <a:lnTo>
                    <a:pt x="557917" y="89889"/>
                  </a:lnTo>
                  <a:lnTo>
                    <a:pt x="565775" y="89612"/>
                  </a:lnTo>
                  <a:lnTo>
                    <a:pt x="573633" y="89377"/>
                  </a:lnTo>
                  <a:lnTo>
                    <a:pt x="581491" y="89172"/>
                  </a:lnTo>
                  <a:lnTo>
                    <a:pt x="589349" y="88937"/>
                  </a:lnTo>
                  <a:lnTo>
                    <a:pt x="597207" y="88703"/>
                  </a:lnTo>
                  <a:lnTo>
                    <a:pt x="605065" y="88464"/>
                  </a:lnTo>
                  <a:lnTo>
                    <a:pt x="612923" y="88213"/>
                  </a:lnTo>
                  <a:lnTo>
                    <a:pt x="620781" y="87961"/>
                  </a:lnTo>
                  <a:lnTo>
                    <a:pt x="628639" y="87757"/>
                  </a:lnTo>
                  <a:lnTo>
                    <a:pt x="636497" y="87561"/>
                  </a:lnTo>
                  <a:lnTo>
                    <a:pt x="644355" y="87352"/>
                  </a:lnTo>
                  <a:lnTo>
                    <a:pt x="652213" y="87113"/>
                  </a:lnTo>
                  <a:lnTo>
                    <a:pt x="660071" y="86864"/>
                  </a:lnTo>
                  <a:lnTo>
                    <a:pt x="667929" y="86620"/>
                  </a:lnTo>
                  <a:lnTo>
                    <a:pt x="675787" y="86437"/>
                  </a:lnTo>
                  <a:lnTo>
                    <a:pt x="683645" y="86246"/>
                  </a:lnTo>
                  <a:lnTo>
                    <a:pt x="691503" y="86022"/>
                  </a:lnTo>
                  <a:lnTo>
                    <a:pt x="699361" y="85787"/>
                  </a:lnTo>
                  <a:lnTo>
                    <a:pt x="707219" y="85607"/>
                  </a:lnTo>
                  <a:lnTo>
                    <a:pt x="715077" y="85327"/>
                  </a:lnTo>
                  <a:lnTo>
                    <a:pt x="722935" y="85075"/>
                  </a:lnTo>
                  <a:lnTo>
                    <a:pt x="730793" y="84797"/>
                  </a:lnTo>
                  <a:lnTo>
                    <a:pt x="738651" y="84550"/>
                  </a:lnTo>
                  <a:lnTo>
                    <a:pt x="746509" y="84332"/>
                  </a:lnTo>
                  <a:lnTo>
                    <a:pt x="754367" y="84073"/>
                  </a:lnTo>
                  <a:lnTo>
                    <a:pt x="762225" y="83799"/>
                  </a:lnTo>
                  <a:lnTo>
                    <a:pt x="770083" y="83528"/>
                  </a:lnTo>
                  <a:lnTo>
                    <a:pt x="777941" y="83253"/>
                  </a:lnTo>
                  <a:lnTo>
                    <a:pt x="785799" y="82991"/>
                  </a:lnTo>
                  <a:lnTo>
                    <a:pt x="793657" y="82748"/>
                  </a:lnTo>
                  <a:lnTo>
                    <a:pt x="801515" y="82440"/>
                  </a:lnTo>
                  <a:lnTo>
                    <a:pt x="809373" y="82153"/>
                  </a:lnTo>
                  <a:lnTo>
                    <a:pt x="817231" y="81866"/>
                  </a:lnTo>
                  <a:lnTo>
                    <a:pt x="825089" y="81618"/>
                  </a:lnTo>
                  <a:lnTo>
                    <a:pt x="832947" y="81383"/>
                  </a:lnTo>
                  <a:lnTo>
                    <a:pt x="840805" y="81080"/>
                  </a:lnTo>
                  <a:lnTo>
                    <a:pt x="848663" y="80777"/>
                  </a:lnTo>
                  <a:lnTo>
                    <a:pt x="856521" y="80494"/>
                  </a:lnTo>
                  <a:lnTo>
                    <a:pt x="864379" y="80108"/>
                  </a:lnTo>
                  <a:lnTo>
                    <a:pt x="872237" y="79810"/>
                  </a:lnTo>
                  <a:lnTo>
                    <a:pt x="880095" y="79543"/>
                  </a:lnTo>
                  <a:lnTo>
                    <a:pt x="887953" y="79300"/>
                  </a:lnTo>
                  <a:lnTo>
                    <a:pt x="895811" y="78989"/>
                  </a:lnTo>
                  <a:lnTo>
                    <a:pt x="903669" y="78682"/>
                  </a:lnTo>
                  <a:lnTo>
                    <a:pt x="911527" y="78433"/>
                  </a:lnTo>
                  <a:lnTo>
                    <a:pt x="919385" y="78113"/>
                  </a:lnTo>
                  <a:lnTo>
                    <a:pt x="927243" y="77813"/>
                  </a:lnTo>
                  <a:lnTo>
                    <a:pt x="935101" y="77477"/>
                  </a:lnTo>
                  <a:lnTo>
                    <a:pt x="942959" y="77130"/>
                  </a:lnTo>
                  <a:lnTo>
                    <a:pt x="950817" y="76840"/>
                  </a:lnTo>
                  <a:lnTo>
                    <a:pt x="958675" y="76540"/>
                  </a:lnTo>
                  <a:lnTo>
                    <a:pt x="966533" y="76187"/>
                  </a:lnTo>
                  <a:lnTo>
                    <a:pt x="974391" y="75910"/>
                  </a:lnTo>
                  <a:lnTo>
                    <a:pt x="982249" y="75635"/>
                  </a:lnTo>
                  <a:lnTo>
                    <a:pt x="990107" y="75372"/>
                  </a:lnTo>
                  <a:lnTo>
                    <a:pt x="997965" y="75071"/>
                  </a:lnTo>
                  <a:lnTo>
                    <a:pt x="1005823" y="74685"/>
                  </a:lnTo>
                  <a:lnTo>
                    <a:pt x="1013681" y="74357"/>
                  </a:lnTo>
                  <a:lnTo>
                    <a:pt x="1021539" y="74075"/>
                  </a:lnTo>
                  <a:lnTo>
                    <a:pt x="1029397" y="73714"/>
                  </a:lnTo>
                  <a:lnTo>
                    <a:pt x="1037254" y="73407"/>
                  </a:lnTo>
                  <a:lnTo>
                    <a:pt x="1045112" y="73079"/>
                  </a:lnTo>
                  <a:lnTo>
                    <a:pt x="1052970" y="72735"/>
                  </a:lnTo>
                  <a:lnTo>
                    <a:pt x="1060828" y="72363"/>
                  </a:lnTo>
                  <a:lnTo>
                    <a:pt x="1068686" y="71999"/>
                  </a:lnTo>
                  <a:lnTo>
                    <a:pt x="1076544" y="71567"/>
                  </a:lnTo>
                  <a:lnTo>
                    <a:pt x="1084402" y="71277"/>
                  </a:lnTo>
                  <a:lnTo>
                    <a:pt x="1092260" y="70946"/>
                  </a:lnTo>
                  <a:lnTo>
                    <a:pt x="1100118" y="70558"/>
                  </a:lnTo>
                  <a:lnTo>
                    <a:pt x="1107976" y="70146"/>
                  </a:lnTo>
                  <a:lnTo>
                    <a:pt x="1115834" y="69775"/>
                  </a:lnTo>
                  <a:lnTo>
                    <a:pt x="1123692" y="69338"/>
                  </a:lnTo>
                  <a:lnTo>
                    <a:pt x="1131550" y="68960"/>
                  </a:lnTo>
                  <a:lnTo>
                    <a:pt x="1139408" y="68612"/>
                  </a:lnTo>
                  <a:lnTo>
                    <a:pt x="1147266" y="68218"/>
                  </a:lnTo>
                  <a:lnTo>
                    <a:pt x="1155124" y="67804"/>
                  </a:lnTo>
                  <a:lnTo>
                    <a:pt x="1162982" y="67369"/>
                  </a:lnTo>
                  <a:lnTo>
                    <a:pt x="1170840" y="66948"/>
                  </a:lnTo>
                  <a:lnTo>
                    <a:pt x="1178698" y="66596"/>
                  </a:lnTo>
                  <a:lnTo>
                    <a:pt x="1186556" y="66257"/>
                  </a:lnTo>
                  <a:lnTo>
                    <a:pt x="1194414" y="65870"/>
                  </a:lnTo>
                  <a:lnTo>
                    <a:pt x="1202272" y="65468"/>
                  </a:lnTo>
                  <a:lnTo>
                    <a:pt x="1210130" y="65065"/>
                  </a:lnTo>
                  <a:lnTo>
                    <a:pt x="1217988" y="64679"/>
                  </a:lnTo>
                  <a:lnTo>
                    <a:pt x="1225846" y="64227"/>
                  </a:lnTo>
                  <a:lnTo>
                    <a:pt x="1233704" y="63800"/>
                  </a:lnTo>
                  <a:lnTo>
                    <a:pt x="1241562" y="63421"/>
                  </a:lnTo>
                  <a:lnTo>
                    <a:pt x="1249420" y="63030"/>
                  </a:lnTo>
                  <a:lnTo>
                    <a:pt x="1257278" y="62608"/>
                  </a:lnTo>
                  <a:lnTo>
                    <a:pt x="1265136" y="62142"/>
                  </a:lnTo>
                  <a:lnTo>
                    <a:pt x="1272994" y="61682"/>
                  </a:lnTo>
                  <a:lnTo>
                    <a:pt x="1280852" y="61215"/>
                  </a:lnTo>
                  <a:lnTo>
                    <a:pt x="1288710" y="60793"/>
                  </a:lnTo>
                  <a:lnTo>
                    <a:pt x="1296568" y="60264"/>
                  </a:lnTo>
                  <a:lnTo>
                    <a:pt x="1304426" y="59709"/>
                  </a:lnTo>
                  <a:lnTo>
                    <a:pt x="1312284" y="59262"/>
                  </a:lnTo>
                  <a:lnTo>
                    <a:pt x="1320142" y="58765"/>
                  </a:lnTo>
                  <a:lnTo>
                    <a:pt x="1328000" y="58297"/>
                  </a:lnTo>
                  <a:lnTo>
                    <a:pt x="1335858" y="57781"/>
                  </a:lnTo>
                  <a:lnTo>
                    <a:pt x="1343716" y="57297"/>
                  </a:lnTo>
                  <a:lnTo>
                    <a:pt x="1351574" y="56807"/>
                  </a:lnTo>
                  <a:lnTo>
                    <a:pt x="1359432" y="56371"/>
                  </a:lnTo>
                  <a:lnTo>
                    <a:pt x="1367290" y="55911"/>
                  </a:lnTo>
                  <a:lnTo>
                    <a:pt x="1375148" y="55443"/>
                  </a:lnTo>
                  <a:lnTo>
                    <a:pt x="1383006" y="54975"/>
                  </a:lnTo>
                  <a:lnTo>
                    <a:pt x="1390864" y="54570"/>
                  </a:lnTo>
                  <a:lnTo>
                    <a:pt x="1398722" y="54070"/>
                  </a:lnTo>
                  <a:lnTo>
                    <a:pt x="1406580" y="53569"/>
                  </a:lnTo>
                  <a:lnTo>
                    <a:pt x="1414438" y="53055"/>
                  </a:lnTo>
                  <a:lnTo>
                    <a:pt x="1422296" y="52556"/>
                  </a:lnTo>
                  <a:lnTo>
                    <a:pt x="1430154" y="52137"/>
                  </a:lnTo>
                  <a:lnTo>
                    <a:pt x="1438012" y="51671"/>
                  </a:lnTo>
                  <a:lnTo>
                    <a:pt x="1445870" y="51076"/>
                  </a:lnTo>
                  <a:lnTo>
                    <a:pt x="1453728" y="50578"/>
                  </a:lnTo>
                  <a:lnTo>
                    <a:pt x="1461586" y="50144"/>
                  </a:lnTo>
                  <a:lnTo>
                    <a:pt x="1469444" y="49707"/>
                  </a:lnTo>
                  <a:lnTo>
                    <a:pt x="1477302" y="49244"/>
                  </a:lnTo>
                  <a:lnTo>
                    <a:pt x="1485160" y="48733"/>
                  </a:lnTo>
                  <a:lnTo>
                    <a:pt x="1493018" y="48260"/>
                  </a:lnTo>
                  <a:lnTo>
                    <a:pt x="1500876" y="47734"/>
                  </a:lnTo>
                  <a:lnTo>
                    <a:pt x="1508734" y="47226"/>
                  </a:lnTo>
                  <a:lnTo>
                    <a:pt x="1516592" y="46687"/>
                  </a:lnTo>
                  <a:lnTo>
                    <a:pt x="1524450" y="46119"/>
                  </a:lnTo>
                  <a:lnTo>
                    <a:pt x="1532308" y="45497"/>
                  </a:lnTo>
                  <a:lnTo>
                    <a:pt x="1540166" y="44874"/>
                  </a:lnTo>
                  <a:lnTo>
                    <a:pt x="1548024" y="44293"/>
                  </a:lnTo>
                  <a:lnTo>
                    <a:pt x="1555882" y="43703"/>
                  </a:lnTo>
                  <a:lnTo>
                    <a:pt x="1563740" y="43114"/>
                  </a:lnTo>
                  <a:lnTo>
                    <a:pt x="1571598" y="42532"/>
                  </a:lnTo>
                  <a:lnTo>
                    <a:pt x="1579456" y="41970"/>
                  </a:lnTo>
                  <a:lnTo>
                    <a:pt x="1587314" y="41435"/>
                  </a:lnTo>
                  <a:lnTo>
                    <a:pt x="1595172" y="40874"/>
                  </a:lnTo>
                  <a:lnTo>
                    <a:pt x="1603030" y="40253"/>
                  </a:lnTo>
                  <a:lnTo>
                    <a:pt x="1610888" y="39594"/>
                  </a:lnTo>
                  <a:lnTo>
                    <a:pt x="1618746" y="38911"/>
                  </a:lnTo>
                  <a:lnTo>
                    <a:pt x="1626604" y="38362"/>
                  </a:lnTo>
                  <a:lnTo>
                    <a:pt x="1634462" y="37820"/>
                  </a:lnTo>
                  <a:lnTo>
                    <a:pt x="1642320" y="37230"/>
                  </a:lnTo>
                  <a:lnTo>
                    <a:pt x="1650178" y="36586"/>
                  </a:lnTo>
                  <a:lnTo>
                    <a:pt x="1658036" y="35957"/>
                  </a:lnTo>
                  <a:lnTo>
                    <a:pt x="1665894" y="35357"/>
                  </a:lnTo>
                  <a:lnTo>
                    <a:pt x="1673752" y="34736"/>
                  </a:lnTo>
                  <a:lnTo>
                    <a:pt x="1681610" y="34108"/>
                  </a:lnTo>
                  <a:lnTo>
                    <a:pt x="1689468" y="33443"/>
                  </a:lnTo>
                  <a:lnTo>
                    <a:pt x="1697326" y="32828"/>
                  </a:lnTo>
                  <a:lnTo>
                    <a:pt x="1705184" y="32107"/>
                  </a:lnTo>
                  <a:lnTo>
                    <a:pt x="1713042" y="31423"/>
                  </a:lnTo>
                  <a:lnTo>
                    <a:pt x="1720900" y="30765"/>
                  </a:lnTo>
                  <a:lnTo>
                    <a:pt x="1728758" y="30034"/>
                  </a:lnTo>
                  <a:lnTo>
                    <a:pt x="1736616" y="29293"/>
                  </a:lnTo>
                  <a:lnTo>
                    <a:pt x="1744474" y="28566"/>
                  </a:lnTo>
                  <a:lnTo>
                    <a:pt x="1752332" y="27933"/>
                  </a:lnTo>
                  <a:lnTo>
                    <a:pt x="1760190" y="27267"/>
                  </a:lnTo>
                  <a:lnTo>
                    <a:pt x="1768048" y="26616"/>
                  </a:lnTo>
                  <a:lnTo>
                    <a:pt x="1775906" y="25961"/>
                  </a:lnTo>
                  <a:lnTo>
                    <a:pt x="1783764" y="25273"/>
                  </a:lnTo>
                  <a:lnTo>
                    <a:pt x="1791622" y="24561"/>
                  </a:lnTo>
                  <a:lnTo>
                    <a:pt x="1799480" y="23869"/>
                  </a:lnTo>
                  <a:lnTo>
                    <a:pt x="1807338" y="23211"/>
                  </a:lnTo>
                  <a:lnTo>
                    <a:pt x="1815196" y="22549"/>
                  </a:lnTo>
                  <a:lnTo>
                    <a:pt x="1823054" y="21882"/>
                  </a:lnTo>
                  <a:lnTo>
                    <a:pt x="1830912" y="21211"/>
                  </a:lnTo>
                  <a:lnTo>
                    <a:pt x="1838770" y="20495"/>
                  </a:lnTo>
                  <a:lnTo>
                    <a:pt x="1846628" y="19750"/>
                  </a:lnTo>
                  <a:lnTo>
                    <a:pt x="1854486" y="19002"/>
                  </a:lnTo>
                  <a:lnTo>
                    <a:pt x="1862344" y="18294"/>
                  </a:lnTo>
                  <a:lnTo>
                    <a:pt x="1870202" y="17532"/>
                  </a:lnTo>
                  <a:lnTo>
                    <a:pt x="1878060" y="16759"/>
                  </a:lnTo>
                  <a:lnTo>
                    <a:pt x="1885918" y="15922"/>
                  </a:lnTo>
                  <a:lnTo>
                    <a:pt x="1893776" y="15161"/>
                  </a:lnTo>
                  <a:lnTo>
                    <a:pt x="1901634" y="14408"/>
                  </a:lnTo>
                  <a:lnTo>
                    <a:pt x="1909492" y="13651"/>
                  </a:lnTo>
                  <a:lnTo>
                    <a:pt x="1917350" y="12841"/>
                  </a:lnTo>
                  <a:lnTo>
                    <a:pt x="1925208" y="12004"/>
                  </a:lnTo>
                  <a:lnTo>
                    <a:pt x="1933066" y="11152"/>
                  </a:lnTo>
                  <a:lnTo>
                    <a:pt x="1940924" y="10305"/>
                  </a:lnTo>
                  <a:lnTo>
                    <a:pt x="1948782" y="9492"/>
                  </a:lnTo>
                  <a:lnTo>
                    <a:pt x="1956640" y="8718"/>
                  </a:lnTo>
                  <a:lnTo>
                    <a:pt x="1964498" y="7895"/>
                  </a:lnTo>
                  <a:lnTo>
                    <a:pt x="1972356" y="7087"/>
                  </a:lnTo>
                  <a:lnTo>
                    <a:pt x="1980214" y="6176"/>
                  </a:lnTo>
                  <a:lnTo>
                    <a:pt x="1988072" y="5296"/>
                  </a:lnTo>
                  <a:lnTo>
                    <a:pt x="1995930" y="4446"/>
                  </a:lnTo>
                  <a:lnTo>
                    <a:pt x="2003788" y="3537"/>
                  </a:lnTo>
                  <a:lnTo>
                    <a:pt x="2011646" y="2607"/>
                  </a:lnTo>
                  <a:lnTo>
                    <a:pt x="2019504" y="1715"/>
                  </a:lnTo>
                  <a:lnTo>
                    <a:pt x="2027362" y="852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186414" y="4852255"/>
              <a:ext cx="2035220" cy="20855"/>
            </a:xfrm>
            <a:custGeom>
              <a:avLst/>
              <a:pathLst>
                <a:path w="2035220" h="20855">
                  <a:moveTo>
                    <a:pt x="0" y="0"/>
                  </a:moveTo>
                  <a:lnTo>
                    <a:pt x="7857" y="191"/>
                  </a:lnTo>
                  <a:lnTo>
                    <a:pt x="15715" y="346"/>
                  </a:lnTo>
                  <a:lnTo>
                    <a:pt x="23573" y="505"/>
                  </a:lnTo>
                  <a:lnTo>
                    <a:pt x="31431" y="685"/>
                  </a:lnTo>
                  <a:lnTo>
                    <a:pt x="39289" y="877"/>
                  </a:lnTo>
                  <a:lnTo>
                    <a:pt x="47147" y="1040"/>
                  </a:lnTo>
                  <a:lnTo>
                    <a:pt x="55005" y="1218"/>
                  </a:lnTo>
                  <a:lnTo>
                    <a:pt x="62863" y="1377"/>
                  </a:lnTo>
                  <a:lnTo>
                    <a:pt x="70721" y="1559"/>
                  </a:lnTo>
                  <a:lnTo>
                    <a:pt x="78579" y="1749"/>
                  </a:lnTo>
                  <a:lnTo>
                    <a:pt x="86437" y="1954"/>
                  </a:lnTo>
                  <a:lnTo>
                    <a:pt x="94295" y="2091"/>
                  </a:lnTo>
                  <a:lnTo>
                    <a:pt x="102153" y="2267"/>
                  </a:lnTo>
                  <a:lnTo>
                    <a:pt x="110011" y="2405"/>
                  </a:lnTo>
                  <a:lnTo>
                    <a:pt x="117869" y="2535"/>
                  </a:lnTo>
                  <a:lnTo>
                    <a:pt x="125727" y="2687"/>
                  </a:lnTo>
                  <a:lnTo>
                    <a:pt x="133585" y="2846"/>
                  </a:lnTo>
                  <a:lnTo>
                    <a:pt x="141443" y="2973"/>
                  </a:lnTo>
                  <a:lnTo>
                    <a:pt x="149301" y="3122"/>
                  </a:lnTo>
                  <a:lnTo>
                    <a:pt x="157159" y="3276"/>
                  </a:lnTo>
                  <a:lnTo>
                    <a:pt x="165017" y="3400"/>
                  </a:lnTo>
                  <a:lnTo>
                    <a:pt x="172875" y="3550"/>
                  </a:lnTo>
                  <a:lnTo>
                    <a:pt x="180733" y="3714"/>
                  </a:lnTo>
                  <a:lnTo>
                    <a:pt x="188591" y="3879"/>
                  </a:lnTo>
                  <a:lnTo>
                    <a:pt x="196449" y="3994"/>
                  </a:lnTo>
                  <a:lnTo>
                    <a:pt x="204307" y="4186"/>
                  </a:lnTo>
                  <a:lnTo>
                    <a:pt x="212165" y="4338"/>
                  </a:lnTo>
                  <a:lnTo>
                    <a:pt x="220023" y="4460"/>
                  </a:lnTo>
                  <a:lnTo>
                    <a:pt x="227881" y="4634"/>
                  </a:lnTo>
                  <a:lnTo>
                    <a:pt x="235739" y="4765"/>
                  </a:lnTo>
                  <a:lnTo>
                    <a:pt x="243597" y="4913"/>
                  </a:lnTo>
                  <a:lnTo>
                    <a:pt x="251455" y="5059"/>
                  </a:lnTo>
                  <a:lnTo>
                    <a:pt x="259313" y="5210"/>
                  </a:lnTo>
                  <a:lnTo>
                    <a:pt x="267171" y="5360"/>
                  </a:lnTo>
                  <a:lnTo>
                    <a:pt x="275029" y="5496"/>
                  </a:lnTo>
                  <a:lnTo>
                    <a:pt x="282887" y="5618"/>
                  </a:lnTo>
                  <a:lnTo>
                    <a:pt x="290745" y="5787"/>
                  </a:lnTo>
                  <a:lnTo>
                    <a:pt x="298603" y="5910"/>
                  </a:lnTo>
                  <a:lnTo>
                    <a:pt x="306461" y="6027"/>
                  </a:lnTo>
                  <a:lnTo>
                    <a:pt x="314319" y="6121"/>
                  </a:lnTo>
                  <a:lnTo>
                    <a:pt x="322177" y="6206"/>
                  </a:lnTo>
                  <a:lnTo>
                    <a:pt x="330035" y="6327"/>
                  </a:lnTo>
                  <a:lnTo>
                    <a:pt x="337893" y="6451"/>
                  </a:lnTo>
                  <a:lnTo>
                    <a:pt x="345751" y="6596"/>
                  </a:lnTo>
                  <a:lnTo>
                    <a:pt x="353609" y="6714"/>
                  </a:lnTo>
                  <a:lnTo>
                    <a:pt x="361467" y="6855"/>
                  </a:lnTo>
                  <a:lnTo>
                    <a:pt x="369325" y="6989"/>
                  </a:lnTo>
                  <a:lnTo>
                    <a:pt x="377183" y="7139"/>
                  </a:lnTo>
                  <a:lnTo>
                    <a:pt x="385041" y="7276"/>
                  </a:lnTo>
                  <a:lnTo>
                    <a:pt x="392899" y="7395"/>
                  </a:lnTo>
                  <a:lnTo>
                    <a:pt x="400757" y="7515"/>
                  </a:lnTo>
                  <a:lnTo>
                    <a:pt x="408615" y="7657"/>
                  </a:lnTo>
                  <a:lnTo>
                    <a:pt x="416473" y="7766"/>
                  </a:lnTo>
                  <a:lnTo>
                    <a:pt x="424331" y="7908"/>
                  </a:lnTo>
                  <a:lnTo>
                    <a:pt x="432189" y="8035"/>
                  </a:lnTo>
                  <a:lnTo>
                    <a:pt x="440047" y="8150"/>
                  </a:lnTo>
                  <a:lnTo>
                    <a:pt x="447905" y="8269"/>
                  </a:lnTo>
                  <a:lnTo>
                    <a:pt x="455763" y="8397"/>
                  </a:lnTo>
                  <a:lnTo>
                    <a:pt x="463621" y="8518"/>
                  </a:lnTo>
                  <a:lnTo>
                    <a:pt x="471479" y="8623"/>
                  </a:lnTo>
                  <a:lnTo>
                    <a:pt x="479337" y="8730"/>
                  </a:lnTo>
                  <a:lnTo>
                    <a:pt x="487195" y="8863"/>
                  </a:lnTo>
                  <a:lnTo>
                    <a:pt x="495053" y="8992"/>
                  </a:lnTo>
                  <a:lnTo>
                    <a:pt x="502911" y="9105"/>
                  </a:lnTo>
                  <a:lnTo>
                    <a:pt x="510769" y="9218"/>
                  </a:lnTo>
                  <a:lnTo>
                    <a:pt x="518627" y="9323"/>
                  </a:lnTo>
                  <a:lnTo>
                    <a:pt x="526485" y="9390"/>
                  </a:lnTo>
                  <a:lnTo>
                    <a:pt x="534343" y="9496"/>
                  </a:lnTo>
                  <a:lnTo>
                    <a:pt x="542201" y="9580"/>
                  </a:lnTo>
                  <a:lnTo>
                    <a:pt x="550059" y="9686"/>
                  </a:lnTo>
                  <a:lnTo>
                    <a:pt x="557917" y="9789"/>
                  </a:lnTo>
                  <a:lnTo>
                    <a:pt x="565775" y="9882"/>
                  </a:lnTo>
                  <a:lnTo>
                    <a:pt x="573633" y="9955"/>
                  </a:lnTo>
                  <a:lnTo>
                    <a:pt x="581491" y="10069"/>
                  </a:lnTo>
                  <a:lnTo>
                    <a:pt x="589349" y="10191"/>
                  </a:lnTo>
                  <a:lnTo>
                    <a:pt x="597207" y="10311"/>
                  </a:lnTo>
                  <a:lnTo>
                    <a:pt x="605065" y="10434"/>
                  </a:lnTo>
                  <a:lnTo>
                    <a:pt x="612923" y="10568"/>
                  </a:lnTo>
                  <a:lnTo>
                    <a:pt x="620781" y="10683"/>
                  </a:lnTo>
                  <a:lnTo>
                    <a:pt x="628639" y="10748"/>
                  </a:lnTo>
                  <a:lnTo>
                    <a:pt x="636497" y="10869"/>
                  </a:lnTo>
                  <a:lnTo>
                    <a:pt x="644355" y="10955"/>
                  </a:lnTo>
                  <a:lnTo>
                    <a:pt x="652213" y="11058"/>
                  </a:lnTo>
                  <a:lnTo>
                    <a:pt x="660071" y="11161"/>
                  </a:lnTo>
                  <a:lnTo>
                    <a:pt x="667929" y="11261"/>
                  </a:lnTo>
                  <a:lnTo>
                    <a:pt x="675787" y="11365"/>
                  </a:lnTo>
                  <a:lnTo>
                    <a:pt x="683645" y="11467"/>
                  </a:lnTo>
                  <a:lnTo>
                    <a:pt x="691503" y="11543"/>
                  </a:lnTo>
                  <a:lnTo>
                    <a:pt x="699361" y="11651"/>
                  </a:lnTo>
                  <a:lnTo>
                    <a:pt x="707219" y="11749"/>
                  </a:lnTo>
                  <a:lnTo>
                    <a:pt x="715077" y="11847"/>
                  </a:lnTo>
                  <a:lnTo>
                    <a:pt x="722935" y="11939"/>
                  </a:lnTo>
                  <a:lnTo>
                    <a:pt x="730793" y="12037"/>
                  </a:lnTo>
                  <a:lnTo>
                    <a:pt x="738651" y="12144"/>
                  </a:lnTo>
                  <a:lnTo>
                    <a:pt x="746509" y="12232"/>
                  </a:lnTo>
                  <a:lnTo>
                    <a:pt x="754367" y="12336"/>
                  </a:lnTo>
                  <a:lnTo>
                    <a:pt x="762225" y="12443"/>
                  </a:lnTo>
                  <a:lnTo>
                    <a:pt x="770083" y="12517"/>
                  </a:lnTo>
                  <a:lnTo>
                    <a:pt x="777941" y="12579"/>
                  </a:lnTo>
                  <a:lnTo>
                    <a:pt x="785799" y="12649"/>
                  </a:lnTo>
                  <a:lnTo>
                    <a:pt x="793657" y="12714"/>
                  </a:lnTo>
                  <a:lnTo>
                    <a:pt x="801515" y="12796"/>
                  </a:lnTo>
                  <a:lnTo>
                    <a:pt x="809373" y="12873"/>
                  </a:lnTo>
                  <a:lnTo>
                    <a:pt x="817231" y="12962"/>
                  </a:lnTo>
                  <a:lnTo>
                    <a:pt x="825089" y="13060"/>
                  </a:lnTo>
                  <a:lnTo>
                    <a:pt x="832947" y="13122"/>
                  </a:lnTo>
                  <a:lnTo>
                    <a:pt x="840805" y="13193"/>
                  </a:lnTo>
                  <a:lnTo>
                    <a:pt x="848663" y="13274"/>
                  </a:lnTo>
                  <a:lnTo>
                    <a:pt x="856521" y="13372"/>
                  </a:lnTo>
                  <a:lnTo>
                    <a:pt x="864379" y="13460"/>
                  </a:lnTo>
                  <a:lnTo>
                    <a:pt x="872237" y="13528"/>
                  </a:lnTo>
                  <a:lnTo>
                    <a:pt x="880095" y="13577"/>
                  </a:lnTo>
                  <a:lnTo>
                    <a:pt x="887953" y="13656"/>
                  </a:lnTo>
                  <a:lnTo>
                    <a:pt x="895811" y="13707"/>
                  </a:lnTo>
                  <a:lnTo>
                    <a:pt x="903669" y="13768"/>
                  </a:lnTo>
                  <a:lnTo>
                    <a:pt x="911527" y="13814"/>
                  </a:lnTo>
                  <a:lnTo>
                    <a:pt x="919385" y="13879"/>
                  </a:lnTo>
                  <a:lnTo>
                    <a:pt x="927243" y="13953"/>
                  </a:lnTo>
                  <a:lnTo>
                    <a:pt x="935101" y="14019"/>
                  </a:lnTo>
                  <a:lnTo>
                    <a:pt x="942959" y="14089"/>
                  </a:lnTo>
                  <a:lnTo>
                    <a:pt x="950817" y="14171"/>
                  </a:lnTo>
                  <a:lnTo>
                    <a:pt x="958675" y="14236"/>
                  </a:lnTo>
                  <a:lnTo>
                    <a:pt x="966533" y="14304"/>
                  </a:lnTo>
                  <a:lnTo>
                    <a:pt x="974391" y="14372"/>
                  </a:lnTo>
                  <a:lnTo>
                    <a:pt x="982249" y="14447"/>
                  </a:lnTo>
                  <a:lnTo>
                    <a:pt x="990107" y="14514"/>
                  </a:lnTo>
                  <a:lnTo>
                    <a:pt x="997965" y="14587"/>
                  </a:lnTo>
                  <a:lnTo>
                    <a:pt x="1005823" y="14637"/>
                  </a:lnTo>
                  <a:lnTo>
                    <a:pt x="1013681" y="14733"/>
                  </a:lnTo>
                  <a:lnTo>
                    <a:pt x="1021539" y="14802"/>
                  </a:lnTo>
                  <a:lnTo>
                    <a:pt x="1029397" y="14861"/>
                  </a:lnTo>
                  <a:lnTo>
                    <a:pt x="1037254" y="14939"/>
                  </a:lnTo>
                  <a:lnTo>
                    <a:pt x="1045112" y="14990"/>
                  </a:lnTo>
                  <a:lnTo>
                    <a:pt x="1052970" y="15041"/>
                  </a:lnTo>
                  <a:lnTo>
                    <a:pt x="1060828" y="15096"/>
                  </a:lnTo>
                  <a:lnTo>
                    <a:pt x="1068686" y="15152"/>
                  </a:lnTo>
                  <a:lnTo>
                    <a:pt x="1076544" y="15229"/>
                  </a:lnTo>
                  <a:lnTo>
                    <a:pt x="1084402" y="15295"/>
                  </a:lnTo>
                  <a:lnTo>
                    <a:pt x="1092260" y="15359"/>
                  </a:lnTo>
                  <a:lnTo>
                    <a:pt x="1100118" y="15411"/>
                  </a:lnTo>
                  <a:lnTo>
                    <a:pt x="1107976" y="15479"/>
                  </a:lnTo>
                  <a:lnTo>
                    <a:pt x="1115834" y="15536"/>
                  </a:lnTo>
                  <a:lnTo>
                    <a:pt x="1123692" y="15587"/>
                  </a:lnTo>
                  <a:lnTo>
                    <a:pt x="1131550" y="15658"/>
                  </a:lnTo>
                  <a:lnTo>
                    <a:pt x="1139408" y="15713"/>
                  </a:lnTo>
                  <a:lnTo>
                    <a:pt x="1147266" y="15773"/>
                  </a:lnTo>
                  <a:lnTo>
                    <a:pt x="1155124" y="15834"/>
                  </a:lnTo>
                  <a:lnTo>
                    <a:pt x="1162982" y="15894"/>
                  </a:lnTo>
                  <a:lnTo>
                    <a:pt x="1170840" y="15952"/>
                  </a:lnTo>
                  <a:lnTo>
                    <a:pt x="1178698" y="16019"/>
                  </a:lnTo>
                  <a:lnTo>
                    <a:pt x="1186556" y="16078"/>
                  </a:lnTo>
                  <a:lnTo>
                    <a:pt x="1194414" y="16139"/>
                  </a:lnTo>
                  <a:lnTo>
                    <a:pt x="1202272" y="16208"/>
                  </a:lnTo>
                  <a:lnTo>
                    <a:pt x="1210130" y="16277"/>
                  </a:lnTo>
                  <a:lnTo>
                    <a:pt x="1217988" y="16349"/>
                  </a:lnTo>
                  <a:lnTo>
                    <a:pt x="1225846" y="16423"/>
                  </a:lnTo>
                  <a:lnTo>
                    <a:pt x="1233704" y="16484"/>
                  </a:lnTo>
                  <a:lnTo>
                    <a:pt x="1241562" y="16544"/>
                  </a:lnTo>
                  <a:lnTo>
                    <a:pt x="1249420" y="16600"/>
                  </a:lnTo>
                  <a:lnTo>
                    <a:pt x="1257278" y="16651"/>
                  </a:lnTo>
                  <a:lnTo>
                    <a:pt x="1265136" y="16710"/>
                  </a:lnTo>
                  <a:lnTo>
                    <a:pt x="1272994" y="16769"/>
                  </a:lnTo>
                  <a:lnTo>
                    <a:pt x="1280852" y="16830"/>
                  </a:lnTo>
                  <a:lnTo>
                    <a:pt x="1288710" y="16893"/>
                  </a:lnTo>
                  <a:lnTo>
                    <a:pt x="1296568" y="16956"/>
                  </a:lnTo>
                  <a:lnTo>
                    <a:pt x="1304426" y="17019"/>
                  </a:lnTo>
                  <a:lnTo>
                    <a:pt x="1312284" y="17083"/>
                  </a:lnTo>
                  <a:lnTo>
                    <a:pt x="1320142" y="17132"/>
                  </a:lnTo>
                  <a:lnTo>
                    <a:pt x="1328000" y="17181"/>
                  </a:lnTo>
                  <a:lnTo>
                    <a:pt x="1335858" y="17227"/>
                  </a:lnTo>
                  <a:lnTo>
                    <a:pt x="1343716" y="17277"/>
                  </a:lnTo>
                  <a:lnTo>
                    <a:pt x="1351574" y="17327"/>
                  </a:lnTo>
                  <a:lnTo>
                    <a:pt x="1359432" y="17378"/>
                  </a:lnTo>
                  <a:lnTo>
                    <a:pt x="1367290" y="17424"/>
                  </a:lnTo>
                  <a:lnTo>
                    <a:pt x="1375148" y="17473"/>
                  </a:lnTo>
                  <a:lnTo>
                    <a:pt x="1383006" y="17532"/>
                  </a:lnTo>
                  <a:lnTo>
                    <a:pt x="1390864" y="17594"/>
                  </a:lnTo>
                  <a:lnTo>
                    <a:pt x="1398722" y="17656"/>
                  </a:lnTo>
                  <a:lnTo>
                    <a:pt x="1406580" y="17717"/>
                  </a:lnTo>
                  <a:lnTo>
                    <a:pt x="1414438" y="17777"/>
                  </a:lnTo>
                  <a:lnTo>
                    <a:pt x="1422296" y="17827"/>
                  </a:lnTo>
                  <a:lnTo>
                    <a:pt x="1430154" y="17886"/>
                  </a:lnTo>
                  <a:lnTo>
                    <a:pt x="1438012" y="17951"/>
                  </a:lnTo>
                  <a:lnTo>
                    <a:pt x="1445870" y="18001"/>
                  </a:lnTo>
                  <a:lnTo>
                    <a:pt x="1453728" y="18058"/>
                  </a:lnTo>
                  <a:lnTo>
                    <a:pt x="1461586" y="18094"/>
                  </a:lnTo>
                  <a:lnTo>
                    <a:pt x="1469444" y="18143"/>
                  </a:lnTo>
                  <a:lnTo>
                    <a:pt x="1477302" y="18197"/>
                  </a:lnTo>
                  <a:lnTo>
                    <a:pt x="1485160" y="18247"/>
                  </a:lnTo>
                  <a:lnTo>
                    <a:pt x="1493018" y="18283"/>
                  </a:lnTo>
                  <a:lnTo>
                    <a:pt x="1500876" y="18323"/>
                  </a:lnTo>
                  <a:lnTo>
                    <a:pt x="1508734" y="18371"/>
                  </a:lnTo>
                  <a:lnTo>
                    <a:pt x="1516592" y="18418"/>
                  </a:lnTo>
                  <a:lnTo>
                    <a:pt x="1524450" y="18463"/>
                  </a:lnTo>
                  <a:lnTo>
                    <a:pt x="1532308" y="18510"/>
                  </a:lnTo>
                  <a:lnTo>
                    <a:pt x="1540166" y="18557"/>
                  </a:lnTo>
                  <a:lnTo>
                    <a:pt x="1548024" y="18600"/>
                  </a:lnTo>
                  <a:lnTo>
                    <a:pt x="1555882" y="18653"/>
                  </a:lnTo>
                  <a:lnTo>
                    <a:pt x="1563740" y="18693"/>
                  </a:lnTo>
                  <a:lnTo>
                    <a:pt x="1571598" y="18731"/>
                  </a:lnTo>
                  <a:lnTo>
                    <a:pt x="1579456" y="18770"/>
                  </a:lnTo>
                  <a:lnTo>
                    <a:pt x="1587314" y="18808"/>
                  </a:lnTo>
                  <a:lnTo>
                    <a:pt x="1595172" y="18853"/>
                  </a:lnTo>
                  <a:lnTo>
                    <a:pt x="1603030" y="18892"/>
                  </a:lnTo>
                  <a:lnTo>
                    <a:pt x="1610888" y="18943"/>
                  </a:lnTo>
                  <a:lnTo>
                    <a:pt x="1618746" y="18990"/>
                  </a:lnTo>
                  <a:lnTo>
                    <a:pt x="1626604" y="19027"/>
                  </a:lnTo>
                  <a:lnTo>
                    <a:pt x="1634462" y="19058"/>
                  </a:lnTo>
                  <a:lnTo>
                    <a:pt x="1642320" y="19102"/>
                  </a:lnTo>
                  <a:lnTo>
                    <a:pt x="1650178" y="19146"/>
                  </a:lnTo>
                  <a:lnTo>
                    <a:pt x="1658036" y="19190"/>
                  </a:lnTo>
                  <a:lnTo>
                    <a:pt x="1665894" y="19231"/>
                  </a:lnTo>
                  <a:lnTo>
                    <a:pt x="1673752" y="19281"/>
                  </a:lnTo>
                  <a:lnTo>
                    <a:pt x="1681610" y="19320"/>
                  </a:lnTo>
                  <a:lnTo>
                    <a:pt x="1689468" y="19353"/>
                  </a:lnTo>
                  <a:lnTo>
                    <a:pt x="1697326" y="19386"/>
                  </a:lnTo>
                  <a:lnTo>
                    <a:pt x="1705184" y="19420"/>
                  </a:lnTo>
                  <a:lnTo>
                    <a:pt x="1713042" y="19455"/>
                  </a:lnTo>
                  <a:lnTo>
                    <a:pt x="1720900" y="19489"/>
                  </a:lnTo>
                  <a:lnTo>
                    <a:pt x="1728758" y="19524"/>
                  </a:lnTo>
                  <a:lnTo>
                    <a:pt x="1736616" y="19558"/>
                  </a:lnTo>
                  <a:lnTo>
                    <a:pt x="1744474" y="19591"/>
                  </a:lnTo>
                  <a:lnTo>
                    <a:pt x="1752332" y="19625"/>
                  </a:lnTo>
                  <a:lnTo>
                    <a:pt x="1760190" y="19668"/>
                  </a:lnTo>
                  <a:lnTo>
                    <a:pt x="1768048" y="19710"/>
                  </a:lnTo>
                  <a:lnTo>
                    <a:pt x="1775906" y="19752"/>
                  </a:lnTo>
                  <a:lnTo>
                    <a:pt x="1783764" y="19789"/>
                  </a:lnTo>
                  <a:lnTo>
                    <a:pt x="1791622" y="19819"/>
                  </a:lnTo>
                  <a:lnTo>
                    <a:pt x="1799480" y="19847"/>
                  </a:lnTo>
                  <a:lnTo>
                    <a:pt x="1807338" y="19886"/>
                  </a:lnTo>
                  <a:lnTo>
                    <a:pt x="1815196" y="19925"/>
                  </a:lnTo>
                  <a:lnTo>
                    <a:pt x="1823054" y="19960"/>
                  </a:lnTo>
                  <a:lnTo>
                    <a:pt x="1830912" y="19997"/>
                  </a:lnTo>
                  <a:lnTo>
                    <a:pt x="1838770" y="20027"/>
                  </a:lnTo>
                  <a:lnTo>
                    <a:pt x="1846628" y="20059"/>
                  </a:lnTo>
                  <a:lnTo>
                    <a:pt x="1854486" y="20096"/>
                  </a:lnTo>
                  <a:lnTo>
                    <a:pt x="1862344" y="20135"/>
                  </a:lnTo>
                  <a:lnTo>
                    <a:pt x="1870202" y="20175"/>
                  </a:lnTo>
                  <a:lnTo>
                    <a:pt x="1878060" y="20211"/>
                  </a:lnTo>
                  <a:lnTo>
                    <a:pt x="1885918" y="20245"/>
                  </a:lnTo>
                  <a:lnTo>
                    <a:pt x="1893776" y="20281"/>
                  </a:lnTo>
                  <a:lnTo>
                    <a:pt x="1901634" y="20319"/>
                  </a:lnTo>
                  <a:lnTo>
                    <a:pt x="1909492" y="20355"/>
                  </a:lnTo>
                  <a:lnTo>
                    <a:pt x="1917350" y="20392"/>
                  </a:lnTo>
                  <a:lnTo>
                    <a:pt x="1925208" y="20428"/>
                  </a:lnTo>
                  <a:lnTo>
                    <a:pt x="1933066" y="20464"/>
                  </a:lnTo>
                  <a:lnTo>
                    <a:pt x="1940924" y="20494"/>
                  </a:lnTo>
                  <a:lnTo>
                    <a:pt x="1948782" y="20521"/>
                  </a:lnTo>
                  <a:lnTo>
                    <a:pt x="1956640" y="20553"/>
                  </a:lnTo>
                  <a:lnTo>
                    <a:pt x="1964498" y="20585"/>
                  </a:lnTo>
                  <a:lnTo>
                    <a:pt x="1972356" y="20609"/>
                  </a:lnTo>
                  <a:lnTo>
                    <a:pt x="1980214" y="20636"/>
                  </a:lnTo>
                  <a:lnTo>
                    <a:pt x="1988072" y="20666"/>
                  </a:lnTo>
                  <a:lnTo>
                    <a:pt x="1995930" y="20704"/>
                  </a:lnTo>
                  <a:lnTo>
                    <a:pt x="2003788" y="20737"/>
                  </a:lnTo>
                  <a:lnTo>
                    <a:pt x="2011646" y="20766"/>
                  </a:lnTo>
                  <a:lnTo>
                    <a:pt x="2019504" y="20794"/>
                  </a:lnTo>
                  <a:lnTo>
                    <a:pt x="2027362" y="20824"/>
                  </a:lnTo>
                  <a:lnTo>
                    <a:pt x="2035220" y="20855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186414" y="4842345"/>
              <a:ext cx="2035220" cy="16445"/>
            </a:xfrm>
            <a:custGeom>
              <a:avLst/>
              <a:pathLst>
                <a:path w="2035220" h="16445">
                  <a:moveTo>
                    <a:pt x="0" y="0"/>
                  </a:moveTo>
                  <a:lnTo>
                    <a:pt x="7857" y="105"/>
                  </a:lnTo>
                  <a:lnTo>
                    <a:pt x="15715" y="182"/>
                  </a:lnTo>
                  <a:lnTo>
                    <a:pt x="23573" y="288"/>
                  </a:lnTo>
                  <a:lnTo>
                    <a:pt x="31431" y="410"/>
                  </a:lnTo>
                  <a:lnTo>
                    <a:pt x="39289" y="487"/>
                  </a:lnTo>
                  <a:lnTo>
                    <a:pt x="47147" y="575"/>
                  </a:lnTo>
                  <a:lnTo>
                    <a:pt x="55005" y="699"/>
                  </a:lnTo>
                  <a:lnTo>
                    <a:pt x="62863" y="794"/>
                  </a:lnTo>
                  <a:lnTo>
                    <a:pt x="70721" y="856"/>
                  </a:lnTo>
                  <a:lnTo>
                    <a:pt x="78579" y="939"/>
                  </a:lnTo>
                  <a:lnTo>
                    <a:pt x="86437" y="1015"/>
                  </a:lnTo>
                  <a:lnTo>
                    <a:pt x="94295" y="1113"/>
                  </a:lnTo>
                  <a:lnTo>
                    <a:pt x="102153" y="1176"/>
                  </a:lnTo>
                  <a:lnTo>
                    <a:pt x="110011" y="1244"/>
                  </a:lnTo>
                  <a:lnTo>
                    <a:pt x="117869" y="1321"/>
                  </a:lnTo>
                  <a:lnTo>
                    <a:pt x="125727" y="1420"/>
                  </a:lnTo>
                  <a:lnTo>
                    <a:pt x="133585" y="1533"/>
                  </a:lnTo>
                  <a:lnTo>
                    <a:pt x="141443" y="1624"/>
                  </a:lnTo>
                  <a:lnTo>
                    <a:pt x="149301" y="1653"/>
                  </a:lnTo>
                  <a:lnTo>
                    <a:pt x="157159" y="1747"/>
                  </a:lnTo>
                  <a:lnTo>
                    <a:pt x="165017" y="1814"/>
                  </a:lnTo>
                  <a:lnTo>
                    <a:pt x="172875" y="1921"/>
                  </a:lnTo>
                  <a:lnTo>
                    <a:pt x="180733" y="1997"/>
                  </a:lnTo>
                  <a:lnTo>
                    <a:pt x="188591" y="2090"/>
                  </a:lnTo>
                  <a:lnTo>
                    <a:pt x="196449" y="2199"/>
                  </a:lnTo>
                  <a:lnTo>
                    <a:pt x="204307" y="2252"/>
                  </a:lnTo>
                  <a:lnTo>
                    <a:pt x="212165" y="2325"/>
                  </a:lnTo>
                  <a:lnTo>
                    <a:pt x="220023" y="2426"/>
                  </a:lnTo>
                  <a:lnTo>
                    <a:pt x="227881" y="2508"/>
                  </a:lnTo>
                  <a:lnTo>
                    <a:pt x="235739" y="2607"/>
                  </a:lnTo>
                  <a:lnTo>
                    <a:pt x="243597" y="2672"/>
                  </a:lnTo>
                  <a:lnTo>
                    <a:pt x="251455" y="2725"/>
                  </a:lnTo>
                  <a:lnTo>
                    <a:pt x="259313" y="2787"/>
                  </a:lnTo>
                  <a:lnTo>
                    <a:pt x="267171" y="2838"/>
                  </a:lnTo>
                  <a:lnTo>
                    <a:pt x="275029" y="2890"/>
                  </a:lnTo>
                  <a:lnTo>
                    <a:pt x="282887" y="2992"/>
                  </a:lnTo>
                  <a:lnTo>
                    <a:pt x="290745" y="3068"/>
                  </a:lnTo>
                  <a:lnTo>
                    <a:pt x="298603" y="3154"/>
                  </a:lnTo>
                  <a:lnTo>
                    <a:pt x="306461" y="3235"/>
                  </a:lnTo>
                  <a:lnTo>
                    <a:pt x="314319" y="3307"/>
                  </a:lnTo>
                  <a:lnTo>
                    <a:pt x="322177" y="3415"/>
                  </a:lnTo>
                  <a:lnTo>
                    <a:pt x="330035" y="3459"/>
                  </a:lnTo>
                  <a:lnTo>
                    <a:pt x="337893" y="3527"/>
                  </a:lnTo>
                  <a:lnTo>
                    <a:pt x="345751" y="3576"/>
                  </a:lnTo>
                  <a:lnTo>
                    <a:pt x="353609" y="3696"/>
                  </a:lnTo>
                  <a:lnTo>
                    <a:pt x="361467" y="3779"/>
                  </a:lnTo>
                  <a:lnTo>
                    <a:pt x="369325" y="3856"/>
                  </a:lnTo>
                  <a:lnTo>
                    <a:pt x="377183" y="3942"/>
                  </a:lnTo>
                  <a:lnTo>
                    <a:pt x="385041" y="4019"/>
                  </a:lnTo>
                  <a:lnTo>
                    <a:pt x="392899" y="4061"/>
                  </a:lnTo>
                  <a:lnTo>
                    <a:pt x="400757" y="4139"/>
                  </a:lnTo>
                  <a:lnTo>
                    <a:pt x="408615" y="4218"/>
                  </a:lnTo>
                  <a:lnTo>
                    <a:pt x="416473" y="4316"/>
                  </a:lnTo>
                  <a:lnTo>
                    <a:pt x="424331" y="4388"/>
                  </a:lnTo>
                  <a:lnTo>
                    <a:pt x="432189" y="4461"/>
                  </a:lnTo>
                  <a:lnTo>
                    <a:pt x="440047" y="4509"/>
                  </a:lnTo>
                  <a:lnTo>
                    <a:pt x="447905" y="4583"/>
                  </a:lnTo>
                  <a:lnTo>
                    <a:pt x="455763" y="4653"/>
                  </a:lnTo>
                  <a:lnTo>
                    <a:pt x="463621" y="4734"/>
                  </a:lnTo>
                  <a:lnTo>
                    <a:pt x="471479" y="4789"/>
                  </a:lnTo>
                  <a:lnTo>
                    <a:pt x="479337" y="4844"/>
                  </a:lnTo>
                  <a:lnTo>
                    <a:pt x="487195" y="4956"/>
                  </a:lnTo>
                  <a:lnTo>
                    <a:pt x="495053" y="5057"/>
                  </a:lnTo>
                  <a:lnTo>
                    <a:pt x="502911" y="5139"/>
                  </a:lnTo>
                  <a:lnTo>
                    <a:pt x="510769" y="5216"/>
                  </a:lnTo>
                  <a:lnTo>
                    <a:pt x="518627" y="5316"/>
                  </a:lnTo>
                  <a:lnTo>
                    <a:pt x="526485" y="5382"/>
                  </a:lnTo>
                  <a:lnTo>
                    <a:pt x="534343" y="5420"/>
                  </a:lnTo>
                  <a:lnTo>
                    <a:pt x="542201" y="5470"/>
                  </a:lnTo>
                  <a:lnTo>
                    <a:pt x="550059" y="5558"/>
                  </a:lnTo>
                  <a:lnTo>
                    <a:pt x="557917" y="5620"/>
                  </a:lnTo>
                  <a:lnTo>
                    <a:pt x="565775" y="5704"/>
                  </a:lnTo>
                  <a:lnTo>
                    <a:pt x="573633" y="5786"/>
                  </a:lnTo>
                  <a:lnTo>
                    <a:pt x="581491" y="5813"/>
                  </a:lnTo>
                  <a:lnTo>
                    <a:pt x="589349" y="5899"/>
                  </a:lnTo>
                  <a:lnTo>
                    <a:pt x="597207" y="5966"/>
                  </a:lnTo>
                  <a:lnTo>
                    <a:pt x="605065" y="6007"/>
                  </a:lnTo>
                  <a:lnTo>
                    <a:pt x="612923" y="6086"/>
                  </a:lnTo>
                  <a:lnTo>
                    <a:pt x="620781" y="6161"/>
                  </a:lnTo>
                  <a:lnTo>
                    <a:pt x="628639" y="6225"/>
                  </a:lnTo>
                  <a:lnTo>
                    <a:pt x="636497" y="6300"/>
                  </a:lnTo>
                  <a:lnTo>
                    <a:pt x="644355" y="6363"/>
                  </a:lnTo>
                  <a:lnTo>
                    <a:pt x="652213" y="6445"/>
                  </a:lnTo>
                  <a:lnTo>
                    <a:pt x="660071" y="6523"/>
                  </a:lnTo>
                  <a:lnTo>
                    <a:pt x="667929" y="6572"/>
                  </a:lnTo>
                  <a:lnTo>
                    <a:pt x="675787" y="6653"/>
                  </a:lnTo>
                  <a:lnTo>
                    <a:pt x="683645" y="6739"/>
                  </a:lnTo>
                  <a:lnTo>
                    <a:pt x="691503" y="6805"/>
                  </a:lnTo>
                  <a:lnTo>
                    <a:pt x="699361" y="6873"/>
                  </a:lnTo>
                  <a:lnTo>
                    <a:pt x="707219" y="6910"/>
                  </a:lnTo>
                  <a:lnTo>
                    <a:pt x="715077" y="6974"/>
                  </a:lnTo>
                  <a:lnTo>
                    <a:pt x="722935" y="7061"/>
                  </a:lnTo>
                  <a:lnTo>
                    <a:pt x="730793" y="7114"/>
                  </a:lnTo>
                  <a:lnTo>
                    <a:pt x="738651" y="7190"/>
                  </a:lnTo>
                  <a:lnTo>
                    <a:pt x="746509" y="7276"/>
                  </a:lnTo>
                  <a:lnTo>
                    <a:pt x="754367" y="7360"/>
                  </a:lnTo>
                  <a:lnTo>
                    <a:pt x="762225" y="7435"/>
                  </a:lnTo>
                  <a:lnTo>
                    <a:pt x="770083" y="7506"/>
                  </a:lnTo>
                  <a:lnTo>
                    <a:pt x="777941" y="7572"/>
                  </a:lnTo>
                  <a:lnTo>
                    <a:pt x="785799" y="7625"/>
                  </a:lnTo>
                  <a:lnTo>
                    <a:pt x="793657" y="7713"/>
                  </a:lnTo>
                  <a:lnTo>
                    <a:pt x="801515" y="7812"/>
                  </a:lnTo>
                  <a:lnTo>
                    <a:pt x="809373" y="7883"/>
                  </a:lnTo>
                  <a:lnTo>
                    <a:pt x="817231" y="7956"/>
                  </a:lnTo>
                  <a:lnTo>
                    <a:pt x="825089" y="8004"/>
                  </a:lnTo>
                  <a:lnTo>
                    <a:pt x="832947" y="8059"/>
                  </a:lnTo>
                  <a:lnTo>
                    <a:pt x="840805" y="8136"/>
                  </a:lnTo>
                  <a:lnTo>
                    <a:pt x="848663" y="8190"/>
                  </a:lnTo>
                  <a:lnTo>
                    <a:pt x="856521" y="8228"/>
                  </a:lnTo>
                  <a:lnTo>
                    <a:pt x="864379" y="8272"/>
                  </a:lnTo>
                  <a:lnTo>
                    <a:pt x="872237" y="8334"/>
                  </a:lnTo>
                  <a:lnTo>
                    <a:pt x="880095" y="8407"/>
                  </a:lnTo>
                  <a:lnTo>
                    <a:pt x="887953" y="8477"/>
                  </a:lnTo>
                  <a:lnTo>
                    <a:pt x="895811" y="8555"/>
                  </a:lnTo>
                  <a:lnTo>
                    <a:pt x="903669" y="8636"/>
                  </a:lnTo>
                  <a:lnTo>
                    <a:pt x="911527" y="8711"/>
                  </a:lnTo>
                  <a:lnTo>
                    <a:pt x="919385" y="8778"/>
                  </a:lnTo>
                  <a:lnTo>
                    <a:pt x="927243" y="8839"/>
                  </a:lnTo>
                  <a:lnTo>
                    <a:pt x="935101" y="8900"/>
                  </a:lnTo>
                  <a:lnTo>
                    <a:pt x="942959" y="8982"/>
                  </a:lnTo>
                  <a:lnTo>
                    <a:pt x="950817" y="9067"/>
                  </a:lnTo>
                  <a:lnTo>
                    <a:pt x="958675" y="9118"/>
                  </a:lnTo>
                  <a:lnTo>
                    <a:pt x="966533" y="9195"/>
                  </a:lnTo>
                  <a:lnTo>
                    <a:pt x="974391" y="9253"/>
                  </a:lnTo>
                  <a:lnTo>
                    <a:pt x="982249" y="9333"/>
                  </a:lnTo>
                  <a:lnTo>
                    <a:pt x="990107" y="9368"/>
                  </a:lnTo>
                  <a:lnTo>
                    <a:pt x="997965" y="9413"/>
                  </a:lnTo>
                  <a:lnTo>
                    <a:pt x="1005823" y="9479"/>
                  </a:lnTo>
                  <a:lnTo>
                    <a:pt x="1013681" y="9556"/>
                  </a:lnTo>
                  <a:lnTo>
                    <a:pt x="1021539" y="9595"/>
                  </a:lnTo>
                  <a:lnTo>
                    <a:pt x="1029397" y="9658"/>
                  </a:lnTo>
                  <a:lnTo>
                    <a:pt x="1037254" y="9715"/>
                  </a:lnTo>
                  <a:lnTo>
                    <a:pt x="1045112" y="9783"/>
                  </a:lnTo>
                  <a:lnTo>
                    <a:pt x="1052970" y="9835"/>
                  </a:lnTo>
                  <a:lnTo>
                    <a:pt x="1060828" y="9899"/>
                  </a:lnTo>
                  <a:lnTo>
                    <a:pt x="1068686" y="9959"/>
                  </a:lnTo>
                  <a:lnTo>
                    <a:pt x="1076544" y="10017"/>
                  </a:lnTo>
                  <a:lnTo>
                    <a:pt x="1084402" y="10063"/>
                  </a:lnTo>
                  <a:lnTo>
                    <a:pt x="1092260" y="10136"/>
                  </a:lnTo>
                  <a:lnTo>
                    <a:pt x="1100118" y="10211"/>
                  </a:lnTo>
                  <a:lnTo>
                    <a:pt x="1107976" y="10266"/>
                  </a:lnTo>
                  <a:lnTo>
                    <a:pt x="1115834" y="10315"/>
                  </a:lnTo>
                  <a:lnTo>
                    <a:pt x="1123692" y="10380"/>
                  </a:lnTo>
                  <a:lnTo>
                    <a:pt x="1131550" y="10439"/>
                  </a:lnTo>
                  <a:lnTo>
                    <a:pt x="1139408" y="10490"/>
                  </a:lnTo>
                  <a:lnTo>
                    <a:pt x="1147266" y="10559"/>
                  </a:lnTo>
                  <a:lnTo>
                    <a:pt x="1155124" y="10640"/>
                  </a:lnTo>
                  <a:lnTo>
                    <a:pt x="1162982" y="10672"/>
                  </a:lnTo>
                  <a:lnTo>
                    <a:pt x="1170840" y="10730"/>
                  </a:lnTo>
                  <a:lnTo>
                    <a:pt x="1178698" y="10778"/>
                  </a:lnTo>
                  <a:lnTo>
                    <a:pt x="1186556" y="10830"/>
                  </a:lnTo>
                  <a:lnTo>
                    <a:pt x="1194414" y="10911"/>
                  </a:lnTo>
                  <a:lnTo>
                    <a:pt x="1202272" y="10993"/>
                  </a:lnTo>
                  <a:lnTo>
                    <a:pt x="1210130" y="11070"/>
                  </a:lnTo>
                  <a:lnTo>
                    <a:pt x="1217988" y="11129"/>
                  </a:lnTo>
                  <a:lnTo>
                    <a:pt x="1225846" y="11194"/>
                  </a:lnTo>
                  <a:lnTo>
                    <a:pt x="1233704" y="11243"/>
                  </a:lnTo>
                  <a:lnTo>
                    <a:pt x="1241562" y="11316"/>
                  </a:lnTo>
                  <a:lnTo>
                    <a:pt x="1249420" y="11386"/>
                  </a:lnTo>
                  <a:lnTo>
                    <a:pt x="1257278" y="11460"/>
                  </a:lnTo>
                  <a:lnTo>
                    <a:pt x="1265136" y="11550"/>
                  </a:lnTo>
                  <a:lnTo>
                    <a:pt x="1272994" y="11605"/>
                  </a:lnTo>
                  <a:lnTo>
                    <a:pt x="1280852" y="11677"/>
                  </a:lnTo>
                  <a:lnTo>
                    <a:pt x="1288710" y="11729"/>
                  </a:lnTo>
                  <a:lnTo>
                    <a:pt x="1296568" y="11789"/>
                  </a:lnTo>
                  <a:lnTo>
                    <a:pt x="1304426" y="11861"/>
                  </a:lnTo>
                  <a:lnTo>
                    <a:pt x="1312284" y="11927"/>
                  </a:lnTo>
                  <a:lnTo>
                    <a:pt x="1320142" y="11990"/>
                  </a:lnTo>
                  <a:lnTo>
                    <a:pt x="1328000" y="12050"/>
                  </a:lnTo>
                  <a:lnTo>
                    <a:pt x="1335858" y="12092"/>
                  </a:lnTo>
                  <a:lnTo>
                    <a:pt x="1343716" y="12168"/>
                  </a:lnTo>
                  <a:lnTo>
                    <a:pt x="1351574" y="12236"/>
                  </a:lnTo>
                  <a:lnTo>
                    <a:pt x="1359432" y="12301"/>
                  </a:lnTo>
                  <a:lnTo>
                    <a:pt x="1367290" y="12370"/>
                  </a:lnTo>
                  <a:lnTo>
                    <a:pt x="1375148" y="12439"/>
                  </a:lnTo>
                  <a:lnTo>
                    <a:pt x="1383006" y="12508"/>
                  </a:lnTo>
                  <a:lnTo>
                    <a:pt x="1390864" y="12584"/>
                  </a:lnTo>
                  <a:lnTo>
                    <a:pt x="1398722" y="12644"/>
                  </a:lnTo>
                  <a:lnTo>
                    <a:pt x="1406580" y="12710"/>
                  </a:lnTo>
                  <a:lnTo>
                    <a:pt x="1414438" y="12766"/>
                  </a:lnTo>
                  <a:lnTo>
                    <a:pt x="1422296" y="12829"/>
                  </a:lnTo>
                  <a:lnTo>
                    <a:pt x="1430154" y="12881"/>
                  </a:lnTo>
                  <a:lnTo>
                    <a:pt x="1438012" y="12917"/>
                  </a:lnTo>
                  <a:lnTo>
                    <a:pt x="1445870" y="12951"/>
                  </a:lnTo>
                  <a:lnTo>
                    <a:pt x="1453728" y="12992"/>
                  </a:lnTo>
                  <a:lnTo>
                    <a:pt x="1461586" y="13024"/>
                  </a:lnTo>
                  <a:lnTo>
                    <a:pt x="1469444" y="13065"/>
                  </a:lnTo>
                  <a:lnTo>
                    <a:pt x="1477302" y="13110"/>
                  </a:lnTo>
                  <a:lnTo>
                    <a:pt x="1485160" y="13159"/>
                  </a:lnTo>
                  <a:lnTo>
                    <a:pt x="1493018" y="13215"/>
                  </a:lnTo>
                  <a:lnTo>
                    <a:pt x="1500876" y="13260"/>
                  </a:lnTo>
                  <a:lnTo>
                    <a:pt x="1508734" y="13311"/>
                  </a:lnTo>
                  <a:lnTo>
                    <a:pt x="1516592" y="13364"/>
                  </a:lnTo>
                  <a:lnTo>
                    <a:pt x="1524450" y="13424"/>
                  </a:lnTo>
                  <a:lnTo>
                    <a:pt x="1532308" y="13489"/>
                  </a:lnTo>
                  <a:lnTo>
                    <a:pt x="1540166" y="13543"/>
                  </a:lnTo>
                  <a:lnTo>
                    <a:pt x="1548024" y="13601"/>
                  </a:lnTo>
                  <a:lnTo>
                    <a:pt x="1555882" y="13660"/>
                  </a:lnTo>
                  <a:lnTo>
                    <a:pt x="1563740" y="13723"/>
                  </a:lnTo>
                  <a:lnTo>
                    <a:pt x="1571598" y="13767"/>
                  </a:lnTo>
                  <a:lnTo>
                    <a:pt x="1579456" y="13812"/>
                  </a:lnTo>
                  <a:lnTo>
                    <a:pt x="1587314" y="13842"/>
                  </a:lnTo>
                  <a:lnTo>
                    <a:pt x="1595172" y="13908"/>
                  </a:lnTo>
                  <a:lnTo>
                    <a:pt x="1603030" y="13968"/>
                  </a:lnTo>
                  <a:lnTo>
                    <a:pt x="1610888" y="14008"/>
                  </a:lnTo>
                  <a:lnTo>
                    <a:pt x="1618746" y="14049"/>
                  </a:lnTo>
                  <a:lnTo>
                    <a:pt x="1626604" y="14102"/>
                  </a:lnTo>
                  <a:lnTo>
                    <a:pt x="1634462" y="14144"/>
                  </a:lnTo>
                  <a:lnTo>
                    <a:pt x="1642320" y="14194"/>
                  </a:lnTo>
                  <a:lnTo>
                    <a:pt x="1650178" y="14248"/>
                  </a:lnTo>
                  <a:lnTo>
                    <a:pt x="1658036" y="14287"/>
                  </a:lnTo>
                  <a:lnTo>
                    <a:pt x="1665894" y="14340"/>
                  </a:lnTo>
                  <a:lnTo>
                    <a:pt x="1673752" y="14389"/>
                  </a:lnTo>
                  <a:lnTo>
                    <a:pt x="1681610" y="14441"/>
                  </a:lnTo>
                  <a:lnTo>
                    <a:pt x="1689468" y="14479"/>
                  </a:lnTo>
                  <a:lnTo>
                    <a:pt x="1697326" y="14536"/>
                  </a:lnTo>
                  <a:lnTo>
                    <a:pt x="1705184" y="14586"/>
                  </a:lnTo>
                  <a:lnTo>
                    <a:pt x="1713042" y="14648"/>
                  </a:lnTo>
                  <a:lnTo>
                    <a:pt x="1720900" y="14694"/>
                  </a:lnTo>
                  <a:lnTo>
                    <a:pt x="1728758" y="14741"/>
                  </a:lnTo>
                  <a:lnTo>
                    <a:pt x="1736616" y="14787"/>
                  </a:lnTo>
                  <a:lnTo>
                    <a:pt x="1744474" y="14829"/>
                  </a:lnTo>
                  <a:lnTo>
                    <a:pt x="1752332" y="14864"/>
                  </a:lnTo>
                  <a:lnTo>
                    <a:pt x="1760190" y="14904"/>
                  </a:lnTo>
                  <a:lnTo>
                    <a:pt x="1768048" y="14959"/>
                  </a:lnTo>
                  <a:lnTo>
                    <a:pt x="1775906" y="15029"/>
                  </a:lnTo>
                  <a:lnTo>
                    <a:pt x="1783764" y="15086"/>
                  </a:lnTo>
                  <a:lnTo>
                    <a:pt x="1791622" y="15125"/>
                  </a:lnTo>
                  <a:lnTo>
                    <a:pt x="1799480" y="15163"/>
                  </a:lnTo>
                  <a:lnTo>
                    <a:pt x="1807338" y="15207"/>
                  </a:lnTo>
                  <a:lnTo>
                    <a:pt x="1815196" y="15258"/>
                  </a:lnTo>
                  <a:lnTo>
                    <a:pt x="1823054" y="15322"/>
                  </a:lnTo>
                  <a:lnTo>
                    <a:pt x="1830912" y="15368"/>
                  </a:lnTo>
                  <a:lnTo>
                    <a:pt x="1838770" y="15400"/>
                  </a:lnTo>
                  <a:lnTo>
                    <a:pt x="1846628" y="15432"/>
                  </a:lnTo>
                  <a:lnTo>
                    <a:pt x="1854486" y="15470"/>
                  </a:lnTo>
                  <a:lnTo>
                    <a:pt x="1862344" y="15516"/>
                  </a:lnTo>
                  <a:lnTo>
                    <a:pt x="1870202" y="15563"/>
                  </a:lnTo>
                  <a:lnTo>
                    <a:pt x="1878060" y="15595"/>
                  </a:lnTo>
                  <a:lnTo>
                    <a:pt x="1885918" y="15644"/>
                  </a:lnTo>
                  <a:lnTo>
                    <a:pt x="1893776" y="15705"/>
                  </a:lnTo>
                  <a:lnTo>
                    <a:pt x="1901634" y="15748"/>
                  </a:lnTo>
                  <a:lnTo>
                    <a:pt x="1909492" y="15782"/>
                  </a:lnTo>
                  <a:lnTo>
                    <a:pt x="1917350" y="15843"/>
                  </a:lnTo>
                  <a:lnTo>
                    <a:pt x="1925208" y="15896"/>
                  </a:lnTo>
                  <a:lnTo>
                    <a:pt x="1933066" y="15941"/>
                  </a:lnTo>
                  <a:lnTo>
                    <a:pt x="1940924" y="15983"/>
                  </a:lnTo>
                  <a:lnTo>
                    <a:pt x="1948782" y="16026"/>
                  </a:lnTo>
                  <a:lnTo>
                    <a:pt x="1956640" y="16068"/>
                  </a:lnTo>
                  <a:lnTo>
                    <a:pt x="1964498" y="16114"/>
                  </a:lnTo>
                  <a:lnTo>
                    <a:pt x="1972356" y="16152"/>
                  </a:lnTo>
                  <a:lnTo>
                    <a:pt x="1980214" y="16183"/>
                  </a:lnTo>
                  <a:lnTo>
                    <a:pt x="1988072" y="16215"/>
                  </a:lnTo>
                  <a:lnTo>
                    <a:pt x="1995930" y="16241"/>
                  </a:lnTo>
                  <a:lnTo>
                    <a:pt x="2003788" y="16278"/>
                  </a:lnTo>
                  <a:lnTo>
                    <a:pt x="2011646" y="16320"/>
                  </a:lnTo>
                  <a:lnTo>
                    <a:pt x="2019504" y="16362"/>
                  </a:lnTo>
                  <a:lnTo>
                    <a:pt x="2027362" y="16402"/>
                  </a:lnTo>
                  <a:lnTo>
                    <a:pt x="2035220" y="16445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186414" y="4858242"/>
              <a:ext cx="2035220" cy="6095"/>
            </a:xfrm>
            <a:custGeom>
              <a:avLst/>
              <a:pathLst>
                <a:path w="2035220" h="6095">
                  <a:moveTo>
                    <a:pt x="0" y="0"/>
                  </a:moveTo>
                  <a:lnTo>
                    <a:pt x="7857" y="69"/>
                  </a:lnTo>
                  <a:lnTo>
                    <a:pt x="15715" y="91"/>
                  </a:lnTo>
                  <a:lnTo>
                    <a:pt x="23573" y="154"/>
                  </a:lnTo>
                  <a:lnTo>
                    <a:pt x="31431" y="218"/>
                  </a:lnTo>
                  <a:lnTo>
                    <a:pt x="39289" y="279"/>
                  </a:lnTo>
                  <a:lnTo>
                    <a:pt x="47147" y="335"/>
                  </a:lnTo>
                  <a:lnTo>
                    <a:pt x="55005" y="349"/>
                  </a:lnTo>
                  <a:lnTo>
                    <a:pt x="62863" y="325"/>
                  </a:lnTo>
                  <a:lnTo>
                    <a:pt x="70721" y="419"/>
                  </a:lnTo>
                  <a:lnTo>
                    <a:pt x="78579" y="465"/>
                  </a:lnTo>
                  <a:lnTo>
                    <a:pt x="86437" y="490"/>
                  </a:lnTo>
                  <a:lnTo>
                    <a:pt x="94295" y="572"/>
                  </a:lnTo>
                  <a:lnTo>
                    <a:pt x="102153" y="642"/>
                  </a:lnTo>
                  <a:lnTo>
                    <a:pt x="110011" y="675"/>
                  </a:lnTo>
                  <a:lnTo>
                    <a:pt x="117869" y="730"/>
                  </a:lnTo>
                  <a:lnTo>
                    <a:pt x="125727" y="773"/>
                  </a:lnTo>
                  <a:lnTo>
                    <a:pt x="133585" y="808"/>
                  </a:lnTo>
                  <a:lnTo>
                    <a:pt x="141443" y="859"/>
                  </a:lnTo>
                  <a:lnTo>
                    <a:pt x="149301" y="874"/>
                  </a:lnTo>
                  <a:lnTo>
                    <a:pt x="157159" y="904"/>
                  </a:lnTo>
                  <a:lnTo>
                    <a:pt x="165017" y="931"/>
                  </a:lnTo>
                  <a:lnTo>
                    <a:pt x="172875" y="976"/>
                  </a:lnTo>
                  <a:lnTo>
                    <a:pt x="180733" y="1003"/>
                  </a:lnTo>
                  <a:lnTo>
                    <a:pt x="188591" y="1055"/>
                  </a:lnTo>
                  <a:lnTo>
                    <a:pt x="196449" y="1095"/>
                  </a:lnTo>
                  <a:lnTo>
                    <a:pt x="204307" y="1163"/>
                  </a:lnTo>
                  <a:lnTo>
                    <a:pt x="212165" y="1140"/>
                  </a:lnTo>
                  <a:lnTo>
                    <a:pt x="220023" y="1199"/>
                  </a:lnTo>
                  <a:lnTo>
                    <a:pt x="227881" y="1211"/>
                  </a:lnTo>
                  <a:lnTo>
                    <a:pt x="235739" y="1276"/>
                  </a:lnTo>
                  <a:lnTo>
                    <a:pt x="243597" y="1292"/>
                  </a:lnTo>
                  <a:lnTo>
                    <a:pt x="251455" y="1333"/>
                  </a:lnTo>
                  <a:lnTo>
                    <a:pt x="259313" y="1398"/>
                  </a:lnTo>
                  <a:lnTo>
                    <a:pt x="267171" y="1466"/>
                  </a:lnTo>
                  <a:lnTo>
                    <a:pt x="275029" y="1468"/>
                  </a:lnTo>
                  <a:lnTo>
                    <a:pt x="282887" y="1484"/>
                  </a:lnTo>
                  <a:lnTo>
                    <a:pt x="290745" y="1539"/>
                  </a:lnTo>
                  <a:lnTo>
                    <a:pt x="298603" y="1545"/>
                  </a:lnTo>
                  <a:lnTo>
                    <a:pt x="306461" y="1618"/>
                  </a:lnTo>
                  <a:lnTo>
                    <a:pt x="314319" y="1686"/>
                  </a:lnTo>
                  <a:lnTo>
                    <a:pt x="322177" y="1714"/>
                  </a:lnTo>
                  <a:lnTo>
                    <a:pt x="330035" y="1735"/>
                  </a:lnTo>
                  <a:lnTo>
                    <a:pt x="337893" y="1718"/>
                  </a:lnTo>
                  <a:lnTo>
                    <a:pt x="345751" y="1698"/>
                  </a:lnTo>
                  <a:lnTo>
                    <a:pt x="353609" y="1729"/>
                  </a:lnTo>
                  <a:lnTo>
                    <a:pt x="361467" y="1778"/>
                  </a:lnTo>
                  <a:lnTo>
                    <a:pt x="369325" y="1777"/>
                  </a:lnTo>
                  <a:lnTo>
                    <a:pt x="377183" y="1816"/>
                  </a:lnTo>
                  <a:lnTo>
                    <a:pt x="385041" y="1821"/>
                  </a:lnTo>
                  <a:lnTo>
                    <a:pt x="392899" y="1859"/>
                  </a:lnTo>
                  <a:lnTo>
                    <a:pt x="400757" y="1876"/>
                  </a:lnTo>
                  <a:lnTo>
                    <a:pt x="408615" y="1959"/>
                  </a:lnTo>
                  <a:lnTo>
                    <a:pt x="416473" y="1982"/>
                  </a:lnTo>
                  <a:lnTo>
                    <a:pt x="424331" y="2015"/>
                  </a:lnTo>
                  <a:lnTo>
                    <a:pt x="432189" y="2030"/>
                  </a:lnTo>
                  <a:lnTo>
                    <a:pt x="440047" y="2097"/>
                  </a:lnTo>
                  <a:lnTo>
                    <a:pt x="447905" y="2140"/>
                  </a:lnTo>
                  <a:lnTo>
                    <a:pt x="455763" y="2166"/>
                  </a:lnTo>
                  <a:lnTo>
                    <a:pt x="463621" y="2206"/>
                  </a:lnTo>
                  <a:lnTo>
                    <a:pt x="471479" y="2221"/>
                  </a:lnTo>
                  <a:lnTo>
                    <a:pt x="479337" y="2264"/>
                  </a:lnTo>
                  <a:lnTo>
                    <a:pt x="487195" y="2328"/>
                  </a:lnTo>
                  <a:lnTo>
                    <a:pt x="495053" y="2318"/>
                  </a:lnTo>
                  <a:lnTo>
                    <a:pt x="502911" y="2340"/>
                  </a:lnTo>
                  <a:lnTo>
                    <a:pt x="510769" y="2353"/>
                  </a:lnTo>
                  <a:lnTo>
                    <a:pt x="518627" y="2417"/>
                  </a:lnTo>
                  <a:lnTo>
                    <a:pt x="526485" y="2398"/>
                  </a:lnTo>
                  <a:lnTo>
                    <a:pt x="534343" y="2419"/>
                  </a:lnTo>
                  <a:lnTo>
                    <a:pt x="542201" y="2407"/>
                  </a:lnTo>
                  <a:lnTo>
                    <a:pt x="550059" y="2426"/>
                  </a:lnTo>
                  <a:lnTo>
                    <a:pt x="557917" y="2486"/>
                  </a:lnTo>
                  <a:lnTo>
                    <a:pt x="565775" y="2521"/>
                  </a:lnTo>
                  <a:lnTo>
                    <a:pt x="573633" y="2534"/>
                  </a:lnTo>
                  <a:lnTo>
                    <a:pt x="581491" y="2490"/>
                  </a:lnTo>
                  <a:lnTo>
                    <a:pt x="589349" y="2469"/>
                  </a:lnTo>
                  <a:lnTo>
                    <a:pt x="597207" y="2445"/>
                  </a:lnTo>
                  <a:lnTo>
                    <a:pt x="605065" y="2455"/>
                  </a:lnTo>
                  <a:lnTo>
                    <a:pt x="612923" y="2428"/>
                  </a:lnTo>
                  <a:lnTo>
                    <a:pt x="620781" y="2508"/>
                  </a:lnTo>
                  <a:lnTo>
                    <a:pt x="628639" y="2547"/>
                  </a:lnTo>
                  <a:lnTo>
                    <a:pt x="636497" y="2577"/>
                  </a:lnTo>
                  <a:lnTo>
                    <a:pt x="644355" y="2618"/>
                  </a:lnTo>
                  <a:lnTo>
                    <a:pt x="652213" y="2620"/>
                  </a:lnTo>
                  <a:lnTo>
                    <a:pt x="660071" y="2670"/>
                  </a:lnTo>
                  <a:lnTo>
                    <a:pt x="667929" y="2707"/>
                  </a:lnTo>
                  <a:lnTo>
                    <a:pt x="675787" y="2769"/>
                  </a:lnTo>
                  <a:lnTo>
                    <a:pt x="683645" y="2814"/>
                  </a:lnTo>
                  <a:lnTo>
                    <a:pt x="691503" y="2858"/>
                  </a:lnTo>
                  <a:lnTo>
                    <a:pt x="699361" y="2896"/>
                  </a:lnTo>
                  <a:lnTo>
                    <a:pt x="707219" y="2836"/>
                  </a:lnTo>
                  <a:lnTo>
                    <a:pt x="715077" y="2873"/>
                  </a:lnTo>
                  <a:lnTo>
                    <a:pt x="722935" y="2904"/>
                  </a:lnTo>
                  <a:lnTo>
                    <a:pt x="730793" y="2904"/>
                  </a:lnTo>
                  <a:lnTo>
                    <a:pt x="738651" y="2908"/>
                  </a:lnTo>
                  <a:lnTo>
                    <a:pt x="746509" y="2954"/>
                  </a:lnTo>
                  <a:lnTo>
                    <a:pt x="754367" y="2967"/>
                  </a:lnTo>
                  <a:lnTo>
                    <a:pt x="762225" y="3033"/>
                  </a:lnTo>
                  <a:lnTo>
                    <a:pt x="770083" y="3061"/>
                  </a:lnTo>
                  <a:lnTo>
                    <a:pt x="777941" y="3046"/>
                  </a:lnTo>
                  <a:lnTo>
                    <a:pt x="785799" y="3071"/>
                  </a:lnTo>
                  <a:lnTo>
                    <a:pt x="793657" y="3111"/>
                  </a:lnTo>
                  <a:lnTo>
                    <a:pt x="801515" y="3152"/>
                  </a:lnTo>
                  <a:lnTo>
                    <a:pt x="809373" y="3170"/>
                  </a:lnTo>
                  <a:lnTo>
                    <a:pt x="817231" y="3200"/>
                  </a:lnTo>
                  <a:lnTo>
                    <a:pt x="825089" y="3205"/>
                  </a:lnTo>
                  <a:lnTo>
                    <a:pt x="832947" y="3187"/>
                  </a:lnTo>
                  <a:lnTo>
                    <a:pt x="840805" y="3208"/>
                  </a:lnTo>
                  <a:lnTo>
                    <a:pt x="848663" y="3236"/>
                  </a:lnTo>
                  <a:lnTo>
                    <a:pt x="856521" y="3296"/>
                  </a:lnTo>
                  <a:lnTo>
                    <a:pt x="864379" y="3318"/>
                  </a:lnTo>
                  <a:lnTo>
                    <a:pt x="872237" y="3341"/>
                  </a:lnTo>
                  <a:lnTo>
                    <a:pt x="880095" y="3349"/>
                  </a:lnTo>
                  <a:lnTo>
                    <a:pt x="887953" y="3387"/>
                  </a:lnTo>
                  <a:lnTo>
                    <a:pt x="895811" y="3436"/>
                  </a:lnTo>
                  <a:lnTo>
                    <a:pt x="903669" y="3497"/>
                  </a:lnTo>
                  <a:lnTo>
                    <a:pt x="911527" y="3548"/>
                  </a:lnTo>
                  <a:lnTo>
                    <a:pt x="919385" y="3572"/>
                  </a:lnTo>
                  <a:lnTo>
                    <a:pt x="927243" y="3610"/>
                  </a:lnTo>
                  <a:lnTo>
                    <a:pt x="935101" y="3665"/>
                  </a:lnTo>
                  <a:lnTo>
                    <a:pt x="942959" y="3698"/>
                  </a:lnTo>
                  <a:lnTo>
                    <a:pt x="950817" y="3710"/>
                  </a:lnTo>
                  <a:lnTo>
                    <a:pt x="958675" y="3726"/>
                  </a:lnTo>
                  <a:lnTo>
                    <a:pt x="966533" y="3707"/>
                  </a:lnTo>
                  <a:lnTo>
                    <a:pt x="974391" y="3725"/>
                  </a:lnTo>
                  <a:lnTo>
                    <a:pt x="982249" y="3724"/>
                  </a:lnTo>
                  <a:lnTo>
                    <a:pt x="990107" y="3753"/>
                  </a:lnTo>
                  <a:lnTo>
                    <a:pt x="997965" y="3780"/>
                  </a:lnTo>
                  <a:lnTo>
                    <a:pt x="1005823" y="3774"/>
                  </a:lnTo>
                  <a:lnTo>
                    <a:pt x="1013681" y="3791"/>
                  </a:lnTo>
                  <a:lnTo>
                    <a:pt x="1021539" y="3810"/>
                  </a:lnTo>
                  <a:lnTo>
                    <a:pt x="1029397" y="3853"/>
                  </a:lnTo>
                  <a:lnTo>
                    <a:pt x="1037254" y="3879"/>
                  </a:lnTo>
                  <a:lnTo>
                    <a:pt x="1045112" y="3900"/>
                  </a:lnTo>
                  <a:lnTo>
                    <a:pt x="1052970" y="3928"/>
                  </a:lnTo>
                  <a:lnTo>
                    <a:pt x="1060828" y="3927"/>
                  </a:lnTo>
                  <a:lnTo>
                    <a:pt x="1068686" y="3950"/>
                  </a:lnTo>
                  <a:lnTo>
                    <a:pt x="1076544" y="3976"/>
                  </a:lnTo>
                  <a:lnTo>
                    <a:pt x="1084402" y="3981"/>
                  </a:lnTo>
                  <a:lnTo>
                    <a:pt x="1092260" y="4003"/>
                  </a:lnTo>
                  <a:lnTo>
                    <a:pt x="1100118" y="4025"/>
                  </a:lnTo>
                  <a:lnTo>
                    <a:pt x="1107976" y="4051"/>
                  </a:lnTo>
                  <a:lnTo>
                    <a:pt x="1115834" y="4083"/>
                  </a:lnTo>
                  <a:lnTo>
                    <a:pt x="1123692" y="4095"/>
                  </a:lnTo>
                  <a:lnTo>
                    <a:pt x="1131550" y="4097"/>
                  </a:lnTo>
                  <a:lnTo>
                    <a:pt x="1139408" y="4074"/>
                  </a:lnTo>
                  <a:lnTo>
                    <a:pt x="1147266" y="4087"/>
                  </a:lnTo>
                  <a:lnTo>
                    <a:pt x="1155124" y="4103"/>
                  </a:lnTo>
                  <a:lnTo>
                    <a:pt x="1162982" y="4119"/>
                  </a:lnTo>
                  <a:lnTo>
                    <a:pt x="1170840" y="4135"/>
                  </a:lnTo>
                  <a:lnTo>
                    <a:pt x="1178698" y="4143"/>
                  </a:lnTo>
                  <a:lnTo>
                    <a:pt x="1186556" y="4175"/>
                  </a:lnTo>
                  <a:lnTo>
                    <a:pt x="1194414" y="4197"/>
                  </a:lnTo>
                  <a:lnTo>
                    <a:pt x="1202272" y="4238"/>
                  </a:lnTo>
                  <a:lnTo>
                    <a:pt x="1210130" y="4257"/>
                  </a:lnTo>
                  <a:lnTo>
                    <a:pt x="1217988" y="4279"/>
                  </a:lnTo>
                  <a:lnTo>
                    <a:pt x="1225846" y="4301"/>
                  </a:lnTo>
                  <a:lnTo>
                    <a:pt x="1233704" y="4282"/>
                  </a:lnTo>
                  <a:lnTo>
                    <a:pt x="1241562" y="4312"/>
                  </a:lnTo>
                  <a:lnTo>
                    <a:pt x="1249420" y="4321"/>
                  </a:lnTo>
                  <a:lnTo>
                    <a:pt x="1257278" y="4333"/>
                  </a:lnTo>
                  <a:lnTo>
                    <a:pt x="1265136" y="4341"/>
                  </a:lnTo>
                  <a:lnTo>
                    <a:pt x="1272994" y="4368"/>
                  </a:lnTo>
                  <a:lnTo>
                    <a:pt x="1280852" y="4387"/>
                  </a:lnTo>
                  <a:lnTo>
                    <a:pt x="1288710" y="4400"/>
                  </a:lnTo>
                  <a:lnTo>
                    <a:pt x="1296568" y="4431"/>
                  </a:lnTo>
                  <a:lnTo>
                    <a:pt x="1304426" y="4453"/>
                  </a:lnTo>
                  <a:lnTo>
                    <a:pt x="1312284" y="4462"/>
                  </a:lnTo>
                  <a:lnTo>
                    <a:pt x="1320142" y="4471"/>
                  </a:lnTo>
                  <a:lnTo>
                    <a:pt x="1328000" y="4489"/>
                  </a:lnTo>
                  <a:lnTo>
                    <a:pt x="1335858" y="4507"/>
                  </a:lnTo>
                  <a:lnTo>
                    <a:pt x="1343716" y="4527"/>
                  </a:lnTo>
                  <a:lnTo>
                    <a:pt x="1351574" y="4552"/>
                  </a:lnTo>
                  <a:lnTo>
                    <a:pt x="1359432" y="4574"/>
                  </a:lnTo>
                  <a:lnTo>
                    <a:pt x="1367290" y="4609"/>
                  </a:lnTo>
                  <a:lnTo>
                    <a:pt x="1375148" y="4620"/>
                  </a:lnTo>
                  <a:lnTo>
                    <a:pt x="1383006" y="4646"/>
                  </a:lnTo>
                  <a:lnTo>
                    <a:pt x="1390864" y="4677"/>
                  </a:lnTo>
                  <a:lnTo>
                    <a:pt x="1398722" y="4728"/>
                  </a:lnTo>
                  <a:lnTo>
                    <a:pt x="1406580" y="4740"/>
                  </a:lnTo>
                  <a:lnTo>
                    <a:pt x="1414438" y="4738"/>
                  </a:lnTo>
                  <a:lnTo>
                    <a:pt x="1422296" y="4741"/>
                  </a:lnTo>
                  <a:lnTo>
                    <a:pt x="1430154" y="4765"/>
                  </a:lnTo>
                  <a:lnTo>
                    <a:pt x="1438012" y="4793"/>
                  </a:lnTo>
                  <a:lnTo>
                    <a:pt x="1445870" y="4803"/>
                  </a:lnTo>
                  <a:lnTo>
                    <a:pt x="1453728" y="4826"/>
                  </a:lnTo>
                  <a:lnTo>
                    <a:pt x="1461586" y="4850"/>
                  </a:lnTo>
                  <a:lnTo>
                    <a:pt x="1469444" y="4862"/>
                  </a:lnTo>
                  <a:lnTo>
                    <a:pt x="1477302" y="4878"/>
                  </a:lnTo>
                  <a:lnTo>
                    <a:pt x="1485160" y="4898"/>
                  </a:lnTo>
                  <a:lnTo>
                    <a:pt x="1493018" y="4914"/>
                  </a:lnTo>
                  <a:lnTo>
                    <a:pt x="1500876" y="4952"/>
                  </a:lnTo>
                  <a:lnTo>
                    <a:pt x="1508734" y="4973"/>
                  </a:lnTo>
                  <a:lnTo>
                    <a:pt x="1516592" y="4968"/>
                  </a:lnTo>
                  <a:lnTo>
                    <a:pt x="1524450" y="4969"/>
                  </a:lnTo>
                  <a:lnTo>
                    <a:pt x="1532308" y="4974"/>
                  </a:lnTo>
                  <a:lnTo>
                    <a:pt x="1540166" y="4990"/>
                  </a:lnTo>
                  <a:lnTo>
                    <a:pt x="1548024" y="5010"/>
                  </a:lnTo>
                  <a:lnTo>
                    <a:pt x="1555882" y="4992"/>
                  </a:lnTo>
                  <a:lnTo>
                    <a:pt x="1563740" y="4978"/>
                  </a:lnTo>
                  <a:lnTo>
                    <a:pt x="1571598" y="4998"/>
                  </a:lnTo>
                  <a:lnTo>
                    <a:pt x="1579456" y="5021"/>
                  </a:lnTo>
                  <a:lnTo>
                    <a:pt x="1587314" y="5022"/>
                  </a:lnTo>
                  <a:lnTo>
                    <a:pt x="1595172" y="5004"/>
                  </a:lnTo>
                  <a:lnTo>
                    <a:pt x="1603030" y="5030"/>
                  </a:lnTo>
                  <a:lnTo>
                    <a:pt x="1610888" y="5062"/>
                  </a:lnTo>
                  <a:lnTo>
                    <a:pt x="1618746" y="5090"/>
                  </a:lnTo>
                  <a:lnTo>
                    <a:pt x="1626604" y="5139"/>
                  </a:lnTo>
                  <a:lnTo>
                    <a:pt x="1634462" y="5194"/>
                  </a:lnTo>
                  <a:lnTo>
                    <a:pt x="1642320" y="5213"/>
                  </a:lnTo>
                  <a:lnTo>
                    <a:pt x="1650178" y="5248"/>
                  </a:lnTo>
                  <a:lnTo>
                    <a:pt x="1658036" y="5296"/>
                  </a:lnTo>
                  <a:lnTo>
                    <a:pt x="1665894" y="5329"/>
                  </a:lnTo>
                  <a:lnTo>
                    <a:pt x="1673752" y="5365"/>
                  </a:lnTo>
                  <a:lnTo>
                    <a:pt x="1681610" y="5416"/>
                  </a:lnTo>
                  <a:lnTo>
                    <a:pt x="1689468" y="5414"/>
                  </a:lnTo>
                  <a:lnTo>
                    <a:pt x="1697326" y="5402"/>
                  </a:lnTo>
                  <a:lnTo>
                    <a:pt x="1705184" y="5418"/>
                  </a:lnTo>
                  <a:lnTo>
                    <a:pt x="1713042" y="5449"/>
                  </a:lnTo>
                  <a:lnTo>
                    <a:pt x="1720900" y="5468"/>
                  </a:lnTo>
                  <a:lnTo>
                    <a:pt x="1728758" y="5488"/>
                  </a:lnTo>
                  <a:lnTo>
                    <a:pt x="1736616" y="5521"/>
                  </a:lnTo>
                  <a:lnTo>
                    <a:pt x="1744474" y="5556"/>
                  </a:lnTo>
                  <a:lnTo>
                    <a:pt x="1752332" y="5542"/>
                  </a:lnTo>
                  <a:lnTo>
                    <a:pt x="1760190" y="5548"/>
                  </a:lnTo>
                  <a:lnTo>
                    <a:pt x="1768048" y="5543"/>
                  </a:lnTo>
                  <a:lnTo>
                    <a:pt x="1775906" y="5530"/>
                  </a:lnTo>
                  <a:lnTo>
                    <a:pt x="1783764" y="5531"/>
                  </a:lnTo>
                  <a:lnTo>
                    <a:pt x="1791622" y="5538"/>
                  </a:lnTo>
                  <a:lnTo>
                    <a:pt x="1799480" y="5561"/>
                  </a:lnTo>
                  <a:lnTo>
                    <a:pt x="1807338" y="5577"/>
                  </a:lnTo>
                  <a:lnTo>
                    <a:pt x="1815196" y="5597"/>
                  </a:lnTo>
                  <a:lnTo>
                    <a:pt x="1823054" y="5617"/>
                  </a:lnTo>
                  <a:lnTo>
                    <a:pt x="1830912" y="5635"/>
                  </a:lnTo>
                  <a:lnTo>
                    <a:pt x="1838770" y="5644"/>
                  </a:lnTo>
                  <a:lnTo>
                    <a:pt x="1846628" y="5654"/>
                  </a:lnTo>
                  <a:lnTo>
                    <a:pt x="1854486" y="5670"/>
                  </a:lnTo>
                  <a:lnTo>
                    <a:pt x="1862344" y="5685"/>
                  </a:lnTo>
                  <a:lnTo>
                    <a:pt x="1870202" y="5700"/>
                  </a:lnTo>
                  <a:lnTo>
                    <a:pt x="1878060" y="5718"/>
                  </a:lnTo>
                  <a:lnTo>
                    <a:pt x="1885918" y="5737"/>
                  </a:lnTo>
                  <a:lnTo>
                    <a:pt x="1893776" y="5756"/>
                  </a:lnTo>
                  <a:lnTo>
                    <a:pt x="1901634" y="5764"/>
                  </a:lnTo>
                  <a:lnTo>
                    <a:pt x="1909492" y="5790"/>
                  </a:lnTo>
                  <a:lnTo>
                    <a:pt x="1917350" y="5821"/>
                  </a:lnTo>
                  <a:lnTo>
                    <a:pt x="1925208" y="5854"/>
                  </a:lnTo>
                  <a:lnTo>
                    <a:pt x="1933066" y="5888"/>
                  </a:lnTo>
                  <a:lnTo>
                    <a:pt x="1940924" y="5922"/>
                  </a:lnTo>
                  <a:lnTo>
                    <a:pt x="1948782" y="5953"/>
                  </a:lnTo>
                  <a:lnTo>
                    <a:pt x="1956640" y="5962"/>
                  </a:lnTo>
                  <a:lnTo>
                    <a:pt x="1964498" y="5971"/>
                  </a:lnTo>
                  <a:lnTo>
                    <a:pt x="1972356" y="5988"/>
                  </a:lnTo>
                  <a:lnTo>
                    <a:pt x="1980214" y="5990"/>
                  </a:lnTo>
                  <a:lnTo>
                    <a:pt x="1988072" y="5995"/>
                  </a:lnTo>
                  <a:lnTo>
                    <a:pt x="1995930" y="6009"/>
                  </a:lnTo>
                  <a:lnTo>
                    <a:pt x="2003788" y="6025"/>
                  </a:lnTo>
                  <a:lnTo>
                    <a:pt x="2011646" y="6041"/>
                  </a:lnTo>
                  <a:lnTo>
                    <a:pt x="2019504" y="6057"/>
                  </a:lnTo>
                  <a:lnTo>
                    <a:pt x="2027362" y="6074"/>
                  </a:lnTo>
                  <a:lnTo>
                    <a:pt x="2035220" y="6095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1084653" y="4247864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3506275" y="2396548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506275" y="298774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506275" y="277510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506275" y="256247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524605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4044449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4564293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5084137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5603981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506275" y="298774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3608036" y="2967512"/>
              <a:ext cx="2035220" cy="20592"/>
            </a:xfrm>
            <a:custGeom>
              <a:avLst/>
              <a:pathLst>
                <a:path w="2035220" h="20592">
                  <a:moveTo>
                    <a:pt x="0" y="20316"/>
                  </a:moveTo>
                  <a:lnTo>
                    <a:pt x="7857" y="20314"/>
                  </a:lnTo>
                  <a:lnTo>
                    <a:pt x="15715" y="20313"/>
                  </a:lnTo>
                  <a:lnTo>
                    <a:pt x="23573" y="20312"/>
                  </a:lnTo>
                  <a:lnTo>
                    <a:pt x="31431" y="20310"/>
                  </a:lnTo>
                  <a:lnTo>
                    <a:pt x="39289" y="20309"/>
                  </a:lnTo>
                  <a:lnTo>
                    <a:pt x="47147" y="20308"/>
                  </a:lnTo>
                  <a:lnTo>
                    <a:pt x="55005" y="20306"/>
                  </a:lnTo>
                  <a:lnTo>
                    <a:pt x="62863" y="20305"/>
                  </a:lnTo>
                  <a:lnTo>
                    <a:pt x="70721" y="20303"/>
                  </a:lnTo>
                  <a:lnTo>
                    <a:pt x="78579" y="20302"/>
                  </a:lnTo>
                  <a:lnTo>
                    <a:pt x="86437" y="20301"/>
                  </a:lnTo>
                  <a:lnTo>
                    <a:pt x="94295" y="20299"/>
                  </a:lnTo>
                  <a:lnTo>
                    <a:pt x="102153" y="20298"/>
                  </a:lnTo>
                  <a:lnTo>
                    <a:pt x="110011" y="20297"/>
                  </a:lnTo>
                  <a:lnTo>
                    <a:pt x="117869" y="20295"/>
                  </a:lnTo>
                  <a:lnTo>
                    <a:pt x="125727" y="20294"/>
                  </a:lnTo>
                  <a:lnTo>
                    <a:pt x="133585" y="20292"/>
                  </a:lnTo>
                  <a:lnTo>
                    <a:pt x="141443" y="20291"/>
                  </a:lnTo>
                  <a:lnTo>
                    <a:pt x="149301" y="20290"/>
                  </a:lnTo>
                  <a:lnTo>
                    <a:pt x="157159" y="20288"/>
                  </a:lnTo>
                  <a:lnTo>
                    <a:pt x="165017" y="20287"/>
                  </a:lnTo>
                  <a:lnTo>
                    <a:pt x="172875" y="20285"/>
                  </a:lnTo>
                  <a:lnTo>
                    <a:pt x="180733" y="20284"/>
                  </a:lnTo>
                  <a:lnTo>
                    <a:pt x="188591" y="20282"/>
                  </a:lnTo>
                  <a:lnTo>
                    <a:pt x="196449" y="20281"/>
                  </a:lnTo>
                  <a:lnTo>
                    <a:pt x="204307" y="20279"/>
                  </a:lnTo>
                  <a:lnTo>
                    <a:pt x="212165" y="20278"/>
                  </a:lnTo>
                  <a:lnTo>
                    <a:pt x="220023" y="20276"/>
                  </a:lnTo>
                  <a:lnTo>
                    <a:pt x="227881" y="20275"/>
                  </a:lnTo>
                  <a:lnTo>
                    <a:pt x="235739" y="20273"/>
                  </a:lnTo>
                  <a:lnTo>
                    <a:pt x="243597" y="20272"/>
                  </a:lnTo>
                  <a:lnTo>
                    <a:pt x="251455" y="20270"/>
                  </a:lnTo>
                  <a:lnTo>
                    <a:pt x="259313" y="20269"/>
                  </a:lnTo>
                  <a:lnTo>
                    <a:pt x="267171" y="20267"/>
                  </a:lnTo>
                  <a:lnTo>
                    <a:pt x="275029" y="20266"/>
                  </a:lnTo>
                  <a:lnTo>
                    <a:pt x="282887" y="20264"/>
                  </a:lnTo>
                  <a:lnTo>
                    <a:pt x="290745" y="20263"/>
                  </a:lnTo>
                  <a:lnTo>
                    <a:pt x="298603" y="20261"/>
                  </a:lnTo>
                  <a:lnTo>
                    <a:pt x="306461" y="20260"/>
                  </a:lnTo>
                  <a:lnTo>
                    <a:pt x="314319" y="20258"/>
                  </a:lnTo>
                  <a:lnTo>
                    <a:pt x="322177" y="20256"/>
                  </a:lnTo>
                  <a:lnTo>
                    <a:pt x="330035" y="20255"/>
                  </a:lnTo>
                  <a:lnTo>
                    <a:pt x="337893" y="20253"/>
                  </a:lnTo>
                  <a:lnTo>
                    <a:pt x="345751" y="20252"/>
                  </a:lnTo>
                  <a:lnTo>
                    <a:pt x="353609" y="20250"/>
                  </a:lnTo>
                  <a:lnTo>
                    <a:pt x="361467" y="20248"/>
                  </a:lnTo>
                  <a:lnTo>
                    <a:pt x="369325" y="20247"/>
                  </a:lnTo>
                  <a:lnTo>
                    <a:pt x="377183" y="20245"/>
                  </a:lnTo>
                  <a:lnTo>
                    <a:pt x="385041" y="20243"/>
                  </a:lnTo>
                  <a:lnTo>
                    <a:pt x="392899" y="20242"/>
                  </a:lnTo>
                  <a:lnTo>
                    <a:pt x="400757" y="20240"/>
                  </a:lnTo>
                  <a:lnTo>
                    <a:pt x="408615" y="20238"/>
                  </a:lnTo>
                  <a:lnTo>
                    <a:pt x="416473" y="20236"/>
                  </a:lnTo>
                  <a:lnTo>
                    <a:pt x="424331" y="20235"/>
                  </a:lnTo>
                  <a:lnTo>
                    <a:pt x="432189" y="20233"/>
                  </a:lnTo>
                  <a:lnTo>
                    <a:pt x="440047" y="20228"/>
                  </a:lnTo>
                  <a:lnTo>
                    <a:pt x="447905" y="20218"/>
                  </a:lnTo>
                  <a:lnTo>
                    <a:pt x="455763" y="20208"/>
                  </a:lnTo>
                  <a:lnTo>
                    <a:pt x="463621" y="20198"/>
                  </a:lnTo>
                  <a:lnTo>
                    <a:pt x="471479" y="20187"/>
                  </a:lnTo>
                  <a:lnTo>
                    <a:pt x="479337" y="20177"/>
                  </a:lnTo>
                  <a:lnTo>
                    <a:pt x="487195" y="20166"/>
                  </a:lnTo>
                  <a:lnTo>
                    <a:pt x="495053" y="20155"/>
                  </a:lnTo>
                  <a:lnTo>
                    <a:pt x="502911" y="20144"/>
                  </a:lnTo>
                  <a:lnTo>
                    <a:pt x="510769" y="20132"/>
                  </a:lnTo>
                  <a:lnTo>
                    <a:pt x="518627" y="20121"/>
                  </a:lnTo>
                  <a:lnTo>
                    <a:pt x="526485" y="20109"/>
                  </a:lnTo>
                  <a:lnTo>
                    <a:pt x="534343" y="20097"/>
                  </a:lnTo>
                  <a:lnTo>
                    <a:pt x="542201" y="20085"/>
                  </a:lnTo>
                  <a:lnTo>
                    <a:pt x="550059" y="20072"/>
                  </a:lnTo>
                  <a:lnTo>
                    <a:pt x="557917" y="20060"/>
                  </a:lnTo>
                  <a:lnTo>
                    <a:pt x="565775" y="20047"/>
                  </a:lnTo>
                  <a:lnTo>
                    <a:pt x="573633" y="20034"/>
                  </a:lnTo>
                  <a:lnTo>
                    <a:pt x="581491" y="20021"/>
                  </a:lnTo>
                  <a:lnTo>
                    <a:pt x="589349" y="20008"/>
                  </a:lnTo>
                  <a:lnTo>
                    <a:pt x="597207" y="19994"/>
                  </a:lnTo>
                  <a:lnTo>
                    <a:pt x="605065" y="19980"/>
                  </a:lnTo>
                  <a:lnTo>
                    <a:pt x="612923" y="19966"/>
                  </a:lnTo>
                  <a:lnTo>
                    <a:pt x="620781" y="19952"/>
                  </a:lnTo>
                  <a:lnTo>
                    <a:pt x="628639" y="19938"/>
                  </a:lnTo>
                  <a:lnTo>
                    <a:pt x="636497" y="19923"/>
                  </a:lnTo>
                  <a:lnTo>
                    <a:pt x="644355" y="19908"/>
                  </a:lnTo>
                  <a:lnTo>
                    <a:pt x="652213" y="19893"/>
                  </a:lnTo>
                  <a:lnTo>
                    <a:pt x="660071" y="19878"/>
                  </a:lnTo>
                  <a:lnTo>
                    <a:pt x="667929" y="19862"/>
                  </a:lnTo>
                  <a:lnTo>
                    <a:pt x="675787" y="19846"/>
                  </a:lnTo>
                  <a:lnTo>
                    <a:pt x="683645" y="19831"/>
                  </a:lnTo>
                  <a:lnTo>
                    <a:pt x="691503" y="19814"/>
                  </a:lnTo>
                  <a:lnTo>
                    <a:pt x="699361" y="19797"/>
                  </a:lnTo>
                  <a:lnTo>
                    <a:pt x="707219" y="19780"/>
                  </a:lnTo>
                  <a:lnTo>
                    <a:pt x="715077" y="19763"/>
                  </a:lnTo>
                  <a:lnTo>
                    <a:pt x="722935" y="19745"/>
                  </a:lnTo>
                  <a:lnTo>
                    <a:pt x="730793" y="19728"/>
                  </a:lnTo>
                  <a:lnTo>
                    <a:pt x="738651" y="19710"/>
                  </a:lnTo>
                  <a:lnTo>
                    <a:pt x="746509" y="19691"/>
                  </a:lnTo>
                  <a:lnTo>
                    <a:pt x="754367" y="19673"/>
                  </a:lnTo>
                  <a:lnTo>
                    <a:pt x="762225" y="19654"/>
                  </a:lnTo>
                  <a:lnTo>
                    <a:pt x="770083" y="19635"/>
                  </a:lnTo>
                  <a:lnTo>
                    <a:pt x="777941" y="19615"/>
                  </a:lnTo>
                  <a:lnTo>
                    <a:pt x="785799" y="19594"/>
                  </a:lnTo>
                  <a:lnTo>
                    <a:pt x="793657" y="19572"/>
                  </a:lnTo>
                  <a:lnTo>
                    <a:pt x="801515" y="19550"/>
                  </a:lnTo>
                  <a:lnTo>
                    <a:pt x="809373" y="19530"/>
                  </a:lnTo>
                  <a:lnTo>
                    <a:pt x="817231" y="19508"/>
                  </a:lnTo>
                  <a:lnTo>
                    <a:pt x="825089" y="19486"/>
                  </a:lnTo>
                  <a:lnTo>
                    <a:pt x="832947" y="19464"/>
                  </a:lnTo>
                  <a:lnTo>
                    <a:pt x="840805" y="19442"/>
                  </a:lnTo>
                  <a:lnTo>
                    <a:pt x="848663" y="19419"/>
                  </a:lnTo>
                  <a:lnTo>
                    <a:pt x="856521" y="19397"/>
                  </a:lnTo>
                  <a:lnTo>
                    <a:pt x="864379" y="19373"/>
                  </a:lnTo>
                  <a:lnTo>
                    <a:pt x="872237" y="19350"/>
                  </a:lnTo>
                  <a:lnTo>
                    <a:pt x="880095" y="19326"/>
                  </a:lnTo>
                  <a:lnTo>
                    <a:pt x="887953" y="19301"/>
                  </a:lnTo>
                  <a:lnTo>
                    <a:pt x="895811" y="19276"/>
                  </a:lnTo>
                  <a:lnTo>
                    <a:pt x="903669" y="19250"/>
                  </a:lnTo>
                  <a:lnTo>
                    <a:pt x="911527" y="19223"/>
                  </a:lnTo>
                  <a:lnTo>
                    <a:pt x="919385" y="19196"/>
                  </a:lnTo>
                  <a:lnTo>
                    <a:pt x="927243" y="19168"/>
                  </a:lnTo>
                  <a:lnTo>
                    <a:pt x="935101" y="19139"/>
                  </a:lnTo>
                  <a:lnTo>
                    <a:pt x="942959" y="19110"/>
                  </a:lnTo>
                  <a:lnTo>
                    <a:pt x="950817" y="19081"/>
                  </a:lnTo>
                  <a:lnTo>
                    <a:pt x="958675" y="19051"/>
                  </a:lnTo>
                  <a:lnTo>
                    <a:pt x="966533" y="19020"/>
                  </a:lnTo>
                  <a:lnTo>
                    <a:pt x="974391" y="18989"/>
                  </a:lnTo>
                  <a:lnTo>
                    <a:pt x="982249" y="18958"/>
                  </a:lnTo>
                  <a:lnTo>
                    <a:pt x="990107" y="18926"/>
                  </a:lnTo>
                  <a:lnTo>
                    <a:pt x="997965" y="18896"/>
                  </a:lnTo>
                  <a:lnTo>
                    <a:pt x="1005823" y="18862"/>
                  </a:lnTo>
                  <a:lnTo>
                    <a:pt x="1013681" y="18826"/>
                  </a:lnTo>
                  <a:lnTo>
                    <a:pt x="1021539" y="18795"/>
                  </a:lnTo>
                  <a:lnTo>
                    <a:pt x="1029397" y="18760"/>
                  </a:lnTo>
                  <a:lnTo>
                    <a:pt x="1037254" y="18727"/>
                  </a:lnTo>
                  <a:lnTo>
                    <a:pt x="1045112" y="18697"/>
                  </a:lnTo>
                  <a:lnTo>
                    <a:pt x="1052970" y="18659"/>
                  </a:lnTo>
                  <a:lnTo>
                    <a:pt x="1060828" y="18622"/>
                  </a:lnTo>
                  <a:lnTo>
                    <a:pt x="1068686" y="18586"/>
                  </a:lnTo>
                  <a:lnTo>
                    <a:pt x="1076544" y="18546"/>
                  </a:lnTo>
                  <a:lnTo>
                    <a:pt x="1084402" y="18507"/>
                  </a:lnTo>
                  <a:lnTo>
                    <a:pt x="1092260" y="18466"/>
                  </a:lnTo>
                  <a:lnTo>
                    <a:pt x="1100118" y="18425"/>
                  </a:lnTo>
                  <a:lnTo>
                    <a:pt x="1107976" y="18383"/>
                  </a:lnTo>
                  <a:lnTo>
                    <a:pt x="1115834" y="18340"/>
                  </a:lnTo>
                  <a:lnTo>
                    <a:pt x="1123692" y="18297"/>
                  </a:lnTo>
                  <a:lnTo>
                    <a:pt x="1131550" y="18252"/>
                  </a:lnTo>
                  <a:lnTo>
                    <a:pt x="1139408" y="18207"/>
                  </a:lnTo>
                  <a:lnTo>
                    <a:pt x="1147266" y="18161"/>
                  </a:lnTo>
                  <a:lnTo>
                    <a:pt x="1155124" y="18114"/>
                  </a:lnTo>
                  <a:lnTo>
                    <a:pt x="1162982" y="18067"/>
                  </a:lnTo>
                  <a:lnTo>
                    <a:pt x="1170840" y="18018"/>
                  </a:lnTo>
                  <a:lnTo>
                    <a:pt x="1178698" y="17969"/>
                  </a:lnTo>
                  <a:lnTo>
                    <a:pt x="1186556" y="17919"/>
                  </a:lnTo>
                  <a:lnTo>
                    <a:pt x="1194414" y="17868"/>
                  </a:lnTo>
                  <a:lnTo>
                    <a:pt x="1202272" y="17816"/>
                  </a:lnTo>
                  <a:lnTo>
                    <a:pt x="1210130" y="17763"/>
                  </a:lnTo>
                  <a:lnTo>
                    <a:pt x="1217988" y="17709"/>
                  </a:lnTo>
                  <a:lnTo>
                    <a:pt x="1225846" y="17654"/>
                  </a:lnTo>
                  <a:lnTo>
                    <a:pt x="1233704" y="17596"/>
                  </a:lnTo>
                  <a:lnTo>
                    <a:pt x="1241562" y="17536"/>
                  </a:lnTo>
                  <a:lnTo>
                    <a:pt x="1249420" y="17475"/>
                  </a:lnTo>
                  <a:lnTo>
                    <a:pt x="1257278" y="17413"/>
                  </a:lnTo>
                  <a:lnTo>
                    <a:pt x="1265136" y="17350"/>
                  </a:lnTo>
                  <a:lnTo>
                    <a:pt x="1272994" y="17290"/>
                  </a:lnTo>
                  <a:lnTo>
                    <a:pt x="1280852" y="17225"/>
                  </a:lnTo>
                  <a:lnTo>
                    <a:pt x="1288710" y="17162"/>
                  </a:lnTo>
                  <a:lnTo>
                    <a:pt x="1296568" y="17101"/>
                  </a:lnTo>
                  <a:lnTo>
                    <a:pt x="1304426" y="17038"/>
                  </a:lnTo>
                  <a:lnTo>
                    <a:pt x="1312284" y="16969"/>
                  </a:lnTo>
                  <a:lnTo>
                    <a:pt x="1320142" y="16899"/>
                  </a:lnTo>
                  <a:lnTo>
                    <a:pt x="1328000" y="16828"/>
                  </a:lnTo>
                  <a:lnTo>
                    <a:pt x="1335858" y="16756"/>
                  </a:lnTo>
                  <a:lnTo>
                    <a:pt x="1343716" y="16676"/>
                  </a:lnTo>
                  <a:lnTo>
                    <a:pt x="1351574" y="16611"/>
                  </a:lnTo>
                  <a:lnTo>
                    <a:pt x="1359432" y="16543"/>
                  </a:lnTo>
                  <a:lnTo>
                    <a:pt x="1367290" y="16465"/>
                  </a:lnTo>
                  <a:lnTo>
                    <a:pt x="1375148" y="16387"/>
                  </a:lnTo>
                  <a:lnTo>
                    <a:pt x="1383006" y="16309"/>
                  </a:lnTo>
                  <a:lnTo>
                    <a:pt x="1390864" y="16230"/>
                  </a:lnTo>
                  <a:lnTo>
                    <a:pt x="1398722" y="16149"/>
                  </a:lnTo>
                  <a:lnTo>
                    <a:pt x="1406580" y="16065"/>
                  </a:lnTo>
                  <a:lnTo>
                    <a:pt x="1414438" y="15982"/>
                  </a:lnTo>
                  <a:lnTo>
                    <a:pt x="1422296" y="15891"/>
                  </a:lnTo>
                  <a:lnTo>
                    <a:pt x="1430154" y="15797"/>
                  </a:lnTo>
                  <a:lnTo>
                    <a:pt x="1438012" y="15713"/>
                  </a:lnTo>
                  <a:lnTo>
                    <a:pt x="1445870" y="15627"/>
                  </a:lnTo>
                  <a:lnTo>
                    <a:pt x="1453728" y="15539"/>
                  </a:lnTo>
                  <a:lnTo>
                    <a:pt x="1461586" y="15447"/>
                  </a:lnTo>
                  <a:lnTo>
                    <a:pt x="1469444" y="15352"/>
                  </a:lnTo>
                  <a:lnTo>
                    <a:pt x="1477302" y="15256"/>
                  </a:lnTo>
                  <a:lnTo>
                    <a:pt x="1485160" y="15158"/>
                  </a:lnTo>
                  <a:lnTo>
                    <a:pt x="1493018" y="15057"/>
                  </a:lnTo>
                  <a:lnTo>
                    <a:pt x="1500876" y="14955"/>
                  </a:lnTo>
                  <a:lnTo>
                    <a:pt x="1508734" y="14852"/>
                  </a:lnTo>
                  <a:lnTo>
                    <a:pt x="1516592" y="14746"/>
                  </a:lnTo>
                  <a:lnTo>
                    <a:pt x="1524450" y="14639"/>
                  </a:lnTo>
                  <a:lnTo>
                    <a:pt x="1532308" y="14525"/>
                  </a:lnTo>
                  <a:lnTo>
                    <a:pt x="1540166" y="14411"/>
                  </a:lnTo>
                  <a:lnTo>
                    <a:pt x="1548024" y="14297"/>
                  </a:lnTo>
                  <a:lnTo>
                    <a:pt x="1555882" y="14180"/>
                  </a:lnTo>
                  <a:lnTo>
                    <a:pt x="1563740" y="14061"/>
                  </a:lnTo>
                  <a:lnTo>
                    <a:pt x="1571598" y="13940"/>
                  </a:lnTo>
                  <a:lnTo>
                    <a:pt x="1579456" y="13817"/>
                  </a:lnTo>
                  <a:lnTo>
                    <a:pt x="1587314" y="13691"/>
                  </a:lnTo>
                  <a:lnTo>
                    <a:pt x="1595172" y="13564"/>
                  </a:lnTo>
                  <a:lnTo>
                    <a:pt x="1603030" y="13432"/>
                  </a:lnTo>
                  <a:lnTo>
                    <a:pt x="1610888" y="13291"/>
                  </a:lnTo>
                  <a:lnTo>
                    <a:pt x="1618746" y="13147"/>
                  </a:lnTo>
                  <a:lnTo>
                    <a:pt x="1626604" y="13001"/>
                  </a:lnTo>
                  <a:lnTo>
                    <a:pt x="1634462" y="12850"/>
                  </a:lnTo>
                  <a:lnTo>
                    <a:pt x="1642320" y="12713"/>
                  </a:lnTo>
                  <a:lnTo>
                    <a:pt x="1650178" y="12575"/>
                  </a:lnTo>
                  <a:lnTo>
                    <a:pt x="1658036" y="12434"/>
                  </a:lnTo>
                  <a:lnTo>
                    <a:pt x="1665894" y="12275"/>
                  </a:lnTo>
                  <a:lnTo>
                    <a:pt x="1673752" y="12112"/>
                  </a:lnTo>
                  <a:lnTo>
                    <a:pt x="1681610" y="11946"/>
                  </a:lnTo>
                  <a:lnTo>
                    <a:pt x="1689468" y="11767"/>
                  </a:lnTo>
                  <a:lnTo>
                    <a:pt x="1697326" y="11576"/>
                  </a:lnTo>
                  <a:lnTo>
                    <a:pt x="1705184" y="11413"/>
                  </a:lnTo>
                  <a:lnTo>
                    <a:pt x="1713042" y="11201"/>
                  </a:lnTo>
                  <a:lnTo>
                    <a:pt x="1720900" y="10999"/>
                  </a:lnTo>
                  <a:lnTo>
                    <a:pt x="1728758" y="10810"/>
                  </a:lnTo>
                  <a:lnTo>
                    <a:pt x="1736616" y="10617"/>
                  </a:lnTo>
                  <a:lnTo>
                    <a:pt x="1744474" y="10422"/>
                  </a:lnTo>
                  <a:lnTo>
                    <a:pt x="1752332" y="10222"/>
                  </a:lnTo>
                  <a:lnTo>
                    <a:pt x="1760190" y="10019"/>
                  </a:lnTo>
                  <a:lnTo>
                    <a:pt x="1768048" y="9823"/>
                  </a:lnTo>
                  <a:lnTo>
                    <a:pt x="1775906" y="9630"/>
                  </a:lnTo>
                  <a:lnTo>
                    <a:pt x="1783764" y="9433"/>
                  </a:lnTo>
                  <a:lnTo>
                    <a:pt x="1791622" y="9233"/>
                  </a:lnTo>
                  <a:lnTo>
                    <a:pt x="1799480" y="9030"/>
                  </a:lnTo>
                  <a:lnTo>
                    <a:pt x="1807338" y="8798"/>
                  </a:lnTo>
                  <a:lnTo>
                    <a:pt x="1815196" y="8551"/>
                  </a:lnTo>
                  <a:lnTo>
                    <a:pt x="1823054" y="8315"/>
                  </a:lnTo>
                  <a:lnTo>
                    <a:pt x="1830912" y="8091"/>
                  </a:lnTo>
                  <a:lnTo>
                    <a:pt x="1838770" y="7859"/>
                  </a:lnTo>
                  <a:lnTo>
                    <a:pt x="1846628" y="7627"/>
                  </a:lnTo>
                  <a:lnTo>
                    <a:pt x="1854486" y="7374"/>
                  </a:lnTo>
                  <a:lnTo>
                    <a:pt x="1862344" y="7117"/>
                  </a:lnTo>
                  <a:lnTo>
                    <a:pt x="1870202" y="6854"/>
                  </a:lnTo>
                  <a:lnTo>
                    <a:pt x="1878060" y="6587"/>
                  </a:lnTo>
                  <a:lnTo>
                    <a:pt x="1885918" y="6315"/>
                  </a:lnTo>
                  <a:lnTo>
                    <a:pt x="1893776" y="6026"/>
                  </a:lnTo>
                  <a:lnTo>
                    <a:pt x="1901634" y="5728"/>
                  </a:lnTo>
                  <a:lnTo>
                    <a:pt x="1909492" y="5424"/>
                  </a:lnTo>
                  <a:lnTo>
                    <a:pt x="1917350" y="5114"/>
                  </a:lnTo>
                  <a:lnTo>
                    <a:pt x="1925208" y="4797"/>
                  </a:lnTo>
                  <a:lnTo>
                    <a:pt x="1933066" y="4474"/>
                  </a:lnTo>
                  <a:lnTo>
                    <a:pt x="1940924" y="4145"/>
                  </a:lnTo>
                  <a:lnTo>
                    <a:pt x="1948782" y="3810"/>
                  </a:lnTo>
                  <a:lnTo>
                    <a:pt x="1956640" y="3517"/>
                  </a:lnTo>
                  <a:lnTo>
                    <a:pt x="1964498" y="3271"/>
                  </a:lnTo>
                  <a:lnTo>
                    <a:pt x="1972356" y="2964"/>
                  </a:lnTo>
                  <a:lnTo>
                    <a:pt x="1980214" y="2624"/>
                  </a:lnTo>
                  <a:lnTo>
                    <a:pt x="1988072" y="2263"/>
                  </a:lnTo>
                  <a:lnTo>
                    <a:pt x="1995930" y="1895"/>
                  </a:lnTo>
                  <a:lnTo>
                    <a:pt x="2003788" y="1524"/>
                  </a:lnTo>
                  <a:lnTo>
                    <a:pt x="2011646" y="1173"/>
                  </a:lnTo>
                  <a:lnTo>
                    <a:pt x="2019504" y="815"/>
                  </a:lnTo>
                  <a:lnTo>
                    <a:pt x="2027362" y="421"/>
                  </a:lnTo>
                  <a:lnTo>
                    <a:pt x="2035220" y="0"/>
                  </a:lnTo>
                  <a:lnTo>
                    <a:pt x="2035220" y="19531"/>
                  </a:lnTo>
                  <a:lnTo>
                    <a:pt x="2027362" y="19537"/>
                  </a:lnTo>
                  <a:lnTo>
                    <a:pt x="2019504" y="19543"/>
                  </a:lnTo>
                  <a:lnTo>
                    <a:pt x="2011646" y="19549"/>
                  </a:lnTo>
                  <a:lnTo>
                    <a:pt x="2003788" y="19556"/>
                  </a:lnTo>
                  <a:lnTo>
                    <a:pt x="1995930" y="19562"/>
                  </a:lnTo>
                  <a:lnTo>
                    <a:pt x="1988072" y="19568"/>
                  </a:lnTo>
                  <a:lnTo>
                    <a:pt x="1980214" y="19573"/>
                  </a:lnTo>
                  <a:lnTo>
                    <a:pt x="1972356" y="19579"/>
                  </a:lnTo>
                  <a:lnTo>
                    <a:pt x="1964498" y="19584"/>
                  </a:lnTo>
                  <a:lnTo>
                    <a:pt x="1956640" y="19589"/>
                  </a:lnTo>
                  <a:lnTo>
                    <a:pt x="1948782" y="19594"/>
                  </a:lnTo>
                  <a:lnTo>
                    <a:pt x="1940924" y="19599"/>
                  </a:lnTo>
                  <a:lnTo>
                    <a:pt x="1933066" y="19604"/>
                  </a:lnTo>
                  <a:lnTo>
                    <a:pt x="1925208" y="19608"/>
                  </a:lnTo>
                  <a:lnTo>
                    <a:pt x="1917350" y="19613"/>
                  </a:lnTo>
                  <a:lnTo>
                    <a:pt x="1909492" y="19618"/>
                  </a:lnTo>
                  <a:lnTo>
                    <a:pt x="1901634" y="19622"/>
                  </a:lnTo>
                  <a:lnTo>
                    <a:pt x="1893776" y="19627"/>
                  </a:lnTo>
                  <a:lnTo>
                    <a:pt x="1885918" y="19632"/>
                  </a:lnTo>
                  <a:lnTo>
                    <a:pt x="1878060" y="19636"/>
                  </a:lnTo>
                  <a:lnTo>
                    <a:pt x="1870202" y="19641"/>
                  </a:lnTo>
                  <a:lnTo>
                    <a:pt x="1862344" y="19646"/>
                  </a:lnTo>
                  <a:lnTo>
                    <a:pt x="1854486" y="19650"/>
                  </a:lnTo>
                  <a:lnTo>
                    <a:pt x="1846628" y="19655"/>
                  </a:lnTo>
                  <a:lnTo>
                    <a:pt x="1838770" y="19659"/>
                  </a:lnTo>
                  <a:lnTo>
                    <a:pt x="1830912" y="19665"/>
                  </a:lnTo>
                  <a:lnTo>
                    <a:pt x="1823054" y="19670"/>
                  </a:lnTo>
                  <a:lnTo>
                    <a:pt x="1815196" y="19676"/>
                  </a:lnTo>
                  <a:lnTo>
                    <a:pt x="1807338" y="19681"/>
                  </a:lnTo>
                  <a:lnTo>
                    <a:pt x="1799480" y="19687"/>
                  </a:lnTo>
                  <a:lnTo>
                    <a:pt x="1791622" y="19692"/>
                  </a:lnTo>
                  <a:lnTo>
                    <a:pt x="1783764" y="19697"/>
                  </a:lnTo>
                  <a:lnTo>
                    <a:pt x="1775906" y="19703"/>
                  </a:lnTo>
                  <a:lnTo>
                    <a:pt x="1768048" y="19708"/>
                  </a:lnTo>
                  <a:lnTo>
                    <a:pt x="1760190" y="19713"/>
                  </a:lnTo>
                  <a:lnTo>
                    <a:pt x="1752332" y="19718"/>
                  </a:lnTo>
                  <a:lnTo>
                    <a:pt x="1744474" y="19723"/>
                  </a:lnTo>
                  <a:lnTo>
                    <a:pt x="1736616" y="19729"/>
                  </a:lnTo>
                  <a:lnTo>
                    <a:pt x="1728758" y="19734"/>
                  </a:lnTo>
                  <a:lnTo>
                    <a:pt x="1720900" y="19739"/>
                  </a:lnTo>
                  <a:lnTo>
                    <a:pt x="1713042" y="19744"/>
                  </a:lnTo>
                  <a:lnTo>
                    <a:pt x="1705184" y="19749"/>
                  </a:lnTo>
                  <a:lnTo>
                    <a:pt x="1697326" y="19754"/>
                  </a:lnTo>
                  <a:lnTo>
                    <a:pt x="1689468" y="19759"/>
                  </a:lnTo>
                  <a:lnTo>
                    <a:pt x="1681610" y="19763"/>
                  </a:lnTo>
                  <a:lnTo>
                    <a:pt x="1673752" y="19768"/>
                  </a:lnTo>
                  <a:lnTo>
                    <a:pt x="1665894" y="19773"/>
                  </a:lnTo>
                  <a:lnTo>
                    <a:pt x="1658036" y="19778"/>
                  </a:lnTo>
                  <a:lnTo>
                    <a:pt x="1650178" y="19783"/>
                  </a:lnTo>
                  <a:lnTo>
                    <a:pt x="1642320" y="19787"/>
                  </a:lnTo>
                  <a:lnTo>
                    <a:pt x="1634462" y="19790"/>
                  </a:lnTo>
                  <a:lnTo>
                    <a:pt x="1626604" y="19794"/>
                  </a:lnTo>
                  <a:lnTo>
                    <a:pt x="1618746" y="19798"/>
                  </a:lnTo>
                  <a:lnTo>
                    <a:pt x="1610888" y="19802"/>
                  </a:lnTo>
                  <a:lnTo>
                    <a:pt x="1603030" y="19806"/>
                  </a:lnTo>
                  <a:lnTo>
                    <a:pt x="1595172" y="19809"/>
                  </a:lnTo>
                  <a:lnTo>
                    <a:pt x="1587314" y="19813"/>
                  </a:lnTo>
                  <a:lnTo>
                    <a:pt x="1579456" y="19817"/>
                  </a:lnTo>
                  <a:lnTo>
                    <a:pt x="1571598" y="19821"/>
                  </a:lnTo>
                  <a:lnTo>
                    <a:pt x="1563740" y="19824"/>
                  </a:lnTo>
                  <a:lnTo>
                    <a:pt x="1555882" y="19828"/>
                  </a:lnTo>
                  <a:lnTo>
                    <a:pt x="1548024" y="19832"/>
                  </a:lnTo>
                  <a:lnTo>
                    <a:pt x="1540166" y="19835"/>
                  </a:lnTo>
                  <a:lnTo>
                    <a:pt x="1532308" y="19839"/>
                  </a:lnTo>
                  <a:lnTo>
                    <a:pt x="1524450" y="19843"/>
                  </a:lnTo>
                  <a:lnTo>
                    <a:pt x="1516592" y="19846"/>
                  </a:lnTo>
                  <a:lnTo>
                    <a:pt x="1508734" y="19850"/>
                  </a:lnTo>
                  <a:lnTo>
                    <a:pt x="1500876" y="19854"/>
                  </a:lnTo>
                  <a:lnTo>
                    <a:pt x="1493018" y="19858"/>
                  </a:lnTo>
                  <a:lnTo>
                    <a:pt x="1485160" y="19863"/>
                  </a:lnTo>
                  <a:lnTo>
                    <a:pt x="1477302" y="19867"/>
                  </a:lnTo>
                  <a:lnTo>
                    <a:pt x="1469444" y="19872"/>
                  </a:lnTo>
                  <a:lnTo>
                    <a:pt x="1461586" y="19876"/>
                  </a:lnTo>
                  <a:lnTo>
                    <a:pt x="1453728" y="19880"/>
                  </a:lnTo>
                  <a:lnTo>
                    <a:pt x="1445870" y="19884"/>
                  </a:lnTo>
                  <a:lnTo>
                    <a:pt x="1438012" y="19889"/>
                  </a:lnTo>
                  <a:lnTo>
                    <a:pt x="1430154" y="19893"/>
                  </a:lnTo>
                  <a:lnTo>
                    <a:pt x="1422296" y="19897"/>
                  </a:lnTo>
                  <a:lnTo>
                    <a:pt x="1414438" y="19901"/>
                  </a:lnTo>
                  <a:lnTo>
                    <a:pt x="1406580" y="19905"/>
                  </a:lnTo>
                  <a:lnTo>
                    <a:pt x="1398722" y="19909"/>
                  </a:lnTo>
                  <a:lnTo>
                    <a:pt x="1390864" y="19913"/>
                  </a:lnTo>
                  <a:lnTo>
                    <a:pt x="1383006" y="19916"/>
                  </a:lnTo>
                  <a:lnTo>
                    <a:pt x="1375148" y="19920"/>
                  </a:lnTo>
                  <a:lnTo>
                    <a:pt x="1367290" y="19923"/>
                  </a:lnTo>
                  <a:lnTo>
                    <a:pt x="1359432" y="19927"/>
                  </a:lnTo>
                  <a:lnTo>
                    <a:pt x="1351574" y="19930"/>
                  </a:lnTo>
                  <a:lnTo>
                    <a:pt x="1343716" y="19933"/>
                  </a:lnTo>
                  <a:lnTo>
                    <a:pt x="1335858" y="19937"/>
                  </a:lnTo>
                  <a:lnTo>
                    <a:pt x="1328000" y="19940"/>
                  </a:lnTo>
                  <a:lnTo>
                    <a:pt x="1320142" y="19943"/>
                  </a:lnTo>
                  <a:lnTo>
                    <a:pt x="1312284" y="19947"/>
                  </a:lnTo>
                  <a:lnTo>
                    <a:pt x="1304426" y="19950"/>
                  </a:lnTo>
                  <a:lnTo>
                    <a:pt x="1296568" y="19953"/>
                  </a:lnTo>
                  <a:lnTo>
                    <a:pt x="1288710" y="19957"/>
                  </a:lnTo>
                  <a:lnTo>
                    <a:pt x="1280852" y="19960"/>
                  </a:lnTo>
                  <a:lnTo>
                    <a:pt x="1272994" y="19963"/>
                  </a:lnTo>
                  <a:lnTo>
                    <a:pt x="1265136" y="19966"/>
                  </a:lnTo>
                  <a:lnTo>
                    <a:pt x="1257278" y="19970"/>
                  </a:lnTo>
                  <a:lnTo>
                    <a:pt x="1249420" y="19973"/>
                  </a:lnTo>
                  <a:lnTo>
                    <a:pt x="1241562" y="19977"/>
                  </a:lnTo>
                  <a:lnTo>
                    <a:pt x="1233704" y="19981"/>
                  </a:lnTo>
                  <a:lnTo>
                    <a:pt x="1225846" y="19984"/>
                  </a:lnTo>
                  <a:lnTo>
                    <a:pt x="1217988" y="19988"/>
                  </a:lnTo>
                  <a:lnTo>
                    <a:pt x="1210130" y="19992"/>
                  </a:lnTo>
                  <a:lnTo>
                    <a:pt x="1202272" y="19995"/>
                  </a:lnTo>
                  <a:lnTo>
                    <a:pt x="1194414" y="19999"/>
                  </a:lnTo>
                  <a:lnTo>
                    <a:pt x="1186556" y="20002"/>
                  </a:lnTo>
                  <a:lnTo>
                    <a:pt x="1178698" y="20006"/>
                  </a:lnTo>
                  <a:lnTo>
                    <a:pt x="1170840" y="20009"/>
                  </a:lnTo>
                  <a:lnTo>
                    <a:pt x="1162982" y="20012"/>
                  </a:lnTo>
                  <a:lnTo>
                    <a:pt x="1155124" y="20014"/>
                  </a:lnTo>
                  <a:lnTo>
                    <a:pt x="1147266" y="20017"/>
                  </a:lnTo>
                  <a:lnTo>
                    <a:pt x="1139408" y="20020"/>
                  </a:lnTo>
                  <a:lnTo>
                    <a:pt x="1131550" y="20023"/>
                  </a:lnTo>
                  <a:lnTo>
                    <a:pt x="1123692" y="20026"/>
                  </a:lnTo>
                  <a:lnTo>
                    <a:pt x="1115834" y="20029"/>
                  </a:lnTo>
                  <a:lnTo>
                    <a:pt x="1107976" y="20032"/>
                  </a:lnTo>
                  <a:lnTo>
                    <a:pt x="1100118" y="20035"/>
                  </a:lnTo>
                  <a:lnTo>
                    <a:pt x="1092260" y="20038"/>
                  </a:lnTo>
                  <a:lnTo>
                    <a:pt x="1084402" y="20041"/>
                  </a:lnTo>
                  <a:lnTo>
                    <a:pt x="1076544" y="20044"/>
                  </a:lnTo>
                  <a:lnTo>
                    <a:pt x="1068686" y="20047"/>
                  </a:lnTo>
                  <a:lnTo>
                    <a:pt x="1060828" y="20051"/>
                  </a:lnTo>
                  <a:lnTo>
                    <a:pt x="1052970" y="20054"/>
                  </a:lnTo>
                  <a:lnTo>
                    <a:pt x="1045112" y="20056"/>
                  </a:lnTo>
                  <a:lnTo>
                    <a:pt x="1037254" y="20059"/>
                  </a:lnTo>
                  <a:lnTo>
                    <a:pt x="1029397" y="20062"/>
                  </a:lnTo>
                  <a:lnTo>
                    <a:pt x="1021539" y="20065"/>
                  </a:lnTo>
                  <a:lnTo>
                    <a:pt x="1013681" y="20067"/>
                  </a:lnTo>
                  <a:lnTo>
                    <a:pt x="1005823" y="20070"/>
                  </a:lnTo>
                  <a:lnTo>
                    <a:pt x="997965" y="20073"/>
                  </a:lnTo>
                  <a:lnTo>
                    <a:pt x="990107" y="20075"/>
                  </a:lnTo>
                  <a:lnTo>
                    <a:pt x="982249" y="20078"/>
                  </a:lnTo>
                  <a:lnTo>
                    <a:pt x="974391" y="20081"/>
                  </a:lnTo>
                  <a:lnTo>
                    <a:pt x="966533" y="20083"/>
                  </a:lnTo>
                  <a:lnTo>
                    <a:pt x="958675" y="20086"/>
                  </a:lnTo>
                  <a:lnTo>
                    <a:pt x="950817" y="20089"/>
                  </a:lnTo>
                  <a:lnTo>
                    <a:pt x="942959" y="20091"/>
                  </a:lnTo>
                  <a:lnTo>
                    <a:pt x="935101" y="20094"/>
                  </a:lnTo>
                  <a:lnTo>
                    <a:pt x="927243" y="20096"/>
                  </a:lnTo>
                  <a:lnTo>
                    <a:pt x="919385" y="20099"/>
                  </a:lnTo>
                  <a:lnTo>
                    <a:pt x="911527" y="20101"/>
                  </a:lnTo>
                  <a:lnTo>
                    <a:pt x="903669" y="20104"/>
                  </a:lnTo>
                  <a:lnTo>
                    <a:pt x="895811" y="20106"/>
                  </a:lnTo>
                  <a:lnTo>
                    <a:pt x="887953" y="20109"/>
                  </a:lnTo>
                  <a:lnTo>
                    <a:pt x="880095" y="20111"/>
                  </a:lnTo>
                  <a:lnTo>
                    <a:pt x="872237" y="20114"/>
                  </a:lnTo>
                  <a:lnTo>
                    <a:pt x="864379" y="20116"/>
                  </a:lnTo>
                  <a:lnTo>
                    <a:pt x="856521" y="20119"/>
                  </a:lnTo>
                  <a:lnTo>
                    <a:pt x="848663" y="20121"/>
                  </a:lnTo>
                  <a:lnTo>
                    <a:pt x="840805" y="20124"/>
                  </a:lnTo>
                  <a:lnTo>
                    <a:pt x="832947" y="20126"/>
                  </a:lnTo>
                  <a:lnTo>
                    <a:pt x="825089" y="20129"/>
                  </a:lnTo>
                  <a:lnTo>
                    <a:pt x="817231" y="20131"/>
                  </a:lnTo>
                  <a:lnTo>
                    <a:pt x="809373" y="20134"/>
                  </a:lnTo>
                  <a:lnTo>
                    <a:pt x="801515" y="20136"/>
                  </a:lnTo>
                  <a:lnTo>
                    <a:pt x="793657" y="20138"/>
                  </a:lnTo>
                  <a:lnTo>
                    <a:pt x="785799" y="20141"/>
                  </a:lnTo>
                  <a:lnTo>
                    <a:pt x="777941" y="20143"/>
                  </a:lnTo>
                  <a:lnTo>
                    <a:pt x="770083" y="20146"/>
                  </a:lnTo>
                  <a:lnTo>
                    <a:pt x="762225" y="20148"/>
                  </a:lnTo>
                  <a:lnTo>
                    <a:pt x="754367" y="20150"/>
                  </a:lnTo>
                  <a:lnTo>
                    <a:pt x="746509" y="20153"/>
                  </a:lnTo>
                  <a:lnTo>
                    <a:pt x="738651" y="20155"/>
                  </a:lnTo>
                  <a:lnTo>
                    <a:pt x="730793" y="20157"/>
                  </a:lnTo>
                  <a:lnTo>
                    <a:pt x="722935" y="20159"/>
                  </a:lnTo>
                  <a:lnTo>
                    <a:pt x="715077" y="20161"/>
                  </a:lnTo>
                  <a:lnTo>
                    <a:pt x="707219" y="20164"/>
                  </a:lnTo>
                  <a:lnTo>
                    <a:pt x="699361" y="20166"/>
                  </a:lnTo>
                  <a:lnTo>
                    <a:pt x="691503" y="20168"/>
                  </a:lnTo>
                  <a:lnTo>
                    <a:pt x="683645" y="20170"/>
                  </a:lnTo>
                  <a:lnTo>
                    <a:pt x="675787" y="20172"/>
                  </a:lnTo>
                  <a:lnTo>
                    <a:pt x="667929" y="20174"/>
                  </a:lnTo>
                  <a:lnTo>
                    <a:pt x="660071" y="20177"/>
                  </a:lnTo>
                  <a:lnTo>
                    <a:pt x="652213" y="20179"/>
                  </a:lnTo>
                  <a:lnTo>
                    <a:pt x="644355" y="20181"/>
                  </a:lnTo>
                  <a:lnTo>
                    <a:pt x="636497" y="20183"/>
                  </a:lnTo>
                  <a:lnTo>
                    <a:pt x="628639" y="20185"/>
                  </a:lnTo>
                  <a:lnTo>
                    <a:pt x="620781" y="20187"/>
                  </a:lnTo>
                  <a:lnTo>
                    <a:pt x="612923" y="20189"/>
                  </a:lnTo>
                  <a:lnTo>
                    <a:pt x="605065" y="20191"/>
                  </a:lnTo>
                  <a:lnTo>
                    <a:pt x="597207" y="20193"/>
                  </a:lnTo>
                  <a:lnTo>
                    <a:pt x="589349" y="20195"/>
                  </a:lnTo>
                  <a:lnTo>
                    <a:pt x="581491" y="20197"/>
                  </a:lnTo>
                  <a:lnTo>
                    <a:pt x="573633" y="20199"/>
                  </a:lnTo>
                  <a:lnTo>
                    <a:pt x="565775" y="20201"/>
                  </a:lnTo>
                  <a:lnTo>
                    <a:pt x="557917" y="20203"/>
                  </a:lnTo>
                  <a:lnTo>
                    <a:pt x="550059" y="20205"/>
                  </a:lnTo>
                  <a:lnTo>
                    <a:pt x="542201" y="20207"/>
                  </a:lnTo>
                  <a:lnTo>
                    <a:pt x="534343" y="20209"/>
                  </a:lnTo>
                  <a:lnTo>
                    <a:pt x="526485" y="20211"/>
                  </a:lnTo>
                  <a:lnTo>
                    <a:pt x="518627" y="20213"/>
                  </a:lnTo>
                  <a:lnTo>
                    <a:pt x="510769" y="20215"/>
                  </a:lnTo>
                  <a:lnTo>
                    <a:pt x="502911" y="20217"/>
                  </a:lnTo>
                  <a:lnTo>
                    <a:pt x="495053" y="20219"/>
                  </a:lnTo>
                  <a:lnTo>
                    <a:pt x="487195" y="20221"/>
                  </a:lnTo>
                  <a:lnTo>
                    <a:pt x="479337" y="20222"/>
                  </a:lnTo>
                  <a:lnTo>
                    <a:pt x="471479" y="20224"/>
                  </a:lnTo>
                  <a:lnTo>
                    <a:pt x="463621" y="20226"/>
                  </a:lnTo>
                  <a:lnTo>
                    <a:pt x="455763" y="20228"/>
                  </a:lnTo>
                  <a:lnTo>
                    <a:pt x="447905" y="20230"/>
                  </a:lnTo>
                  <a:lnTo>
                    <a:pt x="440047" y="20231"/>
                  </a:lnTo>
                  <a:lnTo>
                    <a:pt x="432189" y="20237"/>
                  </a:lnTo>
                  <a:lnTo>
                    <a:pt x="424331" y="20247"/>
                  </a:lnTo>
                  <a:lnTo>
                    <a:pt x="416473" y="20256"/>
                  </a:lnTo>
                  <a:lnTo>
                    <a:pt x="408615" y="20265"/>
                  </a:lnTo>
                  <a:lnTo>
                    <a:pt x="400757" y="20274"/>
                  </a:lnTo>
                  <a:lnTo>
                    <a:pt x="392899" y="20283"/>
                  </a:lnTo>
                  <a:lnTo>
                    <a:pt x="385041" y="20292"/>
                  </a:lnTo>
                  <a:lnTo>
                    <a:pt x="377183" y="20301"/>
                  </a:lnTo>
                  <a:lnTo>
                    <a:pt x="369325" y="20310"/>
                  </a:lnTo>
                  <a:lnTo>
                    <a:pt x="361467" y="20318"/>
                  </a:lnTo>
                  <a:lnTo>
                    <a:pt x="353609" y="20327"/>
                  </a:lnTo>
                  <a:lnTo>
                    <a:pt x="345751" y="20335"/>
                  </a:lnTo>
                  <a:lnTo>
                    <a:pt x="337893" y="20343"/>
                  </a:lnTo>
                  <a:lnTo>
                    <a:pt x="330035" y="20351"/>
                  </a:lnTo>
                  <a:lnTo>
                    <a:pt x="322177" y="20359"/>
                  </a:lnTo>
                  <a:lnTo>
                    <a:pt x="314319" y="20366"/>
                  </a:lnTo>
                  <a:lnTo>
                    <a:pt x="306461" y="20374"/>
                  </a:lnTo>
                  <a:lnTo>
                    <a:pt x="298603" y="20381"/>
                  </a:lnTo>
                  <a:lnTo>
                    <a:pt x="290745" y="20389"/>
                  </a:lnTo>
                  <a:lnTo>
                    <a:pt x="282887" y="20396"/>
                  </a:lnTo>
                  <a:lnTo>
                    <a:pt x="275029" y="20403"/>
                  </a:lnTo>
                  <a:lnTo>
                    <a:pt x="267171" y="20409"/>
                  </a:lnTo>
                  <a:lnTo>
                    <a:pt x="259313" y="20416"/>
                  </a:lnTo>
                  <a:lnTo>
                    <a:pt x="251455" y="20423"/>
                  </a:lnTo>
                  <a:lnTo>
                    <a:pt x="243597" y="20429"/>
                  </a:lnTo>
                  <a:lnTo>
                    <a:pt x="235739" y="20436"/>
                  </a:lnTo>
                  <a:lnTo>
                    <a:pt x="227881" y="20442"/>
                  </a:lnTo>
                  <a:lnTo>
                    <a:pt x="220023" y="20448"/>
                  </a:lnTo>
                  <a:lnTo>
                    <a:pt x="212165" y="20455"/>
                  </a:lnTo>
                  <a:lnTo>
                    <a:pt x="204307" y="20461"/>
                  </a:lnTo>
                  <a:lnTo>
                    <a:pt x="196449" y="20467"/>
                  </a:lnTo>
                  <a:lnTo>
                    <a:pt x="188591" y="20473"/>
                  </a:lnTo>
                  <a:lnTo>
                    <a:pt x="180733" y="20480"/>
                  </a:lnTo>
                  <a:lnTo>
                    <a:pt x="172875" y="20486"/>
                  </a:lnTo>
                  <a:lnTo>
                    <a:pt x="165017" y="20492"/>
                  </a:lnTo>
                  <a:lnTo>
                    <a:pt x="157159" y="20498"/>
                  </a:lnTo>
                  <a:lnTo>
                    <a:pt x="149301" y="20503"/>
                  </a:lnTo>
                  <a:lnTo>
                    <a:pt x="141443" y="20509"/>
                  </a:lnTo>
                  <a:lnTo>
                    <a:pt x="133585" y="20514"/>
                  </a:lnTo>
                  <a:lnTo>
                    <a:pt x="125727" y="20519"/>
                  </a:lnTo>
                  <a:lnTo>
                    <a:pt x="117869" y="20524"/>
                  </a:lnTo>
                  <a:lnTo>
                    <a:pt x="110011" y="20529"/>
                  </a:lnTo>
                  <a:lnTo>
                    <a:pt x="102153" y="20534"/>
                  </a:lnTo>
                  <a:lnTo>
                    <a:pt x="94295" y="20539"/>
                  </a:lnTo>
                  <a:lnTo>
                    <a:pt x="86437" y="20543"/>
                  </a:lnTo>
                  <a:lnTo>
                    <a:pt x="78579" y="20548"/>
                  </a:lnTo>
                  <a:lnTo>
                    <a:pt x="70721" y="20553"/>
                  </a:lnTo>
                  <a:lnTo>
                    <a:pt x="62863" y="20557"/>
                  </a:lnTo>
                  <a:lnTo>
                    <a:pt x="55005" y="20562"/>
                  </a:lnTo>
                  <a:lnTo>
                    <a:pt x="47147" y="20566"/>
                  </a:lnTo>
                  <a:lnTo>
                    <a:pt x="39289" y="20571"/>
                  </a:lnTo>
                  <a:lnTo>
                    <a:pt x="31431" y="20575"/>
                  </a:lnTo>
                  <a:lnTo>
                    <a:pt x="23573" y="20580"/>
                  </a:lnTo>
                  <a:lnTo>
                    <a:pt x="15715" y="20584"/>
                  </a:lnTo>
                  <a:lnTo>
                    <a:pt x="7857" y="20588"/>
                  </a:lnTo>
                  <a:lnTo>
                    <a:pt x="0" y="20592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3608036" y="2967512"/>
              <a:ext cx="2035220" cy="20316"/>
            </a:xfrm>
            <a:custGeom>
              <a:avLst/>
              <a:pathLst>
                <a:path w="2035220" h="20316">
                  <a:moveTo>
                    <a:pt x="0" y="20316"/>
                  </a:moveTo>
                  <a:lnTo>
                    <a:pt x="7857" y="20314"/>
                  </a:lnTo>
                  <a:lnTo>
                    <a:pt x="15715" y="20313"/>
                  </a:lnTo>
                  <a:lnTo>
                    <a:pt x="23573" y="20312"/>
                  </a:lnTo>
                  <a:lnTo>
                    <a:pt x="31431" y="20310"/>
                  </a:lnTo>
                  <a:lnTo>
                    <a:pt x="39289" y="20309"/>
                  </a:lnTo>
                  <a:lnTo>
                    <a:pt x="47147" y="20308"/>
                  </a:lnTo>
                  <a:lnTo>
                    <a:pt x="55005" y="20306"/>
                  </a:lnTo>
                  <a:lnTo>
                    <a:pt x="62863" y="20305"/>
                  </a:lnTo>
                  <a:lnTo>
                    <a:pt x="70721" y="20303"/>
                  </a:lnTo>
                  <a:lnTo>
                    <a:pt x="78579" y="20302"/>
                  </a:lnTo>
                  <a:lnTo>
                    <a:pt x="86437" y="20301"/>
                  </a:lnTo>
                  <a:lnTo>
                    <a:pt x="94295" y="20299"/>
                  </a:lnTo>
                  <a:lnTo>
                    <a:pt x="102153" y="20298"/>
                  </a:lnTo>
                  <a:lnTo>
                    <a:pt x="110011" y="20297"/>
                  </a:lnTo>
                  <a:lnTo>
                    <a:pt x="117869" y="20295"/>
                  </a:lnTo>
                  <a:lnTo>
                    <a:pt x="125727" y="20294"/>
                  </a:lnTo>
                  <a:lnTo>
                    <a:pt x="133585" y="20292"/>
                  </a:lnTo>
                  <a:lnTo>
                    <a:pt x="141443" y="20291"/>
                  </a:lnTo>
                  <a:lnTo>
                    <a:pt x="149301" y="20290"/>
                  </a:lnTo>
                  <a:lnTo>
                    <a:pt x="157159" y="20288"/>
                  </a:lnTo>
                  <a:lnTo>
                    <a:pt x="165017" y="20287"/>
                  </a:lnTo>
                  <a:lnTo>
                    <a:pt x="172875" y="20285"/>
                  </a:lnTo>
                  <a:lnTo>
                    <a:pt x="180733" y="20284"/>
                  </a:lnTo>
                  <a:lnTo>
                    <a:pt x="188591" y="20282"/>
                  </a:lnTo>
                  <a:lnTo>
                    <a:pt x="196449" y="20281"/>
                  </a:lnTo>
                  <a:lnTo>
                    <a:pt x="204307" y="20279"/>
                  </a:lnTo>
                  <a:lnTo>
                    <a:pt x="212165" y="20278"/>
                  </a:lnTo>
                  <a:lnTo>
                    <a:pt x="220023" y="20276"/>
                  </a:lnTo>
                  <a:lnTo>
                    <a:pt x="227881" y="20275"/>
                  </a:lnTo>
                  <a:lnTo>
                    <a:pt x="235739" y="20273"/>
                  </a:lnTo>
                  <a:lnTo>
                    <a:pt x="243597" y="20272"/>
                  </a:lnTo>
                  <a:lnTo>
                    <a:pt x="251455" y="20270"/>
                  </a:lnTo>
                  <a:lnTo>
                    <a:pt x="259313" y="20269"/>
                  </a:lnTo>
                  <a:lnTo>
                    <a:pt x="267171" y="20267"/>
                  </a:lnTo>
                  <a:lnTo>
                    <a:pt x="275029" y="20266"/>
                  </a:lnTo>
                  <a:lnTo>
                    <a:pt x="282887" y="20264"/>
                  </a:lnTo>
                  <a:lnTo>
                    <a:pt x="290745" y="20263"/>
                  </a:lnTo>
                  <a:lnTo>
                    <a:pt x="298603" y="20261"/>
                  </a:lnTo>
                  <a:lnTo>
                    <a:pt x="306461" y="20260"/>
                  </a:lnTo>
                  <a:lnTo>
                    <a:pt x="314319" y="20258"/>
                  </a:lnTo>
                  <a:lnTo>
                    <a:pt x="322177" y="20256"/>
                  </a:lnTo>
                  <a:lnTo>
                    <a:pt x="330035" y="20255"/>
                  </a:lnTo>
                  <a:lnTo>
                    <a:pt x="337893" y="20253"/>
                  </a:lnTo>
                  <a:lnTo>
                    <a:pt x="345751" y="20252"/>
                  </a:lnTo>
                  <a:lnTo>
                    <a:pt x="353609" y="20250"/>
                  </a:lnTo>
                  <a:lnTo>
                    <a:pt x="361467" y="20248"/>
                  </a:lnTo>
                  <a:lnTo>
                    <a:pt x="369325" y="20247"/>
                  </a:lnTo>
                  <a:lnTo>
                    <a:pt x="377183" y="20245"/>
                  </a:lnTo>
                  <a:lnTo>
                    <a:pt x="385041" y="20243"/>
                  </a:lnTo>
                  <a:lnTo>
                    <a:pt x="392899" y="20242"/>
                  </a:lnTo>
                  <a:lnTo>
                    <a:pt x="400757" y="20240"/>
                  </a:lnTo>
                  <a:lnTo>
                    <a:pt x="408615" y="20238"/>
                  </a:lnTo>
                  <a:lnTo>
                    <a:pt x="416473" y="20236"/>
                  </a:lnTo>
                  <a:lnTo>
                    <a:pt x="424331" y="20235"/>
                  </a:lnTo>
                  <a:lnTo>
                    <a:pt x="432189" y="20233"/>
                  </a:lnTo>
                  <a:lnTo>
                    <a:pt x="440047" y="20228"/>
                  </a:lnTo>
                  <a:lnTo>
                    <a:pt x="447905" y="20218"/>
                  </a:lnTo>
                  <a:lnTo>
                    <a:pt x="455763" y="20208"/>
                  </a:lnTo>
                  <a:lnTo>
                    <a:pt x="463621" y="20198"/>
                  </a:lnTo>
                  <a:lnTo>
                    <a:pt x="471479" y="20187"/>
                  </a:lnTo>
                  <a:lnTo>
                    <a:pt x="479337" y="20177"/>
                  </a:lnTo>
                  <a:lnTo>
                    <a:pt x="487195" y="20166"/>
                  </a:lnTo>
                  <a:lnTo>
                    <a:pt x="495053" y="20155"/>
                  </a:lnTo>
                  <a:lnTo>
                    <a:pt x="502911" y="20144"/>
                  </a:lnTo>
                  <a:lnTo>
                    <a:pt x="510769" y="20132"/>
                  </a:lnTo>
                  <a:lnTo>
                    <a:pt x="518627" y="20121"/>
                  </a:lnTo>
                  <a:lnTo>
                    <a:pt x="526485" y="20109"/>
                  </a:lnTo>
                  <a:lnTo>
                    <a:pt x="534343" y="20097"/>
                  </a:lnTo>
                  <a:lnTo>
                    <a:pt x="542201" y="20085"/>
                  </a:lnTo>
                  <a:lnTo>
                    <a:pt x="550059" y="20072"/>
                  </a:lnTo>
                  <a:lnTo>
                    <a:pt x="557917" y="20060"/>
                  </a:lnTo>
                  <a:lnTo>
                    <a:pt x="565775" y="20047"/>
                  </a:lnTo>
                  <a:lnTo>
                    <a:pt x="573633" y="20034"/>
                  </a:lnTo>
                  <a:lnTo>
                    <a:pt x="581491" y="20021"/>
                  </a:lnTo>
                  <a:lnTo>
                    <a:pt x="589349" y="20008"/>
                  </a:lnTo>
                  <a:lnTo>
                    <a:pt x="597207" y="19994"/>
                  </a:lnTo>
                  <a:lnTo>
                    <a:pt x="605065" y="19980"/>
                  </a:lnTo>
                  <a:lnTo>
                    <a:pt x="612923" y="19966"/>
                  </a:lnTo>
                  <a:lnTo>
                    <a:pt x="620781" y="19952"/>
                  </a:lnTo>
                  <a:lnTo>
                    <a:pt x="628639" y="19938"/>
                  </a:lnTo>
                  <a:lnTo>
                    <a:pt x="636497" y="19923"/>
                  </a:lnTo>
                  <a:lnTo>
                    <a:pt x="644355" y="19908"/>
                  </a:lnTo>
                  <a:lnTo>
                    <a:pt x="652213" y="19893"/>
                  </a:lnTo>
                  <a:lnTo>
                    <a:pt x="660071" y="19878"/>
                  </a:lnTo>
                  <a:lnTo>
                    <a:pt x="667929" y="19862"/>
                  </a:lnTo>
                  <a:lnTo>
                    <a:pt x="675787" y="19846"/>
                  </a:lnTo>
                  <a:lnTo>
                    <a:pt x="683645" y="19831"/>
                  </a:lnTo>
                  <a:lnTo>
                    <a:pt x="691503" y="19814"/>
                  </a:lnTo>
                  <a:lnTo>
                    <a:pt x="699361" y="19797"/>
                  </a:lnTo>
                  <a:lnTo>
                    <a:pt x="707219" y="19780"/>
                  </a:lnTo>
                  <a:lnTo>
                    <a:pt x="715077" y="19763"/>
                  </a:lnTo>
                  <a:lnTo>
                    <a:pt x="722935" y="19745"/>
                  </a:lnTo>
                  <a:lnTo>
                    <a:pt x="730793" y="19728"/>
                  </a:lnTo>
                  <a:lnTo>
                    <a:pt x="738651" y="19710"/>
                  </a:lnTo>
                  <a:lnTo>
                    <a:pt x="746509" y="19691"/>
                  </a:lnTo>
                  <a:lnTo>
                    <a:pt x="754367" y="19673"/>
                  </a:lnTo>
                  <a:lnTo>
                    <a:pt x="762225" y="19654"/>
                  </a:lnTo>
                  <a:lnTo>
                    <a:pt x="770083" y="19635"/>
                  </a:lnTo>
                  <a:lnTo>
                    <a:pt x="777941" y="19615"/>
                  </a:lnTo>
                  <a:lnTo>
                    <a:pt x="785799" y="19594"/>
                  </a:lnTo>
                  <a:lnTo>
                    <a:pt x="793657" y="19572"/>
                  </a:lnTo>
                  <a:lnTo>
                    <a:pt x="801515" y="19550"/>
                  </a:lnTo>
                  <a:lnTo>
                    <a:pt x="809373" y="19530"/>
                  </a:lnTo>
                  <a:lnTo>
                    <a:pt x="817231" y="19508"/>
                  </a:lnTo>
                  <a:lnTo>
                    <a:pt x="825089" y="19486"/>
                  </a:lnTo>
                  <a:lnTo>
                    <a:pt x="832947" y="19464"/>
                  </a:lnTo>
                  <a:lnTo>
                    <a:pt x="840805" y="19442"/>
                  </a:lnTo>
                  <a:lnTo>
                    <a:pt x="848663" y="19419"/>
                  </a:lnTo>
                  <a:lnTo>
                    <a:pt x="856521" y="19397"/>
                  </a:lnTo>
                  <a:lnTo>
                    <a:pt x="864379" y="19373"/>
                  </a:lnTo>
                  <a:lnTo>
                    <a:pt x="872237" y="19350"/>
                  </a:lnTo>
                  <a:lnTo>
                    <a:pt x="880095" y="19326"/>
                  </a:lnTo>
                  <a:lnTo>
                    <a:pt x="887953" y="19301"/>
                  </a:lnTo>
                  <a:lnTo>
                    <a:pt x="895811" y="19276"/>
                  </a:lnTo>
                  <a:lnTo>
                    <a:pt x="903669" y="19250"/>
                  </a:lnTo>
                  <a:lnTo>
                    <a:pt x="911527" y="19223"/>
                  </a:lnTo>
                  <a:lnTo>
                    <a:pt x="919385" y="19196"/>
                  </a:lnTo>
                  <a:lnTo>
                    <a:pt x="927243" y="19168"/>
                  </a:lnTo>
                  <a:lnTo>
                    <a:pt x="935101" y="19139"/>
                  </a:lnTo>
                  <a:lnTo>
                    <a:pt x="942959" y="19110"/>
                  </a:lnTo>
                  <a:lnTo>
                    <a:pt x="950817" y="19081"/>
                  </a:lnTo>
                  <a:lnTo>
                    <a:pt x="958675" y="19051"/>
                  </a:lnTo>
                  <a:lnTo>
                    <a:pt x="966533" y="19020"/>
                  </a:lnTo>
                  <a:lnTo>
                    <a:pt x="974391" y="18989"/>
                  </a:lnTo>
                  <a:lnTo>
                    <a:pt x="982249" y="18958"/>
                  </a:lnTo>
                  <a:lnTo>
                    <a:pt x="990107" y="18926"/>
                  </a:lnTo>
                  <a:lnTo>
                    <a:pt x="997965" y="18896"/>
                  </a:lnTo>
                  <a:lnTo>
                    <a:pt x="1005823" y="18862"/>
                  </a:lnTo>
                  <a:lnTo>
                    <a:pt x="1013681" y="18826"/>
                  </a:lnTo>
                  <a:lnTo>
                    <a:pt x="1021539" y="18795"/>
                  </a:lnTo>
                  <a:lnTo>
                    <a:pt x="1029397" y="18760"/>
                  </a:lnTo>
                  <a:lnTo>
                    <a:pt x="1037254" y="18727"/>
                  </a:lnTo>
                  <a:lnTo>
                    <a:pt x="1045112" y="18697"/>
                  </a:lnTo>
                  <a:lnTo>
                    <a:pt x="1052970" y="18659"/>
                  </a:lnTo>
                  <a:lnTo>
                    <a:pt x="1060828" y="18622"/>
                  </a:lnTo>
                  <a:lnTo>
                    <a:pt x="1068686" y="18586"/>
                  </a:lnTo>
                  <a:lnTo>
                    <a:pt x="1076544" y="18546"/>
                  </a:lnTo>
                  <a:lnTo>
                    <a:pt x="1084402" y="18507"/>
                  </a:lnTo>
                  <a:lnTo>
                    <a:pt x="1092260" y="18466"/>
                  </a:lnTo>
                  <a:lnTo>
                    <a:pt x="1100118" y="18425"/>
                  </a:lnTo>
                  <a:lnTo>
                    <a:pt x="1107976" y="18383"/>
                  </a:lnTo>
                  <a:lnTo>
                    <a:pt x="1115834" y="18340"/>
                  </a:lnTo>
                  <a:lnTo>
                    <a:pt x="1123692" y="18297"/>
                  </a:lnTo>
                  <a:lnTo>
                    <a:pt x="1131550" y="18252"/>
                  </a:lnTo>
                  <a:lnTo>
                    <a:pt x="1139408" y="18207"/>
                  </a:lnTo>
                  <a:lnTo>
                    <a:pt x="1147266" y="18161"/>
                  </a:lnTo>
                  <a:lnTo>
                    <a:pt x="1155124" y="18114"/>
                  </a:lnTo>
                  <a:lnTo>
                    <a:pt x="1162982" y="18067"/>
                  </a:lnTo>
                  <a:lnTo>
                    <a:pt x="1170840" y="18018"/>
                  </a:lnTo>
                  <a:lnTo>
                    <a:pt x="1178698" y="17969"/>
                  </a:lnTo>
                  <a:lnTo>
                    <a:pt x="1186556" y="17919"/>
                  </a:lnTo>
                  <a:lnTo>
                    <a:pt x="1194414" y="17868"/>
                  </a:lnTo>
                  <a:lnTo>
                    <a:pt x="1202272" y="17816"/>
                  </a:lnTo>
                  <a:lnTo>
                    <a:pt x="1210130" y="17763"/>
                  </a:lnTo>
                  <a:lnTo>
                    <a:pt x="1217988" y="17709"/>
                  </a:lnTo>
                  <a:lnTo>
                    <a:pt x="1225846" y="17654"/>
                  </a:lnTo>
                  <a:lnTo>
                    <a:pt x="1233704" y="17596"/>
                  </a:lnTo>
                  <a:lnTo>
                    <a:pt x="1241562" y="17536"/>
                  </a:lnTo>
                  <a:lnTo>
                    <a:pt x="1249420" y="17475"/>
                  </a:lnTo>
                  <a:lnTo>
                    <a:pt x="1257278" y="17413"/>
                  </a:lnTo>
                  <a:lnTo>
                    <a:pt x="1265136" y="17350"/>
                  </a:lnTo>
                  <a:lnTo>
                    <a:pt x="1272994" y="17290"/>
                  </a:lnTo>
                  <a:lnTo>
                    <a:pt x="1280852" y="17225"/>
                  </a:lnTo>
                  <a:lnTo>
                    <a:pt x="1288710" y="17162"/>
                  </a:lnTo>
                  <a:lnTo>
                    <a:pt x="1296568" y="17101"/>
                  </a:lnTo>
                  <a:lnTo>
                    <a:pt x="1304426" y="17038"/>
                  </a:lnTo>
                  <a:lnTo>
                    <a:pt x="1312284" y="16969"/>
                  </a:lnTo>
                  <a:lnTo>
                    <a:pt x="1320142" y="16899"/>
                  </a:lnTo>
                  <a:lnTo>
                    <a:pt x="1328000" y="16828"/>
                  </a:lnTo>
                  <a:lnTo>
                    <a:pt x="1335858" y="16756"/>
                  </a:lnTo>
                  <a:lnTo>
                    <a:pt x="1343716" y="16676"/>
                  </a:lnTo>
                  <a:lnTo>
                    <a:pt x="1351574" y="16611"/>
                  </a:lnTo>
                  <a:lnTo>
                    <a:pt x="1359432" y="16543"/>
                  </a:lnTo>
                  <a:lnTo>
                    <a:pt x="1367290" y="16465"/>
                  </a:lnTo>
                  <a:lnTo>
                    <a:pt x="1375148" y="16387"/>
                  </a:lnTo>
                  <a:lnTo>
                    <a:pt x="1383006" y="16309"/>
                  </a:lnTo>
                  <a:lnTo>
                    <a:pt x="1390864" y="16230"/>
                  </a:lnTo>
                  <a:lnTo>
                    <a:pt x="1398722" y="16149"/>
                  </a:lnTo>
                  <a:lnTo>
                    <a:pt x="1406580" y="16065"/>
                  </a:lnTo>
                  <a:lnTo>
                    <a:pt x="1414438" y="15982"/>
                  </a:lnTo>
                  <a:lnTo>
                    <a:pt x="1422296" y="15891"/>
                  </a:lnTo>
                  <a:lnTo>
                    <a:pt x="1430154" y="15797"/>
                  </a:lnTo>
                  <a:lnTo>
                    <a:pt x="1438012" y="15713"/>
                  </a:lnTo>
                  <a:lnTo>
                    <a:pt x="1445870" y="15627"/>
                  </a:lnTo>
                  <a:lnTo>
                    <a:pt x="1453728" y="15539"/>
                  </a:lnTo>
                  <a:lnTo>
                    <a:pt x="1461586" y="15447"/>
                  </a:lnTo>
                  <a:lnTo>
                    <a:pt x="1469444" y="15352"/>
                  </a:lnTo>
                  <a:lnTo>
                    <a:pt x="1477302" y="15256"/>
                  </a:lnTo>
                  <a:lnTo>
                    <a:pt x="1485160" y="15158"/>
                  </a:lnTo>
                  <a:lnTo>
                    <a:pt x="1493018" y="15057"/>
                  </a:lnTo>
                  <a:lnTo>
                    <a:pt x="1500876" y="14955"/>
                  </a:lnTo>
                  <a:lnTo>
                    <a:pt x="1508734" y="14852"/>
                  </a:lnTo>
                  <a:lnTo>
                    <a:pt x="1516592" y="14746"/>
                  </a:lnTo>
                  <a:lnTo>
                    <a:pt x="1524450" y="14639"/>
                  </a:lnTo>
                  <a:lnTo>
                    <a:pt x="1532308" y="14525"/>
                  </a:lnTo>
                  <a:lnTo>
                    <a:pt x="1540166" y="14411"/>
                  </a:lnTo>
                  <a:lnTo>
                    <a:pt x="1548024" y="14297"/>
                  </a:lnTo>
                  <a:lnTo>
                    <a:pt x="1555882" y="14180"/>
                  </a:lnTo>
                  <a:lnTo>
                    <a:pt x="1563740" y="14061"/>
                  </a:lnTo>
                  <a:lnTo>
                    <a:pt x="1571598" y="13940"/>
                  </a:lnTo>
                  <a:lnTo>
                    <a:pt x="1579456" y="13817"/>
                  </a:lnTo>
                  <a:lnTo>
                    <a:pt x="1587314" y="13691"/>
                  </a:lnTo>
                  <a:lnTo>
                    <a:pt x="1595172" y="13564"/>
                  </a:lnTo>
                  <a:lnTo>
                    <a:pt x="1603030" y="13432"/>
                  </a:lnTo>
                  <a:lnTo>
                    <a:pt x="1610888" y="13291"/>
                  </a:lnTo>
                  <a:lnTo>
                    <a:pt x="1618746" y="13147"/>
                  </a:lnTo>
                  <a:lnTo>
                    <a:pt x="1626604" y="13001"/>
                  </a:lnTo>
                  <a:lnTo>
                    <a:pt x="1634462" y="12850"/>
                  </a:lnTo>
                  <a:lnTo>
                    <a:pt x="1642320" y="12713"/>
                  </a:lnTo>
                  <a:lnTo>
                    <a:pt x="1650178" y="12575"/>
                  </a:lnTo>
                  <a:lnTo>
                    <a:pt x="1658036" y="12434"/>
                  </a:lnTo>
                  <a:lnTo>
                    <a:pt x="1665894" y="12275"/>
                  </a:lnTo>
                  <a:lnTo>
                    <a:pt x="1673752" y="12112"/>
                  </a:lnTo>
                  <a:lnTo>
                    <a:pt x="1681610" y="11946"/>
                  </a:lnTo>
                  <a:lnTo>
                    <a:pt x="1689468" y="11767"/>
                  </a:lnTo>
                  <a:lnTo>
                    <a:pt x="1697326" y="11576"/>
                  </a:lnTo>
                  <a:lnTo>
                    <a:pt x="1705184" y="11413"/>
                  </a:lnTo>
                  <a:lnTo>
                    <a:pt x="1713042" y="11201"/>
                  </a:lnTo>
                  <a:lnTo>
                    <a:pt x="1720900" y="10999"/>
                  </a:lnTo>
                  <a:lnTo>
                    <a:pt x="1728758" y="10810"/>
                  </a:lnTo>
                  <a:lnTo>
                    <a:pt x="1736616" y="10617"/>
                  </a:lnTo>
                  <a:lnTo>
                    <a:pt x="1744474" y="10422"/>
                  </a:lnTo>
                  <a:lnTo>
                    <a:pt x="1752332" y="10222"/>
                  </a:lnTo>
                  <a:lnTo>
                    <a:pt x="1760190" y="10019"/>
                  </a:lnTo>
                  <a:lnTo>
                    <a:pt x="1768048" y="9823"/>
                  </a:lnTo>
                  <a:lnTo>
                    <a:pt x="1775906" y="9630"/>
                  </a:lnTo>
                  <a:lnTo>
                    <a:pt x="1783764" y="9433"/>
                  </a:lnTo>
                  <a:lnTo>
                    <a:pt x="1791622" y="9233"/>
                  </a:lnTo>
                  <a:lnTo>
                    <a:pt x="1799480" y="9030"/>
                  </a:lnTo>
                  <a:lnTo>
                    <a:pt x="1807338" y="8798"/>
                  </a:lnTo>
                  <a:lnTo>
                    <a:pt x="1815196" y="8551"/>
                  </a:lnTo>
                  <a:lnTo>
                    <a:pt x="1823054" y="8315"/>
                  </a:lnTo>
                  <a:lnTo>
                    <a:pt x="1830912" y="8091"/>
                  </a:lnTo>
                  <a:lnTo>
                    <a:pt x="1838770" y="7859"/>
                  </a:lnTo>
                  <a:lnTo>
                    <a:pt x="1846628" y="7627"/>
                  </a:lnTo>
                  <a:lnTo>
                    <a:pt x="1854486" y="7374"/>
                  </a:lnTo>
                  <a:lnTo>
                    <a:pt x="1862344" y="7117"/>
                  </a:lnTo>
                  <a:lnTo>
                    <a:pt x="1870202" y="6854"/>
                  </a:lnTo>
                  <a:lnTo>
                    <a:pt x="1878060" y="6587"/>
                  </a:lnTo>
                  <a:lnTo>
                    <a:pt x="1885918" y="6315"/>
                  </a:lnTo>
                  <a:lnTo>
                    <a:pt x="1893776" y="6026"/>
                  </a:lnTo>
                  <a:lnTo>
                    <a:pt x="1901634" y="5728"/>
                  </a:lnTo>
                  <a:lnTo>
                    <a:pt x="1909492" y="5424"/>
                  </a:lnTo>
                  <a:lnTo>
                    <a:pt x="1917350" y="5114"/>
                  </a:lnTo>
                  <a:lnTo>
                    <a:pt x="1925208" y="4797"/>
                  </a:lnTo>
                  <a:lnTo>
                    <a:pt x="1933066" y="4474"/>
                  </a:lnTo>
                  <a:lnTo>
                    <a:pt x="1940924" y="4145"/>
                  </a:lnTo>
                  <a:lnTo>
                    <a:pt x="1948782" y="3810"/>
                  </a:lnTo>
                  <a:lnTo>
                    <a:pt x="1956640" y="3517"/>
                  </a:lnTo>
                  <a:lnTo>
                    <a:pt x="1964498" y="3271"/>
                  </a:lnTo>
                  <a:lnTo>
                    <a:pt x="1972356" y="2964"/>
                  </a:lnTo>
                  <a:lnTo>
                    <a:pt x="1980214" y="2624"/>
                  </a:lnTo>
                  <a:lnTo>
                    <a:pt x="1988072" y="2263"/>
                  </a:lnTo>
                  <a:lnTo>
                    <a:pt x="1995930" y="1895"/>
                  </a:lnTo>
                  <a:lnTo>
                    <a:pt x="2003788" y="1524"/>
                  </a:lnTo>
                  <a:lnTo>
                    <a:pt x="2011646" y="1173"/>
                  </a:lnTo>
                  <a:lnTo>
                    <a:pt x="2019504" y="815"/>
                  </a:lnTo>
                  <a:lnTo>
                    <a:pt x="2027362" y="421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3608036" y="2987043"/>
              <a:ext cx="2035220" cy="1061"/>
            </a:xfrm>
            <a:custGeom>
              <a:avLst/>
              <a:pathLst>
                <a:path w="2035220" h="1061">
                  <a:moveTo>
                    <a:pt x="2035220" y="0"/>
                  </a:moveTo>
                  <a:lnTo>
                    <a:pt x="2027362" y="6"/>
                  </a:lnTo>
                  <a:lnTo>
                    <a:pt x="2019504" y="12"/>
                  </a:lnTo>
                  <a:lnTo>
                    <a:pt x="2011646" y="18"/>
                  </a:lnTo>
                  <a:lnTo>
                    <a:pt x="2003788" y="25"/>
                  </a:lnTo>
                  <a:lnTo>
                    <a:pt x="1995930" y="31"/>
                  </a:lnTo>
                  <a:lnTo>
                    <a:pt x="1988072" y="37"/>
                  </a:lnTo>
                  <a:lnTo>
                    <a:pt x="1980214" y="42"/>
                  </a:lnTo>
                  <a:lnTo>
                    <a:pt x="1972356" y="48"/>
                  </a:lnTo>
                  <a:lnTo>
                    <a:pt x="1964498" y="53"/>
                  </a:lnTo>
                  <a:lnTo>
                    <a:pt x="1956640" y="58"/>
                  </a:lnTo>
                  <a:lnTo>
                    <a:pt x="1948782" y="63"/>
                  </a:lnTo>
                  <a:lnTo>
                    <a:pt x="1940924" y="68"/>
                  </a:lnTo>
                  <a:lnTo>
                    <a:pt x="1933066" y="72"/>
                  </a:lnTo>
                  <a:lnTo>
                    <a:pt x="1925208" y="77"/>
                  </a:lnTo>
                  <a:lnTo>
                    <a:pt x="1917350" y="82"/>
                  </a:lnTo>
                  <a:lnTo>
                    <a:pt x="1909492" y="87"/>
                  </a:lnTo>
                  <a:lnTo>
                    <a:pt x="1901634" y="91"/>
                  </a:lnTo>
                  <a:lnTo>
                    <a:pt x="1893776" y="96"/>
                  </a:lnTo>
                  <a:lnTo>
                    <a:pt x="1885918" y="101"/>
                  </a:lnTo>
                  <a:lnTo>
                    <a:pt x="1878060" y="105"/>
                  </a:lnTo>
                  <a:lnTo>
                    <a:pt x="1870202" y="110"/>
                  </a:lnTo>
                  <a:lnTo>
                    <a:pt x="1862344" y="114"/>
                  </a:lnTo>
                  <a:lnTo>
                    <a:pt x="1854486" y="119"/>
                  </a:lnTo>
                  <a:lnTo>
                    <a:pt x="1846628" y="124"/>
                  </a:lnTo>
                  <a:lnTo>
                    <a:pt x="1838770" y="128"/>
                  </a:lnTo>
                  <a:lnTo>
                    <a:pt x="1830912" y="134"/>
                  </a:lnTo>
                  <a:lnTo>
                    <a:pt x="1823054" y="139"/>
                  </a:lnTo>
                  <a:lnTo>
                    <a:pt x="1815196" y="145"/>
                  </a:lnTo>
                  <a:lnTo>
                    <a:pt x="1807338" y="150"/>
                  </a:lnTo>
                  <a:lnTo>
                    <a:pt x="1799480" y="156"/>
                  </a:lnTo>
                  <a:lnTo>
                    <a:pt x="1791622" y="161"/>
                  </a:lnTo>
                  <a:lnTo>
                    <a:pt x="1783764" y="166"/>
                  </a:lnTo>
                  <a:lnTo>
                    <a:pt x="1775906" y="172"/>
                  </a:lnTo>
                  <a:lnTo>
                    <a:pt x="1768048" y="177"/>
                  </a:lnTo>
                  <a:lnTo>
                    <a:pt x="1760190" y="182"/>
                  </a:lnTo>
                  <a:lnTo>
                    <a:pt x="1752332" y="187"/>
                  </a:lnTo>
                  <a:lnTo>
                    <a:pt x="1744474" y="192"/>
                  </a:lnTo>
                  <a:lnTo>
                    <a:pt x="1736616" y="197"/>
                  </a:lnTo>
                  <a:lnTo>
                    <a:pt x="1728758" y="203"/>
                  </a:lnTo>
                  <a:lnTo>
                    <a:pt x="1720900" y="208"/>
                  </a:lnTo>
                  <a:lnTo>
                    <a:pt x="1713042" y="213"/>
                  </a:lnTo>
                  <a:lnTo>
                    <a:pt x="1705184" y="218"/>
                  </a:lnTo>
                  <a:lnTo>
                    <a:pt x="1697326" y="222"/>
                  </a:lnTo>
                  <a:lnTo>
                    <a:pt x="1689468" y="227"/>
                  </a:lnTo>
                  <a:lnTo>
                    <a:pt x="1681610" y="232"/>
                  </a:lnTo>
                  <a:lnTo>
                    <a:pt x="1673752" y="237"/>
                  </a:lnTo>
                  <a:lnTo>
                    <a:pt x="1665894" y="242"/>
                  </a:lnTo>
                  <a:lnTo>
                    <a:pt x="1658036" y="247"/>
                  </a:lnTo>
                  <a:lnTo>
                    <a:pt x="1650178" y="251"/>
                  </a:lnTo>
                  <a:lnTo>
                    <a:pt x="1642320" y="255"/>
                  </a:lnTo>
                  <a:lnTo>
                    <a:pt x="1634462" y="259"/>
                  </a:lnTo>
                  <a:lnTo>
                    <a:pt x="1626604" y="263"/>
                  </a:lnTo>
                  <a:lnTo>
                    <a:pt x="1618746" y="267"/>
                  </a:lnTo>
                  <a:lnTo>
                    <a:pt x="1610888" y="271"/>
                  </a:lnTo>
                  <a:lnTo>
                    <a:pt x="1603030" y="275"/>
                  </a:lnTo>
                  <a:lnTo>
                    <a:pt x="1595172" y="278"/>
                  </a:lnTo>
                  <a:lnTo>
                    <a:pt x="1587314" y="282"/>
                  </a:lnTo>
                  <a:lnTo>
                    <a:pt x="1579456" y="286"/>
                  </a:lnTo>
                  <a:lnTo>
                    <a:pt x="1571598" y="290"/>
                  </a:lnTo>
                  <a:lnTo>
                    <a:pt x="1563740" y="293"/>
                  </a:lnTo>
                  <a:lnTo>
                    <a:pt x="1555882" y="297"/>
                  </a:lnTo>
                  <a:lnTo>
                    <a:pt x="1548024" y="301"/>
                  </a:lnTo>
                  <a:lnTo>
                    <a:pt x="1540166" y="304"/>
                  </a:lnTo>
                  <a:lnTo>
                    <a:pt x="1532308" y="308"/>
                  </a:lnTo>
                  <a:lnTo>
                    <a:pt x="1524450" y="312"/>
                  </a:lnTo>
                  <a:lnTo>
                    <a:pt x="1516592" y="315"/>
                  </a:lnTo>
                  <a:lnTo>
                    <a:pt x="1508734" y="319"/>
                  </a:lnTo>
                  <a:lnTo>
                    <a:pt x="1500876" y="323"/>
                  </a:lnTo>
                  <a:lnTo>
                    <a:pt x="1493018" y="327"/>
                  </a:lnTo>
                  <a:lnTo>
                    <a:pt x="1485160" y="332"/>
                  </a:lnTo>
                  <a:lnTo>
                    <a:pt x="1477302" y="336"/>
                  </a:lnTo>
                  <a:lnTo>
                    <a:pt x="1469444" y="341"/>
                  </a:lnTo>
                  <a:lnTo>
                    <a:pt x="1461586" y="345"/>
                  </a:lnTo>
                  <a:lnTo>
                    <a:pt x="1453728" y="349"/>
                  </a:lnTo>
                  <a:lnTo>
                    <a:pt x="1445870" y="353"/>
                  </a:lnTo>
                  <a:lnTo>
                    <a:pt x="1438012" y="358"/>
                  </a:lnTo>
                  <a:lnTo>
                    <a:pt x="1430154" y="362"/>
                  </a:lnTo>
                  <a:lnTo>
                    <a:pt x="1422296" y="366"/>
                  </a:lnTo>
                  <a:lnTo>
                    <a:pt x="1414438" y="370"/>
                  </a:lnTo>
                  <a:lnTo>
                    <a:pt x="1406580" y="374"/>
                  </a:lnTo>
                  <a:lnTo>
                    <a:pt x="1398722" y="378"/>
                  </a:lnTo>
                  <a:lnTo>
                    <a:pt x="1390864" y="382"/>
                  </a:lnTo>
                  <a:lnTo>
                    <a:pt x="1383006" y="385"/>
                  </a:lnTo>
                  <a:lnTo>
                    <a:pt x="1375148" y="389"/>
                  </a:lnTo>
                  <a:lnTo>
                    <a:pt x="1367290" y="392"/>
                  </a:lnTo>
                  <a:lnTo>
                    <a:pt x="1359432" y="395"/>
                  </a:lnTo>
                  <a:lnTo>
                    <a:pt x="1351574" y="399"/>
                  </a:lnTo>
                  <a:lnTo>
                    <a:pt x="1343716" y="402"/>
                  </a:lnTo>
                  <a:lnTo>
                    <a:pt x="1335858" y="406"/>
                  </a:lnTo>
                  <a:lnTo>
                    <a:pt x="1328000" y="409"/>
                  </a:lnTo>
                  <a:lnTo>
                    <a:pt x="1320142" y="412"/>
                  </a:lnTo>
                  <a:lnTo>
                    <a:pt x="1312284" y="416"/>
                  </a:lnTo>
                  <a:lnTo>
                    <a:pt x="1304426" y="419"/>
                  </a:lnTo>
                  <a:lnTo>
                    <a:pt x="1296568" y="422"/>
                  </a:lnTo>
                  <a:lnTo>
                    <a:pt x="1288710" y="425"/>
                  </a:lnTo>
                  <a:lnTo>
                    <a:pt x="1280852" y="429"/>
                  </a:lnTo>
                  <a:lnTo>
                    <a:pt x="1272994" y="432"/>
                  </a:lnTo>
                  <a:lnTo>
                    <a:pt x="1265136" y="435"/>
                  </a:lnTo>
                  <a:lnTo>
                    <a:pt x="1257278" y="438"/>
                  </a:lnTo>
                  <a:lnTo>
                    <a:pt x="1249420" y="442"/>
                  </a:lnTo>
                  <a:lnTo>
                    <a:pt x="1241562" y="446"/>
                  </a:lnTo>
                  <a:lnTo>
                    <a:pt x="1233704" y="450"/>
                  </a:lnTo>
                  <a:lnTo>
                    <a:pt x="1225846" y="453"/>
                  </a:lnTo>
                  <a:lnTo>
                    <a:pt x="1217988" y="457"/>
                  </a:lnTo>
                  <a:lnTo>
                    <a:pt x="1210130" y="461"/>
                  </a:lnTo>
                  <a:lnTo>
                    <a:pt x="1202272" y="464"/>
                  </a:lnTo>
                  <a:lnTo>
                    <a:pt x="1194414" y="468"/>
                  </a:lnTo>
                  <a:lnTo>
                    <a:pt x="1186556" y="471"/>
                  </a:lnTo>
                  <a:lnTo>
                    <a:pt x="1178698" y="475"/>
                  </a:lnTo>
                  <a:lnTo>
                    <a:pt x="1170840" y="478"/>
                  </a:lnTo>
                  <a:lnTo>
                    <a:pt x="1162982" y="481"/>
                  </a:lnTo>
                  <a:lnTo>
                    <a:pt x="1155124" y="483"/>
                  </a:lnTo>
                  <a:lnTo>
                    <a:pt x="1147266" y="486"/>
                  </a:lnTo>
                  <a:lnTo>
                    <a:pt x="1139408" y="489"/>
                  </a:lnTo>
                  <a:lnTo>
                    <a:pt x="1131550" y="492"/>
                  </a:lnTo>
                  <a:lnTo>
                    <a:pt x="1123692" y="495"/>
                  </a:lnTo>
                  <a:lnTo>
                    <a:pt x="1115834" y="498"/>
                  </a:lnTo>
                  <a:lnTo>
                    <a:pt x="1107976" y="501"/>
                  </a:lnTo>
                  <a:lnTo>
                    <a:pt x="1100118" y="504"/>
                  </a:lnTo>
                  <a:lnTo>
                    <a:pt x="1092260" y="507"/>
                  </a:lnTo>
                  <a:lnTo>
                    <a:pt x="1084402" y="510"/>
                  </a:lnTo>
                  <a:lnTo>
                    <a:pt x="1076544" y="513"/>
                  </a:lnTo>
                  <a:lnTo>
                    <a:pt x="1068686" y="516"/>
                  </a:lnTo>
                  <a:lnTo>
                    <a:pt x="1060828" y="519"/>
                  </a:lnTo>
                  <a:lnTo>
                    <a:pt x="1052970" y="522"/>
                  </a:lnTo>
                  <a:lnTo>
                    <a:pt x="1045112" y="525"/>
                  </a:lnTo>
                  <a:lnTo>
                    <a:pt x="1037254" y="528"/>
                  </a:lnTo>
                  <a:lnTo>
                    <a:pt x="1029397" y="531"/>
                  </a:lnTo>
                  <a:lnTo>
                    <a:pt x="1021539" y="534"/>
                  </a:lnTo>
                  <a:lnTo>
                    <a:pt x="1013681" y="536"/>
                  </a:lnTo>
                  <a:lnTo>
                    <a:pt x="1005823" y="539"/>
                  </a:lnTo>
                  <a:lnTo>
                    <a:pt x="997965" y="542"/>
                  </a:lnTo>
                  <a:lnTo>
                    <a:pt x="990107" y="544"/>
                  </a:lnTo>
                  <a:lnTo>
                    <a:pt x="982249" y="547"/>
                  </a:lnTo>
                  <a:lnTo>
                    <a:pt x="974391" y="550"/>
                  </a:lnTo>
                  <a:lnTo>
                    <a:pt x="966533" y="552"/>
                  </a:lnTo>
                  <a:lnTo>
                    <a:pt x="958675" y="555"/>
                  </a:lnTo>
                  <a:lnTo>
                    <a:pt x="950817" y="557"/>
                  </a:lnTo>
                  <a:lnTo>
                    <a:pt x="942959" y="560"/>
                  </a:lnTo>
                  <a:lnTo>
                    <a:pt x="935101" y="563"/>
                  </a:lnTo>
                  <a:lnTo>
                    <a:pt x="927243" y="565"/>
                  </a:lnTo>
                  <a:lnTo>
                    <a:pt x="919385" y="568"/>
                  </a:lnTo>
                  <a:lnTo>
                    <a:pt x="911527" y="570"/>
                  </a:lnTo>
                  <a:lnTo>
                    <a:pt x="903669" y="573"/>
                  </a:lnTo>
                  <a:lnTo>
                    <a:pt x="895811" y="575"/>
                  </a:lnTo>
                  <a:lnTo>
                    <a:pt x="887953" y="578"/>
                  </a:lnTo>
                  <a:lnTo>
                    <a:pt x="880095" y="580"/>
                  </a:lnTo>
                  <a:lnTo>
                    <a:pt x="872237" y="583"/>
                  </a:lnTo>
                  <a:lnTo>
                    <a:pt x="864379" y="585"/>
                  </a:lnTo>
                  <a:lnTo>
                    <a:pt x="856521" y="588"/>
                  </a:lnTo>
                  <a:lnTo>
                    <a:pt x="848663" y="590"/>
                  </a:lnTo>
                  <a:lnTo>
                    <a:pt x="840805" y="593"/>
                  </a:lnTo>
                  <a:lnTo>
                    <a:pt x="832947" y="595"/>
                  </a:lnTo>
                  <a:lnTo>
                    <a:pt x="825089" y="598"/>
                  </a:lnTo>
                  <a:lnTo>
                    <a:pt x="817231" y="600"/>
                  </a:lnTo>
                  <a:lnTo>
                    <a:pt x="809373" y="603"/>
                  </a:lnTo>
                  <a:lnTo>
                    <a:pt x="801515" y="605"/>
                  </a:lnTo>
                  <a:lnTo>
                    <a:pt x="793657" y="607"/>
                  </a:lnTo>
                  <a:lnTo>
                    <a:pt x="785799" y="610"/>
                  </a:lnTo>
                  <a:lnTo>
                    <a:pt x="777941" y="612"/>
                  </a:lnTo>
                  <a:lnTo>
                    <a:pt x="770083" y="615"/>
                  </a:lnTo>
                  <a:lnTo>
                    <a:pt x="762225" y="617"/>
                  </a:lnTo>
                  <a:lnTo>
                    <a:pt x="754367" y="619"/>
                  </a:lnTo>
                  <a:lnTo>
                    <a:pt x="746509" y="621"/>
                  </a:lnTo>
                  <a:lnTo>
                    <a:pt x="738651" y="624"/>
                  </a:lnTo>
                  <a:lnTo>
                    <a:pt x="730793" y="626"/>
                  </a:lnTo>
                  <a:lnTo>
                    <a:pt x="722935" y="628"/>
                  </a:lnTo>
                  <a:lnTo>
                    <a:pt x="715077" y="630"/>
                  </a:lnTo>
                  <a:lnTo>
                    <a:pt x="707219" y="633"/>
                  </a:lnTo>
                  <a:lnTo>
                    <a:pt x="699361" y="635"/>
                  </a:lnTo>
                  <a:lnTo>
                    <a:pt x="691503" y="637"/>
                  </a:lnTo>
                  <a:lnTo>
                    <a:pt x="683645" y="639"/>
                  </a:lnTo>
                  <a:lnTo>
                    <a:pt x="675787" y="641"/>
                  </a:lnTo>
                  <a:lnTo>
                    <a:pt x="667929" y="643"/>
                  </a:lnTo>
                  <a:lnTo>
                    <a:pt x="660071" y="645"/>
                  </a:lnTo>
                  <a:lnTo>
                    <a:pt x="652213" y="648"/>
                  </a:lnTo>
                  <a:lnTo>
                    <a:pt x="644355" y="650"/>
                  </a:lnTo>
                  <a:lnTo>
                    <a:pt x="636497" y="652"/>
                  </a:lnTo>
                  <a:lnTo>
                    <a:pt x="628639" y="654"/>
                  </a:lnTo>
                  <a:lnTo>
                    <a:pt x="620781" y="656"/>
                  </a:lnTo>
                  <a:lnTo>
                    <a:pt x="612923" y="658"/>
                  </a:lnTo>
                  <a:lnTo>
                    <a:pt x="605065" y="660"/>
                  </a:lnTo>
                  <a:lnTo>
                    <a:pt x="597207" y="662"/>
                  </a:lnTo>
                  <a:lnTo>
                    <a:pt x="589349" y="664"/>
                  </a:lnTo>
                  <a:lnTo>
                    <a:pt x="581491" y="666"/>
                  </a:lnTo>
                  <a:lnTo>
                    <a:pt x="573633" y="668"/>
                  </a:lnTo>
                  <a:lnTo>
                    <a:pt x="565775" y="670"/>
                  </a:lnTo>
                  <a:lnTo>
                    <a:pt x="557917" y="672"/>
                  </a:lnTo>
                  <a:lnTo>
                    <a:pt x="550059" y="674"/>
                  </a:lnTo>
                  <a:lnTo>
                    <a:pt x="542201" y="676"/>
                  </a:lnTo>
                  <a:lnTo>
                    <a:pt x="534343" y="678"/>
                  </a:lnTo>
                  <a:lnTo>
                    <a:pt x="526485" y="680"/>
                  </a:lnTo>
                  <a:lnTo>
                    <a:pt x="518627" y="682"/>
                  </a:lnTo>
                  <a:lnTo>
                    <a:pt x="510769" y="684"/>
                  </a:lnTo>
                  <a:lnTo>
                    <a:pt x="502911" y="686"/>
                  </a:lnTo>
                  <a:lnTo>
                    <a:pt x="495053" y="688"/>
                  </a:lnTo>
                  <a:lnTo>
                    <a:pt x="487195" y="689"/>
                  </a:lnTo>
                  <a:lnTo>
                    <a:pt x="479337" y="691"/>
                  </a:lnTo>
                  <a:lnTo>
                    <a:pt x="471479" y="693"/>
                  </a:lnTo>
                  <a:lnTo>
                    <a:pt x="463621" y="695"/>
                  </a:lnTo>
                  <a:lnTo>
                    <a:pt x="455763" y="697"/>
                  </a:lnTo>
                  <a:lnTo>
                    <a:pt x="447905" y="698"/>
                  </a:lnTo>
                  <a:lnTo>
                    <a:pt x="440047" y="700"/>
                  </a:lnTo>
                  <a:lnTo>
                    <a:pt x="432189" y="706"/>
                  </a:lnTo>
                  <a:lnTo>
                    <a:pt x="424331" y="716"/>
                  </a:lnTo>
                  <a:lnTo>
                    <a:pt x="416473" y="725"/>
                  </a:lnTo>
                  <a:lnTo>
                    <a:pt x="408615" y="734"/>
                  </a:lnTo>
                  <a:lnTo>
                    <a:pt x="400757" y="743"/>
                  </a:lnTo>
                  <a:lnTo>
                    <a:pt x="392899" y="752"/>
                  </a:lnTo>
                  <a:lnTo>
                    <a:pt x="385041" y="761"/>
                  </a:lnTo>
                  <a:lnTo>
                    <a:pt x="377183" y="770"/>
                  </a:lnTo>
                  <a:lnTo>
                    <a:pt x="369325" y="779"/>
                  </a:lnTo>
                  <a:lnTo>
                    <a:pt x="361467" y="787"/>
                  </a:lnTo>
                  <a:lnTo>
                    <a:pt x="353609" y="796"/>
                  </a:lnTo>
                  <a:lnTo>
                    <a:pt x="345751" y="804"/>
                  </a:lnTo>
                  <a:lnTo>
                    <a:pt x="337893" y="812"/>
                  </a:lnTo>
                  <a:lnTo>
                    <a:pt x="330035" y="820"/>
                  </a:lnTo>
                  <a:lnTo>
                    <a:pt x="322177" y="828"/>
                  </a:lnTo>
                  <a:lnTo>
                    <a:pt x="314319" y="835"/>
                  </a:lnTo>
                  <a:lnTo>
                    <a:pt x="306461" y="843"/>
                  </a:lnTo>
                  <a:lnTo>
                    <a:pt x="298603" y="850"/>
                  </a:lnTo>
                  <a:lnTo>
                    <a:pt x="290745" y="858"/>
                  </a:lnTo>
                  <a:lnTo>
                    <a:pt x="282887" y="865"/>
                  </a:lnTo>
                  <a:lnTo>
                    <a:pt x="275029" y="871"/>
                  </a:lnTo>
                  <a:lnTo>
                    <a:pt x="267171" y="878"/>
                  </a:lnTo>
                  <a:lnTo>
                    <a:pt x="259313" y="885"/>
                  </a:lnTo>
                  <a:lnTo>
                    <a:pt x="251455" y="892"/>
                  </a:lnTo>
                  <a:lnTo>
                    <a:pt x="243597" y="898"/>
                  </a:lnTo>
                  <a:lnTo>
                    <a:pt x="235739" y="905"/>
                  </a:lnTo>
                  <a:lnTo>
                    <a:pt x="227881" y="911"/>
                  </a:lnTo>
                  <a:lnTo>
                    <a:pt x="220023" y="917"/>
                  </a:lnTo>
                  <a:lnTo>
                    <a:pt x="212165" y="924"/>
                  </a:lnTo>
                  <a:lnTo>
                    <a:pt x="204307" y="929"/>
                  </a:lnTo>
                  <a:lnTo>
                    <a:pt x="196449" y="936"/>
                  </a:lnTo>
                  <a:lnTo>
                    <a:pt x="188591" y="942"/>
                  </a:lnTo>
                  <a:lnTo>
                    <a:pt x="180733" y="949"/>
                  </a:lnTo>
                  <a:lnTo>
                    <a:pt x="172875" y="955"/>
                  </a:lnTo>
                  <a:lnTo>
                    <a:pt x="165017" y="961"/>
                  </a:lnTo>
                  <a:lnTo>
                    <a:pt x="157159" y="967"/>
                  </a:lnTo>
                  <a:lnTo>
                    <a:pt x="149301" y="972"/>
                  </a:lnTo>
                  <a:lnTo>
                    <a:pt x="141443" y="978"/>
                  </a:lnTo>
                  <a:lnTo>
                    <a:pt x="133585" y="983"/>
                  </a:lnTo>
                  <a:lnTo>
                    <a:pt x="125727" y="988"/>
                  </a:lnTo>
                  <a:lnTo>
                    <a:pt x="117869" y="993"/>
                  </a:lnTo>
                  <a:lnTo>
                    <a:pt x="110011" y="998"/>
                  </a:lnTo>
                  <a:lnTo>
                    <a:pt x="102153" y="1003"/>
                  </a:lnTo>
                  <a:lnTo>
                    <a:pt x="94295" y="1008"/>
                  </a:lnTo>
                  <a:lnTo>
                    <a:pt x="86437" y="1012"/>
                  </a:lnTo>
                  <a:lnTo>
                    <a:pt x="78579" y="1017"/>
                  </a:lnTo>
                  <a:lnTo>
                    <a:pt x="70721" y="1022"/>
                  </a:lnTo>
                  <a:lnTo>
                    <a:pt x="62863" y="1026"/>
                  </a:lnTo>
                  <a:lnTo>
                    <a:pt x="55005" y="1031"/>
                  </a:lnTo>
                  <a:lnTo>
                    <a:pt x="47147" y="1035"/>
                  </a:lnTo>
                  <a:lnTo>
                    <a:pt x="39289" y="1040"/>
                  </a:lnTo>
                  <a:lnTo>
                    <a:pt x="31431" y="1044"/>
                  </a:lnTo>
                  <a:lnTo>
                    <a:pt x="23573" y="1049"/>
                  </a:lnTo>
                  <a:lnTo>
                    <a:pt x="15715" y="1053"/>
                  </a:lnTo>
                  <a:lnTo>
                    <a:pt x="7857" y="1057"/>
                  </a:lnTo>
                  <a:lnTo>
                    <a:pt x="0" y="10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3608036" y="2980715"/>
              <a:ext cx="2035220" cy="7572"/>
            </a:xfrm>
            <a:custGeom>
              <a:avLst/>
              <a:pathLst>
                <a:path w="2035220" h="7572">
                  <a:moveTo>
                    <a:pt x="0" y="7163"/>
                  </a:moveTo>
                  <a:lnTo>
                    <a:pt x="7857" y="7163"/>
                  </a:lnTo>
                  <a:lnTo>
                    <a:pt x="15715" y="7163"/>
                  </a:lnTo>
                  <a:lnTo>
                    <a:pt x="23573" y="7163"/>
                  </a:lnTo>
                  <a:lnTo>
                    <a:pt x="31431" y="7162"/>
                  </a:lnTo>
                  <a:lnTo>
                    <a:pt x="39289" y="7162"/>
                  </a:lnTo>
                  <a:lnTo>
                    <a:pt x="47147" y="7161"/>
                  </a:lnTo>
                  <a:lnTo>
                    <a:pt x="55005" y="7160"/>
                  </a:lnTo>
                  <a:lnTo>
                    <a:pt x="62863" y="7160"/>
                  </a:lnTo>
                  <a:lnTo>
                    <a:pt x="70721" y="7159"/>
                  </a:lnTo>
                  <a:lnTo>
                    <a:pt x="78579" y="7159"/>
                  </a:lnTo>
                  <a:lnTo>
                    <a:pt x="86437" y="7158"/>
                  </a:lnTo>
                  <a:lnTo>
                    <a:pt x="94295" y="7158"/>
                  </a:lnTo>
                  <a:lnTo>
                    <a:pt x="102153" y="7157"/>
                  </a:lnTo>
                  <a:lnTo>
                    <a:pt x="110011" y="7157"/>
                  </a:lnTo>
                  <a:lnTo>
                    <a:pt x="117869" y="7157"/>
                  </a:lnTo>
                  <a:lnTo>
                    <a:pt x="125727" y="7157"/>
                  </a:lnTo>
                  <a:lnTo>
                    <a:pt x="133585" y="7157"/>
                  </a:lnTo>
                  <a:lnTo>
                    <a:pt x="141443" y="7157"/>
                  </a:lnTo>
                  <a:lnTo>
                    <a:pt x="149301" y="7156"/>
                  </a:lnTo>
                  <a:lnTo>
                    <a:pt x="157159" y="7155"/>
                  </a:lnTo>
                  <a:lnTo>
                    <a:pt x="165017" y="7154"/>
                  </a:lnTo>
                  <a:lnTo>
                    <a:pt x="172875" y="7153"/>
                  </a:lnTo>
                  <a:lnTo>
                    <a:pt x="180733" y="7152"/>
                  </a:lnTo>
                  <a:lnTo>
                    <a:pt x="188591" y="7152"/>
                  </a:lnTo>
                  <a:lnTo>
                    <a:pt x="196449" y="7151"/>
                  </a:lnTo>
                  <a:lnTo>
                    <a:pt x="204307" y="7150"/>
                  </a:lnTo>
                  <a:lnTo>
                    <a:pt x="212165" y="7150"/>
                  </a:lnTo>
                  <a:lnTo>
                    <a:pt x="220023" y="7149"/>
                  </a:lnTo>
                  <a:lnTo>
                    <a:pt x="227881" y="7149"/>
                  </a:lnTo>
                  <a:lnTo>
                    <a:pt x="235739" y="7148"/>
                  </a:lnTo>
                  <a:lnTo>
                    <a:pt x="243597" y="7148"/>
                  </a:lnTo>
                  <a:lnTo>
                    <a:pt x="251455" y="7148"/>
                  </a:lnTo>
                  <a:lnTo>
                    <a:pt x="259313" y="7147"/>
                  </a:lnTo>
                  <a:lnTo>
                    <a:pt x="267171" y="7147"/>
                  </a:lnTo>
                  <a:lnTo>
                    <a:pt x="275029" y="7146"/>
                  </a:lnTo>
                  <a:lnTo>
                    <a:pt x="282887" y="7146"/>
                  </a:lnTo>
                  <a:lnTo>
                    <a:pt x="290745" y="7145"/>
                  </a:lnTo>
                  <a:lnTo>
                    <a:pt x="298603" y="7145"/>
                  </a:lnTo>
                  <a:lnTo>
                    <a:pt x="306461" y="7144"/>
                  </a:lnTo>
                  <a:lnTo>
                    <a:pt x="314319" y="7143"/>
                  </a:lnTo>
                  <a:lnTo>
                    <a:pt x="322177" y="7141"/>
                  </a:lnTo>
                  <a:lnTo>
                    <a:pt x="330035" y="7141"/>
                  </a:lnTo>
                  <a:lnTo>
                    <a:pt x="337893" y="7141"/>
                  </a:lnTo>
                  <a:lnTo>
                    <a:pt x="345751" y="7140"/>
                  </a:lnTo>
                  <a:lnTo>
                    <a:pt x="353609" y="7139"/>
                  </a:lnTo>
                  <a:lnTo>
                    <a:pt x="361467" y="7138"/>
                  </a:lnTo>
                  <a:lnTo>
                    <a:pt x="369325" y="7137"/>
                  </a:lnTo>
                  <a:lnTo>
                    <a:pt x="377183" y="7136"/>
                  </a:lnTo>
                  <a:lnTo>
                    <a:pt x="385041" y="7135"/>
                  </a:lnTo>
                  <a:lnTo>
                    <a:pt x="392899" y="7134"/>
                  </a:lnTo>
                  <a:lnTo>
                    <a:pt x="400757" y="7133"/>
                  </a:lnTo>
                  <a:lnTo>
                    <a:pt x="408615" y="7133"/>
                  </a:lnTo>
                  <a:lnTo>
                    <a:pt x="416473" y="7131"/>
                  </a:lnTo>
                  <a:lnTo>
                    <a:pt x="424331" y="7130"/>
                  </a:lnTo>
                  <a:lnTo>
                    <a:pt x="432189" y="7128"/>
                  </a:lnTo>
                  <a:lnTo>
                    <a:pt x="440047" y="7126"/>
                  </a:lnTo>
                  <a:lnTo>
                    <a:pt x="447905" y="7125"/>
                  </a:lnTo>
                  <a:lnTo>
                    <a:pt x="455763" y="7123"/>
                  </a:lnTo>
                  <a:lnTo>
                    <a:pt x="463621" y="7120"/>
                  </a:lnTo>
                  <a:lnTo>
                    <a:pt x="471479" y="7120"/>
                  </a:lnTo>
                  <a:lnTo>
                    <a:pt x="479337" y="7118"/>
                  </a:lnTo>
                  <a:lnTo>
                    <a:pt x="487195" y="7116"/>
                  </a:lnTo>
                  <a:lnTo>
                    <a:pt x="495053" y="7115"/>
                  </a:lnTo>
                  <a:lnTo>
                    <a:pt x="502911" y="7113"/>
                  </a:lnTo>
                  <a:lnTo>
                    <a:pt x="510769" y="7112"/>
                  </a:lnTo>
                  <a:lnTo>
                    <a:pt x="518627" y="7111"/>
                  </a:lnTo>
                  <a:lnTo>
                    <a:pt x="526485" y="7107"/>
                  </a:lnTo>
                  <a:lnTo>
                    <a:pt x="534343" y="7105"/>
                  </a:lnTo>
                  <a:lnTo>
                    <a:pt x="542201" y="7104"/>
                  </a:lnTo>
                  <a:lnTo>
                    <a:pt x="550059" y="7103"/>
                  </a:lnTo>
                  <a:lnTo>
                    <a:pt x="557917" y="7100"/>
                  </a:lnTo>
                  <a:lnTo>
                    <a:pt x="565775" y="7098"/>
                  </a:lnTo>
                  <a:lnTo>
                    <a:pt x="573633" y="7097"/>
                  </a:lnTo>
                  <a:lnTo>
                    <a:pt x="581491" y="7094"/>
                  </a:lnTo>
                  <a:lnTo>
                    <a:pt x="589349" y="7091"/>
                  </a:lnTo>
                  <a:lnTo>
                    <a:pt x="597207" y="7089"/>
                  </a:lnTo>
                  <a:lnTo>
                    <a:pt x="605065" y="7086"/>
                  </a:lnTo>
                  <a:lnTo>
                    <a:pt x="612923" y="7083"/>
                  </a:lnTo>
                  <a:lnTo>
                    <a:pt x="620781" y="7080"/>
                  </a:lnTo>
                  <a:lnTo>
                    <a:pt x="628639" y="7077"/>
                  </a:lnTo>
                  <a:lnTo>
                    <a:pt x="636497" y="7074"/>
                  </a:lnTo>
                  <a:lnTo>
                    <a:pt x="644355" y="7071"/>
                  </a:lnTo>
                  <a:lnTo>
                    <a:pt x="652213" y="7069"/>
                  </a:lnTo>
                  <a:lnTo>
                    <a:pt x="660071" y="7064"/>
                  </a:lnTo>
                  <a:lnTo>
                    <a:pt x="667929" y="7060"/>
                  </a:lnTo>
                  <a:lnTo>
                    <a:pt x="675787" y="7057"/>
                  </a:lnTo>
                  <a:lnTo>
                    <a:pt x="683645" y="7052"/>
                  </a:lnTo>
                  <a:lnTo>
                    <a:pt x="691503" y="7047"/>
                  </a:lnTo>
                  <a:lnTo>
                    <a:pt x="699361" y="7044"/>
                  </a:lnTo>
                  <a:lnTo>
                    <a:pt x="707219" y="7039"/>
                  </a:lnTo>
                  <a:lnTo>
                    <a:pt x="715077" y="7034"/>
                  </a:lnTo>
                  <a:lnTo>
                    <a:pt x="722935" y="7028"/>
                  </a:lnTo>
                  <a:lnTo>
                    <a:pt x="730793" y="7023"/>
                  </a:lnTo>
                  <a:lnTo>
                    <a:pt x="738651" y="7019"/>
                  </a:lnTo>
                  <a:lnTo>
                    <a:pt x="746509" y="7014"/>
                  </a:lnTo>
                  <a:lnTo>
                    <a:pt x="754367" y="7008"/>
                  </a:lnTo>
                  <a:lnTo>
                    <a:pt x="762225" y="7001"/>
                  </a:lnTo>
                  <a:lnTo>
                    <a:pt x="770083" y="6995"/>
                  </a:lnTo>
                  <a:lnTo>
                    <a:pt x="777941" y="6989"/>
                  </a:lnTo>
                  <a:lnTo>
                    <a:pt x="785799" y="6983"/>
                  </a:lnTo>
                  <a:lnTo>
                    <a:pt x="793657" y="6976"/>
                  </a:lnTo>
                  <a:lnTo>
                    <a:pt x="801515" y="6971"/>
                  </a:lnTo>
                  <a:lnTo>
                    <a:pt x="809373" y="6965"/>
                  </a:lnTo>
                  <a:lnTo>
                    <a:pt x="817231" y="6959"/>
                  </a:lnTo>
                  <a:lnTo>
                    <a:pt x="825089" y="6953"/>
                  </a:lnTo>
                  <a:lnTo>
                    <a:pt x="832947" y="6941"/>
                  </a:lnTo>
                  <a:lnTo>
                    <a:pt x="840805" y="6933"/>
                  </a:lnTo>
                  <a:lnTo>
                    <a:pt x="848663" y="6927"/>
                  </a:lnTo>
                  <a:lnTo>
                    <a:pt x="856521" y="6921"/>
                  </a:lnTo>
                  <a:lnTo>
                    <a:pt x="864379" y="6914"/>
                  </a:lnTo>
                  <a:lnTo>
                    <a:pt x="872237" y="6907"/>
                  </a:lnTo>
                  <a:lnTo>
                    <a:pt x="880095" y="6899"/>
                  </a:lnTo>
                  <a:lnTo>
                    <a:pt x="887953" y="6887"/>
                  </a:lnTo>
                  <a:lnTo>
                    <a:pt x="895811" y="6879"/>
                  </a:lnTo>
                  <a:lnTo>
                    <a:pt x="903669" y="6872"/>
                  </a:lnTo>
                  <a:lnTo>
                    <a:pt x="911527" y="6863"/>
                  </a:lnTo>
                  <a:lnTo>
                    <a:pt x="919385" y="6855"/>
                  </a:lnTo>
                  <a:lnTo>
                    <a:pt x="927243" y="6846"/>
                  </a:lnTo>
                  <a:lnTo>
                    <a:pt x="935101" y="6836"/>
                  </a:lnTo>
                  <a:lnTo>
                    <a:pt x="942959" y="6826"/>
                  </a:lnTo>
                  <a:lnTo>
                    <a:pt x="950817" y="6815"/>
                  </a:lnTo>
                  <a:lnTo>
                    <a:pt x="958675" y="6804"/>
                  </a:lnTo>
                  <a:lnTo>
                    <a:pt x="966533" y="6793"/>
                  </a:lnTo>
                  <a:lnTo>
                    <a:pt x="974391" y="6781"/>
                  </a:lnTo>
                  <a:lnTo>
                    <a:pt x="982249" y="6771"/>
                  </a:lnTo>
                  <a:lnTo>
                    <a:pt x="990107" y="6761"/>
                  </a:lnTo>
                  <a:lnTo>
                    <a:pt x="997965" y="6750"/>
                  </a:lnTo>
                  <a:lnTo>
                    <a:pt x="1005823" y="6736"/>
                  </a:lnTo>
                  <a:lnTo>
                    <a:pt x="1013681" y="6724"/>
                  </a:lnTo>
                  <a:lnTo>
                    <a:pt x="1021539" y="6713"/>
                  </a:lnTo>
                  <a:lnTo>
                    <a:pt x="1029397" y="6701"/>
                  </a:lnTo>
                  <a:lnTo>
                    <a:pt x="1037254" y="6689"/>
                  </a:lnTo>
                  <a:lnTo>
                    <a:pt x="1045112" y="6676"/>
                  </a:lnTo>
                  <a:lnTo>
                    <a:pt x="1052970" y="6663"/>
                  </a:lnTo>
                  <a:lnTo>
                    <a:pt x="1060828" y="6645"/>
                  </a:lnTo>
                  <a:lnTo>
                    <a:pt x="1068686" y="6632"/>
                  </a:lnTo>
                  <a:lnTo>
                    <a:pt x="1076544" y="6620"/>
                  </a:lnTo>
                  <a:lnTo>
                    <a:pt x="1084402" y="6604"/>
                  </a:lnTo>
                  <a:lnTo>
                    <a:pt x="1092260" y="6589"/>
                  </a:lnTo>
                  <a:lnTo>
                    <a:pt x="1100118" y="6574"/>
                  </a:lnTo>
                  <a:lnTo>
                    <a:pt x="1107976" y="6559"/>
                  </a:lnTo>
                  <a:lnTo>
                    <a:pt x="1115834" y="6542"/>
                  </a:lnTo>
                  <a:lnTo>
                    <a:pt x="1123692" y="6524"/>
                  </a:lnTo>
                  <a:lnTo>
                    <a:pt x="1131550" y="6507"/>
                  </a:lnTo>
                  <a:lnTo>
                    <a:pt x="1139408" y="6490"/>
                  </a:lnTo>
                  <a:lnTo>
                    <a:pt x="1147266" y="6473"/>
                  </a:lnTo>
                  <a:lnTo>
                    <a:pt x="1155124" y="6457"/>
                  </a:lnTo>
                  <a:lnTo>
                    <a:pt x="1162982" y="6440"/>
                  </a:lnTo>
                  <a:lnTo>
                    <a:pt x="1170840" y="6422"/>
                  </a:lnTo>
                  <a:lnTo>
                    <a:pt x="1178698" y="6403"/>
                  </a:lnTo>
                  <a:lnTo>
                    <a:pt x="1186556" y="6385"/>
                  </a:lnTo>
                  <a:lnTo>
                    <a:pt x="1194414" y="6366"/>
                  </a:lnTo>
                  <a:lnTo>
                    <a:pt x="1202272" y="6347"/>
                  </a:lnTo>
                  <a:lnTo>
                    <a:pt x="1210130" y="6327"/>
                  </a:lnTo>
                  <a:lnTo>
                    <a:pt x="1217988" y="6307"/>
                  </a:lnTo>
                  <a:lnTo>
                    <a:pt x="1225846" y="6286"/>
                  </a:lnTo>
                  <a:lnTo>
                    <a:pt x="1233704" y="6264"/>
                  </a:lnTo>
                  <a:lnTo>
                    <a:pt x="1241562" y="6241"/>
                  </a:lnTo>
                  <a:lnTo>
                    <a:pt x="1249420" y="6218"/>
                  </a:lnTo>
                  <a:lnTo>
                    <a:pt x="1257278" y="6195"/>
                  </a:lnTo>
                  <a:lnTo>
                    <a:pt x="1265136" y="6169"/>
                  </a:lnTo>
                  <a:lnTo>
                    <a:pt x="1272994" y="6144"/>
                  </a:lnTo>
                  <a:lnTo>
                    <a:pt x="1280852" y="6119"/>
                  </a:lnTo>
                  <a:lnTo>
                    <a:pt x="1288710" y="6093"/>
                  </a:lnTo>
                  <a:lnTo>
                    <a:pt x="1296568" y="6067"/>
                  </a:lnTo>
                  <a:lnTo>
                    <a:pt x="1304426" y="6040"/>
                  </a:lnTo>
                  <a:lnTo>
                    <a:pt x="1312284" y="6014"/>
                  </a:lnTo>
                  <a:lnTo>
                    <a:pt x="1320142" y="5989"/>
                  </a:lnTo>
                  <a:lnTo>
                    <a:pt x="1328000" y="5961"/>
                  </a:lnTo>
                  <a:lnTo>
                    <a:pt x="1335858" y="5934"/>
                  </a:lnTo>
                  <a:lnTo>
                    <a:pt x="1343716" y="5912"/>
                  </a:lnTo>
                  <a:lnTo>
                    <a:pt x="1351574" y="5890"/>
                  </a:lnTo>
                  <a:lnTo>
                    <a:pt x="1359432" y="5859"/>
                  </a:lnTo>
                  <a:lnTo>
                    <a:pt x="1367290" y="5826"/>
                  </a:lnTo>
                  <a:lnTo>
                    <a:pt x="1375148" y="5791"/>
                  </a:lnTo>
                  <a:lnTo>
                    <a:pt x="1383006" y="5756"/>
                  </a:lnTo>
                  <a:lnTo>
                    <a:pt x="1390864" y="5728"/>
                  </a:lnTo>
                  <a:lnTo>
                    <a:pt x="1398722" y="5701"/>
                  </a:lnTo>
                  <a:lnTo>
                    <a:pt x="1406580" y="5673"/>
                  </a:lnTo>
                  <a:lnTo>
                    <a:pt x="1414438" y="5642"/>
                  </a:lnTo>
                  <a:lnTo>
                    <a:pt x="1422296" y="5607"/>
                  </a:lnTo>
                  <a:lnTo>
                    <a:pt x="1430154" y="5570"/>
                  </a:lnTo>
                  <a:lnTo>
                    <a:pt x="1438012" y="5533"/>
                  </a:lnTo>
                  <a:lnTo>
                    <a:pt x="1445870" y="5500"/>
                  </a:lnTo>
                  <a:lnTo>
                    <a:pt x="1453728" y="5467"/>
                  </a:lnTo>
                  <a:lnTo>
                    <a:pt x="1461586" y="5434"/>
                  </a:lnTo>
                  <a:lnTo>
                    <a:pt x="1469444" y="5400"/>
                  </a:lnTo>
                  <a:lnTo>
                    <a:pt x="1477302" y="5366"/>
                  </a:lnTo>
                  <a:lnTo>
                    <a:pt x="1485160" y="5326"/>
                  </a:lnTo>
                  <a:lnTo>
                    <a:pt x="1493018" y="5282"/>
                  </a:lnTo>
                  <a:lnTo>
                    <a:pt x="1500876" y="5242"/>
                  </a:lnTo>
                  <a:lnTo>
                    <a:pt x="1508734" y="5204"/>
                  </a:lnTo>
                  <a:lnTo>
                    <a:pt x="1516592" y="5166"/>
                  </a:lnTo>
                  <a:lnTo>
                    <a:pt x="1524450" y="5126"/>
                  </a:lnTo>
                  <a:lnTo>
                    <a:pt x="1532308" y="5082"/>
                  </a:lnTo>
                  <a:lnTo>
                    <a:pt x="1540166" y="5038"/>
                  </a:lnTo>
                  <a:lnTo>
                    <a:pt x="1548024" y="5003"/>
                  </a:lnTo>
                  <a:lnTo>
                    <a:pt x="1555882" y="4965"/>
                  </a:lnTo>
                  <a:lnTo>
                    <a:pt x="1563740" y="4923"/>
                  </a:lnTo>
                  <a:lnTo>
                    <a:pt x="1571598" y="4879"/>
                  </a:lnTo>
                  <a:lnTo>
                    <a:pt x="1579456" y="4829"/>
                  </a:lnTo>
                  <a:lnTo>
                    <a:pt x="1587314" y="4790"/>
                  </a:lnTo>
                  <a:lnTo>
                    <a:pt x="1595172" y="4746"/>
                  </a:lnTo>
                  <a:lnTo>
                    <a:pt x="1603030" y="4700"/>
                  </a:lnTo>
                  <a:lnTo>
                    <a:pt x="1610888" y="4653"/>
                  </a:lnTo>
                  <a:lnTo>
                    <a:pt x="1618746" y="4599"/>
                  </a:lnTo>
                  <a:lnTo>
                    <a:pt x="1626604" y="4543"/>
                  </a:lnTo>
                  <a:lnTo>
                    <a:pt x="1634462" y="4486"/>
                  </a:lnTo>
                  <a:lnTo>
                    <a:pt x="1642320" y="4427"/>
                  </a:lnTo>
                  <a:lnTo>
                    <a:pt x="1650178" y="4367"/>
                  </a:lnTo>
                  <a:lnTo>
                    <a:pt x="1658036" y="4306"/>
                  </a:lnTo>
                  <a:lnTo>
                    <a:pt x="1665894" y="4247"/>
                  </a:lnTo>
                  <a:lnTo>
                    <a:pt x="1673752" y="4190"/>
                  </a:lnTo>
                  <a:lnTo>
                    <a:pt x="1681610" y="4133"/>
                  </a:lnTo>
                  <a:lnTo>
                    <a:pt x="1689468" y="4074"/>
                  </a:lnTo>
                  <a:lnTo>
                    <a:pt x="1697326" y="4016"/>
                  </a:lnTo>
                  <a:lnTo>
                    <a:pt x="1705184" y="3970"/>
                  </a:lnTo>
                  <a:lnTo>
                    <a:pt x="1713042" y="3916"/>
                  </a:lnTo>
                  <a:lnTo>
                    <a:pt x="1720900" y="3850"/>
                  </a:lnTo>
                  <a:lnTo>
                    <a:pt x="1728758" y="3783"/>
                  </a:lnTo>
                  <a:lnTo>
                    <a:pt x="1736616" y="3714"/>
                  </a:lnTo>
                  <a:lnTo>
                    <a:pt x="1744474" y="3644"/>
                  </a:lnTo>
                  <a:lnTo>
                    <a:pt x="1752332" y="3573"/>
                  </a:lnTo>
                  <a:lnTo>
                    <a:pt x="1760190" y="3500"/>
                  </a:lnTo>
                  <a:lnTo>
                    <a:pt x="1768048" y="3429"/>
                  </a:lnTo>
                  <a:lnTo>
                    <a:pt x="1775906" y="3357"/>
                  </a:lnTo>
                  <a:lnTo>
                    <a:pt x="1783764" y="3285"/>
                  </a:lnTo>
                  <a:lnTo>
                    <a:pt x="1791622" y="3211"/>
                  </a:lnTo>
                  <a:lnTo>
                    <a:pt x="1799480" y="3135"/>
                  </a:lnTo>
                  <a:lnTo>
                    <a:pt x="1807338" y="3059"/>
                  </a:lnTo>
                  <a:lnTo>
                    <a:pt x="1815196" y="2976"/>
                  </a:lnTo>
                  <a:lnTo>
                    <a:pt x="1823054" y="2891"/>
                  </a:lnTo>
                  <a:lnTo>
                    <a:pt x="1830912" y="2804"/>
                  </a:lnTo>
                  <a:lnTo>
                    <a:pt x="1838770" y="2715"/>
                  </a:lnTo>
                  <a:lnTo>
                    <a:pt x="1846628" y="2625"/>
                  </a:lnTo>
                  <a:lnTo>
                    <a:pt x="1854486" y="2533"/>
                  </a:lnTo>
                  <a:lnTo>
                    <a:pt x="1862344" y="2451"/>
                  </a:lnTo>
                  <a:lnTo>
                    <a:pt x="1870202" y="2370"/>
                  </a:lnTo>
                  <a:lnTo>
                    <a:pt x="1878060" y="2288"/>
                  </a:lnTo>
                  <a:lnTo>
                    <a:pt x="1885918" y="2199"/>
                  </a:lnTo>
                  <a:lnTo>
                    <a:pt x="1893776" y="2096"/>
                  </a:lnTo>
                  <a:lnTo>
                    <a:pt x="1901634" y="1991"/>
                  </a:lnTo>
                  <a:lnTo>
                    <a:pt x="1909492" y="1884"/>
                  </a:lnTo>
                  <a:lnTo>
                    <a:pt x="1917350" y="1775"/>
                  </a:lnTo>
                  <a:lnTo>
                    <a:pt x="1925208" y="1664"/>
                  </a:lnTo>
                  <a:lnTo>
                    <a:pt x="1933066" y="1550"/>
                  </a:lnTo>
                  <a:lnTo>
                    <a:pt x="1940924" y="1434"/>
                  </a:lnTo>
                  <a:lnTo>
                    <a:pt x="1948782" y="1316"/>
                  </a:lnTo>
                  <a:lnTo>
                    <a:pt x="1956640" y="1196"/>
                  </a:lnTo>
                  <a:lnTo>
                    <a:pt x="1964498" y="1073"/>
                  </a:lnTo>
                  <a:lnTo>
                    <a:pt x="1972356" y="948"/>
                  </a:lnTo>
                  <a:lnTo>
                    <a:pt x="1980214" y="820"/>
                  </a:lnTo>
                  <a:lnTo>
                    <a:pt x="1988072" y="689"/>
                  </a:lnTo>
                  <a:lnTo>
                    <a:pt x="1995930" y="557"/>
                  </a:lnTo>
                  <a:lnTo>
                    <a:pt x="2003788" y="439"/>
                  </a:lnTo>
                  <a:lnTo>
                    <a:pt x="2011646" y="332"/>
                  </a:lnTo>
                  <a:lnTo>
                    <a:pt x="2019504" y="222"/>
                  </a:lnTo>
                  <a:lnTo>
                    <a:pt x="2027362" y="112"/>
                  </a:lnTo>
                  <a:lnTo>
                    <a:pt x="2035220" y="0"/>
                  </a:lnTo>
                  <a:lnTo>
                    <a:pt x="2035220" y="7348"/>
                  </a:lnTo>
                  <a:lnTo>
                    <a:pt x="2027362" y="7349"/>
                  </a:lnTo>
                  <a:lnTo>
                    <a:pt x="2019504" y="7350"/>
                  </a:lnTo>
                  <a:lnTo>
                    <a:pt x="2011646" y="7351"/>
                  </a:lnTo>
                  <a:lnTo>
                    <a:pt x="2003788" y="7351"/>
                  </a:lnTo>
                  <a:lnTo>
                    <a:pt x="1995930" y="7351"/>
                  </a:lnTo>
                  <a:lnTo>
                    <a:pt x="1988072" y="7350"/>
                  </a:lnTo>
                  <a:lnTo>
                    <a:pt x="1980214" y="7350"/>
                  </a:lnTo>
                  <a:lnTo>
                    <a:pt x="1972356" y="7351"/>
                  </a:lnTo>
                  <a:lnTo>
                    <a:pt x="1964498" y="7354"/>
                  </a:lnTo>
                  <a:lnTo>
                    <a:pt x="1956640" y="7353"/>
                  </a:lnTo>
                  <a:lnTo>
                    <a:pt x="1948782" y="7353"/>
                  </a:lnTo>
                  <a:lnTo>
                    <a:pt x="1940924" y="7352"/>
                  </a:lnTo>
                  <a:lnTo>
                    <a:pt x="1933066" y="7352"/>
                  </a:lnTo>
                  <a:lnTo>
                    <a:pt x="1925208" y="7352"/>
                  </a:lnTo>
                  <a:lnTo>
                    <a:pt x="1917350" y="7351"/>
                  </a:lnTo>
                  <a:lnTo>
                    <a:pt x="1909492" y="7351"/>
                  </a:lnTo>
                  <a:lnTo>
                    <a:pt x="1901634" y="7351"/>
                  </a:lnTo>
                  <a:lnTo>
                    <a:pt x="1893776" y="7350"/>
                  </a:lnTo>
                  <a:lnTo>
                    <a:pt x="1885918" y="7351"/>
                  </a:lnTo>
                  <a:lnTo>
                    <a:pt x="1878060" y="7351"/>
                  </a:lnTo>
                  <a:lnTo>
                    <a:pt x="1870202" y="7351"/>
                  </a:lnTo>
                  <a:lnTo>
                    <a:pt x="1862344" y="7351"/>
                  </a:lnTo>
                  <a:lnTo>
                    <a:pt x="1854486" y="7351"/>
                  </a:lnTo>
                  <a:lnTo>
                    <a:pt x="1846628" y="7350"/>
                  </a:lnTo>
                  <a:lnTo>
                    <a:pt x="1838770" y="7350"/>
                  </a:lnTo>
                  <a:lnTo>
                    <a:pt x="1830912" y="7350"/>
                  </a:lnTo>
                  <a:lnTo>
                    <a:pt x="1823054" y="7351"/>
                  </a:lnTo>
                  <a:lnTo>
                    <a:pt x="1815196" y="7350"/>
                  </a:lnTo>
                  <a:lnTo>
                    <a:pt x="1807338" y="7350"/>
                  </a:lnTo>
                  <a:lnTo>
                    <a:pt x="1799480" y="7350"/>
                  </a:lnTo>
                  <a:lnTo>
                    <a:pt x="1791622" y="7350"/>
                  </a:lnTo>
                  <a:lnTo>
                    <a:pt x="1783764" y="7351"/>
                  </a:lnTo>
                  <a:lnTo>
                    <a:pt x="1775906" y="7351"/>
                  </a:lnTo>
                  <a:lnTo>
                    <a:pt x="1768048" y="7352"/>
                  </a:lnTo>
                  <a:lnTo>
                    <a:pt x="1760190" y="7352"/>
                  </a:lnTo>
                  <a:lnTo>
                    <a:pt x="1752332" y="7352"/>
                  </a:lnTo>
                  <a:lnTo>
                    <a:pt x="1744474" y="7352"/>
                  </a:lnTo>
                  <a:lnTo>
                    <a:pt x="1736616" y="7352"/>
                  </a:lnTo>
                  <a:lnTo>
                    <a:pt x="1728758" y="7352"/>
                  </a:lnTo>
                  <a:lnTo>
                    <a:pt x="1720900" y="7352"/>
                  </a:lnTo>
                  <a:lnTo>
                    <a:pt x="1713042" y="7351"/>
                  </a:lnTo>
                  <a:lnTo>
                    <a:pt x="1705184" y="7352"/>
                  </a:lnTo>
                  <a:lnTo>
                    <a:pt x="1697326" y="7352"/>
                  </a:lnTo>
                  <a:lnTo>
                    <a:pt x="1689468" y="7352"/>
                  </a:lnTo>
                  <a:lnTo>
                    <a:pt x="1681610" y="7353"/>
                  </a:lnTo>
                  <a:lnTo>
                    <a:pt x="1673752" y="7353"/>
                  </a:lnTo>
                  <a:lnTo>
                    <a:pt x="1665894" y="7353"/>
                  </a:lnTo>
                  <a:lnTo>
                    <a:pt x="1658036" y="7354"/>
                  </a:lnTo>
                  <a:lnTo>
                    <a:pt x="1650178" y="7354"/>
                  </a:lnTo>
                  <a:lnTo>
                    <a:pt x="1642320" y="7354"/>
                  </a:lnTo>
                  <a:lnTo>
                    <a:pt x="1634462" y="7355"/>
                  </a:lnTo>
                  <a:lnTo>
                    <a:pt x="1626604" y="7355"/>
                  </a:lnTo>
                  <a:lnTo>
                    <a:pt x="1618746" y="7355"/>
                  </a:lnTo>
                  <a:lnTo>
                    <a:pt x="1610888" y="7355"/>
                  </a:lnTo>
                  <a:lnTo>
                    <a:pt x="1603030" y="7355"/>
                  </a:lnTo>
                  <a:lnTo>
                    <a:pt x="1595172" y="7355"/>
                  </a:lnTo>
                  <a:lnTo>
                    <a:pt x="1587314" y="7355"/>
                  </a:lnTo>
                  <a:lnTo>
                    <a:pt x="1579456" y="7355"/>
                  </a:lnTo>
                  <a:lnTo>
                    <a:pt x="1571598" y="7355"/>
                  </a:lnTo>
                  <a:lnTo>
                    <a:pt x="1563740" y="7354"/>
                  </a:lnTo>
                  <a:lnTo>
                    <a:pt x="1555882" y="7354"/>
                  </a:lnTo>
                  <a:lnTo>
                    <a:pt x="1548024" y="7354"/>
                  </a:lnTo>
                  <a:lnTo>
                    <a:pt x="1540166" y="7354"/>
                  </a:lnTo>
                  <a:lnTo>
                    <a:pt x="1532308" y="7354"/>
                  </a:lnTo>
                  <a:lnTo>
                    <a:pt x="1524450" y="7354"/>
                  </a:lnTo>
                  <a:lnTo>
                    <a:pt x="1516592" y="7354"/>
                  </a:lnTo>
                  <a:lnTo>
                    <a:pt x="1508734" y="7354"/>
                  </a:lnTo>
                  <a:lnTo>
                    <a:pt x="1500876" y="7354"/>
                  </a:lnTo>
                  <a:lnTo>
                    <a:pt x="1493018" y="7354"/>
                  </a:lnTo>
                  <a:lnTo>
                    <a:pt x="1485160" y="7354"/>
                  </a:lnTo>
                  <a:lnTo>
                    <a:pt x="1477302" y="7354"/>
                  </a:lnTo>
                  <a:lnTo>
                    <a:pt x="1469444" y="7355"/>
                  </a:lnTo>
                  <a:lnTo>
                    <a:pt x="1461586" y="7357"/>
                  </a:lnTo>
                  <a:lnTo>
                    <a:pt x="1453728" y="7357"/>
                  </a:lnTo>
                  <a:lnTo>
                    <a:pt x="1445870" y="7357"/>
                  </a:lnTo>
                  <a:lnTo>
                    <a:pt x="1438012" y="7357"/>
                  </a:lnTo>
                  <a:lnTo>
                    <a:pt x="1430154" y="7358"/>
                  </a:lnTo>
                  <a:lnTo>
                    <a:pt x="1422296" y="7358"/>
                  </a:lnTo>
                  <a:lnTo>
                    <a:pt x="1414438" y="7361"/>
                  </a:lnTo>
                  <a:lnTo>
                    <a:pt x="1406580" y="7362"/>
                  </a:lnTo>
                  <a:lnTo>
                    <a:pt x="1398722" y="7362"/>
                  </a:lnTo>
                  <a:lnTo>
                    <a:pt x="1390864" y="7363"/>
                  </a:lnTo>
                  <a:lnTo>
                    <a:pt x="1383006" y="7363"/>
                  </a:lnTo>
                  <a:lnTo>
                    <a:pt x="1375148" y="7363"/>
                  </a:lnTo>
                  <a:lnTo>
                    <a:pt x="1367290" y="7363"/>
                  </a:lnTo>
                  <a:lnTo>
                    <a:pt x="1359432" y="7363"/>
                  </a:lnTo>
                  <a:lnTo>
                    <a:pt x="1351574" y="7363"/>
                  </a:lnTo>
                  <a:lnTo>
                    <a:pt x="1343716" y="7363"/>
                  </a:lnTo>
                  <a:lnTo>
                    <a:pt x="1335858" y="7363"/>
                  </a:lnTo>
                  <a:lnTo>
                    <a:pt x="1328000" y="7364"/>
                  </a:lnTo>
                  <a:lnTo>
                    <a:pt x="1320142" y="7365"/>
                  </a:lnTo>
                  <a:lnTo>
                    <a:pt x="1312284" y="7366"/>
                  </a:lnTo>
                  <a:lnTo>
                    <a:pt x="1304426" y="7368"/>
                  </a:lnTo>
                  <a:lnTo>
                    <a:pt x="1296568" y="7368"/>
                  </a:lnTo>
                  <a:lnTo>
                    <a:pt x="1288710" y="7368"/>
                  </a:lnTo>
                  <a:lnTo>
                    <a:pt x="1280852" y="7368"/>
                  </a:lnTo>
                  <a:lnTo>
                    <a:pt x="1272994" y="7367"/>
                  </a:lnTo>
                  <a:lnTo>
                    <a:pt x="1265136" y="7367"/>
                  </a:lnTo>
                  <a:lnTo>
                    <a:pt x="1257278" y="7367"/>
                  </a:lnTo>
                  <a:lnTo>
                    <a:pt x="1249420" y="7367"/>
                  </a:lnTo>
                  <a:lnTo>
                    <a:pt x="1241562" y="7368"/>
                  </a:lnTo>
                  <a:lnTo>
                    <a:pt x="1233704" y="7370"/>
                  </a:lnTo>
                  <a:lnTo>
                    <a:pt x="1225846" y="7371"/>
                  </a:lnTo>
                  <a:lnTo>
                    <a:pt x="1217988" y="7370"/>
                  </a:lnTo>
                  <a:lnTo>
                    <a:pt x="1210130" y="7369"/>
                  </a:lnTo>
                  <a:lnTo>
                    <a:pt x="1202272" y="7369"/>
                  </a:lnTo>
                  <a:lnTo>
                    <a:pt x="1194414" y="7369"/>
                  </a:lnTo>
                  <a:lnTo>
                    <a:pt x="1186556" y="7370"/>
                  </a:lnTo>
                  <a:lnTo>
                    <a:pt x="1178698" y="7371"/>
                  </a:lnTo>
                  <a:lnTo>
                    <a:pt x="1170840" y="7371"/>
                  </a:lnTo>
                  <a:lnTo>
                    <a:pt x="1162982" y="7372"/>
                  </a:lnTo>
                  <a:lnTo>
                    <a:pt x="1155124" y="7373"/>
                  </a:lnTo>
                  <a:lnTo>
                    <a:pt x="1147266" y="7374"/>
                  </a:lnTo>
                  <a:lnTo>
                    <a:pt x="1139408" y="7374"/>
                  </a:lnTo>
                  <a:lnTo>
                    <a:pt x="1131550" y="7373"/>
                  </a:lnTo>
                  <a:lnTo>
                    <a:pt x="1123692" y="7374"/>
                  </a:lnTo>
                  <a:lnTo>
                    <a:pt x="1115834" y="7375"/>
                  </a:lnTo>
                  <a:lnTo>
                    <a:pt x="1107976" y="7376"/>
                  </a:lnTo>
                  <a:lnTo>
                    <a:pt x="1100118" y="7376"/>
                  </a:lnTo>
                  <a:lnTo>
                    <a:pt x="1092260" y="7377"/>
                  </a:lnTo>
                  <a:lnTo>
                    <a:pt x="1084402" y="7377"/>
                  </a:lnTo>
                  <a:lnTo>
                    <a:pt x="1076544" y="7377"/>
                  </a:lnTo>
                  <a:lnTo>
                    <a:pt x="1068686" y="7379"/>
                  </a:lnTo>
                  <a:lnTo>
                    <a:pt x="1060828" y="7379"/>
                  </a:lnTo>
                  <a:lnTo>
                    <a:pt x="1052970" y="7379"/>
                  </a:lnTo>
                  <a:lnTo>
                    <a:pt x="1045112" y="7380"/>
                  </a:lnTo>
                  <a:lnTo>
                    <a:pt x="1037254" y="7381"/>
                  </a:lnTo>
                  <a:lnTo>
                    <a:pt x="1029397" y="7380"/>
                  </a:lnTo>
                  <a:lnTo>
                    <a:pt x="1021539" y="7380"/>
                  </a:lnTo>
                  <a:lnTo>
                    <a:pt x="1013681" y="7381"/>
                  </a:lnTo>
                  <a:lnTo>
                    <a:pt x="1005823" y="7385"/>
                  </a:lnTo>
                  <a:lnTo>
                    <a:pt x="997965" y="7386"/>
                  </a:lnTo>
                  <a:lnTo>
                    <a:pt x="990107" y="7388"/>
                  </a:lnTo>
                  <a:lnTo>
                    <a:pt x="982249" y="7388"/>
                  </a:lnTo>
                  <a:lnTo>
                    <a:pt x="974391" y="7389"/>
                  </a:lnTo>
                  <a:lnTo>
                    <a:pt x="966533" y="7390"/>
                  </a:lnTo>
                  <a:lnTo>
                    <a:pt x="958675" y="7391"/>
                  </a:lnTo>
                  <a:lnTo>
                    <a:pt x="950817" y="7392"/>
                  </a:lnTo>
                  <a:lnTo>
                    <a:pt x="942959" y="7392"/>
                  </a:lnTo>
                  <a:lnTo>
                    <a:pt x="935101" y="7393"/>
                  </a:lnTo>
                  <a:lnTo>
                    <a:pt x="927243" y="7393"/>
                  </a:lnTo>
                  <a:lnTo>
                    <a:pt x="919385" y="7395"/>
                  </a:lnTo>
                  <a:lnTo>
                    <a:pt x="911527" y="7397"/>
                  </a:lnTo>
                  <a:lnTo>
                    <a:pt x="903669" y="7398"/>
                  </a:lnTo>
                  <a:lnTo>
                    <a:pt x="895811" y="7399"/>
                  </a:lnTo>
                  <a:lnTo>
                    <a:pt x="887953" y="7400"/>
                  </a:lnTo>
                  <a:lnTo>
                    <a:pt x="880095" y="7401"/>
                  </a:lnTo>
                  <a:lnTo>
                    <a:pt x="872237" y="7402"/>
                  </a:lnTo>
                  <a:lnTo>
                    <a:pt x="864379" y="7402"/>
                  </a:lnTo>
                  <a:lnTo>
                    <a:pt x="856521" y="7404"/>
                  </a:lnTo>
                  <a:lnTo>
                    <a:pt x="848663" y="7404"/>
                  </a:lnTo>
                  <a:lnTo>
                    <a:pt x="840805" y="7406"/>
                  </a:lnTo>
                  <a:lnTo>
                    <a:pt x="832947" y="7406"/>
                  </a:lnTo>
                  <a:lnTo>
                    <a:pt x="825089" y="7407"/>
                  </a:lnTo>
                  <a:lnTo>
                    <a:pt x="817231" y="7408"/>
                  </a:lnTo>
                  <a:lnTo>
                    <a:pt x="809373" y="7409"/>
                  </a:lnTo>
                  <a:lnTo>
                    <a:pt x="801515" y="7410"/>
                  </a:lnTo>
                  <a:lnTo>
                    <a:pt x="793657" y="7409"/>
                  </a:lnTo>
                  <a:lnTo>
                    <a:pt x="785799" y="7412"/>
                  </a:lnTo>
                  <a:lnTo>
                    <a:pt x="777941" y="7413"/>
                  </a:lnTo>
                  <a:lnTo>
                    <a:pt x="770083" y="7414"/>
                  </a:lnTo>
                  <a:lnTo>
                    <a:pt x="762225" y="7416"/>
                  </a:lnTo>
                  <a:lnTo>
                    <a:pt x="754367" y="7418"/>
                  </a:lnTo>
                  <a:lnTo>
                    <a:pt x="746509" y="7419"/>
                  </a:lnTo>
                  <a:lnTo>
                    <a:pt x="738651" y="7419"/>
                  </a:lnTo>
                  <a:lnTo>
                    <a:pt x="730793" y="7421"/>
                  </a:lnTo>
                  <a:lnTo>
                    <a:pt x="722935" y="7422"/>
                  </a:lnTo>
                  <a:lnTo>
                    <a:pt x="715077" y="7423"/>
                  </a:lnTo>
                  <a:lnTo>
                    <a:pt x="707219" y="7423"/>
                  </a:lnTo>
                  <a:lnTo>
                    <a:pt x="699361" y="7424"/>
                  </a:lnTo>
                  <a:lnTo>
                    <a:pt x="691503" y="7425"/>
                  </a:lnTo>
                  <a:lnTo>
                    <a:pt x="683645" y="7427"/>
                  </a:lnTo>
                  <a:lnTo>
                    <a:pt x="675787" y="7429"/>
                  </a:lnTo>
                  <a:lnTo>
                    <a:pt x="667929" y="7430"/>
                  </a:lnTo>
                  <a:lnTo>
                    <a:pt x="660071" y="7430"/>
                  </a:lnTo>
                  <a:lnTo>
                    <a:pt x="652213" y="7431"/>
                  </a:lnTo>
                  <a:lnTo>
                    <a:pt x="644355" y="7432"/>
                  </a:lnTo>
                  <a:lnTo>
                    <a:pt x="636497" y="7434"/>
                  </a:lnTo>
                  <a:lnTo>
                    <a:pt x="628639" y="7436"/>
                  </a:lnTo>
                  <a:lnTo>
                    <a:pt x="620781" y="7439"/>
                  </a:lnTo>
                  <a:lnTo>
                    <a:pt x="612923" y="7440"/>
                  </a:lnTo>
                  <a:lnTo>
                    <a:pt x="605065" y="7442"/>
                  </a:lnTo>
                  <a:lnTo>
                    <a:pt x="597207" y="7444"/>
                  </a:lnTo>
                  <a:lnTo>
                    <a:pt x="589349" y="7446"/>
                  </a:lnTo>
                  <a:lnTo>
                    <a:pt x="581491" y="7449"/>
                  </a:lnTo>
                  <a:lnTo>
                    <a:pt x="573633" y="7453"/>
                  </a:lnTo>
                  <a:lnTo>
                    <a:pt x="565775" y="7453"/>
                  </a:lnTo>
                  <a:lnTo>
                    <a:pt x="557917" y="7455"/>
                  </a:lnTo>
                  <a:lnTo>
                    <a:pt x="550059" y="7456"/>
                  </a:lnTo>
                  <a:lnTo>
                    <a:pt x="542201" y="7459"/>
                  </a:lnTo>
                  <a:lnTo>
                    <a:pt x="534343" y="7461"/>
                  </a:lnTo>
                  <a:lnTo>
                    <a:pt x="526485" y="7463"/>
                  </a:lnTo>
                  <a:lnTo>
                    <a:pt x="518627" y="7465"/>
                  </a:lnTo>
                  <a:lnTo>
                    <a:pt x="510769" y="7467"/>
                  </a:lnTo>
                  <a:lnTo>
                    <a:pt x="502911" y="7470"/>
                  </a:lnTo>
                  <a:lnTo>
                    <a:pt x="495053" y="7470"/>
                  </a:lnTo>
                  <a:lnTo>
                    <a:pt x="487195" y="7470"/>
                  </a:lnTo>
                  <a:lnTo>
                    <a:pt x="479337" y="7472"/>
                  </a:lnTo>
                  <a:lnTo>
                    <a:pt x="471479" y="7475"/>
                  </a:lnTo>
                  <a:lnTo>
                    <a:pt x="463621" y="7475"/>
                  </a:lnTo>
                  <a:lnTo>
                    <a:pt x="455763" y="7476"/>
                  </a:lnTo>
                  <a:lnTo>
                    <a:pt x="447905" y="7478"/>
                  </a:lnTo>
                  <a:lnTo>
                    <a:pt x="440047" y="7480"/>
                  </a:lnTo>
                  <a:lnTo>
                    <a:pt x="432189" y="7481"/>
                  </a:lnTo>
                  <a:lnTo>
                    <a:pt x="424331" y="7481"/>
                  </a:lnTo>
                  <a:lnTo>
                    <a:pt x="416473" y="7483"/>
                  </a:lnTo>
                  <a:lnTo>
                    <a:pt x="408615" y="7485"/>
                  </a:lnTo>
                  <a:lnTo>
                    <a:pt x="400757" y="7487"/>
                  </a:lnTo>
                  <a:lnTo>
                    <a:pt x="392899" y="7489"/>
                  </a:lnTo>
                  <a:lnTo>
                    <a:pt x="385041" y="7490"/>
                  </a:lnTo>
                  <a:lnTo>
                    <a:pt x="377183" y="7492"/>
                  </a:lnTo>
                  <a:lnTo>
                    <a:pt x="369325" y="7494"/>
                  </a:lnTo>
                  <a:lnTo>
                    <a:pt x="361467" y="7496"/>
                  </a:lnTo>
                  <a:lnTo>
                    <a:pt x="353609" y="7497"/>
                  </a:lnTo>
                  <a:lnTo>
                    <a:pt x="345751" y="7498"/>
                  </a:lnTo>
                  <a:lnTo>
                    <a:pt x="337893" y="7499"/>
                  </a:lnTo>
                  <a:lnTo>
                    <a:pt x="330035" y="7502"/>
                  </a:lnTo>
                  <a:lnTo>
                    <a:pt x="322177" y="7504"/>
                  </a:lnTo>
                  <a:lnTo>
                    <a:pt x="314319" y="7506"/>
                  </a:lnTo>
                  <a:lnTo>
                    <a:pt x="306461" y="7507"/>
                  </a:lnTo>
                  <a:lnTo>
                    <a:pt x="298603" y="7509"/>
                  </a:lnTo>
                  <a:lnTo>
                    <a:pt x="290745" y="7511"/>
                  </a:lnTo>
                  <a:lnTo>
                    <a:pt x="282887" y="7513"/>
                  </a:lnTo>
                  <a:lnTo>
                    <a:pt x="275029" y="7515"/>
                  </a:lnTo>
                  <a:lnTo>
                    <a:pt x="267171" y="7517"/>
                  </a:lnTo>
                  <a:lnTo>
                    <a:pt x="259313" y="7518"/>
                  </a:lnTo>
                  <a:lnTo>
                    <a:pt x="251455" y="7520"/>
                  </a:lnTo>
                  <a:lnTo>
                    <a:pt x="243597" y="7522"/>
                  </a:lnTo>
                  <a:lnTo>
                    <a:pt x="235739" y="7524"/>
                  </a:lnTo>
                  <a:lnTo>
                    <a:pt x="227881" y="7526"/>
                  </a:lnTo>
                  <a:lnTo>
                    <a:pt x="220023" y="7528"/>
                  </a:lnTo>
                  <a:lnTo>
                    <a:pt x="212165" y="7530"/>
                  </a:lnTo>
                  <a:lnTo>
                    <a:pt x="204307" y="7531"/>
                  </a:lnTo>
                  <a:lnTo>
                    <a:pt x="196449" y="7533"/>
                  </a:lnTo>
                  <a:lnTo>
                    <a:pt x="188591" y="7535"/>
                  </a:lnTo>
                  <a:lnTo>
                    <a:pt x="180733" y="7537"/>
                  </a:lnTo>
                  <a:lnTo>
                    <a:pt x="172875" y="7539"/>
                  </a:lnTo>
                  <a:lnTo>
                    <a:pt x="165017" y="7541"/>
                  </a:lnTo>
                  <a:lnTo>
                    <a:pt x="157159" y="7542"/>
                  </a:lnTo>
                  <a:lnTo>
                    <a:pt x="149301" y="7544"/>
                  </a:lnTo>
                  <a:lnTo>
                    <a:pt x="141443" y="7546"/>
                  </a:lnTo>
                  <a:lnTo>
                    <a:pt x="133585" y="7548"/>
                  </a:lnTo>
                  <a:lnTo>
                    <a:pt x="125727" y="7549"/>
                  </a:lnTo>
                  <a:lnTo>
                    <a:pt x="117869" y="7550"/>
                  </a:lnTo>
                  <a:lnTo>
                    <a:pt x="110011" y="7551"/>
                  </a:lnTo>
                  <a:lnTo>
                    <a:pt x="102153" y="7553"/>
                  </a:lnTo>
                  <a:lnTo>
                    <a:pt x="94295" y="7555"/>
                  </a:lnTo>
                  <a:lnTo>
                    <a:pt x="86437" y="7556"/>
                  </a:lnTo>
                  <a:lnTo>
                    <a:pt x="78579" y="7558"/>
                  </a:lnTo>
                  <a:lnTo>
                    <a:pt x="70721" y="7559"/>
                  </a:lnTo>
                  <a:lnTo>
                    <a:pt x="62863" y="7561"/>
                  </a:lnTo>
                  <a:lnTo>
                    <a:pt x="55005" y="7562"/>
                  </a:lnTo>
                  <a:lnTo>
                    <a:pt x="47147" y="7564"/>
                  </a:lnTo>
                  <a:lnTo>
                    <a:pt x="39289" y="7565"/>
                  </a:lnTo>
                  <a:lnTo>
                    <a:pt x="31431" y="7566"/>
                  </a:lnTo>
                  <a:lnTo>
                    <a:pt x="23573" y="7567"/>
                  </a:lnTo>
                  <a:lnTo>
                    <a:pt x="15715" y="7569"/>
                  </a:lnTo>
                  <a:lnTo>
                    <a:pt x="7857" y="7570"/>
                  </a:lnTo>
                  <a:lnTo>
                    <a:pt x="0" y="7572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608036" y="2980715"/>
              <a:ext cx="2035220" cy="7163"/>
            </a:xfrm>
            <a:custGeom>
              <a:avLst/>
              <a:pathLst>
                <a:path w="2035220" h="7163">
                  <a:moveTo>
                    <a:pt x="0" y="7163"/>
                  </a:moveTo>
                  <a:lnTo>
                    <a:pt x="7857" y="7163"/>
                  </a:lnTo>
                  <a:lnTo>
                    <a:pt x="15715" y="7163"/>
                  </a:lnTo>
                  <a:lnTo>
                    <a:pt x="23573" y="7163"/>
                  </a:lnTo>
                  <a:lnTo>
                    <a:pt x="31431" y="7162"/>
                  </a:lnTo>
                  <a:lnTo>
                    <a:pt x="39289" y="7162"/>
                  </a:lnTo>
                  <a:lnTo>
                    <a:pt x="47147" y="7161"/>
                  </a:lnTo>
                  <a:lnTo>
                    <a:pt x="55005" y="7160"/>
                  </a:lnTo>
                  <a:lnTo>
                    <a:pt x="62863" y="7160"/>
                  </a:lnTo>
                  <a:lnTo>
                    <a:pt x="70721" y="7159"/>
                  </a:lnTo>
                  <a:lnTo>
                    <a:pt x="78579" y="7159"/>
                  </a:lnTo>
                  <a:lnTo>
                    <a:pt x="86437" y="7158"/>
                  </a:lnTo>
                  <a:lnTo>
                    <a:pt x="94295" y="7158"/>
                  </a:lnTo>
                  <a:lnTo>
                    <a:pt x="102153" y="7157"/>
                  </a:lnTo>
                  <a:lnTo>
                    <a:pt x="110011" y="7157"/>
                  </a:lnTo>
                  <a:lnTo>
                    <a:pt x="117869" y="7157"/>
                  </a:lnTo>
                  <a:lnTo>
                    <a:pt x="125727" y="7157"/>
                  </a:lnTo>
                  <a:lnTo>
                    <a:pt x="133585" y="7157"/>
                  </a:lnTo>
                  <a:lnTo>
                    <a:pt x="141443" y="7157"/>
                  </a:lnTo>
                  <a:lnTo>
                    <a:pt x="149301" y="7156"/>
                  </a:lnTo>
                  <a:lnTo>
                    <a:pt x="157159" y="7155"/>
                  </a:lnTo>
                  <a:lnTo>
                    <a:pt x="165017" y="7154"/>
                  </a:lnTo>
                  <a:lnTo>
                    <a:pt x="172875" y="7153"/>
                  </a:lnTo>
                  <a:lnTo>
                    <a:pt x="180733" y="7152"/>
                  </a:lnTo>
                  <a:lnTo>
                    <a:pt x="188591" y="7152"/>
                  </a:lnTo>
                  <a:lnTo>
                    <a:pt x="196449" y="7151"/>
                  </a:lnTo>
                  <a:lnTo>
                    <a:pt x="204307" y="7150"/>
                  </a:lnTo>
                  <a:lnTo>
                    <a:pt x="212165" y="7150"/>
                  </a:lnTo>
                  <a:lnTo>
                    <a:pt x="220023" y="7149"/>
                  </a:lnTo>
                  <a:lnTo>
                    <a:pt x="227881" y="7149"/>
                  </a:lnTo>
                  <a:lnTo>
                    <a:pt x="235739" y="7148"/>
                  </a:lnTo>
                  <a:lnTo>
                    <a:pt x="243597" y="7148"/>
                  </a:lnTo>
                  <a:lnTo>
                    <a:pt x="251455" y="7148"/>
                  </a:lnTo>
                  <a:lnTo>
                    <a:pt x="259313" y="7147"/>
                  </a:lnTo>
                  <a:lnTo>
                    <a:pt x="267171" y="7147"/>
                  </a:lnTo>
                  <a:lnTo>
                    <a:pt x="275029" y="7146"/>
                  </a:lnTo>
                  <a:lnTo>
                    <a:pt x="282887" y="7146"/>
                  </a:lnTo>
                  <a:lnTo>
                    <a:pt x="290745" y="7145"/>
                  </a:lnTo>
                  <a:lnTo>
                    <a:pt x="298603" y="7145"/>
                  </a:lnTo>
                  <a:lnTo>
                    <a:pt x="306461" y="7144"/>
                  </a:lnTo>
                  <a:lnTo>
                    <a:pt x="314319" y="7143"/>
                  </a:lnTo>
                  <a:lnTo>
                    <a:pt x="322177" y="7141"/>
                  </a:lnTo>
                  <a:lnTo>
                    <a:pt x="330035" y="7141"/>
                  </a:lnTo>
                  <a:lnTo>
                    <a:pt x="337893" y="7141"/>
                  </a:lnTo>
                  <a:lnTo>
                    <a:pt x="345751" y="7140"/>
                  </a:lnTo>
                  <a:lnTo>
                    <a:pt x="353609" y="7139"/>
                  </a:lnTo>
                  <a:lnTo>
                    <a:pt x="361467" y="7138"/>
                  </a:lnTo>
                  <a:lnTo>
                    <a:pt x="369325" y="7137"/>
                  </a:lnTo>
                  <a:lnTo>
                    <a:pt x="377183" y="7136"/>
                  </a:lnTo>
                  <a:lnTo>
                    <a:pt x="385041" y="7135"/>
                  </a:lnTo>
                  <a:lnTo>
                    <a:pt x="392899" y="7134"/>
                  </a:lnTo>
                  <a:lnTo>
                    <a:pt x="400757" y="7133"/>
                  </a:lnTo>
                  <a:lnTo>
                    <a:pt x="408615" y="7133"/>
                  </a:lnTo>
                  <a:lnTo>
                    <a:pt x="416473" y="7131"/>
                  </a:lnTo>
                  <a:lnTo>
                    <a:pt x="424331" y="7130"/>
                  </a:lnTo>
                  <a:lnTo>
                    <a:pt x="432189" y="7128"/>
                  </a:lnTo>
                  <a:lnTo>
                    <a:pt x="440047" y="7126"/>
                  </a:lnTo>
                  <a:lnTo>
                    <a:pt x="447905" y="7125"/>
                  </a:lnTo>
                  <a:lnTo>
                    <a:pt x="455763" y="7123"/>
                  </a:lnTo>
                  <a:lnTo>
                    <a:pt x="463621" y="7120"/>
                  </a:lnTo>
                  <a:lnTo>
                    <a:pt x="471479" y="7120"/>
                  </a:lnTo>
                  <a:lnTo>
                    <a:pt x="479337" y="7118"/>
                  </a:lnTo>
                  <a:lnTo>
                    <a:pt x="487195" y="7116"/>
                  </a:lnTo>
                  <a:lnTo>
                    <a:pt x="495053" y="7115"/>
                  </a:lnTo>
                  <a:lnTo>
                    <a:pt x="502911" y="7113"/>
                  </a:lnTo>
                  <a:lnTo>
                    <a:pt x="510769" y="7112"/>
                  </a:lnTo>
                  <a:lnTo>
                    <a:pt x="518627" y="7111"/>
                  </a:lnTo>
                  <a:lnTo>
                    <a:pt x="526485" y="7107"/>
                  </a:lnTo>
                  <a:lnTo>
                    <a:pt x="534343" y="7105"/>
                  </a:lnTo>
                  <a:lnTo>
                    <a:pt x="542201" y="7104"/>
                  </a:lnTo>
                  <a:lnTo>
                    <a:pt x="550059" y="7103"/>
                  </a:lnTo>
                  <a:lnTo>
                    <a:pt x="557917" y="7100"/>
                  </a:lnTo>
                  <a:lnTo>
                    <a:pt x="565775" y="7098"/>
                  </a:lnTo>
                  <a:lnTo>
                    <a:pt x="573633" y="7097"/>
                  </a:lnTo>
                  <a:lnTo>
                    <a:pt x="581491" y="7094"/>
                  </a:lnTo>
                  <a:lnTo>
                    <a:pt x="589349" y="7091"/>
                  </a:lnTo>
                  <a:lnTo>
                    <a:pt x="597207" y="7089"/>
                  </a:lnTo>
                  <a:lnTo>
                    <a:pt x="605065" y="7086"/>
                  </a:lnTo>
                  <a:lnTo>
                    <a:pt x="612923" y="7083"/>
                  </a:lnTo>
                  <a:lnTo>
                    <a:pt x="620781" y="7080"/>
                  </a:lnTo>
                  <a:lnTo>
                    <a:pt x="628639" y="7077"/>
                  </a:lnTo>
                  <a:lnTo>
                    <a:pt x="636497" y="7074"/>
                  </a:lnTo>
                  <a:lnTo>
                    <a:pt x="644355" y="7071"/>
                  </a:lnTo>
                  <a:lnTo>
                    <a:pt x="652213" y="7069"/>
                  </a:lnTo>
                  <a:lnTo>
                    <a:pt x="660071" y="7064"/>
                  </a:lnTo>
                  <a:lnTo>
                    <a:pt x="667929" y="7060"/>
                  </a:lnTo>
                  <a:lnTo>
                    <a:pt x="675787" y="7057"/>
                  </a:lnTo>
                  <a:lnTo>
                    <a:pt x="683645" y="7052"/>
                  </a:lnTo>
                  <a:lnTo>
                    <a:pt x="691503" y="7047"/>
                  </a:lnTo>
                  <a:lnTo>
                    <a:pt x="699361" y="7044"/>
                  </a:lnTo>
                  <a:lnTo>
                    <a:pt x="707219" y="7039"/>
                  </a:lnTo>
                  <a:lnTo>
                    <a:pt x="715077" y="7034"/>
                  </a:lnTo>
                  <a:lnTo>
                    <a:pt x="722935" y="7028"/>
                  </a:lnTo>
                  <a:lnTo>
                    <a:pt x="730793" y="7023"/>
                  </a:lnTo>
                  <a:lnTo>
                    <a:pt x="738651" y="7019"/>
                  </a:lnTo>
                  <a:lnTo>
                    <a:pt x="746509" y="7014"/>
                  </a:lnTo>
                  <a:lnTo>
                    <a:pt x="754367" y="7008"/>
                  </a:lnTo>
                  <a:lnTo>
                    <a:pt x="762225" y="7001"/>
                  </a:lnTo>
                  <a:lnTo>
                    <a:pt x="770083" y="6995"/>
                  </a:lnTo>
                  <a:lnTo>
                    <a:pt x="777941" y="6989"/>
                  </a:lnTo>
                  <a:lnTo>
                    <a:pt x="785799" y="6983"/>
                  </a:lnTo>
                  <a:lnTo>
                    <a:pt x="793657" y="6976"/>
                  </a:lnTo>
                  <a:lnTo>
                    <a:pt x="801515" y="6971"/>
                  </a:lnTo>
                  <a:lnTo>
                    <a:pt x="809373" y="6965"/>
                  </a:lnTo>
                  <a:lnTo>
                    <a:pt x="817231" y="6959"/>
                  </a:lnTo>
                  <a:lnTo>
                    <a:pt x="825089" y="6953"/>
                  </a:lnTo>
                  <a:lnTo>
                    <a:pt x="832947" y="6941"/>
                  </a:lnTo>
                  <a:lnTo>
                    <a:pt x="840805" y="6933"/>
                  </a:lnTo>
                  <a:lnTo>
                    <a:pt x="848663" y="6927"/>
                  </a:lnTo>
                  <a:lnTo>
                    <a:pt x="856521" y="6921"/>
                  </a:lnTo>
                  <a:lnTo>
                    <a:pt x="864379" y="6914"/>
                  </a:lnTo>
                  <a:lnTo>
                    <a:pt x="872237" y="6907"/>
                  </a:lnTo>
                  <a:lnTo>
                    <a:pt x="880095" y="6899"/>
                  </a:lnTo>
                  <a:lnTo>
                    <a:pt x="887953" y="6887"/>
                  </a:lnTo>
                  <a:lnTo>
                    <a:pt x="895811" y="6879"/>
                  </a:lnTo>
                  <a:lnTo>
                    <a:pt x="903669" y="6872"/>
                  </a:lnTo>
                  <a:lnTo>
                    <a:pt x="911527" y="6863"/>
                  </a:lnTo>
                  <a:lnTo>
                    <a:pt x="919385" y="6855"/>
                  </a:lnTo>
                  <a:lnTo>
                    <a:pt x="927243" y="6846"/>
                  </a:lnTo>
                  <a:lnTo>
                    <a:pt x="935101" y="6836"/>
                  </a:lnTo>
                  <a:lnTo>
                    <a:pt x="942959" y="6826"/>
                  </a:lnTo>
                  <a:lnTo>
                    <a:pt x="950817" y="6815"/>
                  </a:lnTo>
                  <a:lnTo>
                    <a:pt x="958675" y="6804"/>
                  </a:lnTo>
                  <a:lnTo>
                    <a:pt x="966533" y="6793"/>
                  </a:lnTo>
                  <a:lnTo>
                    <a:pt x="974391" y="6781"/>
                  </a:lnTo>
                  <a:lnTo>
                    <a:pt x="982249" y="6771"/>
                  </a:lnTo>
                  <a:lnTo>
                    <a:pt x="990107" y="6761"/>
                  </a:lnTo>
                  <a:lnTo>
                    <a:pt x="997965" y="6750"/>
                  </a:lnTo>
                  <a:lnTo>
                    <a:pt x="1005823" y="6736"/>
                  </a:lnTo>
                  <a:lnTo>
                    <a:pt x="1013681" y="6724"/>
                  </a:lnTo>
                  <a:lnTo>
                    <a:pt x="1021539" y="6713"/>
                  </a:lnTo>
                  <a:lnTo>
                    <a:pt x="1029397" y="6701"/>
                  </a:lnTo>
                  <a:lnTo>
                    <a:pt x="1037254" y="6689"/>
                  </a:lnTo>
                  <a:lnTo>
                    <a:pt x="1045112" y="6676"/>
                  </a:lnTo>
                  <a:lnTo>
                    <a:pt x="1052970" y="6663"/>
                  </a:lnTo>
                  <a:lnTo>
                    <a:pt x="1060828" y="6645"/>
                  </a:lnTo>
                  <a:lnTo>
                    <a:pt x="1068686" y="6632"/>
                  </a:lnTo>
                  <a:lnTo>
                    <a:pt x="1076544" y="6620"/>
                  </a:lnTo>
                  <a:lnTo>
                    <a:pt x="1084402" y="6604"/>
                  </a:lnTo>
                  <a:lnTo>
                    <a:pt x="1092260" y="6589"/>
                  </a:lnTo>
                  <a:lnTo>
                    <a:pt x="1100118" y="6574"/>
                  </a:lnTo>
                  <a:lnTo>
                    <a:pt x="1107976" y="6559"/>
                  </a:lnTo>
                  <a:lnTo>
                    <a:pt x="1115834" y="6542"/>
                  </a:lnTo>
                  <a:lnTo>
                    <a:pt x="1123692" y="6524"/>
                  </a:lnTo>
                  <a:lnTo>
                    <a:pt x="1131550" y="6507"/>
                  </a:lnTo>
                  <a:lnTo>
                    <a:pt x="1139408" y="6490"/>
                  </a:lnTo>
                  <a:lnTo>
                    <a:pt x="1147266" y="6473"/>
                  </a:lnTo>
                  <a:lnTo>
                    <a:pt x="1155124" y="6457"/>
                  </a:lnTo>
                  <a:lnTo>
                    <a:pt x="1162982" y="6440"/>
                  </a:lnTo>
                  <a:lnTo>
                    <a:pt x="1170840" y="6422"/>
                  </a:lnTo>
                  <a:lnTo>
                    <a:pt x="1178698" y="6403"/>
                  </a:lnTo>
                  <a:lnTo>
                    <a:pt x="1186556" y="6385"/>
                  </a:lnTo>
                  <a:lnTo>
                    <a:pt x="1194414" y="6366"/>
                  </a:lnTo>
                  <a:lnTo>
                    <a:pt x="1202272" y="6347"/>
                  </a:lnTo>
                  <a:lnTo>
                    <a:pt x="1210130" y="6327"/>
                  </a:lnTo>
                  <a:lnTo>
                    <a:pt x="1217988" y="6307"/>
                  </a:lnTo>
                  <a:lnTo>
                    <a:pt x="1225846" y="6286"/>
                  </a:lnTo>
                  <a:lnTo>
                    <a:pt x="1233704" y="6264"/>
                  </a:lnTo>
                  <a:lnTo>
                    <a:pt x="1241562" y="6241"/>
                  </a:lnTo>
                  <a:lnTo>
                    <a:pt x="1249420" y="6218"/>
                  </a:lnTo>
                  <a:lnTo>
                    <a:pt x="1257278" y="6195"/>
                  </a:lnTo>
                  <a:lnTo>
                    <a:pt x="1265136" y="6169"/>
                  </a:lnTo>
                  <a:lnTo>
                    <a:pt x="1272994" y="6144"/>
                  </a:lnTo>
                  <a:lnTo>
                    <a:pt x="1280852" y="6119"/>
                  </a:lnTo>
                  <a:lnTo>
                    <a:pt x="1288710" y="6093"/>
                  </a:lnTo>
                  <a:lnTo>
                    <a:pt x="1296568" y="6067"/>
                  </a:lnTo>
                  <a:lnTo>
                    <a:pt x="1304426" y="6040"/>
                  </a:lnTo>
                  <a:lnTo>
                    <a:pt x="1312284" y="6014"/>
                  </a:lnTo>
                  <a:lnTo>
                    <a:pt x="1320142" y="5989"/>
                  </a:lnTo>
                  <a:lnTo>
                    <a:pt x="1328000" y="5961"/>
                  </a:lnTo>
                  <a:lnTo>
                    <a:pt x="1335858" y="5934"/>
                  </a:lnTo>
                  <a:lnTo>
                    <a:pt x="1343716" y="5912"/>
                  </a:lnTo>
                  <a:lnTo>
                    <a:pt x="1351574" y="5890"/>
                  </a:lnTo>
                  <a:lnTo>
                    <a:pt x="1359432" y="5859"/>
                  </a:lnTo>
                  <a:lnTo>
                    <a:pt x="1367290" y="5826"/>
                  </a:lnTo>
                  <a:lnTo>
                    <a:pt x="1375148" y="5791"/>
                  </a:lnTo>
                  <a:lnTo>
                    <a:pt x="1383006" y="5756"/>
                  </a:lnTo>
                  <a:lnTo>
                    <a:pt x="1390864" y="5728"/>
                  </a:lnTo>
                  <a:lnTo>
                    <a:pt x="1398722" y="5701"/>
                  </a:lnTo>
                  <a:lnTo>
                    <a:pt x="1406580" y="5673"/>
                  </a:lnTo>
                  <a:lnTo>
                    <a:pt x="1414438" y="5642"/>
                  </a:lnTo>
                  <a:lnTo>
                    <a:pt x="1422296" y="5607"/>
                  </a:lnTo>
                  <a:lnTo>
                    <a:pt x="1430154" y="5570"/>
                  </a:lnTo>
                  <a:lnTo>
                    <a:pt x="1438012" y="5533"/>
                  </a:lnTo>
                  <a:lnTo>
                    <a:pt x="1445870" y="5500"/>
                  </a:lnTo>
                  <a:lnTo>
                    <a:pt x="1453728" y="5467"/>
                  </a:lnTo>
                  <a:lnTo>
                    <a:pt x="1461586" y="5434"/>
                  </a:lnTo>
                  <a:lnTo>
                    <a:pt x="1469444" y="5400"/>
                  </a:lnTo>
                  <a:lnTo>
                    <a:pt x="1477302" y="5366"/>
                  </a:lnTo>
                  <a:lnTo>
                    <a:pt x="1485160" y="5326"/>
                  </a:lnTo>
                  <a:lnTo>
                    <a:pt x="1493018" y="5282"/>
                  </a:lnTo>
                  <a:lnTo>
                    <a:pt x="1500876" y="5242"/>
                  </a:lnTo>
                  <a:lnTo>
                    <a:pt x="1508734" y="5204"/>
                  </a:lnTo>
                  <a:lnTo>
                    <a:pt x="1516592" y="5166"/>
                  </a:lnTo>
                  <a:lnTo>
                    <a:pt x="1524450" y="5126"/>
                  </a:lnTo>
                  <a:lnTo>
                    <a:pt x="1532308" y="5082"/>
                  </a:lnTo>
                  <a:lnTo>
                    <a:pt x="1540166" y="5038"/>
                  </a:lnTo>
                  <a:lnTo>
                    <a:pt x="1548024" y="5003"/>
                  </a:lnTo>
                  <a:lnTo>
                    <a:pt x="1555882" y="4965"/>
                  </a:lnTo>
                  <a:lnTo>
                    <a:pt x="1563740" y="4923"/>
                  </a:lnTo>
                  <a:lnTo>
                    <a:pt x="1571598" y="4879"/>
                  </a:lnTo>
                  <a:lnTo>
                    <a:pt x="1579456" y="4829"/>
                  </a:lnTo>
                  <a:lnTo>
                    <a:pt x="1587314" y="4790"/>
                  </a:lnTo>
                  <a:lnTo>
                    <a:pt x="1595172" y="4746"/>
                  </a:lnTo>
                  <a:lnTo>
                    <a:pt x="1603030" y="4700"/>
                  </a:lnTo>
                  <a:lnTo>
                    <a:pt x="1610888" y="4653"/>
                  </a:lnTo>
                  <a:lnTo>
                    <a:pt x="1618746" y="4599"/>
                  </a:lnTo>
                  <a:lnTo>
                    <a:pt x="1626604" y="4543"/>
                  </a:lnTo>
                  <a:lnTo>
                    <a:pt x="1634462" y="4486"/>
                  </a:lnTo>
                  <a:lnTo>
                    <a:pt x="1642320" y="4427"/>
                  </a:lnTo>
                  <a:lnTo>
                    <a:pt x="1650178" y="4367"/>
                  </a:lnTo>
                  <a:lnTo>
                    <a:pt x="1658036" y="4306"/>
                  </a:lnTo>
                  <a:lnTo>
                    <a:pt x="1665894" y="4247"/>
                  </a:lnTo>
                  <a:lnTo>
                    <a:pt x="1673752" y="4190"/>
                  </a:lnTo>
                  <a:lnTo>
                    <a:pt x="1681610" y="4133"/>
                  </a:lnTo>
                  <a:lnTo>
                    <a:pt x="1689468" y="4074"/>
                  </a:lnTo>
                  <a:lnTo>
                    <a:pt x="1697326" y="4016"/>
                  </a:lnTo>
                  <a:lnTo>
                    <a:pt x="1705184" y="3970"/>
                  </a:lnTo>
                  <a:lnTo>
                    <a:pt x="1713042" y="3916"/>
                  </a:lnTo>
                  <a:lnTo>
                    <a:pt x="1720900" y="3850"/>
                  </a:lnTo>
                  <a:lnTo>
                    <a:pt x="1728758" y="3783"/>
                  </a:lnTo>
                  <a:lnTo>
                    <a:pt x="1736616" y="3714"/>
                  </a:lnTo>
                  <a:lnTo>
                    <a:pt x="1744474" y="3644"/>
                  </a:lnTo>
                  <a:lnTo>
                    <a:pt x="1752332" y="3573"/>
                  </a:lnTo>
                  <a:lnTo>
                    <a:pt x="1760190" y="3500"/>
                  </a:lnTo>
                  <a:lnTo>
                    <a:pt x="1768048" y="3429"/>
                  </a:lnTo>
                  <a:lnTo>
                    <a:pt x="1775906" y="3357"/>
                  </a:lnTo>
                  <a:lnTo>
                    <a:pt x="1783764" y="3285"/>
                  </a:lnTo>
                  <a:lnTo>
                    <a:pt x="1791622" y="3211"/>
                  </a:lnTo>
                  <a:lnTo>
                    <a:pt x="1799480" y="3135"/>
                  </a:lnTo>
                  <a:lnTo>
                    <a:pt x="1807338" y="3059"/>
                  </a:lnTo>
                  <a:lnTo>
                    <a:pt x="1815196" y="2976"/>
                  </a:lnTo>
                  <a:lnTo>
                    <a:pt x="1823054" y="2891"/>
                  </a:lnTo>
                  <a:lnTo>
                    <a:pt x="1830912" y="2804"/>
                  </a:lnTo>
                  <a:lnTo>
                    <a:pt x="1838770" y="2715"/>
                  </a:lnTo>
                  <a:lnTo>
                    <a:pt x="1846628" y="2625"/>
                  </a:lnTo>
                  <a:lnTo>
                    <a:pt x="1854486" y="2533"/>
                  </a:lnTo>
                  <a:lnTo>
                    <a:pt x="1862344" y="2451"/>
                  </a:lnTo>
                  <a:lnTo>
                    <a:pt x="1870202" y="2370"/>
                  </a:lnTo>
                  <a:lnTo>
                    <a:pt x="1878060" y="2288"/>
                  </a:lnTo>
                  <a:lnTo>
                    <a:pt x="1885918" y="2199"/>
                  </a:lnTo>
                  <a:lnTo>
                    <a:pt x="1893776" y="2096"/>
                  </a:lnTo>
                  <a:lnTo>
                    <a:pt x="1901634" y="1991"/>
                  </a:lnTo>
                  <a:lnTo>
                    <a:pt x="1909492" y="1884"/>
                  </a:lnTo>
                  <a:lnTo>
                    <a:pt x="1917350" y="1775"/>
                  </a:lnTo>
                  <a:lnTo>
                    <a:pt x="1925208" y="1664"/>
                  </a:lnTo>
                  <a:lnTo>
                    <a:pt x="1933066" y="1550"/>
                  </a:lnTo>
                  <a:lnTo>
                    <a:pt x="1940924" y="1434"/>
                  </a:lnTo>
                  <a:lnTo>
                    <a:pt x="1948782" y="1316"/>
                  </a:lnTo>
                  <a:lnTo>
                    <a:pt x="1956640" y="1196"/>
                  </a:lnTo>
                  <a:lnTo>
                    <a:pt x="1964498" y="1073"/>
                  </a:lnTo>
                  <a:lnTo>
                    <a:pt x="1972356" y="948"/>
                  </a:lnTo>
                  <a:lnTo>
                    <a:pt x="1980214" y="820"/>
                  </a:lnTo>
                  <a:lnTo>
                    <a:pt x="1988072" y="689"/>
                  </a:lnTo>
                  <a:lnTo>
                    <a:pt x="1995930" y="557"/>
                  </a:lnTo>
                  <a:lnTo>
                    <a:pt x="2003788" y="439"/>
                  </a:lnTo>
                  <a:lnTo>
                    <a:pt x="2011646" y="332"/>
                  </a:lnTo>
                  <a:lnTo>
                    <a:pt x="2019504" y="222"/>
                  </a:lnTo>
                  <a:lnTo>
                    <a:pt x="2027362" y="112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608036" y="2988063"/>
              <a:ext cx="2035220" cy="224"/>
            </a:xfrm>
            <a:custGeom>
              <a:avLst/>
              <a:pathLst>
                <a:path w="2035220" h="224">
                  <a:moveTo>
                    <a:pt x="2035220" y="0"/>
                  </a:moveTo>
                  <a:lnTo>
                    <a:pt x="2027362" y="1"/>
                  </a:lnTo>
                  <a:lnTo>
                    <a:pt x="2019504" y="2"/>
                  </a:lnTo>
                  <a:lnTo>
                    <a:pt x="2011646" y="3"/>
                  </a:lnTo>
                  <a:lnTo>
                    <a:pt x="2003788" y="2"/>
                  </a:lnTo>
                  <a:lnTo>
                    <a:pt x="1995930" y="2"/>
                  </a:lnTo>
                  <a:lnTo>
                    <a:pt x="1988072" y="2"/>
                  </a:lnTo>
                  <a:lnTo>
                    <a:pt x="1980214" y="2"/>
                  </a:lnTo>
                  <a:lnTo>
                    <a:pt x="1972356" y="2"/>
                  </a:lnTo>
                  <a:lnTo>
                    <a:pt x="1964498" y="5"/>
                  </a:lnTo>
                  <a:lnTo>
                    <a:pt x="1956640" y="5"/>
                  </a:lnTo>
                  <a:lnTo>
                    <a:pt x="1948782" y="4"/>
                  </a:lnTo>
                  <a:lnTo>
                    <a:pt x="1940924" y="4"/>
                  </a:lnTo>
                  <a:lnTo>
                    <a:pt x="1933066" y="4"/>
                  </a:lnTo>
                  <a:lnTo>
                    <a:pt x="1925208" y="3"/>
                  </a:lnTo>
                  <a:lnTo>
                    <a:pt x="1917350" y="3"/>
                  </a:lnTo>
                  <a:lnTo>
                    <a:pt x="1909492" y="3"/>
                  </a:lnTo>
                  <a:lnTo>
                    <a:pt x="1901634" y="2"/>
                  </a:lnTo>
                  <a:lnTo>
                    <a:pt x="1893776" y="2"/>
                  </a:lnTo>
                  <a:lnTo>
                    <a:pt x="1885918" y="2"/>
                  </a:lnTo>
                  <a:lnTo>
                    <a:pt x="1878060" y="3"/>
                  </a:lnTo>
                  <a:lnTo>
                    <a:pt x="1870202" y="3"/>
                  </a:lnTo>
                  <a:lnTo>
                    <a:pt x="1862344" y="2"/>
                  </a:lnTo>
                  <a:lnTo>
                    <a:pt x="1854486" y="2"/>
                  </a:lnTo>
                  <a:lnTo>
                    <a:pt x="1846628" y="2"/>
                  </a:lnTo>
                  <a:lnTo>
                    <a:pt x="1838770" y="2"/>
                  </a:lnTo>
                  <a:lnTo>
                    <a:pt x="1830912" y="2"/>
                  </a:lnTo>
                  <a:lnTo>
                    <a:pt x="1823054" y="2"/>
                  </a:lnTo>
                  <a:lnTo>
                    <a:pt x="1815196" y="2"/>
                  </a:lnTo>
                  <a:lnTo>
                    <a:pt x="1807338" y="2"/>
                  </a:lnTo>
                  <a:lnTo>
                    <a:pt x="1799480" y="2"/>
                  </a:lnTo>
                  <a:lnTo>
                    <a:pt x="1791622" y="2"/>
                  </a:lnTo>
                  <a:lnTo>
                    <a:pt x="1783764" y="3"/>
                  </a:lnTo>
                  <a:lnTo>
                    <a:pt x="1775906" y="3"/>
                  </a:lnTo>
                  <a:lnTo>
                    <a:pt x="1768048" y="3"/>
                  </a:lnTo>
                  <a:lnTo>
                    <a:pt x="1760190" y="3"/>
                  </a:lnTo>
                  <a:lnTo>
                    <a:pt x="1752332" y="4"/>
                  </a:lnTo>
                  <a:lnTo>
                    <a:pt x="1744474" y="4"/>
                  </a:lnTo>
                  <a:lnTo>
                    <a:pt x="1736616" y="4"/>
                  </a:lnTo>
                  <a:lnTo>
                    <a:pt x="1728758" y="4"/>
                  </a:lnTo>
                  <a:lnTo>
                    <a:pt x="1720900" y="3"/>
                  </a:lnTo>
                  <a:lnTo>
                    <a:pt x="1713042" y="3"/>
                  </a:lnTo>
                  <a:lnTo>
                    <a:pt x="1705184" y="3"/>
                  </a:lnTo>
                  <a:lnTo>
                    <a:pt x="1697326" y="4"/>
                  </a:lnTo>
                  <a:lnTo>
                    <a:pt x="1689468" y="4"/>
                  </a:lnTo>
                  <a:lnTo>
                    <a:pt x="1681610" y="5"/>
                  </a:lnTo>
                  <a:lnTo>
                    <a:pt x="1673752" y="5"/>
                  </a:lnTo>
                  <a:lnTo>
                    <a:pt x="1665894" y="5"/>
                  </a:lnTo>
                  <a:lnTo>
                    <a:pt x="1658036" y="5"/>
                  </a:lnTo>
                  <a:lnTo>
                    <a:pt x="1650178" y="5"/>
                  </a:lnTo>
                  <a:lnTo>
                    <a:pt x="1642320" y="6"/>
                  </a:lnTo>
                  <a:lnTo>
                    <a:pt x="1634462" y="7"/>
                  </a:lnTo>
                  <a:lnTo>
                    <a:pt x="1626604" y="7"/>
                  </a:lnTo>
                  <a:lnTo>
                    <a:pt x="1618746" y="7"/>
                  </a:lnTo>
                  <a:lnTo>
                    <a:pt x="1610888" y="7"/>
                  </a:lnTo>
                  <a:lnTo>
                    <a:pt x="1603030" y="6"/>
                  </a:lnTo>
                  <a:lnTo>
                    <a:pt x="1595172" y="6"/>
                  </a:lnTo>
                  <a:lnTo>
                    <a:pt x="1587314" y="6"/>
                  </a:lnTo>
                  <a:lnTo>
                    <a:pt x="1579456" y="6"/>
                  </a:lnTo>
                  <a:lnTo>
                    <a:pt x="1571598" y="6"/>
                  </a:lnTo>
                  <a:lnTo>
                    <a:pt x="1563740" y="6"/>
                  </a:lnTo>
                  <a:lnTo>
                    <a:pt x="1555882" y="6"/>
                  </a:lnTo>
                  <a:lnTo>
                    <a:pt x="1548024" y="6"/>
                  </a:lnTo>
                  <a:lnTo>
                    <a:pt x="1540166" y="6"/>
                  </a:lnTo>
                  <a:lnTo>
                    <a:pt x="1532308" y="6"/>
                  </a:lnTo>
                  <a:lnTo>
                    <a:pt x="1524450" y="6"/>
                  </a:lnTo>
                  <a:lnTo>
                    <a:pt x="1516592" y="6"/>
                  </a:lnTo>
                  <a:lnTo>
                    <a:pt x="1508734" y="6"/>
                  </a:lnTo>
                  <a:lnTo>
                    <a:pt x="1500876" y="6"/>
                  </a:lnTo>
                  <a:lnTo>
                    <a:pt x="1493018" y="5"/>
                  </a:lnTo>
                  <a:lnTo>
                    <a:pt x="1485160" y="5"/>
                  </a:lnTo>
                  <a:lnTo>
                    <a:pt x="1477302" y="5"/>
                  </a:lnTo>
                  <a:lnTo>
                    <a:pt x="1469444" y="7"/>
                  </a:lnTo>
                  <a:lnTo>
                    <a:pt x="1461586" y="9"/>
                  </a:lnTo>
                  <a:lnTo>
                    <a:pt x="1453728" y="9"/>
                  </a:lnTo>
                  <a:lnTo>
                    <a:pt x="1445870" y="9"/>
                  </a:lnTo>
                  <a:lnTo>
                    <a:pt x="1438012" y="9"/>
                  </a:lnTo>
                  <a:lnTo>
                    <a:pt x="1430154" y="9"/>
                  </a:lnTo>
                  <a:lnTo>
                    <a:pt x="1422296" y="10"/>
                  </a:lnTo>
                  <a:lnTo>
                    <a:pt x="1414438" y="13"/>
                  </a:lnTo>
                  <a:lnTo>
                    <a:pt x="1406580" y="14"/>
                  </a:lnTo>
                  <a:lnTo>
                    <a:pt x="1398722" y="14"/>
                  </a:lnTo>
                  <a:lnTo>
                    <a:pt x="1390864" y="14"/>
                  </a:lnTo>
                  <a:lnTo>
                    <a:pt x="1383006" y="14"/>
                  </a:lnTo>
                  <a:lnTo>
                    <a:pt x="1375148" y="14"/>
                  </a:lnTo>
                  <a:lnTo>
                    <a:pt x="1367290" y="14"/>
                  </a:lnTo>
                  <a:lnTo>
                    <a:pt x="1359432" y="15"/>
                  </a:lnTo>
                  <a:lnTo>
                    <a:pt x="1351574" y="15"/>
                  </a:lnTo>
                  <a:lnTo>
                    <a:pt x="1343716" y="15"/>
                  </a:lnTo>
                  <a:lnTo>
                    <a:pt x="1335858" y="15"/>
                  </a:lnTo>
                  <a:lnTo>
                    <a:pt x="1328000" y="16"/>
                  </a:lnTo>
                  <a:lnTo>
                    <a:pt x="1320142" y="17"/>
                  </a:lnTo>
                  <a:lnTo>
                    <a:pt x="1312284" y="17"/>
                  </a:lnTo>
                  <a:lnTo>
                    <a:pt x="1304426" y="20"/>
                  </a:lnTo>
                  <a:lnTo>
                    <a:pt x="1296568" y="20"/>
                  </a:lnTo>
                  <a:lnTo>
                    <a:pt x="1288710" y="20"/>
                  </a:lnTo>
                  <a:lnTo>
                    <a:pt x="1280852" y="19"/>
                  </a:lnTo>
                  <a:lnTo>
                    <a:pt x="1272994" y="19"/>
                  </a:lnTo>
                  <a:lnTo>
                    <a:pt x="1265136" y="19"/>
                  </a:lnTo>
                  <a:lnTo>
                    <a:pt x="1257278" y="19"/>
                  </a:lnTo>
                  <a:lnTo>
                    <a:pt x="1249420" y="18"/>
                  </a:lnTo>
                  <a:lnTo>
                    <a:pt x="1241562" y="20"/>
                  </a:lnTo>
                  <a:lnTo>
                    <a:pt x="1233704" y="22"/>
                  </a:lnTo>
                  <a:lnTo>
                    <a:pt x="1225846" y="22"/>
                  </a:lnTo>
                  <a:lnTo>
                    <a:pt x="1217988" y="22"/>
                  </a:lnTo>
                  <a:lnTo>
                    <a:pt x="1210130" y="21"/>
                  </a:lnTo>
                  <a:lnTo>
                    <a:pt x="1202272" y="21"/>
                  </a:lnTo>
                  <a:lnTo>
                    <a:pt x="1194414" y="21"/>
                  </a:lnTo>
                  <a:lnTo>
                    <a:pt x="1186556" y="22"/>
                  </a:lnTo>
                  <a:lnTo>
                    <a:pt x="1178698" y="22"/>
                  </a:lnTo>
                  <a:lnTo>
                    <a:pt x="1170840" y="23"/>
                  </a:lnTo>
                  <a:lnTo>
                    <a:pt x="1162982" y="24"/>
                  </a:lnTo>
                  <a:lnTo>
                    <a:pt x="1155124" y="25"/>
                  </a:lnTo>
                  <a:lnTo>
                    <a:pt x="1147266" y="25"/>
                  </a:lnTo>
                  <a:lnTo>
                    <a:pt x="1139408" y="25"/>
                  </a:lnTo>
                  <a:lnTo>
                    <a:pt x="1131550" y="25"/>
                  </a:lnTo>
                  <a:lnTo>
                    <a:pt x="1123692" y="25"/>
                  </a:lnTo>
                  <a:lnTo>
                    <a:pt x="1115834" y="26"/>
                  </a:lnTo>
                  <a:lnTo>
                    <a:pt x="1107976" y="27"/>
                  </a:lnTo>
                  <a:lnTo>
                    <a:pt x="1100118" y="28"/>
                  </a:lnTo>
                  <a:lnTo>
                    <a:pt x="1092260" y="28"/>
                  </a:lnTo>
                  <a:lnTo>
                    <a:pt x="1084402" y="29"/>
                  </a:lnTo>
                  <a:lnTo>
                    <a:pt x="1076544" y="29"/>
                  </a:lnTo>
                  <a:lnTo>
                    <a:pt x="1068686" y="31"/>
                  </a:lnTo>
                  <a:lnTo>
                    <a:pt x="1060828" y="31"/>
                  </a:lnTo>
                  <a:lnTo>
                    <a:pt x="1052970" y="30"/>
                  </a:lnTo>
                  <a:lnTo>
                    <a:pt x="1045112" y="31"/>
                  </a:lnTo>
                  <a:lnTo>
                    <a:pt x="1037254" y="32"/>
                  </a:lnTo>
                  <a:lnTo>
                    <a:pt x="1029397" y="32"/>
                  </a:lnTo>
                  <a:lnTo>
                    <a:pt x="1021539" y="32"/>
                  </a:lnTo>
                  <a:lnTo>
                    <a:pt x="1013681" y="33"/>
                  </a:lnTo>
                  <a:lnTo>
                    <a:pt x="1005823" y="37"/>
                  </a:lnTo>
                  <a:lnTo>
                    <a:pt x="997965" y="38"/>
                  </a:lnTo>
                  <a:lnTo>
                    <a:pt x="990107" y="40"/>
                  </a:lnTo>
                  <a:lnTo>
                    <a:pt x="982249" y="40"/>
                  </a:lnTo>
                  <a:lnTo>
                    <a:pt x="974391" y="41"/>
                  </a:lnTo>
                  <a:lnTo>
                    <a:pt x="966533" y="42"/>
                  </a:lnTo>
                  <a:lnTo>
                    <a:pt x="958675" y="43"/>
                  </a:lnTo>
                  <a:lnTo>
                    <a:pt x="950817" y="43"/>
                  </a:lnTo>
                  <a:lnTo>
                    <a:pt x="942959" y="44"/>
                  </a:lnTo>
                  <a:lnTo>
                    <a:pt x="935101" y="44"/>
                  </a:lnTo>
                  <a:lnTo>
                    <a:pt x="927243" y="45"/>
                  </a:lnTo>
                  <a:lnTo>
                    <a:pt x="919385" y="47"/>
                  </a:lnTo>
                  <a:lnTo>
                    <a:pt x="911527" y="48"/>
                  </a:lnTo>
                  <a:lnTo>
                    <a:pt x="903669" y="49"/>
                  </a:lnTo>
                  <a:lnTo>
                    <a:pt x="895811" y="50"/>
                  </a:lnTo>
                  <a:lnTo>
                    <a:pt x="887953" y="51"/>
                  </a:lnTo>
                  <a:lnTo>
                    <a:pt x="880095" y="52"/>
                  </a:lnTo>
                  <a:lnTo>
                    <a:pt x="872237" y="53"/>
                  </a:lnTo>
                  <a:lnTo>
                    <a:pt x="864379" y="54"/>
                  </a:lnTo>
                  <a:lnTo>
                    <a:pt x="856521" y="55"/>
                  </a:lnTo>
                  <a:lnTo>
                    <a:pt x="848663" y="56"/>
                  </a:lnTo>
                  <a:lnTo>
                    <a:pt x="840805" y="57"/>
                  </a:lnTo>
                  <a:lnTo>
                    <a:pt x="832947" y="58"/>
                  </a:lnTo>
                  <a:lnTo>
                    <a:pt x="825089" y="59"/>
                  </a:lnTo>
                  <a:lnTo>
                    <a:pt x="817231" y="60"/>
                  </a:lnTo>
                  <a:lnTo>
                    <a:pt x="809373" y="61"/>
                  </a:lnTo>
                  <a:lnTo>
                    <a:pt x="801515" y="62"/>
                  </a:lnTo>
                  <a:lnTo>
                    <a:pt x="793657" y="61"/>
                  </a:lnTo>
                  <a:lnTo>
                    <a:pt x="785799" y="63"/>
                  </a:lnTo>
                  <a:lnTo>
                    <a:pt x="777941" y="64"/>
                  </a:lnTo>
                  <a:lnTo>
                    <a:pt x="770083" y="65"/>
                  </a:lnTo>
                  <a:lnTo>
                    <a:pt x="762225" y="68"/>
                  </a:lnTo>
                  <a:lnTo>
                    <a:pt x="754367" y="70"/>
                  </a:lnTo>
                  <a:lnTo>
                    <a:pt x="746509" y="71"/>
                  </a:lnTo>
                  <a:lnTo>
                    <a:pt x="738651" y="71"/>
                  </a:lnTo>
                  <a:lnTo>
                    <a:pt x="730793" y="72"/>
                  </a:lnTo>
                  <a:lnTo>
                    <a:pt x="722935" y="74"/>
                  </a:lnTo>
                  <a:lnTo>
                    <a:pt x="715077" y="75"/>
                  </a:lnTo>
                  <a:lnTo>
                    <a:pt x="707219" y="75"/>
                  </a:lnTo>
                  <a:lnTo>
                    <a:pt x="699361" y="76"/>
                  </a:lnTo>
                  <a:lnTo>
                    <a:pt x="691503" y="77"/>
                  </a:lnTo>
                  <a:lnTo>
                    <a:pt x="683645" y="78"/>
                  </a:lnTo>
                  <a:lnTo>
                    <a:pt x="675787" y="80"/>
                  </a:lnTo>
                  <a:lnTo>
                    <a:pt x="667929" y="82"/>
                  </a:lnTo>
                  <a:lnTo>
                    <a:pt x="660071" y="82"/>
                  </a:lnTo>
                  <a:lnTo>
                    <a:pt x="652213" y="83"/>
                  </a:lnTo>
                  <a:lnTo>
                    <a:pt x="644355" y="84"/>
                  </a:lnTo>
                  <a:lnTo>
                    <a:pt x="636497" y="86"/>
                  </a:lnTo>
                  <a:lnTo>
                    <a:pt x="628639" y="88"/>
                  </a:lnTo>
                  <a:lnTo>
                    <a:pt x="620781" y="91"/>
                  </a:lnTo>
                  <a:lnTo>
                    <a:pt x="612923" y="92"/>
                  </a:lnTo>
                  <a:lnTo>
                    <a:pt x="605065" y="94"/>
                  </a:lnTo>
                  <a:lnTo>
                    <a:pt x="597207" y="95"/>
                  </a:lnTo>
                  <a:lnTo>
                    <a:pt x="589349" y="98"/>
                  </a:lnTo>
                  <a:lnTo>
                    <a:pt x="581491" y="101"/>
                  </a:lnTo>
                  <a:lnTo>
                    <a:pt x="573633" y="104"/>
                  </a:lnTo>
                  <a:lnTo>
                    <a:pt x="565775" y="105"/>
                  </a:lnTo>
                  <a:lnTo>
                    <a:pt x="557917" y="106"/>
                  </a:lnTo>
                  <a:lnTo>
                    <a:pt x="550059" y="108"/>
                  </a:lnTo>
                  <a:lnTo>
                    <a:pt x="542201" y="110"/>
                  </a:lnTo>
                  <a:lnTo>
                    <a:pt x="534343" y="113"/>
                  </a:lnTo>
                  <a:lnTo>
                    <a:pt x="526485" y="115"/>
                  </a:lnTo>
                  <a:lnTo>
                    <a:pt x="518627" y="117"/>
                  </a:lnTo>
                  <a:lnTo>
                    <a:pt x="510769" y="118"/>
                  </a:lnTo>
                  <a:lnTo>
                    <a:pt x="502911" y="121"/>
                  </a:lnTo>
                  <a:lnTo>
                    <a:pt x="495053" y="122"/>
                  </a:lnTo>
                  <a:lnTo>
                    <a:pt x="487195" y="122"/>
                  </a:lnTo>
                  <a:lnTo>
                    <a:pt x="479337" y="124"/>
                  </a:lnTo>
                  <a:lnTo>
                    <a:pt x="471479" y="126"/>
                  </a:lnTo>
                  <a:lnTo>
                    <a:pt x="463621" y="126"/>
                  </a:lnTo>
                  <a:lnTo>
                    <a:pt x="455763" y="128"/>
                  </a:lnTo>
                  <a:lnTo>
                    <a:pt x="447905" y="130"/>
                  </a:lnTo>
                  <a:lnTo>
                    <a:pt x="440047" y="131"/>
                  </a:lnTo>
                  <a:lnTo>
                    <a:pt x="432189" y="132"/>
                  </a:lnTo>
                  <a:lnTo>
                    <a:pt x="424331" y="133"/>
                  </a:lnTo>
                  <a:lnTo>
                    <a:pt x="416473" y="135"/>
                  </a:lnTo>
                  <a:lnTo>
                    <a:pt x="408615" y="137"/>
                  </a:lnTo>
                  <a:lnTo>
                    <a:pt x="400757" y="139"/>
                  </a:lnTo>
                  <a:lnTo>
                    <a:pt x="392899" y="140"/>
                  </a:lnTo>
                  <a:lnTo>
                    <a:pt x="385041" y="142"/>
                  </a:lnTo>
                  <a:lnTo>
                    <a:pt x="377183" y="144"/>
                  </a:lnTo>
                  <a:lnTo>
                    <a:pt x="369325" y="146"/>
                  </a:lnTo>
                  <a:lnTo>
                    <a:pt x="361467" y="147"/>
                  </a:lnTo>
                  <a:lnTo>
                    <a:pt x="353609" y="149"/>
                  </a:lnTo>
                  <a:lnTo>
                    <a:pt x="345751" y="149"/>
                  </a:lnTo>
                  <a:lnTo>
                    <a:pt x="337893" y="151"/>
                  </a:lnTo>
                  <a:lnTo>
                    <a:pt x="330035" y="153"/>
                  </a:lnTo>
                  <a:lnTo>
                    <a:pt x="322177" y="156"/>
                  </a:lnTo>
                  <a:lnTo>
                    <a:pt x="314319" y="158"/>
                  </a:lnTo>
                  <a:lnTo>
                    <a:pt x="306461" y="159"/>
                  </a:lnTo>
                  <a:lnTo>
                    <a:pt x="298603" y="161"/>
                  </a:lnTo>
                  <a:lnTo>
                    <a:pt x="290745" y="163"/>
                  </a:lnTo>
                  <a:lnTo>
                    <a:pt x="282887" y="165"/>
                  </a:lnTo>
                  <a:lnTo>
                    <a:pt x="275029" y="167"/>
                  </a:lnTo>
                  <a:lnTo>
                    <a:pt x="267171" y="168"/>
                  </a:lnTo>
                  <a:lnTo>
                    <a:pt x="259313" y="169"/>
                  </a:lnTo>
                  <a:lnTo>
                    <a:pt x="251455" y="172"/>
                  </a:lnTo>
                  <a:lnTo>
                    <a:pt x="243597" y="174"/>
                  </a:lnTo>
                  <a:lnTo>
                    <a:pt x="235739" y="176"/>
                  </a:lnTo>
                  <a:lnTo>
                    <a:pt x="227881" y="178"/>
                  </a:lnTo>
                  <a:lnTo>
                    <a:pt x="220023" y="179"/>
                  </a:lnTo>
                  <a:lnTo>
                    <a:pt x="212165" y="181"/>
                  </a:lnTo>
                  <a:lnTo>
                    <a:pt x="204307" y="183"/>
                  </a:lnTo>
                  <a:lnTo>
                    <a:pt x="196449" y="185"/>
                  </a:lnTo>
                  <a:lnTo>
                    <a:pt x="188591" y="186"/>
                  </a:lnTo>
                  <a:lnTo>
                    <a:pt x="180733" y="188"/>
                  </a:lnTo>
                  <a:lnTo>
                    <a:pt x="172875" y="191"/>
                  </a:lnTo>
                  <a:lnTo>
                    <a:pt x="165017" y="193"/>
                  </a:lnTo>
                  <a:lnTo>
                    <a:pt x="157159" y="194"/>
                  </a:lnTo>
                  <a:lnTo>
                    <a:pt x="149301" y="195"/>
                  </a:lnTo>
                  <a:lnTo>
                    <a:pt x="141443" y="198"/>
                  </a:lnTo>
                  <a:lnTo>
                    <a:pt x="133585" y="200"/>
                  </a:lnTo>
                  <a:lnTo>
                    <a:pt x="125727" y="201"/>
                  </a:lnTo>
                  <a:lnTo>
                    <a:pt x="117869" y="201"/>
                  </a:lnTo>
                  <a:lnTo>
                    <a:pt x="110011" y="203"/>
                  </a:lnTo>
                  <a:lnTo>
                    <a:pt x="102153" y="205"/>
                  </a:lnTo>
                  <a:lnTo>
                    <a:pt x="94295" y="206"/>
                  </a:lnTo>
                  <a:lnTo>
                    <a:pt x="86437" y="208"/>
                  </a:lnTo>
                  <a:lnTo>
                    <a:pt x="78579" y="209"/>
                  </a:lnTo>
                  <a:lnTo>
                    <a:pt x="70721" y="211"/>
                  </a:lnTo>
                  <a:lnTo>
                    <a:pt x="62863" y="212"/>
                  </a:lnTo>
                  <a:lnTo>
                    <a:pt x="55005" y="214"/>
                  </a:lnTo>
                  <a:lnTo>
                    <a:pt x="47147" y="215"/>
                  </a:lnTo>
                  <a:lnTo>
                    <a:pt x="39289" y="217"/>
                  </a:lnTo>
                  <a:lnTo>
                    <a:pt x="31431" y="218"/>
                  </a:lnTo>
                  <a:lnTo>
                    <a:pt x="23573" y="219"/>
                  </a:lnTo>
                  <a:lnTo>
                    <a:pt x="15715" y="220"/>
                  </a:lnTo>
                  <a:lnTo>
                    <a:pt x="7857" y="222"/>
                  </a:lnTo>
                  <a:lnTo>
                    <a:pt x="0" y="2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3608036" y="2987762"/>
              <a:ext cx="2035220" cy="677"/>
            </a:xfrm>
            <a:custGeom>
              <a:avLst/>
              <a:pathLst>
                <a:path w="2035220" h="677">
                  <a:moveTo>
                    <a:pt x="0" y="0"/>
                  </a:moveTo>
                  <a:lnTo>
                    <a:pt x="7857" y="6"/>
                  </a:lnTo>
                  <a:lnTo>
                    <a:pt x="15715" y="12"/>
                  </a:lnTo>
                  <a:lnTo>
                    <a:pt x="23573" y="18"/>
                  </a:lnTo>
                  <a:lnTo>
                    <a:pt x="31431" y="21"/>
                  </a:lnTo>
                  <a:lnTo>
                    <a:pt x="39289" y="27"/>
                  </a:lnTo>
                  <a:lnTo>
                    <a:pt x="47147" y="32"/>
                  </a:lnTo>
                  <a:lnTo>
                    <a:pt x="55005" y="35"/>
                  </a:lnTo>
                  <a:lnTo>
                    <a:pt x="62863" y="39"/>
                  </a:lnTo>
                  <a:lnTo>
                    <a:pt x="70721" y="45"/>
                  </a:lnTo>
                  <a:lnTo>
                    <a:pt x="78579" y="48"/>
                  </a:lnTo>
                  <a:lnTo>
                    <a:pt x="86437" y="52"/>
                  </a:lnTo>
                  <a:lnTo>
                    <a:pt x="94295" y="55"/>
                  </a:lnTo>
                  <a:lnTo>
                    <a:pt x="102153" y="58"/>
                  </a:lnTo>
                  <a:lnTo>
                    <a:pt x="110011" y="60"/>
                  </a:lnTo>
                  <a:lnTo>
                    <a:pt x="117869" y="63"/>
                  </a:lnTo>
                  <a:lnTo>
                    <a:pt x="125727" y="66"/>
                  </a:lnTo>
                  <a:lnTo>
                    <a:pt x="133585" y="69"/>
                  </a:lnTo>
                  <a:lnTo>
                    <a:pt x="141443" y="70"/>
                  </a:lnTo>
                  <a:lnTo>
                    <a:pt x="149301" y="74"/>
                  </a:lnTo>
                  <a:lnTo>
                    <a:pt x="157159" y="76"/>
                  </a:lnTo>
                  <a:lnTo>
                    <a:pt x="165017" y="78"/>
                  </a:lnTo>
                  <a:lnTo>
                    <a:pt x="172875" y="78"/>
                  </a:lnTo>
                  <a:lnTo>
                    <a:pt x="180733" y="80"/>
                  </a:lnTo>
                  <a:lnTo>
                    <a:pt x="188591" y="81"/>
                  </a:lnTo>
                  <a:lnTo>
                    <a:pt x="196449" y="83"/>
                  </a:lnTo>
                  <a:lnTo>
                    <a:pt x="204307" y="85"/>
                  </a:lnTo>
                  <a:lnTo>
                    <a:pt x="212165" y="87"/>
                  </a:lnTo>
                  <a:lnTo>
                    <a:pt x="220023" y="88"/>
                  </a:lnTo>
                  <a:lnTo>
                    <a:pt x="227881" y="89"/>
                  </a:lnTo>
                  <a:lnTo>
                    <a:pt x="235739" y="92"/>
                  </a:lnTo>
                  <a:lnTo>
                    <a:pt x="243597" y="94"/>
                  </a:lnTo>
                  <a:lnTo>
                    <a:pt x="251455" y="95"/>
                  </a:lnTo>
                  <a:lnTo>
                    <a:pt x="259313" y="96"/>
                  </a:lnTo>
                  <a:lnTo>
                    <a:pt x="267171" y="97"/>
                  </a:lnTo>
                  <a:lnTo>
                    <a:pt x="275029" y="98"/>
                  </a:lnTo>
                  <a:lnTo>
                    <a:pt x="282887" y="99"/>
                  </a:lnTo>
                  <a:lnTo>
                    <a:pt x="290745" y="100"/>
                  </a:lnTo>
                  <a:lnTo>
                    <a:pt x="298603" y="102"/>
                  </a:lnTo>
                  <a:lnTo>
                    <a:pt x="306461" y="104"/>
                  </a:lnTo>
                  <a:lnTo>
                    <a:pt x="314319" y="105"/>
                  </a:lnTo>
                  <a:lnTo>
                    <a:pt x="322177" y="105"/>
                  </a:lnTo>
                  <a:lnTo>
                    <a:pt x="330035" y="106"/>
                  </a:lnTo>
                  <a:lnTo>
                    <a:pt x="337893" y="107"/>
                  </a:lnTo>
                  <a:lnTo>
                    <a:pt x="345751" y="108"/>
                  </a:lnTo>
                  <a:lnTo>
                    <a:pt x="353609" y="109"/>
                  </a:lnTo>
                  <a:lnTo>
                    <a:pt x="361467" y="110"/>
                  </a:lnTo>
                  <a:lnTo>
                    <a:pt x="369325" y="111"/>
                  </a:lnTo>
                  <a:lnTo>
                    <a:pt x="377183" y="112"/>
                  </a:lnTo>
                  <a:lnTo>
                    <a:pt x="385041" y="114"/>
                  </a:lnTo>
                  <a:lnTo>
                    <a:pt x="392899" y="115"/>
                  </a:lnTo>
                  <a:lnTo>
                    <a:pt x="400757" y="117"/>
                  </a:lnTo>
                  <a:lnTo>
                    <a:pt x="408615" y="118"/>
                  </a:lnTo>
                  <a:lnTo>
                    <a:pt x="416473" y="119"/>
                  </a:lnTo>
                  <a:lnTo>
                    <a:pt x="424331" y="120"/>
                  </a:lnTo>
                  <a:lnTo>
                    <a:pt x="432189" y="120"/>
                  </a:lnTo>
                  <a:lnTo>
                    <a:pt x="440047" y="121"/>
                  </a:lnTo>
                  <a:lnTo>
                    <a:pt x="447905" y="121"/>
                  </a:lnTo>
                  <a:lnTo>
                    <a:pt x="455763" y="122"/>
                  </a:lnTo>
                  <a:lnTo>
                    <a:pt x="463621" y="123"/>
                  </a:lnTo>
                  <a:lnTo>
                    <a:pt x="471479" y="124"/>
                  </a:lnTo>
                  <a:lnTo>
                    <a:pt x="479337" y="124"/>
                  </a:lnTo>
                  <a:lnTo>
                    <a:pt x="487195" y="125"/>
                  </a:lnTo>
                  <a:lnTo>
                    <a:pt x="495053" y="126"/>
                  </a:lnTo>
                  <a:lnTo>
                    <a:pt x="502911" y="126"/>
                  </a:lnTo>
                  <a:lnTo>
                    <a:pt x="510769" y="126"/>
                  </a:lnTo>
                  <a:lnTo>
                    <a:pt x="518627" y="127"/>
                  </a:lnTo>
                  <a:lnTo>
                    <a:pt x="526485" y="129"/>
                  </a:lnTo>
                  <a:lnTo>
                    <a:pt x="534343" y="130"/>
                  </a:lnTo>
                  <a:lnTo>
                    <a:pt x="542201" y="131"/>
                  </a:lnTo>
                  <a:lnTo>
                    <a:pt x="550059" y="131"/>
                  </a:lnTo>
                  <a:lnTo>
                    <a:pt x="557917" y="132"/>
                  </a:lnTo>
                  <a:lnTo>
                    <a:pt x="565775" y="132"/>
                  </a:lnTo>
                  <a:lnTo>
                    <a:pt x="573633" y="133"/>
                  </a:lnTo>
                  <a:lnTo>
                    <a:pt x="581491" y="133"/>
                  </a:lnTo>
                  <a:lnTo>
                    <a:pt x="589349" y="134"/>
                  </a:lnTo>
                  <a:lnTo>
                    <a:pt x="597207" y="134"/>
                  </a:lnTo>
                  <a:lnTo>
                    <a:pt x="605065" y="134"/>
                  </a:lnTo>
                  <a:lnTo>
                    <a:pt x="612923" y="135"/>
                  </a:lnTo>
                  <a:lnTo>
                    <a:pt x="620781" y="136"/>
                  </a:lnTo>
                  <a:lnTo>
                    <a:pt x="628639" y="136"/>
                  </a:lnTo>
                  <a:lnTo>
                    <a:pt x="636497" y="137"/>
                  </a:lnTo>
                  <a:lnTo>
                    <a:pt x="644355" y="137"/>
                  </a:lnTo>
                  <a:lnTo>
                    <a:pt x="652213" y="138"/>
                  </a:lnTo>
                  <a:lnTo>
                    <a:pt x="660071" y="138"/>
                  </a:lnTo>
                  <a:lnTo>
                    <a:pt x="667929" y="139"/>
                  </a:lnTo>
                  <a:lnTo>
                    <a:pt x="675787" y="139"/>
                  </a:lnTo>
                  <a:lnTo>
                    <a:pt x="683645" y="139"/>
                  </a:lnTo>
                  <a:lnTo>
                    <a:pt x="691503" y="140"/>
                  </a:lnTo>
                  <a:lnTo>
                    <a:pt x="699361" y="140"/>
                  </a:lnTo>
                  <a:lnTo>
                    <a:pt x="707219" y="141"/>
                  </a:lnTo>
                  <a:lnTo>
                    <a:pt x="715077" y="141"/>
                  </a:lnTo>
                  <a:lnTo>
                    <a:pt x="722935" y="142"/>
                  </a:lnTo>
                  <a:lnTo>
                    <a:pt x="730793" y="142"/>
                  </a:lnTo>
                  <a:lnTo>
                    <a:pt x="738651" y="142"/>
                  </a:lnTo>
                  <a:lnTo>
                    <a:pt x="746509" y="142"/>
                  </a:lnTo>
                  <a:lnTo>
                    <a:pt x="754367" y="142"/>
                  </a:lnTo>
                  <a:lnTo>
                    <a:pt x="762225" y="143"/>
                  </a:lnTo>
                  <a:lnTo>
                    <a:pt x="770083" y="143"/>
                  </a:lnTo>
                  <a:lnTo>
                    <a:pt x="777941" y="143"/>
                  </a:lnTo>
                  <a:lnTo>
                    <a:pt x="785799" y="144"/>
                  </a:lnTo>
                  <a:lnTo>
                    <a:pt x="793657" y="144"/>
                  </a:lnTo>
                  <a:lnTo>
                    <a:pt x="801515" y="144"/>
                  </a:lnTo>
                  <a:lnTo>
                    <a:pt x="809373" y="145"/>
                  </a:lnTo>
                  <a:lnTo>
                    <a:pt x="817231" y="145"/>
                  </a:lnTo>
                  <a:lnTo>
                    <a:pt x="825089" y="145"/>
                  </a:lnTo>
                  <a:lnTo>
                    <a:pt x="832947" y="145"/>
                  </a:lnTo>
                  <a:lnTo>
                    <a:pt x="840805" y="146"/>
                  </a:lnTo>
                  <a:lnTo>
                    <a:pt x="848663" y="146"/>
                  </a:lnTo>
                  <a:lnTo>
                    <a:pt x="856521" y="146"/>
                  </a:lnTo>
                  <a:lnTo>
                    <a:pt x="864379" y="147"/>
                  </a:lnTo>
                  <a:lnTo>
                    <a:pt x="872237" y="147"/>
                  </a:lnTo>
                  <a:lnTo>
                    <a:pt x="880095" y="147"/>
                  </a:lnTo>
                  <a:lnTo>
                    <a:pt x="887953" y="148"/>
                  </a:lnTo>
                  <a:lnTo>
                    <a:pt x="895811" y="148"/>
                  </a:lnTo>
                  <a:lnTo>
                    <a:pt x="903669" y="148"/>
                  </a:lnTo>
                  <a:lnTo>
                    <a:pt x="911527" y="148"/>
                  </a:lnTo>
                  <a:lnTo>
                    <a:pt x="919385" y="149"/>
                  </a:lnTo>
                  <a:lnTo>
                    <a:pt x="927243" y="149"/>
                  </a:lnTo>
                  <a:lnTo>
                    <a:pt x="935101" y="149"/>
                  </a:lnTo>
                  <a:lnTo>
                    <a:pt x="942959" y="149"/>
                  </a:lnTo>
                  <a:lnTo>
                    <a:pt x="950817" y="149"/>
                  </a:lnTo>
                  <a:lnTo>
                    <a:pt x="958675" y="150"/>
                  </a:lnTo>
                  <a:lnTo>
                    <a:pt x="966533" y="150"/>
                  </a:lnTo>
                  <a:lnTo>
                    <a:pt x="974391" y="150"/>
                  </a:lnTo>
                  <a:lnTo>
                    <a:pt x="982249" y="150"/>
                  </a:lnTo>
                  <a:lnTo>
                    <a:pt x="990107" y="151"/>
                  </a:lnTo>
                  <a:lnTo>
                    <a:pt x="997965" y="151"/>
                  </a:lnTo>
                  <a:lnTo>
                    <a:pt x="1005823" y="151"/>
                  </a:lnTo>
                  <a:lnTo>
                    <a:pt x="1013681" y="152"/>
                  </a:lnTo>
                  <a:lnTo>
                    <a:pt x="1021539" y="152"/>
                  </a:lnTo>
                  <a:lnTo>
                    <a:pt x="1029397" y="152"/>
                  </a:lnTo>
                  <a:lnTo>
                    <a:pt x="1037254" y="153"/>
                  </a:lnTo>
                  <a:lnTo>
                    <a:pt x="1045112" y="153"/>
                  </a:lnTo>
                  <a:lnTo>
                    <a:pt x="1052970" y="153"/>
                  </a:lnTo>
                  <a:lnTo>
                    <a:pt x="1060828" y="153"/>
                  </a:lnTo>
                  <a:lnTo>
                    <a:pt x="1068686" y="154"/>
                  </a:lnTo>
                  <a:lnTo>
                    <a:pt x="1076544" y="154"/>
                  </a:lnTo>
                  <a:lnTo>
                    <a:pt x="1084402" y="154"/>
                  </a:lnTo>
                  <a:lnTo>
                    <a:pt x="1092260" y="154"/>
                  </a:lnTo>
                  <a:lnTo>
                    <a:pt x="1100118" y="154"/>
                  </a:lnTo>
                  <a:lnTo>
                    <a:pt x="1107976" y="154"/>
                  </a:lnTo>
                  <a:lnTo>
                    <a:pt x="1115834" y="155"/>
                  </a:lnTo>
                  <a:lnTo>
                    <a:pt x="1123692" y="155"/>
                  </a:lnTo>
                  <a:lnTo>
                    <a:pt x="1131550" y="155"/>
                  </a:lnTo>
                  <a:lnTo>
                    <a:pt x="1139408" y="156"/>
                  </a:lnTo>
                  <a:lnTo>
                    <a:pt x="1147266" y="156"/>
                  </a:lnTo>
                  <a:lnTo>
                    <a:pt x="1155124" y="156"/>
                  </a:lnTo>
                  <a:lnTo>
                    <a:pt x="1162982" y="156"/>
                  </a:lnTo>
                  <a:lnTo>
                    <a:pt x="1170840" y="157"/>
                  </a:lnTo>
                  <a:lnTo>
                    <a:pt x="1178698" y="157"/>
                  </a:lnTo>
                  <a:lnTo>
                    <a:pt x="1186556" y="157"/>
                  </a:lnTo>
                  <a:lnTo>
                    <a:pt x="1194414" y="157"/>
                  </a:lnTo>
                  <a:lnTo>
                    <a:pt x="1202272" y="157"/>
                  </a:lnTo>
                  <a:lnTo>
                    <a:pt x="1210130" y="158"/>
                  </a:lnTo>
                  <a:lnTo>
                    <a:pt x="1217988" y="158"/>
                  </a:lnTo>
                  <a:lnTo>
                    <a:pt x="1225846" y="158"/>
                  </a:lnTo>
                  <a:lnTo>
                    <a:pt x="1233704" y="158"/>
                  </a:lnTo>
                  <a:lnTo>
                    <a:pt x="1241562" y="159"/>
                  </a:lnTo>
                  <a:lnTo>
                    <a:pt x="1249420" y="159"/>
                  </a:lnTo>
                  <a:lnTo>
                    <a:pt x="1257278" y="159"/>
                  </a:lnTo>
                  <a:lnTo>
                    <a:pt x="1265136" y="159"/>
                  </a:lnTo>
                  <a:lnTo>
                    <a:pt x="1272994" y="159"/>
                  </a:lnTo>
                  <a:lnTo>
                    <a:pt x="1280852" y="160"/>
                  </a:lnTo>
                  <a:lnTo>
                    <a:pt x="1288710" y="160"/>
                  </a:lnTo>
                  <a:lnTo>
                    <a:pt x="1296568" y="160"/>
                  </a:lnTo>
                  <a:lnTo>
                    <a:pt x="1304426" y="160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1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1"/>
                  </a:lnTo>
                  <a:lnTo>
                    <a:pt x="1359432" y="161"/>
                  </a:lnTo>
                  <a:lnTo>
                    <a:pt x="1367290" y="161"/>
                  </a:lnTo>
                  <a:lnTo>
                    <a:pt x="1375148" y="162"/>
                  </a:lnTo>
                  <a:lnTo>
                    <a:pt x="1383006" y="162"/>
                  </a:lnTo>
                  <a:lnTo>
                    <a:pt x="1390864" y="162"/>
                  </a:lnTo>
                  <a:lnTo>
                    <a:pt x="1398722" y="162"/>
                  </a:lnTo>
                  <a:lnTo>
                    <a:pt x="1406580" y="162"/>
                  </a:lnTo>
                  <a:lnTo>
                    <a:pt x="1414438" y="162"/>
                  </a:lnTo>
                  <a:lnTo>
                    <a:pt x="1422296" y="163"/>
                  </a:lnTo>
                  <a:lnTo>
                    <a:pt x="1430154" y="163"/>
                  </a:lnTo>
                  <a:lnTo>
                    <a:pt x="1438012" y="163"/>
                  </a:lnTo>
                  <a:lnTo>
                    <a:pt x="1445870" y="163"/>
                  </a:lnTo>
                  <a:lnTo>
                    <a:pt x="1453728" y="163"/>
                  </a:lnTo>
                  <a:lnTo>
                    <a:pt x="1461586" y="163"/>
                  </a:lnTo>
                  <a:lnTo>
                    <a:pt x="1469444" y="163"/>
                  </a:lnTo>
                  <a:lnTo>
                    <a:pt x="1477302" y="163"/>
                  </a:lnTo>
                  <a:lnTo>
                    <a:pt x="1485160" y="164"/>
                  </a:lnTo>
                  <a:lnTo>
                    <a:pt x="1493018" y="164"/>
                  </a:lnTo>
                  <a:lnTo>
                    <a:pt x="1500876" y="164"/>
                  </a:lnTo>
                  <a:lnTo>
                    <a:pt x="1508734" y="164"/>
                  </a:lnTo>
                  <a:lnTo>
                    <a:pt x="1516592" y="164"/>
                  </a:lnTo>
                  <a:lnTo>
                    <a:pt x="1524450" y="164"/>
                  </a:lnTo>
                  <a:lnTo>
                    <a:pt x="1532308" y="164"/>
                  </a:lnTo>
                  <a:lnTo>
                    <a:pt x="1540166" y="164"/>
                  </a:lnTo>
                  <a:lnTo>
                    <a:pt x="1548024" y="164"/>
                  </a:lnTo>
                  <a:lnTo>
                    <a:pt x="1555882" y="165"/>
                  </a:lnTo>
                  <a:lnTo>
                    <a:pt x="1563740" y="165"/>
                  </a:lnTo>
                  <a:lnTo>
                    <a:pt x="1571598" y="165"/>
                  </a:lnTo>
                  <a:lnTo>
                    <a:pt x="1579456" y="165"/>
                  </a:lnTo>
                  <a:lnTo>
                    <a:pt x="1587314" y="166"/>
                  </a:lnTo>
                  <a:lnTo>
                    <a:pt x="1595172" y="166"/>
                  </a:lnTo>
                  <a:lnTo>
                    <a:pt x="1603030" y="166"/>
                  </a:lnTo>
                  <a:lnTo>
                    <a:pt x="1610888" y="166"/>
                  </a:lnTo>
                  <a:lnTo>
                    <a:pt x="1618746" y="166"/>
                  </a:lnTo>
                  <a:lnTo>
                    <a:pt x="1626604" y="166"/>
                  </a:lnTo>
                  <a:lnTo>
                    <a:pt x="1634462" y="166"/>
                  </a:lnTo>
                  <a:lnTo>
                    <a:pt x="1642320" y="166"/>
                  </a:lnTo>
                  <a:lnTo>
                    <a:pt x="1650178" y="166"/>
                  </a:lnTo>
                  <a:lnTo>
                    <a:pt x="1658036" y="166"/>
                  </a:lnTo>
                  <a:lnTo>
                    <a:pt x="1665894" y="166"/>
                  </a:lnTo>
                  <a:lnTo>
                    <a:pt x="1673752" y="167"/>
                  </a:lnTo>
                  <a:lnTo>
                    <a:pt x="1681610" y="167"/>
                  </a:lnTo>
                  <a:lnTo>
                    <a:pt x="1689468" y="167"/>
                  </a:lnTo>
                  <a:lnTo>
                    <a:pt x="1697326" y="167"/>
                  </a:lnTo>
                  <a:lnTo>
                    <a:pt x="1705184" y="167"/>
                  </a:lnTo>
                  <a:lnTo>
                    <a:pt x="1713042" y="167"/>
                  </a:lnTo>
                  <a:lnTo>
                    <a:pt x="1720900" y="167"/>
                  </a:lnTo>
                  <a:lnTo>
                    <a:pt x="1728758" y="167"/>
                  </a:lnTo>
                  <a:lnTo>
                    <a:pt x="1736616" y="167"/>
                  </a:lnTo>
                  <a:lnTo>
                    <a:pt x="1744474" y="167"/>
                  </a:lnTo>
                  <a:lnTo>
                    <a:pt x="1752332" y="167"/>
                  </a:lnTo>
                  <a:lnTo>
                    <a:pt x="1760190" y="167"/>
                  </a:lnTo>
                  <a:lnTo>
                    <a:pt x="1768048" y="168"/>
                  </a:lnTo>
                  <a:lnTo>
                    <a:pt x="1775906" y="168"/>
                  </a:lnTo>
                  <a:lnTo>
                    <a:pt x="1783764" y="168"/>
                  </a:lnTo>
                  <a:lnTo>
                    <a:pt x="1791622" y="168"/>
                  </a:lnTo>
                  <a:lnTo>
                    <a:pt x="1799480" y="168"/>
                  </a:lnTo>
                  <a:lnTo>
                    <a:pt x="1807338" y="168"/>
                  </a:lnTo>
                  <a:lnTo>
                    <a:pt x="1815196" y="168"/>
                  </a:lnTo>
                  <a:lnTo>
                    <a:pt x="1823054" y="168"/>
                  </a:lnTo>
                  <a:lnTo>
                    <a:pt x="1830912" y="168"/>
                  </a:lnTo>
                  <a:lnTo>
                    <a:pt x="1838770" y="168"/>
                  </a:lnTo>
                  <a:lnTo>
                    <a:pt x="1846628" y="168"/>
                  </a:lnTo>
                  <a:lnTo>
                    <a:pt x="1854486" y="168"/>
                  </a:lnTo>
                  <a:lnTo>
                    <a:pt x="1862344" y="168"/>
                  </a:lnTo>
                  <a:lnTo>
                    <a:pt x="1870202" y="168"/>
                  </a:lnTo>
                  <a:lnTo>
                    <a:pt x="1878060" y="168"/>
                  </a:lnTo>
                  <a:lnTo>
                    <a:pt x="1885918" y="168"/>
                  </a:lnTo>
                  <a:lnTo>
                    <a:pt x="1893776" y="169"/>
                  </a:lnTo>
                  <a:lnTo>
                    <a:pt x="1901634" y="169"/>
                  </a:lnTo>
                  <a:lnTo>
                    <a:pt x="1909492" y="169"/>
                  </a:lnTo>
                  <a:lnTo>
                    <a:pt x="1917350" y="169"/>
                  </a:lnTo>
                  <a:lnTo>
                    <a:pt x="1925208" y="169"/>
                  </a:lnTo>
                  <a:lnTo>
                    <a:pt x="1933066" y="169"/>
                  </a:lnTo>
                  <a:lnTo>
                    <a:pt x="1940924" y="169"/>
                  </a:lnTo>
                  <a:lnTo>
                    <a:pt x="1948782" y="169"/>
                  </a:lnTo>
                  <a:lnTo>
                    <a:pt x="1956640" y="169"/>
                  </a:lnTo>
                  <a:lnTo>
                    <a:pt x="1964498" y="169"/>
                  </a:lnTo>
                  <a:lnTo>
                    <a:pt x="1972356" y="169"/>
                  </a:lnTo>
                  <a:lnTo>
                    <a:pt x="1980214" y="169"/>
                  </a:lnTo>
                  <a:lnTo>
                    <a:pt x="1988072" y="169"/>
                  </a:lnTo>
                  <a:lnTo>
                    <a:pt x="1995930" y="170"/>
                  </a:lnTo>
                  <a:lnTo>
                    <a:pt x="2003788" y="170"/>
                  </a:lnTo>
                  <a:lnTo>
                    <a:pt x="2011646" y="170"/>
                  </a:lnTo>
                  <a:lnTo>
                    <a:pt x="2019504" y="170"/>
                  </a:lnTo>
                  <a:lnTo>
                    <a:pt x="2027362" y="170"/>
                  </a:lnTo>
                  <a:lnTo>
                    <a:pt x="2035220" y="170"/>
                  </a:lnTo>
                  <a:lnTo>
                    <a:pt x="2035220" y="677"/>
                  </a:lnTo>
                  <a:lnTo>
                    <a:pt x="2027362" y="676"/>
                  </a:lnTo>
                  <a:lnTo>
                    <a:pt x="2019504" y="676"/>
                  </a:lnTo>
                  <a:lnTo>
                    <a:pt x="2011646" y="676"/>
                  </a:lnTo>
                  <a:lnTo>
                    <a:pt x="2003788" y="676"/>
                  </a:lnTo>
                  <a:lnTo>
                    <a:pt x="1995930" y="675"/>
                  </a:lnTo>
                  <a:lnTo>
                    <a:pt x="1988072" y="675"/>
                  </a:lnTo>
                  <a:lnTo>
                    <a:pt x="1980214" y="675"/>
                  </a:lnTo>
                  <a:lnTo>
                    <a:pt x="1972356" y="674"/>
                  </a:lnTo>
                  <a:lnTo>
                    <a:pt x="1964498" y="674"/>
                  </a:lnTo>
                  <a:lnTo>
                    <a:pt x="1956640" y="674"/>
                  </a:lnTo>
                  <a:lnTo>
                    <a:pt x="1948782" y="674"/>
                  </a:lnTo>
                  <a:lnTo>
                    <a:pt x="1940924" y="673"/>
                  </a:lnTo>
                  <a:lnTo>
                    <a:pt x="1933066" y="673"/>
                  </a:lnTo>
                  <a:lnTo>
                    <a:pt x="1925208" y="673"/>
                  </a:lnTo>
                  <a:lnTo>
                    <a:pt x="1917350" y="673"/>
                  </a:lnTo>
                  <a:lnTo>
                    <a:pt x="1909492" y="673"/>
                  </a:lnTo>
                  <a:lnTo>
                    <a:pt x="1901634" y="673"/>
                  </a:lnTo>
                  <a:lnTo>
                    <a:pt x="1893776" y="672"/>
                  </a:lnTo>
                  <a:lnTo>
                    <a:pt x="1885918" y="672"/>
                  </a:lnTo>
                  <a:lnTo>
                    <a:pt x="1878060" y="672"/>
                  </a:lnTo>
                  <a:lnTo>
                    <a:pt x="1870202" y="672"/>
                  </a:lnTo>
                  <a:lnTo>
                    <a:pt x="1862344" y="672"/>
                  </a:lnTo>
                  <a:lnTo>
                    <a:pt x="1854486" y="672"/>
                  </a:lnTo>
                  <a:lnTo>
                    <a:pt x="1846628" y="671"/>
                  </a:lnTo>
                  <a:lnTo>
                    <a:pt x="1838770" y="671"/>
                  </a:lnTo>
                  <a:lnTo>
                    <a:pt x="1830912" y="671"/>
                  </a:lnTo>
                  <a:lnTo>
                    <a:pt x="1823054" y="671"/>
                  </a:lnTo>
                  <a:lnTo>
                    <a:pt x="1815196" y="671"/>
                  </a:lnTo>
                  <a:lnTo>
                    <a:pt x="1807338" y="670"/>
                  </a:lnTo>
                  <a:lnTo>
                    <a:pt x="1799480" y="670"/>
                  </a:lnTo>
                  <a:lnTo>
                    <a:pt x="1791622" y="670"/>
                  </a:lnTo>
                  <a:lnTo>
                    <a:pt x="1783764" y="670"/>
                  </a:lnTo>
                  <a:lnTo>
                    <a:pt x="1775906" y="669"/>
                  </a:lnTo>
                  <a:lnTo>
                    <a:pt x="1768048" y="669"/>
                  </a:lnTo>
                  <a:lnTo>
                    <a:pt x="1760190" y="669"/>
                  </a:lnTo>
                  <a:lnTo>
                    <a:pt x="1752332" y="669"/>
                  </a:lnTo>
                  <a:lnTo>
                    <a:pt x="1744474" y="669"/>
                  </a:lnTo>
                  <a:lnTo>
                    <a:pt x="1736616" y="668"/>
                  </a:lnTo>
                  <a:lnTo>
                    <a:pt x="1728758" y="668"/>
                  </a:lnTo>
                  <a:lnTo>
                    <a:pt x="1720900" y="668"/>
                  </a:lnTo>
                  <a:lnTo>
                    <a:pt x="1713042" y="668"/>
                  </a:lnTo>
                  <a:lnTo>
                    <a:pt x="1705184" y="667"/>
                  </a:lnTo>
                  <a:lnTo>
                    <a:pt x="1697326" y="667"/>
                  </a:lnTo>
                  <a:lnTo>
                    <a:pt x="1689468" y="667"/>
                  </a:lnTo>
                  <a:lnTo>
                    <a:pt x="1681610" y="666"/>
                  </a:lnTo>
                  <a:lnTo>
                    <a:pt x="1673752" y="666"/>
                  </a:lnTo>
                  <a:lnTo>
                    <a:pt x="1665894" y="666"/>
                  </a:lnTo>
                  <a:lnTo>
                    <a:pt x="1658036" y="666"/>
                  </a:lnTo>
                  <a:lnTo>
                    <a:pt x="1650178" y="665"/>
                  </a:lnTo>
                  <a:lnTo>
                    <a:pt x="1642320" y="665"/>
                  </a:lnTo>
                  <a:lnTo>
                    <a:pt x="1634462" y="665"/>
                  </a:lnTo>
                  <a:lnTo>
                    <a:pt x="1626604" y="664"/>
                  </a:lnTo>
                  <a:lnTo>
                    <a:pt x="1618746" y="664"/>
                  </a:lnTo>
                  <a:lnTo>
                    <a:pt x="1610888" y="664"/>
                  </a:lnTo>
                  <a:lnTo>
                    <a:pt x="1603030" y="664"/>
                  </a:lnTo>
                  <a:lnTo>
                    <a:pt x="1595172" y="663"/>
                  </a:lnTo>
                  <a:lnTo>
                    <a:pt x="1587314" y="663"/>
                  </a:lnTo>
                  <a:lnTo>
                    <a:pt x="1579456" y="663"/>
                  </a:lnTo>
                  <a:lnTo>
                    <a:pt x="1571598" y="662"/>
                  </a:lnTo>
                  <a:lnTo>
                    <a:pt x="1563740" y="662"/>
                  </a:lnTo>
                  <a:lnTo>
                    <a:pt x="1555882" y="662"/>
                  </a:lnTo>
                  <a:lnTo>
                    <a:pt x="1548024" y="661"/>
                  </a:lnTo>
                  <a:lnTo>
                    <a:pt x="1540166" y="661"/>
                  </a:lnTo>
                  <a:lnTo>
                    <a:pt x="1532308" y="660"/>
                  </a:lnTo>
                  <a:lnTo>
                    <a:pt x="1524450" y="660"/>
                  </a:lnTo>
                  <a:lnTo>
                    <a:pt x="1516592" y="660"/>
                  </a:lnTo>
                  <a:lnTo>
                    <a:pt x="1508734" y="659"/>
                  </a:lnTo>
                  <a:lnTo>
                    <a:pt x="1500876" y="659"/>
                  </a:lnTo>
                  <a:lnTo>
                    <a:pt x="1493018" y="659"/>
                  </a:lnTo>
                  <a:lnTo>
                    <a:pt x="1485160" y="658"/>
                  </a:lnTo>
                  <a:lnTo>
                    <a:pt x="1477302" y="658"/>
                  </a:lnTo>
                  <a:lnTo>
                    <a:pt x="1469444" y="657"/>
                  </a:lnTo>
                  <a:lnTo>
                    <a:pt x="1461586" y="657"/>
                  </a:lnTo>
                  <a:lnTo>
                    <a:pt x="1453728" y="656"/>
                  </a:lnTo>
                  <a:lnTo>
                    <a:pt x="1445870" y="656"/>
                  </a:lnTo>
                  <a:lnTo>
                    <a:pt x="1438012" y="656"/>
                  </a:lnTo>
                  <a:lnTo>
                    <a:pt x="1430154" y="655"/>
                  </a:lnTo>
                  <a:lnTo>
                    <a:pt x="1422296" y="655"/>
                  </a:lnTo>
                  <a:lnTo>
                    <a:pt x="1414438" y="654"/>
                  </a:lnTo>
                  <a:lnTo>
                    <a:pt x="1406580" y="654"/>
                  </a:lnTo>
                  <a:lnTo>
                    <a:pt x="1398722" y="653"/>
                  </a:lnTo>
                  <a:lnTo>
                    <a:pt x="1390864" y="653"/>
                  </a:lnTo>
                  <a:lnTo>
                    <a:pt x="1383006" y="652"/>
                  </a:lnTo>
                  <a:lnTo>
                    <a:pt x="1375148" y="652"/>
                  </a:lnTo>
                  <a:lnTo>
                    <a:pt x="1367290" y="651"/>
                  </a:lnTo>
                  <a:lnTo>
                    <a:pt x="1359432" y="651"/>
                  </a:lnTo>
                  <a:lnTo>
                    <a:pt x="1351574" y="650"/>
                  </a:lnTo>
                  <a:lnTo>
                    <a:pt x="1343716" y="650"/>
                  </a:lnTo>
                  <a:lnTo>
                    <a:pt x="1335858" y="649"/>
                  </a:lnTo>
                  <a:lnTo>
                    <a:pt x="1328000" y="648"/>
                  </a:lnTo>
                  <a:lnTo>
                    <a:pt x="1320142" y="648"/>
                  </a:lnTo>
                  <a:lnTo>
                    <a:pt x="1312284" y="647"/>
                  </a:lnTo>
                  <a:lnTo>
                    <a:pt x="1304426" y="647"/>
                  </a:lnTo>
                  <a:lnTo>
                    <a:pt x="1296568" y="646"/>
                  </a:lnTo>
                  <a:lnTo>
                    <a:pt x="1288710" y="646"/>
                  </a:lnTo>
                  <a:lnTo>
                    <a:pt x="1280852" y="645"/>
                  </a:lnTo>
                  <a:lnTo>
                    <a:pt x="1272994" y="644"/>
                  </a:lnTo>
                  <a:lnTo>
                    <a:pt x="1265136" y="644"/>
                  </a:lnTo>
                  <a:lnTo>
                    <a:pt x="1257278" y="643"/>
                  </a:lnTo>
                  <a:lnTo>
                    <a:pt x="1249420" y="642"/>
                  </a:lnTo>
                  <a:lnTo>
                    <a:pt x="1241562" y="642"/>
                  </a:lnTo>
                  <a:lnTo>
                    <a:pt x="1233704" y="641"/>
                  </a:lnTo>
                  <a:lnTo>
                    <a:pt x="1225846" y="640"/>
                  </a:lnTo>
                  <a:lnTo>
                    <a:pt x="1217988" y="640"/>
                  </a:lnTo>
                  <a:lnTo>
                    <a:pt x="1210130" y="639"/>
                  </a:lnTo>
                  <a:lnTo>
                    <a:pt x="1202272" y="638"/>
                  </a:lnTo>
                  <a:lnTo>
                    <a:pt x="1194414" y="637"/>
                  </a:lnTo>
                  <a:lnTo>
                    <a:pt x="1186556" y="637"/>
                  </a:lnTo>
                  <a:lnTo>
                    <a:pt x="1178698" y="636"/>
                  </a:lnTo>
                  <a:lnTo>
                    <a:pt x="1170840" y="635"/>
                  </a:lnTo>
                  <a:lnTo>
                    <a:pt x="1162982" y="634"/>
                  </a:lnTo>
                  <a:lnTo>
                    <a:pt x="1155124" y="634"/>
                  </a:lnTo>
                  <a:lnTo>
                    <a:pt x="1147266" y="633"/>
                  </a:lnTo>
                  <a:lnTo>
                    <a:pt x="1139408" y="633"/>
                  </a:lnTo>
                  <a:lnTo>
                    <a:pt x="1131550" y="632"/>
                  </a:lnTo>
                  <a:lnTo>
                    <a:pt x="1123692" y="632"/>
                  </a:lnTo>
                  <a:lnTo>
                    <a:pt x="1115834" y="631"/>
                  </a:lnTo>
                  <a:lnTo>
                    <a:pt x="1107976" y="630"/>
                  </a:lnTo>
                  <a:lnTo>
                    <a:pt x="1100118" y="630"/>
                  </a:lnTo>
                  <a:lnTo>
                    <a:pt x="1092260" y="629"/>
                  </a:lnTo>
                  <a:lnTo>
                    <a:pt x="1084402" y="629"/>
                  </a:lnTo>
                  <a:lnTo>
                    <a:pt x="1076544" y="628"/>
                  </a:lnTo>
                  <a:lnTo>
                    <a:pt x="1068686" y="628"/>
                  </a:lnTo>
                  <a:lnTo>
                    <a:pt x="1060828" y="627"/>
                  </a:lnTo>
                  <a:lnTo>
                    <a:pt x="1052970" y="626"/>
                  </a:lnTo>
                  <a:lnTo>
                    <a:pt x="1045112" y="626"/>
                  </a:lnTo>
                  <a:lnTo>
                    <a:pt x="1037254" y="625"/>
                  </a:lnTo>
                  <a:lnTo>
                    <a:pt x="1029397" y="625"/>
                  </a:lnTo>
                  <a:lnTo>
                    <a:pt x="1021539" y="624"/>
                  </a:lnTo>
                  <a:lnTo>
                    <a:pt x="1013681" y="623"/>
                  </a:lnTo>
                  <a:lnTo>
                    <a:pt x="1005823" y="623"/>
                  </a:lnTo>
                  <a:lnTo>
                    <a:pt x="997965" y="622"/>
                  </a:lnTo>
                  <a:lnTo>
                    <a:pt x="990107" y="622"/>
                  </a:lnTo>
                  <a:lnTo>
                    <a:pt x="982249" y="621"/>
                  </a:lnTo>
                  <a:lnTo>
                    <a:pt x="974391" y="620"/>
                  </a:lnTo>
                  <a:lnTo>
                    <a:pt x="966533" y="619"/>
                  </a:lnTo>
                  <a:lnTo>
                    <a:pt x="958675" y="619"/>
                  </a:lnTo>
                  <a:lnTo>
                    <a:pt x="950817" y="618"/>
                  </a:lnTo>
                  <a:lnTo>
                    <a:pt x="942959" y="617"/>
                  </a:lnTo>
                  <a:lnTo>
                    <a:pt x="935101" y="616"/>
                  </a:lnTo>
                  <a:lnTo>
                    <a:pt x="927243" y="616"/>
                  </a:lnTo>
                  <a:lnTo>
                    <a:pt x="919385" y="615"/>
                  </a:lnTo>
                  <a:lnTo>
                    <a:pt x="911527" y="614"/>
                  </a:lnTo>
                  <a:lnTo>
                    <a:pt x="903669" y="613"/>
                  </a:lnTo>
                  <a:lnTo>
                    <a:pt x="895811" y="613"/>
                  </a:lnTo>
                  <a:lnTo>
                    <a:pt x="887953" y="612"/>
                  </a:lnTo>
                  <a:lnTo>
                    <a:pt x="880095" y="611"/>
                  </a:lnTo>
                  <a:lnTo>
                    <a:pt x="872237" y="610"/>
                  </a:lnTo>
                  <a:lnTo>
                    <a:pt x="864379" y="610"/>
                  </a:lnTo>
                  <a:lnTo>
                    <a:pt x="856521" y="609"/>
                  </a:lnTo>
                  <a:lnTo>
                    <a:pt x="848663" y="608"/>
                  </a:lnTo>
                  <a:lnTo>
                    <a:pt x="840805" y="607"/>
                  </a:lnTo>
                  <a:lnTo>
                    <a:pt x="832947" y="605"/>
                  </a:lnTo>
                  <a:lnTo>
                    <a:pt x="825089" y="604"/>
                  </a:lnTo>
                  <a:lnTo>
                    <a:pt x="817231" y="602"/>
                  </a:lnTo>
                  <a:lnTo>
                    <a:pt x="809373" y="600"/>
                  </a:lnTo>
                  <a:lnTo>
                    <a:pt x="801515" y="599"/>
                  </a:lnTo>
                  <a:lnTo>
                    <a:pt x="793657" y="598"/>
                  </a:lnTo>
                  <a:lnTo>
                    <a:pt x="785799" y="597"/>
                  </a:lnTo>
                  <a:lnTo>
                    <a:pt x="777941" y="597"/>
                  </a:lnTo>
                  <a:lnTo>
                    <a:pt x="770083" y="596"/>
                  </a:lnTo>
                  <a:lnTo>
                    <a:pt x="762225" y="595"/>
                  </a:lnTo>
                  <a:lnTo>
                    <a:pt x="754367" y="595"/>
                  </a:lnTo>
                  <a:lnTo>
                    <a:pt x="746509" y="594"/>
                  </a:lnTo>
                  <a:lnTo>
                    <a:pt x="738651" y="593"/>
                  </a:lnTo>
                  <a:lnTo>
                    <a:pt x="730793" y="592"/>
                  </a:lnTo>
                  <a:lnTo>
                    <a:pt x="722935" y="591"/>
                  </a:lnTo>
                  <a:lnTo>
                    <a:pt x="715077" y="590"/>
                  </a:lnTo>
                  <a:lnTo>
                    <a:pt x="707219" y="588"/>
                  </a:lnTo>
                  <a:lnTo>
                    <a:pt x="699361" y="586"/>
                  </a:lnTo>
                  <a:lnTo>
                    <a:pt x="691503" y="585"/>
                  </a:lnTo>
                  <a:lnTo>
                    <a:pt x="683645" y="583"/>
                  </a:lnTo>
                  <a:lnTo>
                    <a:pt x="675787" y="582"/>
                  </a:lnTo>
                  <a:lnTo>
                    <a:pt x="667929" y="580"/>
                  </a:lnTo>
                  <a:lnTo>
                    <a:pt x="660071" y="578"/>
                  </a:lnTo>
                  <a:lnTo>
                    <a:pt x="652213" y="576"/>
                  </a:lnTo>
                  <a:lnTo>
                    <a:pt x="644355" y="575"/>
                  </a:lnTo>
                  <a:lnTo>
                    <a:pt x="636497" y="574"/>
                  </a:lnTo>
                  <a:lnTo>
                    <a:pt x="628639" y="573"/>
                  </a:lnTo>
                  <a:lnTo>
                    <a:pt x="620781" y="572"/>
                  </a:lnTo>
                  <a:lnTo>
                    <a:pt x="612923" y="571"/>
                  </a:lnTo>
                  <a:lnTo>
                    <a:pt x="605065" y="571"/>
                  </a:lnTo>
                  <a:lnTo>
                    <a:pt x="597207" y="570"/>
                  </a:lnTo>
                  <a:lnTo>
                    <a:pt x="589349" y="569"/>
                  </a:lnTo>
                  <a:lnTo>
                    <a:pt x="581491" y="567"/>
                  </a:lnTo>
                  <a:lnTo>
                    <a:pt x="573633" y="566"/>
                  </a:lnTo>
                  <a:lnTo>
                    <a:pt x="565775" y="564"/>
                  </a:lnTo>
                  <a:lnTo>
                    <a:pt x="557917" y="563"/>
                  </a:lnTo>
                  <a:lnTo>
                    <a:pt x="550059" y="560"/>
                  </a:lnTo>
                  <a:lnTo>
                    <a:pt x="542201" y="558"/>
                  </a:lnTo>
                  <a:lnTo>
                    <a:pt x="534343" y="556"/>
                  </a:lnTo>
                  <a:lnTo>
                    <a:pt x="526485" y="554"/>
                  </a:lnTo>
                  <a:lnTo>
                    <a:pt x="518627" y="552"/>
                  </a:lnTo>
                  <a:lnTo>
                    <a:pt x="510769" y="549"/>
                  </a:lnTo>
                  <a:lnTo>
                    <a:pt x="502911" y="546"/>
                  </a:lnTo>
                  <a:lnTo>
                    <a:pt x="495053" y="543"/>
                  </a:lnTo>
                  <a:lnTo>
                    <a:pt x="487195" y="541"/>
                  </a:lnTo>
                  <a:lnTo>
                    <a:pt x="479337" y="540"/>
                  </a:lnTo>
                  <a:lnTo>
                    <a:pt x="471479" y="539"/>
                  </a:lnTo>
                  <a:lnTo>
                    <a:pt x="463621" y="538"/>
                  </a:lnTo>
                  <a:lnTo>
                    <a:pt x="455763" y="536"/>
                  </a:lnTo>
                  <a:lnTo>
                    <a:pt x="447905" y="534"/>
                  </a:lnTo>
                  <a:lnTo>
                    <a:pt x="440047" y="531"/>
                  </a:lnTo>
                  <a:lnTo>
                    <a:pt x="432189" y="528"/>
                  </a:lnTo>
                  <a:lnTo>
                    <a:pt x="424331" y="527"/>
                  </a:lnTo>
                  <a:lnTo>
                    <a:pt x="416473" y="525"/>
                  </a:lnTo>
                  <a:lnTo>
                    <a:pt x="408615" y="523"/>
                  </a:lnTo>
                  <a:lnTo>
                    <a:pt x="400757" y="521"/>
                  </a:lnTo>
                  <a:lnTo>
                    <a:pt x="392899" y="518"/>
                  </a:lnTo>
                  <a:lnTo>
                    <a:pt x="385041" y="516"/>
                  </a:lnTo>
                  <a:lnTo>
                    <a:pt x="377183" y="514"/>
                  </a:lnTo>
                  <a:lnTo>
                    <a:pt x="369325" y="513"/>
                  </a:lnTo>
                  <a:lnTo>
                    <a:pt x="361467" y="512"/>
                  </a:lnTo>
                  <a:lnTo>
                    <a:pt x="353609" y="511"/>
                  </a:lnTo>
                  <a:lnTo>
                    <a:pt x="345751" y="509"/>
                  </a:lnTo>
                  <a:lnTo>
                    <a:pt x="337893" y="506"/>
                  </a:lnTo>
                  <a:lnTo>
                    <a:pt x="330035" y="505"/>
                  </a:lnTo>
                  <a:lnTo>
                    <a:pt x="322177" y="503"/>
                  </a:lnTo>
                  <a:lnTo>
                    <a:pt x="314319" y="501"/>
                  </a:lnTo>
                  <a:lnTo>
                    <a:pt x="306461" y="499"/>
                  </a:lnTo>
                  <a:lnTo>
                    <a:pt x="298603" y="497"/>
                  </a:lnTo>
                  <a:lnTo>
                    <a:pt x="290745" y="496"/>
                  </a:lnTo>
                  <a:lnTo>
                    <a:pt x="282887" y="493"/>
                  </a:lnTo>
                  <a:lnTo>
                    <a:pt x="275029" y="491"/>
                  </a:lnTo>
                  <a:lnTo>
                    <a:pt x="267171" y="489"/>
                  </a:lnTo>
                  <a:lnTo>
                    <a:pt x="259313" y="487"/>
                  </a:lnTo>
                  <a:lnTo>
                    <a:pt x="251455" y="485"/>
                  </a:lnTo>
                  <a:lnTo>
                    <a:pt x="243597" y="482"/>
                  </a:lnTo>
                  <a:lnTo>
                    <a:pt x="235739" y="480"/>
                  </a:lnTo>
                  <a:lnTo>
                    <a:pt x="227881" y="478"/>
                  </a:lnTo>
                  <a:lnTo>
                    <a:pt x="220023" y="474"/>
                  </a:lnTo>
                  <a:lnTo>
                    <a:pt x="212165" y="472"/>
                  </a:lnTo>
                  <a:lnTo>
                    <a:pt x="204307" y="470"/>
                  </a:lnTo>
                  <a:lnTo>
                    <a:pt x="196449" y="469"/>
                  </a:lnTo>
                  <a:lnTo>
                    <a:pt x="188591" y="466"/>
                  </a:lnTo>
                  <a:lnTo>
                    <a:pt x="180733" y="464"/>
                  </a:lnTo>
                  <a:lnTo>
                    <a:pt x="172875" y="462"/>
                  </a:lnTo>
                  <a:lnTo>
                    <a:pt x="165017" y="459"/>
                  </a:lnTo>
                  <a:lnTo>
                    <a:pt x="157159" y="456"/>
                  </a:lnTo>
                  <a:lnTo>
                    <a:pt x="149301" y="452"/>
                  </a:lnTo>
                  <a:lnTo>
                    <a:pt x="141443" y="450"/>
                  </a:lnTo>
                  <a:lnTo>
                    <a:pt x="133585" y="448"/>
                  </a:lnTo>
                  <a:lnTo>
                    <a:pt x="125727" y="446"/>
                  </a:lnTo>
                  <a:lnTo>
                    <a:pt x="117869" y="444"/>
                  </a:lnTo>
                  <a:lnTo>
                    <a:pt x="110011" y="443"/>
                  </a:lnTo>
                  <a:lnTo>
                    <a:pt x="102153" y="441"/>
                  </a:lnTo>
                  <a:lnTo>
                    <a:pt x="94295" y="439"/>
                  </a:lnTo>
                  <a:lnTo>
                    <a:pt x="86437" y="437"/>
                  </a:lnTo>
                  <a:lnTo>
                    <a:pt x="78579" y="437"/>
                  </a:lnTo>
                  <a:lnTo>
                    <a:pt x="70721" y="435"/>
                  </a:lnTo>
                  <a:lnTo>
                    <a:pt x="62863" y="433"/>
                  </a:lnTo>
                  <a:lnTo>
                    <a:pt x="55005" y="428"/>
                  </a:lnTo>
                  <a:lnTo>
                    <a:pt x="47147" y="426"/>
                  </a:lnTo>
                  <a:lnTo>
                    <a:pt x="39289" y="422"/>
                  </a:lnTo>
                  <a:lnTo>
                    <a:pt x="31431" y="420"/>
                  </a:lnTo>
                  <a:lnTo>
                    <a:pt x="23573" y="418"/>
                  </a:lnTo>
                  <a:lnTo>
                    <a:pt x="15715" y="416"/>
                  </a:lnTo>
                  <a:lnTo>
                    <a:pt x="7857" y="415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608036" y="2987762"/>
              <a:ext cx="2035220" cy="170"/>
            </a:xfrm>
            <a:custGeom>
              <a:avLst/>
              <a:pathLst>
                <a:path w="2035220" h="170">
                  <a:moveTo>
                    <a:pt x="0" y="0"/>
                  </a:moveTo>
                  <a:lnTo>
                    <a:pt x="7857" y="6"/>
                  </a:lnTo>
                  <a:lnTo>
                    <a:pt x="15715" y="12"/>
                  </a:lnTo>
                  <a:lnTo>
                    <a:pt x="23573" y="18"/>
                  </a:lnTo>
                  <a:lnTo>
                    <a:pt x="31431" y="21"/>
                  </a:lnTo>
                  <a:lnTo>
                    <a:pt x="39289" y="27"/>
                  </a:lnTo>
                  <a:lnTo>
                    <a:pt x="47147" y="32"/>
                  </a:lnTo>
                  <a:lnTo>
                    <a:pt x="55005" y="35"/>
                  </a:lnTo>
                  <a:lnTo>
                    <a:pt x="62863" y="39"/>
                  </a:lnTo>
                  <a:lnTo>
                    <a:pt x="70721" y="45"/>
                  </a:lnTo>
                  <a:lnTo>
                    <a:pt x="78579" y="48"/>
                  </a:lnTo>
                  <a:lnTo>
                    <a:pt x="86437" y="52"/>
                  </a:lnTo>
                  <a:lnTo>
                    <a:pt x="94295" y="55"/>
                  </a:lnTo>
                  <a:lnTo>
                    <a:pt x="102153" y="58"/>
                  </a:lnTo>
                  <a:lnTo>
                    <a:pt x="110011" y="60"/>
                  </a:lnTo>
                  <a:lnTo>
                    <a:pt x="117869" y="63"/>
                  </a:lnTo>
                  <a:lnTo>
                    <a:pt x="125727" y="66"/>
                  </a:lnTo>
                  <a:lnTo>
                    <a:pt x="133585" y="69"/>
                  </a:lnTo>
                  <a:lnTo>
                    <a:pt x="141443" y="70"/>
                  </a:lnTo>
                  <a:lnTo>
                    <a:pt x="149301" y="74"/>
                  </a:lnTo>
                  <a:lnTo>
                    <a:pt x="157159" y="76"/>
                  </a:lnTo>
                  <a:lnTo>
                    <a:pt x="165017" y="78"/>
                  </a:lnTo>
                  <a:lnTo>
                    <a:pt x="172875" y="78"/>
                  </a:lnTo>
                  <a:lnTo>
                    <a:pt x="180733" y="80"/>
                  </a:lnTo>
                  <a:lnTo>
                    <a:pt x="188591" y="81"/>
                  </a:lnTo>
                  <a:lnTo>
                    <a:pt x="196449" y="83"/>
                  </a:lnTo>
                  <a:lnTo>
                    <a:pt x="204307" y="85"/>
                  </a:lnTo>
                  <a:lnTo>
                    <a:pt x="212165" y="87"/>
                  </a:lnTo>
                  <a:lnTo>
                    <a:pt x="220023" y="88"/>
                  </a:lnTo>
                  <a:lnTo>
                    <a:pt x="227881" y="89"/>
                  </a:lnTo>
                  <a:lnTo>
                    <a:pt x="235739" y="92"/>
                  </a:lnTo>
                  <a:lnTo>
                    <a:pt x="243597" y="94"/>
                  </a:lnTo>
                  <a:lnTo>
                    <a:pt x="251455" y="95"/>
                  </a:lnTo>
                  <a:lnTo>
                    <a:pt x="259313" y="96"/>
                  </a:lnTo>
                  <a:lnTo>
                    <a:pt x="267171" y="97"/>
                  </a:lnTo>
                  <a:lnTo>
                    <a:pt x="275029" y="98"/>
                  </a:lnTo>
                  <a:lnTo>
                    <a:pt x="282887" y="99"/>
                  </a:lnTo>
                  <a:lnTo>
                    <a:pt x="290745" y="100"/>
                  </a:lnTo>
                  <a:lnTo>
                    <a:pt x="298603" y="102"/>
                  </a:lnTo>
                  <a:lnTo>
                    <a:pt x="306461" y="104"/>
                  </a:lnTo>
                  <a:lnTo>
                    <a:pt x="314319" y="105"/>
                  </a:lnTo>
                  <a:lnTo>
                    <a:pt x="322177" y="105"/>
                  </a:lnTo>
                  <a:lnTo>
                    <a:pt x="330035" y="106"/>
                  </a:lnTo>
                  <a:lnTo>
                    <a:pt x="337893" y="107"/>
                  </a:lnTo>
                  <a:lnTo>
                    <a:pt x="345751" y="108"/>
                  </a:lnTo>
                  <a:lnTo>
                    <a:pt x="353609" y="109"/>
                  </a:lnTo>
                  <a:lnTo>
                    <a:pt x="361467" y="110"/>
                  </a:lnTo>
                  <a:lnTo>
                    <a:pt x="369325" y="111"/>
                  </a:lnTo>
                  <a:lnTo>
                    <a:pt x="377183" y="112"/>
                  </a:lnTo>
                  <a:lnTo>
                    <a:pt x="385041" y="114"/>
                  </a:lnTo>
                  <a:lnTo>
                    <a:pt x="392899" y="115"/>
                  </a:lnTo>
                  <a:lnTo>
                    <a:pt x="400757" y="117"/>
                  </a:lnTo>
                  <a:lnTo>
                    <a:pt x="408615" y="118"/>
                  </a:lnTo>
                  <a:lnTo>
                    <a:pt x="416473" y="119"/>
                  </a:lnTo>
                  <a:lnTo>
                    <a:pt x="424331" y="120"/>
                  </a:lnTo>
                  <a:lnTo>
                    <a:pt x="432189" y="120"/>
                  </a:lnTo>
                  <a:lnTo>
                    <a:pt x="440047" y="121"/>
                  </a:lnTo>
                  <a:lnTo>
                    <a:pt x="447905" y="121"/>
                  </a:lnTo>
                  <a:lnTo>
                    <a:pt x="455763" y="122"/>
                  </a:lnTo>
                  <a:lnTo>
                    <a:pt x="463621" y="123"/>
                  </a:lnTo>
                  <a:lnTo>
                    <a:pt x="471479" y="124"/>
                  </a:lnTo>
                  <a:lnTo>
                    <a:pt x="479337" y="124"/>
                  </a:lnTo>
                  <a:lnTo>
                    <a:pt x="487195" y="125"/>
                  </a:lnTo>
                  <a:lnTo>
                    <a:pt x="495053" y="126"/>
                  </a:lnTo>
                  <a:lnTo>
                    <a:pt x="502911" y="126"/>
                  </a:lnTo>
                  <a:lnTo>
                    <a:pt x="510769" y="126"/>
                  </a:lnTo>
                  <a:lnTo>
                    <a:pt x="518627" y="127"/>
                  </a:lnTo>
                  <a:lnTo>
                    <a:pt x="526485" y="129"/>
                  </a:lnTo>
                  <a:lnTo>
                    <a:pt x="534343" y="130"/>
                  </a:lnTo>
                  <a:lnTo>
                    <a:pt x="542201" y="131"/>
                  </a:lnTo>
                  <a:lnTo>
                    <a:pt x="550059" y="131"/>
                  </a:lnTo>
                  <a:lnTo>
                    <a:pt x="557917" y="132"/>
                  </a:lnTo>
                  <a:lnTo>
                    <a:pt x="565775" y="132"/>
                  </a:lnTo>
                  <a:lnTo>
                    <a:pt x="573633" y="133"/>
                  </a:lnTo>
                  <a:lnTo>
                    <a:pt x="581491" y="133"/>
                  </a:lnTo>
                  <a:lnTo>
                    <a:pt x="589349" y="134"/>
                  </a:lnTo>
                  <a:lnTo>
                    <a:pt x="597207" y="134"/>
                  </a:lnTo>
                  <a:lnTo>
                    <a:pt x="605065" y="134"/>
                  </a:lnTo>
                  <a:lnTo>
                    <a:pt x="612923" y="135"/>
                  </a:lnTo>
                  <a:lnTo>
                    <a:pt x="620781" y="136"/>
                  </a:lnTo>
                  <a:lnTo>
                    <a:pt x="628639" y="136"/>
                  </a:lnTo>
                  <a:lnTo>
                    <a:pt x="636497" y="137"/>
                  </a:lnTo>
                  <a:lnTo>
                    <a:pt x="644355" y="137"/>
                  </a:lnTo>
                  <a:lnTo>
                    <a:pt x="652213" y="138"/>
                  </a:lnTo>
                  <a:lnTo>
                    <a:pt x="660071" y="138"/>
                  </a:lnTo>
                  <a:lnTo>
                    <a:pt x="667929" y="139"/>
                  </a:lnTo>
                  <a:lnTo>
                    <a:pt x="675787" y="139"/>
                  </a:lnTo>
                  <a:lnTo>
                    <a:pt x="683645" y="139"/>
                  </a:lnTo>
                  <a:lnTo>
                    <a:pt x="691503" y="140"/>
                  </a:lnTo>
                  <a:lnTo>
                    <a:pt x="699361" y="140"/>
                  </a:lnTo>
                  <a:lnTo>
                    <a:pt x="707219" y="141"/>
                  </a:lnTo>
                  <a:lnTo>
                    <a:pt x="715077" y="141"/>
                  </a:lnTo>
                  <a:lnTo>
                    <a:pt x="722935" y="142"/>
                  </a:lnTo>
                  <a:lnTo>
                    <a:pt x="730793" y="142"/>
                  </a:lnTo>
                  <a:lnTo>
                    <a:pt x="738651" y="142"/>
                  </a:lnTo>
                  <a:lnTo>
                    <a:pt x="746509" y="142"/>
                  </a:lnTo>
                  <a:lnTo>
                    <a:pt x="754367" y="142"/>
                  </a:lnTo>
                  <a:lnTo>
                    <a:pt x="762225" y="143"/>
                  </a:lnTo>
                  <a:lnTo>
                    <a:pt x="770083" y="143"/>
                  </a:lnTo>
                  <a:lnTo>
                    <a:pt x="777941" y="143"/>
                  </a:lnTo>
                  <a:lnTo>
                    <a:pt x="785799" y="144"/>
                  </a:lnTo>
                  <a:lnTo>
                    <a:pt x="793657" y="144"/>
                  </a:lnTo>
                  <a:lnTo>
                    <a:pt x="801515" y="144"/>
                  </a:lnTo>
                  <a:lnTo>
                    <a:pt x="809373" y="145"/>
                  </a:lnTo>
                  <a:lnTo>
                    <a:pt x="817231" y="145"/>
                  </a:lnTo>
                  <a:lnTo>
                    <a:pt x="825089" y="145"/>
                  </a:lnTo>
                  <a:lnTo>
                    <a:pt x="832947" y="145"/>
                  </a:lnTo>
                  <a:lnTo>
                    <a:pt x="840805" y="146"/>
                  </a:lnTo>
                  <a:lnTo>
                    <a:pt x="848663" y="146"/>
                  </a:lnTo>
                  <a:lnTo>
                    <a:pt x="856521" y="146"/>
                  </a:lnTo>
                  <a:lnTo>
                    <a:pt x="864379" y="147"/>
                  </a:lnTo>
                  <a:lnTo>
                    <a:pt x="872237" y="147"/>
                  </a:lnTo>
                  <a:lnTo>
                    <a:pt x="880095" y="147"/>
                  </a:lnTo>
                  <a:lnTo>
                    <a:pt x="887953" y="148"/>
                  </a:lnTo>
                  <a:lnTo>
                    <a:pt x="895811" y="148"/>
                  </a:lnTo>
                  <a:lnTo>
                    <a:pt x="903669" y="148"/>
                  </a:lnTo>
                  <a:lnTo>
                    <a:pt x="911527" y="148"/>
                  </a:lnTo>
                  <a:lnTo>
                    <a:pt x="919385" y="149"/>
                  </a:lnTo>
                  <a:lnTo>
                    <a:pt x="927243" y="149"/>
                  </a:lnTo>
                  <a:lnTo>
                    <a:pt x="935101" y="149"/>
                  </a:lnTo>
                  <a:lnTo>
                    <a:pt x="942959" y="149"/>
                  </a:lnTo>
                  <a:lnTo>
                    <a:pt x="950817" y="149"/>
                  </a:lnTo>
                  <a:lnTo>
                    <a:pt x="958675" y="150"/>
                  </a:lnTo>
                  <a:lnTo>
                    <a:pt x="966533" y="150"/>
                  </a:lnTo>
                  <a:lnTo>
                    <a:pt x="974391" y="150"/>
                  </a:lnTo>
                  <a:lnTo>
                    <a:pt x="982249" y="150"/>
                  </a:lnTo>
                  <a:lnTo>
                    <a:pt x="990107" y="151"/>
                  </a:lnTo>
                  <a:lnTo>
                    <a:pt x="997965" y="151"/>
                  </a:lnTo>
                  <a:lnTo>
                    <a:pt x="1005823" y="151"/>
                  </a:lnTo>
                  <a:lnTo>
                    <a:pt x="1013681" y="152"/>
                  </a:lnTo>
                  <a:lnTo>
                    <a:pt x="1021539" y="152"/>
                  </a:lnTo>
                  <a:lnTo>
                    <a:pt x="1029397" y="152"/>
                  </a:lnTo>
                  <a:lnTo>
                    <a:pt x="1037254" y="153"/>
                  </a:lnTo>
                  <a:lnTo>
                    <a:pt x="1045112" y="153"/>
                  </a:lnTo>
                  <a:lnTo>
                    <a:pt x="1052970" y="153"/>
                  </a:lnTo>
                  <a:lnTo>
                    <a:pt x="1060828" y="153"/>
                  </a:lnTo>
                  <a:lnTo>
                    <a:pt x="1068686" y="154"/>
                  </a:lnTo>
                  <a:lnTo>
                    <a:pt x="1076544" y="154"/>
                  </a:lnTo>
                  <a:lnTo>
                    <a:pt x="1084402" y="154"/>
                  </a:lnTo>
                  <a:lnTo>
                    <a:pt x="1092260" y="154"/>
                  </a:lnTo>
                  <a:lnTo>
                    <a:pt x="1100118" y="154"/>
                  </a:lnTo>
                  <a:lnTo>
                    <a:pt x="1107976" y="154"/>
                  </a:lnTo>
                  <a:lnTo>
                    <a:pt x="1115834" y="155"/>
                  </a:lnTo>
                  <a:lnTo>
                    <a:pt x="1123692" y="155"/>
                  </a:lnTo>
                  <a:lnTo>
                    <a:pt x="1131550" y="155"/>
                  </a:lnTo>
                  <a:lnTo>
                    <a:pt x="1139408" y="156"/>
                  </a:lnTo>
                  <a:lnTo>
                    <a:pt x="1147266" y="156"/>
                  </a:lnTo>
                  <a:lnTo>
                    <a:pt x="1155124" y="156"/>
                  </a:lnTo>
                  <a:lnTo>
                    <a:pt x="1162982" y="156"/>
                  </a:lnTo>
                  <a:lnTo>
                    <a:pt x="1170840" y="157"/>
                  </a:lnTo>
                  <a:lnTo>
                    <a:pt x="1178698" y="157"/>
                  </a:lnTo>
                  <a:lnTo>
                    <a:pt x="1186556" y="157"/>
                  </a:lnTo>
                  <a:lnTo>
                    <a:pt x="1194414" y="157"/>
                  </a:lnTo>
                  <a:lnTo>
                    <a:pt x="1202272" y="157"/>
                  </a:lnTo>
                  <a:lnTo>
                    <a:pt x="1210130" y="158"/>
                  </a:lnTo>
                  <a:lnTo>
                    <a:pt x="1217988" y="158"/>
                  </a:lnTo>
                  <a:lnTo>
                    <a:pt x="1225846" y="158"/>
                  </a:lnTo>
                  <a:lnTo>
                    <a:pt x="1233704" y="158"/>
                  </a:lnTo>
                  <a:lnTo>
                    <a:pt x="1241562" y="159"/>
                  </a:lnTo>
                  <a:lnTo>
                    <a:pt x="1249420" y="159"/>
                  </a:lnTo>
                  <a:lnTo>
                    <a:pt x="1257278" y="159"/>
                  </a:lnTo>
                  <a:lnTo>
                    <a:pt x="1265136" y="159"/>
                  </a:lnTo>
                  <a:lnTo>
                    <a:pt x="1272994" y="159"/>
                  </a:lnTo>
                  <a:lnTo>
                    <a:pt x="1280852" y="160"/>
                  </a:lnTo>
                  <a:lnTo>
                    <a:pt x="1288710" y="160"/>
                  </a:lnTo>
                  <a:lnTo>
                    <a:pt x="1296568" y="160"/>
                  </a:lnTo>
                  <a:lnTo>
                    <a:pt x="1304426" y="160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1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1"/>
                  </a:lnTo>
                  <a:lnTo>
                    <a:pt x="1359432" y="161"/>
                  </a:lnTo>
                  <a:lnTo>
                    <a:pt x="1367290" y="161"/>
                  </a:lnTo>
                  <a:lnTo>
                    <a:pt x="1375148" y="162"/>
                  </a:lnTo>
                  <a:lnTo>
                    <a:pt x="1383006" y="162"/>
                  </a:lnTo>
                  <a:lnTo>
                    <a:pt x="1390864" y="162"/>
                  </a:lnTo>
                  <a:lnTo>
                    <a:pt x="1398722" y="162"/>
                  </a:lnTo>
                  <a:lnTo>
                    <a:pt x="1406580" y="162"/>
                  </a:lnTo>
                  <a:lnTo>
                    <a:pt x="1414438" y="162"/>
                  </a:lnTo>
                  <a:lnTo>
                    <a:pt x="1422296" y="163"/>
                  </a:lnTo>
                  <a:lnTo>
                    <a:pt x="1430154" y="163"/>
                  </a:lnTo>
                  <a:lnTo>
                    <a:pt x="1438012" y="163"/>
                  </a:lnTo>
                  <a:lnTo>
                    <a:pt x="1445870" y="163"/>
                  </a:lnTo>
                  <a:lnTo>
                    <a:pt x="1453728" y="163"/>
                  </a:lnTo>
                  <a:lnTo>
                    <a:pt x="1461586" y="163"/>
                  </a:lnTo>
                  <a:lnTo>
                    <a:pt x="1469444" y="163"/>
                  </a:lnTo>
                  <a:lnTo>
                    <a:pt x="1477302" y="163"/>
                  </a:lnTo>
                  <a:lnTo>
                    <a:pt x="1485160" y="164"/>
                  </a:lnTo>
                  <a:lnTo>
                    <a:pt x="1493018" y="164"/>
                  </a:lnTo>
                  <a:lnTo>
                    <a:pt x="1500876" y="164"/>
                  </a:lnTo>
                  <a:lnTo>
                    <a:pt x="1508734" y="164"/>
                  </a:lnTo>
                  <a:lnTo>
                    <a:pt x="1516592" y="164"/>
                  </a:lnTo>
                  <a:lnTo>
                    <a:pt x="1524450" y="164"/>
                  </a:lnTo>
                  <a:lnTo>
                    <a:pt x="1532308" y="164"/>
                  </a:lnTo>
                  <a:lnTo>
                    <a:pt x="1540166" y="164"/>
                  </a:lnTo>
                  <a:lnTo>
                    <a:pt x="1548024" y="164"/>
                  </a:lnTo>
                  <a:lnTo>
                    <a:pt x="1555882" y="165"/>
                  </a:lnTo>
                  <a:lnTo>
                    <a:pt x="1563740" y="165"/>
                  </a:lnTo>
                  <a:lnTo>
                    <a:pt x="1571598" y="165"/>
                  </a:lnTo>
                  <a:lnTo>
                    <a:pt x="1579456" y="165"/>
                  </a:lnTo>
                  <a:lnTo>
                    <a:pt x="1587314" y="166"/>
                  </a:lnTo>
                  <a:lnTo>
                    <a:pt x="1595172" y="166"/>
                  </a:lnTo>
                  <a:lnTo>
                    <a:pt x="1603030" y="166"/>
                  </a:lnTo>
                  <a:lnTo>
                    <a:pt x="1610888" y="166"/>
                  </a:lnTo>
                  <a:lnTo>
                    <a:pt x="1618746" y="166"/>
                  </a:lnTo>
                  <a:lnTo>
                    <a:pt x="1626604" y="166"/>
                  </a:lnTo>
                  <a:lnTo>
                    <a:pt x="1634462" y="166"/>
                  </a:lnTo>
                  <a:lnTo>
                    <a:pt x="1642320" y="166"/>
                  </a:lnTo>
                  <a:lnTo>
                    <a:pt x="1650178" y="166"/>
                  </a:lnTo>
                  <a:lnTo>
                    <a:pt x="1658036" y="166"/>
                  </a:lnTo>
                  <a:lnTo>
                    <a:pt x="1665894" y="166"/>
                  </a:lnTo>
                  <a:lnTo>
                    <a:pt x="1673752" y="167"/>
                  </a:lnTo>
                  <a:lnTo>
                    <a:pt x="1681610" y="167"/>
                  </a:lnTo>
                  <a:lnTo>
                    <a:pt x="1689468" y="167"/>
                  </a:lnTo>
                  <a:lnTo>
                    <a:pt x="1697326" y="167"/>
                  </a:lnTo>
                  <a:lnTo>
                    <a:pt x="1705184" y="167"/>
                  </a:lnTo>
                  <a:lnTo>
                    <a:pt x="1713042" y="167"/>
                  </a:lnTo>
                  <a:lnTo>
                    <a:pt x="1720900" y="167"/>
                  </a:lnTo>
                  <a:lnTo>
                    <a:pt x="1728758" y="167"/>
                  </a:lnTo>
                  <a:lnTo>
                    <a:pt x="1736616" y="167"/>
                  </a:lnTo>
                  <a:lnTo>
                    <a:pt x="1744474" y="167"/>
                  </a:lnTo>
                  <a:lnTo>
                    <a:pt x="1752332" y="167"/>
                  </a:lnTo>
                  <a:lnTo>
                    <a:pt x="1760190" y="167"/>
                  </a:lnTo>
                  <a:lnTo>
                    <a:pt x="1768048" y="168"/>
                  </a:lnTo>
                  <a:lnTo>
                    <a:pt x="1775906" y="168"/>
                  </a:lnTo>
                  <a:lnTo>
                    <a:pt x="1783764" y="168"/>
                  </a:lnTo>
                  <a:lnTo>
                    <a:pt x="1791622" y="168"/>
                  </a:lnTo>
                  <a:lnTo>
                    <a:pt x="1799480" y="168"/>
                  </a:lnTo>
                  <a:lnTo>
                    <a:pt x="1807338" y="168"/>
                  </a:lnTo>
                  <a:lnTo>
                    <a:pt x="1815196" y="168"/>
                  </a:lnTo>
                  <a:lnTo>
                    <a:pt x="1823054" y="168"/>
                  </a:lnTo>
                  <a:lnTo>
                    <a:pt x="1830912" y="168"/>
                  </a:lnTo>
                  <a:lnTo>
                    <a:pt x="1838770" y="168"/>
                  </a:lnTo>
                  <a:lnTo>
                    <a:pt x="1846628" y="168"/>
                  </a:lnTo>
                  <a:lnTo>
                    <a:pt x="1854486" y="168"/>
                  </a:lnTo>
                  <a:lnTo>
                    <a:pt x="1862344" y="168"/>
                  </a:lnTo>
                  <a:lnTo>
                    <a:pt x="1870202" y="168"/>
                  </a:lnTo>
                  <a:lnTo>
                    <a:pt x="1878060" y="168"/>
                  </a:lnTo>
                  <a:lnTo>
                    <a:pt x="1885918" y="168"/>
                  </a:lnTo>
                  <a:lnTo>
                    <a:pt x="1893776" y="169"/>
                  </a:lnTo>
                  <a:lnTo>
                    <a:pt x="1901634" y="169"/>
                  </a:lnTo>
                  <a:lnTo>
                    <a:pt x="1909492" y="169"/>
                  </a:lnTo>
                  <a:lnTo>
                    <a:pt x="1917350" y="169"/>
                  </a:lnTo>
                  <a:lnTo>
                    <a:pt x="1925208" y="169"/>
                  </a:lnTo>
                  <a:lnTo>
                    <a:pt x="1933066" y="169"/>
                  </a:lnTo>
                  <a:lnTo>
                    <a:pt x="1940924" y="169"/>
                  </a:lnTo>
                  <a:lnTo>
                    <a:pt x="1948782" y="169"/>
                  </a:lnTo>
                  <a:lnTo>
                    <a:pt x="1956640" y="169"/>
                  </a:lnTo>
                  <a:lnTo>
                    <a:pt x="1964498" y="169"/>
                  </a:lnTo>
                  <a:lnTo>
                    <a:pt x="1972356" y="169"/>
                  </a:lnTo>
                  <a:lnTo>
                    <a:pt x="1980214" y="169"/>
                  </a:lnTo>
                  <a:lnTo>
                    <a:pt x="1988072" y="169"/>
                  </a:lnTo>
                  <a:lnTo>
                    <a:pt x="1995930" y="170"/>
                  </a:lnTo>
                  <a:lnTo>
                    <a:pt x="2003788" y="170"/>
                  </a:lnTo>
                  <a:lnTo>
                    <a:pt x="2011646" y="170"/>
                  </a:lnTo>
                  <a:lnTo>
                    <a:pt x="2019504" y="170"/>
                  </a:lnTo>
                  <a:lnTo>
                    <a:pt x="2027362" y="170"/>
                  </a:lnTo>
                  <a:lnTo>
                    <a:pt x="2035220" y="1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608036" y="2988174"/>
              <a:ext cx="2035220" cy="265"/>
            </a:xfrm>
            <a:custGeom>
              <a:avLst/>
              <a:pathLst>
                <a:path w="2035220" h="265">
                  <a:moveTo>
                    <a:pt x="2035220" y="265"/>
                  </a:moveTo>
                  <a:lnTo>
                    <a:pt x="2027362" y="264"/>
                  </a:lnTo>
                  <a:lnTo>
                    <a:pt x="2019504" y="264"/>
                  </a:lnTo>
                  <a:lnTo>
                    <a:pt x="2011646" y="264"/>
                  </a:lnTo>
                  <a:lnTo>
                    <a:pt x="2003788" y="263"/>
                  </a:lnTo>
                  <a:lnTo>
                    <a:pt x="1995930" y="263"/>
                  </a:lnTo>
                  <a:lnTo>
                    <a:pt x="1988072" y="263"/>
                  </a:lnTo>
                  <a:lnTo>
                    <a:pt x="1980214" y="263"/>
                  </a:lnTo>
                  <a:lnTo>
                    <a:pt x="1972356" y="262"/>
                  </a:lnTo>
                  <a:lnTo>
                    <a:pt x="1964498" y="262"/>
                  </a:lnTo>
                  <a:lnTo>
                    <a:pt x="1956640" y="262"/>
                  </a:lnTo>
                  <a:lnTo>
                    <a:pt x="1948782" y="261"/>
                  </a:lnTo>
                  <a:lnTo>
                    <a:pt x="1940924" y="261"/>
                  </a:lnTo>
                  <a:lnTo>
                    <a:pt x="1933066" y="261"/>
                  </a:lnTo>
                  <a:lnTo>
                    <a:pt x="1925208" y="261"/>
                  </a:lnTo>
                  <a:lnTo>
                    <a:pt x="1917350" y="261"/>
                  </a:lnTo>
                  <a:lnTo>
                    <a:pt x="1909492" y="261"/>
                  </a:lnTo>
                  <a:lnTo>
                    <a:pt x="1901634" y="260"/>
                  </a:lnTo>
                  <a:lnTo>
                    <a:pt x="1893776" y="260"/>
                  </a:lnTo>
                  <a:lnTo>
                    <a:pt x="1885918" y="260"/>
                  </a:lnTo>
                  <a:lnTo>
                    <a:pt x="1878060" y="260"/>
                  </a:lnTo>
                  <a:lnTo>
                    <a:pt x="1870202" y="260"/>
                  </a:lnTo>
                  <a:lnTo>
                    <a:pt x="1862344" y="260"/>
                  </a:lnTo>
                  <a:lnTo>
                    <a:pt x="1854486" y="259"/>
                  </a:lnTo>
                  <a:lnTo>
                    <a:pt x="1846628" y="259"/>
                  </a:lnTo>
                  <a:lnTo>
                    <a:pt x="1838770" y="259"/>
                  </a:lnTo>
                  <a:lnTo>
                    <a:pt x="1830912" y="259"/>
                  </a:lnTo>
                  <a:lnTo>
                    <a:pt x="1823054" y="259"/>
                  </a:lnTo>
                  <a:lnTo>
                    <a:pt x="1815196" y="258"/>
                  </a:lnTo>
                  <a:lnTo>
                    <a:pt x="1807338" y="258"/>
                  </a:lnTo>
                  <a:lnTo>
                    <a:pt x="1799480" y="258"/>
                  </a:lnTo>
                  <a:lnTo>
                    <a:pt x="1791622" y="258"/>
                  </a:lnTo>
                  <a:lnTo>
                    <a:pt x="1783764" y="258"/>
                  </a:lnTo>
                  <a:lnTo>
                    <a:pt x="1775906" y="257"/>
                  </a:lnTo>
                  <a:lnTo>
                    <a:pt x="1768048" y="257"/>
                  </a:lnTo>
                  <a:lnTo>
                    <a:pt x="1760190" y="257"/>
                  </a:lnTo>
                  <a:lnTo>
                    <a:pt x="1752332" y="257"/>
                  </a:lnTo>
                  <a:lnTo>
                    <a:pt x="1744474" y="256"/>
                  </a:lnTo>
                  <a:lnTo>
                    <a:pt x="1736616" y="256"/>
                  </a:lnTo>
                  <a:lnTo>
                    <a:pt x="1728758" y="256"/>
                  </a:lnTo>
                  <a:lnTo>
                    <a:pt x="1720900" y="256"/>
                  </a:lnTo>
                  <a:lnTo>
                    <a:pt x="1713042" y="255"/>
                  </a:lnTo>
                  <a:lnTo>
                    <a:pt x="1705184" y="255"/>
                  </a:lnTo>
                  <a:lnTo>
                    <a:pt x="1697326" y="255"/>
                  </a:lnTo>
                  <a:lnTo>
                    <a:pt x="1689468" y="255"/>
                  </a:lnTo>
                  <a:lnTo>
                    <a:pt x="1681610" y="254"/>
                  </a:lnTo>
                  <a:lnTo>
                    <a:pt x="1673752" y="254"/>
                  </a:lnTo>
                  <a:lnTo>
                    <a:pt x="1665894" y="254"/>
                  </a:lnTo>
                  <a:lnTo>
                    <a:pt x="1658036" y="253"/>
                  </a:lnTo>
                  <a:lnTo>
                    <a:pt x="1650178" y="253"/>
                  </a:lnTo>
                  <a:lnTo>
                    <a:pt x="1642320" y="253"/>
                  </a:lnTo>
                  <a:lnTo>
                    <a:pt x="1634462" y="253"/>
                  </a:lnTo>
                  <a:lnTo>
                    <a:pt x="1626604" y="252"/>
                  </a:lnTo>
                  <a:lnTo>
                    <a:pt x="1618746" y="252"/>
                  </a:lnTo>
                  <a:lnTo>
                    <a:pt x="1610888" y="252"/>
                  </a:lnTo>
                  <a:lnTo>
                    <a:pt x="1603030" y="251"/>
                  </a:lnTo>
                  <a:lnTo>
                    <a:pt x="1595172" y="251"/>
                  </a:lnTo>
                  <a:lnTo>
                    <a:pt x="1587314" y="251"/>
                  </a:lnTo>
                  <a:lnTo>
                    <a:pt x="1579456" y="250"/>
                  </a:lnTo>
                  <a:lnTo>
                    <a:pt x="1571598" y="250"/>
                  </a:lnTo>
                  <a:lnTo>
                    <a:pt x="1563740" y="250"/>
                  </a:lnTo>
                  <a:lnTo>
                    <a:pt x="1555882" y="249"/>
                  </a:lnTo>
                  <a:lnTo>
                    <a:pt x="1548024" y="249"/>
                  </a:lnTo>
                  <a:lnTo>
                    <a:pt x="1540166" y="249"/>
                  </a:lnTo>
                  <a:lnTo>
                    <a:pt x="1532308" y="248"/>
                  </a:lnTo>
                  <a:lnTo>
                    <a:pt x="1524450" y="248"/>
                  </a:lnTo>
                  <a:lnTo>
                    <a:pt x="1516592" y="248"/>
                  </a:lnTo>
                  <a:lnTo>
                    <a:pt x="1508734" y="247"/>
                  </a:lnTo>
                  <a:lnTo>
                    <a:pt x="1500876" y="247"/>
                  </a:lnTo>
                  <a:lnTo>
                    <a:pt x="1493018" y="246"/>
                  </a:lnTo>
                  <a:lnTo>
                    <a:pt x="1485160" y="246"/>
                  </a:lnTo>
                  <a:lnTo>
                    <a:pt x="1477302" y="246"/>
                  </a:lnTo>
                  <a:lnTo>
                    <a:pt x="1469444" y="245"/>
                  </a:lnTo>
                  <a:lnTo>
                    <a:pt x="1461586" y="245"/>
                  </a:lnTo>
                  <a:lnTo>
                    <a:pt x="1453728" y="244"/>
                  </a:lnTo>
                  <a:lnTo>
                    <a:pt x="1445870" y="244"/>
                  </a:lnTo>
                  <a:lnTo>
                    <a:pt x="1438012" y="243"/>
                  </a:lnTo>
                  <a:lnTo>
                    <a:pt x="1430154" y="243"/>
                  </a:lnTo>
                  <a:lnTo>
                    <a:pt x="1422296" y="242"/>
                  </a:lnTo>
                  <a:lnTo>
                    <a:pt x="1414438" y="242"/>
                  </a:lnTo>
                  <a:lnTo>
                    <a:pt x="1406580" y="242"/>
                  </a:lnTo>
                  <a:lnTo>
                    <a:pt x="1398722" y="241"/>
                  </a:lnTo>
                  <a:lnTo>
                    <a:pt x="1390864" y="241"/>
                  </a:lnTo>
                  <a:lnTo>
                    <a:pt x="1383006" y="240"/>
                  </a:lnTo>
                  <a:lnTo>
                    <a:pt x="1375148" y="240"/>
                  </a:lnTo>
                  <a:lnTo>
                    <a:pt x="1367290" y="239"/>
                  </a:lnTo>
                  <a:lnTo>
                    <a:pt x="1359432" y="239"/>
                  </a:lnTo>
                  <a:lnTo>
                    <a:pt x="1351574" y="238"/>
                  </a:lnTo>
                  <a:lnTo>
                    <a:pt x="1343716" y="237"/>
                  </a:lnTo>
                  <a:lnTo>
                    <a:pt x="1335858" y="237"/>
                  </a:lnTo>
                  <a:lnTo>
                    <a:pt x="1328000" y="236"/>
                  </a:lnTo>
                  <a:lnTo>
                    <a:pt x="1320142" y="236"/>
                  </a:lnTo>
                  <a:lnTo>
                    <a:pt x="1312284" y="235"/>
                  </a:lnTo>
                  <a:lnTo>
                    <a:pt x="1304426" y="235"/>
                  </a:lnTo>
                  <a:lnTo>
                    <a:pt x="1296568" y="234"/>
                  </a:lnTo>
                  <a:lnTo>
                    <a:pt x="1288710" y="233"/>
                  </a:lnTo>
                  <a:lnTo>
                    <a:pt x="1280852" y="233"/>
                  </a:lnTo>
                  <a:lnTo>
                    <a:pt x="1272994" y="232"/>
                  </a:lnTo>
                  <a:lnTo>
                    <a:pt x="1265136" y="232"/>
                  </a:lnTo>
                  <a:lnTo>
                    <a:pt x="1257278" y="231"/>
                  </a:lnTo>
                  <a:lnTo>
                    <a:pt x="1249420" y="230"/>
                  </a:lnTo>
                  <a:lnTo>
                    <a:pt x="1241562" y="230"/>
                  </a:lnTo>
                  <a:lnTo>
                    <a:pt x="1233704" y="229"/>
                  </a:lnTo>
                  <a:lnTo>
                    <a:pt x="1225846" y="228"/>
                  </a:lnTo>
                  <a:lnTo>
                    <a:pt x="1217988" y="227"/>
                  </a:lnTo>
                  <a:lnTo>
                    <a:pt x="1210130" y="227"/>
                  </a:lnTo>
                  <a:lnTo>
                    <a:pt x="1202272" y="226"/>
                  </a:lnTo>
                  <a:lnTo>
                    <a:pt x="1194414" y="225"/>
                  </a:lnTo>
                  <a:lnTo>
                    <a:pt x="1186556" y="224"/>
                  </a:lnTo>
                  <a:lnTo>
                    <a:pt x="1178698" y="224"/>
                  </a:lnTo>
                  <a:lnTo>
                    <a:pt x="1170840" y="223"/>
                  </a:lnTo>
                  <a:lnTo>
                    <a:pt x="1162982" y="222"/>
                  </a:lnTo>
                  <a:lnTo>
                    <a:pt x="1155124" y="222"/>
                  </a:lnTo>
                  <a:lnTo>
                    <a:pt x="1147266" y="221"/>
                  </a:lnTo>
                  <a:lnTo>
                    <a:pt x="1139408" y="220"/>
                  </a:lnTo>
                  <a:lnTo>
                    <a:pt x="1131550" y="220"/>
                  </a:lnTo>
                  <a:lnTo>
                    <a:pt x="1123692" y="219"/>
                  </a:lnTo>
                  <a:lnTo>
                    <a:pt x="1115834" y="219"/>
                  </a:lnTo>
                  <a:lnTo>
                    <a:pt x="1107976" y="218"/>
                  </a:lnTo>
                  <a:lnTo>
                    <a:pt x="1100118" y="218"/>
                  </a:lnTo>
                  <a:lnTo>
                    <a:pt x="1092260" y="217"/>
                  </a:lnTo>
                  <a:lnTo>
                    <a:pt x="1084402" y="217"/>
                  </a:lnTo>
                  <a:lnTo>
                    <a:pt x="1076544" y="216"/>
                  </a:lnTo>
                  <a:lnTo>
                    <a:pt x="1068686" y="215"/>
                  </a:lnTo>
                  <a:lnTo>
                    <a:pt x="1060828" y="215"/>
                  </a:lnTo>
                  <a:lnTo>
                    <a:pt x="1052970" y="214"/>
                  </a:lnTo>
                  <a:lnTo>
                    <a:pt x="1045112" y="214"/>
                  </a:lnTo>
                  <a:lnTo>
                    <a:pt x="1037254" y="213"/>
                  </a:lnTo>
                  <a:lnTo>
                    <a:pt x="1029397" y="212"/>
                  </a:lnTo>
                  <a:lnTo>
                    <a:pt x="1021539" y="212"/>
                  </a:lnTo>
                  <a:lnTo>
                    <a:pt x="1013681" y="211"/>
                  </a:lnTo>
                  <a:lnTo>
                    <a:pt x="1005823" y="211"/>
                  </a:lnTo>
                  <a:lnTo>
                    <a:pt x="997965" y="210"/>
                  </a:lnTo>
                  <a:lnTo>
                    <a:pt x="990107" y="210"/>
                  </a:lnTo>
                  <a:lnTo>
                    <a:pt x="982249" y="209"/>
                  </a:lnTo>
                  <a:lnTo>
                    <a:pt x="974391" y="208"/>
                  </a:lnTo>
                  <a:lnTo>
                    <a:pt x="966533" y="207"/>
                  </a:lnTo>
                  <a:lnTo>
                    <a:pt x="958675" y="206"/>
                  </a:lnTo>
                  <a:lnTo>
                    <a:pt x="950817" y="206"/>
                  </a:lnTo>
                  <a:lnTo>
                    <a:pt x="942959" y="205"/>
                  </a:lnTo>
                  <a:lnTo>
                    <a:pt x="935101" y="204"/>
                  </a:lnTo>
                  <a:lnTo>
                    <a:pt x="927243" y="204"/>
                  </a:lnTo>
                  <a:lnTo>
                    <a:pt x="919385" y="203"/>
                  </a:lnTo>
                  <a:lnTo>
                    <a:pt x="911527" y="202"/>
                  </a:lnTo>
                  <a:lnTo>
                    <a:pt x="903669" y="201"/>
                  </a:lnTo>
                  <a:lnTo>
                    <a:pt x="895811" y="201"/>
                  </a:lnTo>
                  <a:lnTo>
                    <a:pt x="887953" y="200"/>
                  </a:lnTo>
                  <a:lnTo>
                    <a:pt x="880095" y="199"/>
                  </a:lnTo>
                  <a:lnTo>
                    <a:pt x="872237" y="198"/>
                  </a:lnTo>
                  <a:lnTo>
                    <a:pt x="864379" y="197"/>
                  </a:lnTo>
                  <a:lnTo>
                    <a:pt x="856521" y="197"/>
                  </a:lnTo>
                  <a:lnTo>
                    <a:pt x="848663" y="196"/>
                  </a:lnTo>
                  <a:lnTo>
                    <a:pt x="840805" y="195"/>
                  </a:lnTo>
                  <a:lnTo>
                    <a:pt x="832947" y="193"/>
                  </a:lnTo>
                  <a:lnTo>
                    <a:pt x="825089" y="191"/>
                  </a:lnTo>
                  <a:lnTo>
                    <a:pt x="817231" y="190"/>
                  </a:lnTo>
                  <a:lnTo>
                    <a:pt x="809373" y="188"/>
                  </a:lnTo>
                  <a:lnTo>
                    <a:pt x="801515" y="186"/>
                  </a:lnTo>
                  <a:lnTo>
                    <a:pt x="793657" y="186"/>
                  </a:lnTo>
                  <a:lnTo>
                    <a:pt x="785799" y="185"/>
                  </a:lnTo>
                  <a:lnTo>
                    <a:pt x="777941" y="184"/>
                  </a:lnTo>
                  <a:lnTo>
                    <a:pt x="770083" y="184"/>
                  </a:lnTo>
                  <a:lnTo>
                    <a:pt x="762225" y="183"/>
                  </a:lnTo>
                  <a:lnTo>
                    <a:pt x="754367" y="182"/>
                  </a:lnTo>
                  <a:lnTo>
                    <a:pt x="746509" y="182"/>
                  </a:lnTo>
                  <a:lnTo>
                    <a:pt x="738651" y="181"/>
                  </a:lnTo>
                  <a:lnTo>
                    <a:pt x="730793" y="180"/>
                  </a:lnTo>
                  <a:lnTo>
                    <a:pt x="722935" y="179"/>
                  </a:lnTo>
                  <a:lnTo>
                    <a:pt x="715077" y="177"/>
                  </a:lnTo>
                  <a:lnTo>
                    <a:pt x="707219" y="176"/>
                  </a:lnTo>
                  <a:lnTo>
                    <a:pt x="699361" y="174"/>
                  </a:lnTo>
                  <a:lnTo>
                    <a:pt x="691503" y="173"/>
                  </a:lnTo>
                  <a:lnTo>
                    <a:pt x="683645" y="171"/>
                  </a:lnTo>
                  <a:lnTo>
                    <a:pt x="675787" y="169"/>
                  </a:lnTo>
                  <a:lnTo>
                    <a:pt x="667929" y="168"/>
                  </a:lnTo>
                  <a:lnTo>
                    <a:pt x="660071" y="166"/>
                  </a:lnTo>
                  <a:lnTo>
                    <a:pt x="652213" y="164"/>
                  </a:lnTo>
                  <a:lnTo>
                    <a:pt x="644355" y="163"/>
                  </a:lnTo>
                  <a:lnTo>
                    <a:pt x="636497" y="162"/>
                  </a:lnTo>
                  <a:lnTo>
                    <a:pt x="628639" y="161"/>
                  </a:lnTo>
                  <a:lnTo>
                    <a:pt x="620781" y="160"/>
                  </a:lnTo>
                  <a:lnTo>
                    <a:pt x="612923" y="159"/>
                  </a:lnTo>
                  <a:lnTo>
                    <a:pt x="605065" y="158"/>
                  </a:lnTo>
                  <a:lnTo>
                    <a:pt x="597207" y="158"/>
                  </a:lnTo>
                  <a:lnTo>
                    <a:pt x="589349" y="157"/>
                  </a:lnTo>
                  <a:lnTo>
                    <a:pt x="581491" y="155"/>
                  </a:lnTo>
                  <a:lnTo>
                    <a:pt x="573633" y="153"/>
                  </a:lnTo>
                  <a:lnTo>
                    <a:pt x="565775" y="152"/>
                  </a:lnTo>
                  <a:lnTo>
                    <a:pt x="557917" y="151"/>
                  </a:lnTo>
                  <a:lnTo>
                    <a:pt x="550059" y="148"/>
                  </a:lnTo>
                  <a:lnTo>
                    <a:pt x="542201" y="146"/>
                  </a:lnTo>
                  <a:lnTo>
                    <a:pt x="534343" y="144"/>
                  </a:lnTo>
                  <a:lnTo>
                    <a:pt x="526485" y="142"/>
                  </a:lnTo>
                  <a:lnTo>
                    <a:pt x="518627" y="139"/>
                  </a:lnTo>
                  <a:lnTo>
                    <a:pt x="510769" y="137"/>
                  </a:lnTo>
                  <a:lnTo>
                    <a:pt x="502911" y="134"/>
                  </a:lnTo>
                  <a:lnTo>
                    <a:pt x="495053" y="131"/>
                  </a:lnTo>
                  <a:lnTo>
                    <a:pt x="487195" y="129"/>
                  </a:lnTo>
                  <a:lnTo>
                    <a:pt x="479337" y="128"/>
                  </a:lnTo>
                  <a:lnTo>
                    <a:pt x="471479" y="127"/>
                  </a:lnTo>
                  <a:lnTo>
                    <a:pt x="463621" y="126"/>
                  </a:lnTo>
                  <a:lnTo>
                    <a:pt x="455763" y="124"/>
                  </a:lnTo>
                  <a:lnTo>
                    <a:pt x="447905" y="122"/>
                  </a:lnTo>
                  <a:lnTo>
                    <a:pt x="440047" y="119"/>
                  </a:lnTo>
                  <a:lnTo>
                    <a:pt x="432189" y="116"/>
                  </a:lnTo>
                  <a:lnTo>
                    <a:pt x="424331" y="114"/>
                  </a:lnTo>
                  <a:lnTo>
                    <a:pt x="416473" y="113"/>
                  </a:lnTo>
                  <a:lnTo>
                    <a:pt x="408615" y="111"/>
                  </a:lnTo>
                  <a:lnTo>
                    <a:pt x="400757" y="108"/>
                  </a:lnTo>
                  <a:lnTo>
                    <a:pt x="392899" y="106"/>
                  </a:lnTo>
                  <a:lnTo>
                    <a:pt x="385041" y="104"/>
                  </a:lnTo>
                  <a:lnTo>
                    <a:pt x="377183" y="102"/>
                  </a:lnTo>
                  <a:lnTo>
                    <a:pt x="369325" y="101"/>
                  </a:lnTo>
                  <a:lnTo>
                    <a:pt x="361467" y="100"/>
                  </a:lnTo>
                  <a:lnTo>
                    <a:pt x="353609" y="99"/>
                  </a:lnTo>
                  <a:lnTo>
                    <a:pt x="345751" y="97"/>
                  </a:lnTo>
                  <a:lnTo>
                    <a:pt x="337893" y="94"/>
                  </a:lnTo>
                  <a:lnTo>
                    <a:pt x="330035" y="92"/>
                  </a:lnTo>
                  <a:lnTo>
                    <a:pt x="322177" y="91"/>
                  </a:lnTo>
                  <a:lnTo>
                    <a:pt x="314319" y="89"/>
                  </a:lnTo>
                  <a:lnTo>
                    <a:pt x="306461" y="87"/>
                  </a:lnTo>
                  <a:lnTo>
                    <a:pt x="298603" y="85"/>
                  </a:lnTo>
                  <a:lnTo>
                    <a:pt x="290745" y="83"/>
                  </a:lnTo>
                  <a:lnTo>
                    <a:pt x="282887" y="81"/>
                  </a:lnTo>
                  <a:lnTo>
                    <a:pt x="275029" y="79"/>
                  </a:lnTo>
                  <a:lnTo>
                    <a:pt x="267171" y="77"/>
                  </a:lnTo>
                  <a:lnTo>
                    <a:pt x="259313" y="75"/>
                  </a:lnTo>
                  <a:lnTo>
                    <a:pt x="251455" y="73"/>
                  </a:lnTo>
                  <a:lnTo>
                    <a:pt x="243597" y="70"/>
                  </a:lnTo>
                  <a:lnTo>
                    <a:pt x="235739" y="68"/>
                  </a:lnTo>
                  <a:lnTo>
                    <a:pt x="227881" y="66"/>
                  </a:lnTo>
                  <a:lnTo>
                    <a:pt x="220023" y="62"/>
                  </a:lnTo>
                  <a:lnTo>
                    <a:pt x="212165" y="60"/>
                  </a:lnTo>
                  <a:lnTo>
                    <a:pt x="204307" y="58"/>
                  </a:lnTo>
                  <a:lnTo>
                    <a:pt x="196449" y="56"/>
                  </a:lnTo>
                  <a:lnTo>
                    <a:pt x="188591" y="54"/>
                  </a:lnTo>
                  <a:lnTo>
                    <a:pt x="180733" y="52"/>
                  </a:lnTo>
                  <a:lnTo>
                    <a:pt x="172875" y="50"/>
                  </a:lnTo>
                  <a:lnTo>
                    <a:pt x="165017" y="47"/>
                  </a:lnTo>
                  <a:lnTo>
                    <a:pt x="157159" y="44"/>
                  </a:lnTo>
                  <a:lnTo>
                    <a:pt x="149301" y="40"/>
                  </a:lnTo>
                  <a:lnTo>
                    <a:pt x="141443" y="38"/>
                  </a:lnTo>
                  <a:lnTo>
                    <a:pt x="133585" y="36"/>
                  </a:lnTo>
                  <a:lnTo>
                    <a:pt x="125727" y="34"/>
                  </a:lnTo>
                  <a:lnTo>
                    <a:pt x="117869" y="31"/>
                  </a:lnTo>
                  <a:lnTo>
                    <a:pt x="110011" y="30"/>
                  </a:lnTo>
                  <a:lnTo>
                    <a:pt x="102153" y="29"/>
                  </a:lnTo>
                  <a:lnTo>
                    <a:pt x="94295" y="27"/>
                  </a:lnTo>
                  <a:lnTo>
                    <a:pt x="86437" y="25"/>
                  </a:lnTo>
                  <a:lnTo>
                    <a:pt x="78579" y="24"/>
                  </a:lnTo>
                  <a:lnTo>
                    <a:pt x="70721" y="23"/>
                  </a:lnTo>
                  <a:lnTo>
                    <a:pt x="62863" y="21"/>
                  </a:lnTo>
                  <a:lnTo>
                    <a:pt x="55005" y="15"/>
                  </a:lnTo>
                  <a:lnTo>
                    <a:pt x="47147" y="14"/>
                  </a:lnTo>
                  <a:lnTo>
                    <a:pt x="39289" y="9"/>
                  </a:lnTo>
                  <a:lnTo>
                    <a:pt x="31431" y="8"/>
                  </a:lnTo>
                  <a:lnTo>
                    <a:pt x="23573" y="6"/>
                  </a:lnTo>
                  <a:lnTo>
                    <a:pt x="15715" y="4"/>
                  </a:lnTo>
                  <a:lnTo>
                    <a:pt x="7857" y="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3608036" y="2987221"/>
              <a:ext cx="2035220" cy="1069"/>
            </a:xfrm>
            <a:custGeom>
              <a:avLst/>
              <a:pathLst>
                <a:path w="2035220" h="1069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27"/>
                  </a:lnTo>
                  <a:lnTo>
                    <a:pt x="31431" y="36"/>
                  </a:lnTo>
                  <a:lnTo>
                    <a:pt x="39289" y="45"/>
                  </a:lnTo>
                  <a:lnTo>
                    <a:pt x="47147" y="50"/>
                  </a:lnTo>
                  <a:lnTo>
                    <a:pt x="55005" y="60"/>
                  </a:lnTo>
                  <a:lnTo>
                    <a:pt x="62863" y="72"/>
                  </a:lnTo>
                  <a:lnTo>
                    <a:pt x="70721" y="80"/>
                  </a:lnTo>
                  <a:lnTo>
                    <a:pt x="78579" y="89"/>
                  </a:lnTo>
                  <a:lnTo>
                    <a:pt x="86437" y="99"/>
                  </a:lnTo>
                  <a:lnTo>
                    <a:pt x="94295" y="106"/>
                  </a:lnTo>
                  <a:lnTo>
                    <a:pt x="102153" y="114"/>
                  </a:lnTo>
                  <a:lnTo>
                    <a:pt x="110011" y="122"/>
                  </a:lnTo>
                  <a:lnTo>
                    <a:pt x="117869" y="129"/>
                  </a:lnTo>
                  <a:lnTo>
                    <a:pt x="125727" y="134"/>
                  </a:lnTo>
                  <a:lnTo>
                    <a:pt x="133585" y="139"/>
                  </a:lnTo>
                  <a:lnTo>
                    <a:pt x="141443" y="145"/>
                  </a:lnTo>
                  <a:lnTo>
                    <a:pt x="149301" y="154"/>
                  </a:lnTo>
                  <a:lnTo>
                    <a:pt x="157159" y="163"/>
                  </a:lnTo>
                  <a:lnTo>
                    <a:pt x="165017" y="173"/>
                  </a:lnTo>
                  <a:lnTo>
                    <a:pt x="172875" y="181"/>
                  </a:lnTo>
                  <a:lnTo>
                    <a:pt x="180733" y="187"/>
                  </a:lnTo>
                  <a:lnTo>
                    <a:pt x="188591" y="194"/>
                  </a:lnTo>
                  <a:lnTo>
                    <a:pt x="196449" y="202"/>
                  </a:lnTo>
                  <a:lnTo>
                    <a:pt x="204307" y="212"/>
                  </a:lnTo>
                  <a:lnTo>
                    <a:pt x="212165" y="220"/>
                  </a:lnTo>
                  <a:lnTo>
                    <a:pt x="220023" y="226"/>
                  </a:lnTo>
                  <a:lnTo>
                    <a:pt x="227881" y="233"/>
                  </a:lnTo>
                  <a:lnTo>
                    <a:pt x="235739" y="239"/>
                  </a:lnTo>
                  <a:lnTo>
                    <a:pt x="243597" y="246"/>
                  </a:lnTo>
                  <a:lnTo>
                    <a:pt x="251455" y="253"/>
                  </a:lnTo>
                  <a:lnTo>
                    <a:pt x="259313" y="258"/>
                  </a:lnTo>
                  <a:lnTo>
                    <a:pt x="267171" y="264"/>
                  </a:lnTo>
                  <a:lnTo>
                    <a:pt x="275029" y="270"/>
                  </a:lnTo>
                  <a:lnTo>
                    <a:pt x="282887" y="276"/>
                  </a:lnTo>
                  <a:lnTo>
                    <a:pt x="290745" y="282"/>
                  </a:lnTo>
                  <a:lnTo>
                    <a:pt x="298603" y="288"/>
                  </a:lnTo>
                  <a:lnTo>
                    <a:pt x="306461" y="294"/>
                  </a:lnTo>
                  <a:lnTo>
                    <a:pt x="314319" y="298"/>
                  </a:lnTo>
                  <a:lnTo>
                    <a:pt x="322177" y="305"/>
                  </a:lnTo>
                  <a:lnTo>
                    <a:pt x="330035" y="308"/>
                  </a:lnTo>
                  <a:lnTo>
                    <a:pt x="337893" y="313"/>
                  </a:lnTo>
                  <a:lnTo>
                    <a:pt x="345751" y="322"/>
                  </a:lnTo>
                  <a:lnTo>
                    <a:pt x="353609" y="330"/>
                  </a:lnTo>
                  <a:lnTo>
                    <a:pt x="361467" y="336"/>
                  </a:lnTo>
                  <a:lnTo>
                    <a:pt x="369325" y="341"/>
                  </a:lnTo>
                  <a:lnTo>
                    <a:pt x="377183" y="344"/>
                  </a:lnTo>
                  <a:lnTo>
                    <a:pt x="385041" y="346"/>
                  </a:lnTo>
                  <a:lnTo>
                    <a:pt x="392899" y="348"/>
                  </a:lnTo>
                  <a:lnTo>
                    <a:pt x="400757" y="352"/>
                  </a:lnTo>
                  <a:lnTo>
                    <a:pt x="408615" y="354"/>
                  </a:lnTo>
                  <a:lnTo>
                    <a:pt x="416473" y="355"/>
                  </a:lnTo>
                  <a:lnTo>
                    <a:pt x="424331" y="359"/>
                  </a:lnTo>
                  <a:lnTo>
                    <a:pt x="432189" y="361"/>
                  </a:lnTo>
                  <a:lnTo>
                    <a:pt x="440047" y="365"/>
                  </a:lnTo>
                  <a:lnTo>
                    <a:pt x="447905" y="367"/>
                  </a:lnTo>
                  <a:lnTo>
                    <a:pt x="455763" y="368"/>
                  </a:lnTo>
                  <a:lnTo>
                    <a:pt x="463621" y="371"/>
                  </a:lnTo>
                  <a:lnTo>
                    <a:pt x="471479" y="373"/>
                  </a:lnTo>
                  <a:lnTo>
                    <a:pt x="479337" y="376"/>
                  </a:lnTo>
                  <a:lnTo>
                    <a:pt x="487195" y="377"/>
                  </a:lnTo>
                  <a:lnTo>
                    <a:pt x="495053" y="380"/>
                  </a:lnTo>
                  <a:lnTo>
                    <a:pt x="502911" y="382"/>
                  </a:lnTo>
                  <a:lnTo>
                    <a:pt x="510769" y="383"/>
                  </a:lnTo>
                  <a:lnTo>
                    <a:pt x="518627" y="387"/>
                  </a:lnTo>
                  <a:lnTo>
                    <a:pt x="526485" y="389"/>
                  </a:lnTo>
                  <a:lnTo>
                    <a:pt x="534343" y="391"/>
                  </a:lnTo>
                  <a:lnTo>
                    <a:pt x="542201" y="393"/>
                  </a:lnTo>
                  <a:lnTo>
                    <a:pt x="550059" y="394"/>
                  </a:lnTo>
                  <a:lnTo>
                    <a:pt x="557917" y="396"/>
                  </a:lnTo>
                  <a:lnTo>
                    <a:pt x="565775" y="397"/>
                  </a:lnTo>
                  <a:lnTo>
                    <a:pt x="573633" y="398"/>
                  </a:lnTo>
                  <a:lnTo>
                    <a:pt x="581491" y="398"/>
                  </a:lnTo>
                  <a:lnTo>
                    <a:pt x="589349" y="401"/>
                  </a:lnTo>
                  <a:lnTo>
                    <a:pt x="597207" y="403"/>
                  </a:lnTo>
                  <a:lnTo>
                    <a:pt x="605065" y="407"/>
                  </a:lnTo>
                  <a:lnTo>
                    <a:pt x="612923" y="412"/>
                  </a:lnTo>
                  <a:lnTo>
                    <a:pt x="620781" y="416"/>
                  </a:lnTo>
                  <a:lnTo>
                    <a:pt x="628639" y="418"/>
                  </a:lnTo>
                  <a:lnTo>
                    <a:pt x="636497" y="419"/>
                  </a:lnTo>
                  <a:lnTo>
                    <a:pt x="644355" y="419"/>
                  </a:lnTo>
                  <a:lnTo>
                    <a:pt x="652213" y="420"/>
                  </a:lnTo>
                  <a:lnTo>
                    <a:pt x="660071" y="423"/>
                  </a:lnTo>
                  <a:lnTo>
                    <a:pt x="667929" y="424"/>
                  </a:lnTo>
                  <a:lnTo>
                    <a:pt x="675787" y="425"/>
                  </a:lnTo>
                  <a:lnTo>
                    <a:pt x="683645" y="426"/>
                  </a:lnTo>
                  <a:lnTo>
                    <a:pt x="691503" y="428"/>
                  </a:lnTo>
                  <a:lnTo>
                    <a:pt x="699361" y="429"/>
                  </a:lnTo>
                  <a:lnTo>
                    <a:pt x="707219" y="432"/>
                  </a:lnTo>
                  <a:lnTo>
                    <a:pt x="715077" y="434"/>
                  </a:lnTo>
                  <a:lnTo>
                    <a:pt x="722935" y="436"/>
                  </a:lnTo>
                  <a:lnTo>
                    <a:pt x="730793" y="436"/>
                  </a:lnTo>
                  <a:lnTo>
                    <a:pt x="738651" y="437"/>
                  </a:lnTo>
                  <a:lnTo>
                    <a:pt x="746509" y="439"/>
                  </a:lnTo>
                  <a:lnTo>
                    <a:pt x="754367" y="441"/>
                  </a:lnTo>
                  <a:lnTo>
                    <a:pt x="762225" y="441"/>
                  </a:lnTo>
                  <a:lnTo>
                    <a:pt x="770083" y="441"/>
                  </a:lnTo>
                  <a:lnTo>
                    <a:pt x="777941" y="443"/>
                  </a:lnTo>
                  <a:lnTo>
                    <a:pt x="785799" y="442"/>
                  </a:lnTo>
                  <a:lnTo>
                    <a:pt x="793657" y="441"/>
                  </a:lnTo>
                  <a:lnTo>
                    <a:pt x="801515" y="442"/>
                  </a:lnTo>
                  <a:lnTo>
                    <a:pt x="809373" y="442"/>
                  </a:lnTo>
                  <a:lnTo>
                    <a:pt x="817231" y="444"/>
                  </a:lnTo>
                  <a:lnTo>
                    <a:pt x="825089" y="445"/>
                  </a:lnTo>
                  <a:lnTo>
                    <a:pt x="832947" y="446"/>
                  </a:lnTo>
                  <a:lnTo>
                    <a:pt x="840805" y="446"/>
                  </a:lnTo>
                  <a:lnTo>
                    <a:pt x="848663" y="448"/>
                  </a:lnTo>
                  <a:lnTo>
                    <a:pt x="856521" y="449"/>
                  </a:lnTo>
                  <a:lnTo>
                    <a:pt x="864379" y="450"/>
                  </a:lnTo>
                  <a:lnTo>
                    <a:pt x="872237" y="451"/>
                  </a:lnTo>
                  <a:lnTo>
                    <a:pt x="880095" y="452"/>
                  </a:lnTo>
                  <a:lnTo>
                    <a:pt x="887953" y="454"/>
                  </a:lnTo>
                  <a:lnTo>
                    <a:pt x="895811" y="454"/>
                  </a:lnTo>
                  <a:lnTo>
                    <a:pt x="903669" y="455"/>
                  </a:lnTo>
                  <a:lnTo>
                    <a:pt x="911527" y="456"/>
                  </a:lnTo>
                  <a:lnTo>
                    <a:pt x="919385" y="457"/>
                  </a:lnTo>
                  <a:lnTo>
                    <a:pt x="927243" y="456"/>
                  </a:lnTo>
                  <a:lnTo>
                    <a:pt x="935101" y="457"/>
                  </a:lnTo>
                  <a:lnTo>
                    <a:pt x="942959" y="457"/>
                  </a:lnTo>
                  <a:lnTo>
                    <a:pt x="950817" y="457"/>
                  </a:lnTo>
                  <a:lnTo>
                    <a:pt x="958675" y="459"/>
                  </a:lnTo>
                  <a:lnTo>
                    <a:pt x="966533" y="458"/>
                  </a:lnTo>
                  <a:lnTo>
                    <a:pt x="974391" y="459"/>
                  </a:lnTo>
                  <a:lnTo>
                    <a:pt x="982249" y="459"/>
                  </a:lnTo>
                  <a:lnTo>
                    <a:pt x="990107" y="459"/>
                  </a:lnTo>
                  <a:lnTo>
                    <a:pt x="997965" y="459"/>
                  </a:lnTo>
                  <a:lnTo>
                    <a:pt x="1005823" y="457"/>
                  </a:lnTo>
                  <a:lnTo>
                    <a:pt x="1013681" y="457"/>
                  </a:lnTo>
                  <a:lnTo>
                    <a:pt x="1021539" y="454"/>
                  </a:lnTo>
                  <a:lnTo>
                    <a:pt x="1029397" y="454"/>
                  </a:lnTo>
                  <a:lnTo>
                    <a:pt x="1037254" y="455"/>
                  </a:lnTo>
                  <a:lnTo>
                    <a:pt x="1045112" y="456"/>
                  </a:lnTo>
                  <a:lnTo>
                    <a:pt x="1052970" y="457"/>
                  </a:lnTo>
                  <a:lnTo>
                    <a:pt x="1060828" y="458"/>
                  </a:lnTo>
                  <a:lnTo>
                    <a:pt x="1068686" y="457"/>
                  </a:lnTo>
                  <a:lnTo>
                    <a:pt x="1076544" y="457"/>
                  </a:lnTo>
                  <a:lnTo>
                    <a:pt x="1084402" y="455"/>
                  </a:lnTo>
                  <a:lnTo>
                    <a:pt x="1092260" y="454"/>
                  </a:lnTo>
                  <a:lnTo>
                    <a:pt x="1100118" y="453"/>
                  </a:lnTo>
                  <a:lnTo>
                    <a:pt x="1107976" y="452"/>
                  </a:lnTo>
                  <a:lnTo>
                    <a:pt x="1115834" y="451"/>
                  </a:lnTo>
                  <a:lnTo>
                    <a:pt x="1123692" y="452"/>
                  </a:lnTo>
                  <a:lnTo>
                    <a:pt x="1131550" y="452"/>
                  </a:lnTo>
                  <a:lnTo>
                    <a:pt x="1139408" y="452"/>
                  </a:lnTo>
                  <a:lnTo>
                    <a:pt x="1147266" y="453"/>
                  </a:lnTo>
                  <a:lnTo>
                    <a:pt x="1155124" y="452"/>
                  </a:lnTo>
                  <a:lnTo>
                    <a:pt x="1162982" y="452"/>
                  </a:lnTo>
                  <a:lnTo>
                    <a:pt x="1170840" y="452"/>
                  </a:lnTo>
                  <a:lnTo>
                    <a:pt x="1178698" y="452"/>
                  </a:lnTo>
                  <a:lnTo>
                    <a:pt x="1186556" y="450"/>
                  </a:lnTo>
                  <a:lnTo>
                    <a:pt x="1194414" y="449"/>
                  </a:lnTo>
                  <a:lnTo>
                    <a:pt x="1202272" y="450"/>
                  </a:lnTo>
                  <a:lnTo>
                    <a:pt x="1210130" y="450"/>
                  </a:lnTo>
                  <a:lnTo>
                    <a:pt x="1217988" y="450"/>
                  </a:lnTo>
                  <a:lnTo>
                    <a:pt x="1225846" y="449"/>
                  </a:lnTo>
                  <a:lnTo>
                    <a:pt x="1233704" y="448"/>
                  </a:lnTo>
                  <a:lnTo>
                    <a:pt x="1241562" y="446"/>
                  </a:lnTo>
                  <a:lnTo>
                    <a:pt x="1249420" y="446"/>
                  </a:lnTo>
                  <a:lnTo>
                    <a:pt x="1257278" y="445"/>
                  </a:lnTo>
                  <a:lnTo>
                    <a:pt x="1265136" y="445"/>
                  </a:lnTo>
                  <a:lnTo>
                    <a:pt x="1272994" y="444"/>
                  </a:lnTo>
                  <a:lnTo>
                    <a:pt x="1280852" y="443"/>
                  </a:lnTo>
                  <a:lnTo>
                    <a:pt x="1288710" y="443"/>
                  </a:lnTo>
                  <a:lnTo>
                    <a:pt x="1296568" y="443"/>
                  </a:lnTo>
                  <a:lnTo>
                    <a:pt x="1304426" y="444"/>
                  </a:lnTo>
                  <a:lnTo>
                    <a:pt x="1312284" y="444"/>
                  </a:lnTo>
                  <a:lnTo>
                    <a:pt x="1320142" y="444"/>
                  </a:lnTo>
                  <a:lnTo>
                    <a:pt x="1328000" y="444"/>
                  </a:lnTo>
                  <a:lnTo>
                    <a:pt x="1335858" y="442"/>
                  </a:lnTo>
                  <a:lnTo>
                    <a:pt x="1343716" y="442"/>
                  </a:lnTo>
                  <a:lnTo>
                    <a:pt x="1351574" y="440"/>
                  </a:lnTo>
                  <a:lnTo>
                    <a:pt x="1359432" y="439"/>
                  </a:lnTo>
                  <a:lnTo>
                    <a:pt x="1367290" y="439"/>
                  </a:lnTo>
                  <a:lnTo>
                    <a:pt x="1375148" y="439"/>
                  </a:lnTo>
                  <a:lnTo>
                    <a:pt x="1383006" y="438"/>
                  </a:lnTo>
                  <a:lnTo>
                    <a:pt x="1390864" y="438"/>
                  </a:lnTo>
                  <a:lnTo>
                    <a:pt x="1398722" y="437"/>
                  </a:lnTo>
                  <a:lnTo>
                    <a:pt x="1406580" y="436"/>
                  </a:lnTo>
                  <a:lnTo>
                    <a:pt x="1414438" y="435"/>
                  </a:lnTo>
                  <a:lnTo>
                    <a:pt x="1422296" y="434"/>
                  </a:lnTo>
                  <a:lnTo>
                    <a:pt x="1430154" y="433"/>
                  </a:lnTo>
                  <a:lnTo>
                    <a:pt x="1438012" y="433"/>
                  </a:lnTo>
                  <a:lnTo>
                    <a:pt x="1445870" y="433"/>
                  </a:lnTo>
                  <a:lnTo>
                    <a:pt x="1453728" y="432"/>
                  </a:lnTo>
                  <a:lnTo>
                    <a:pt x="1461586" y="430"/>
                  </a:lnTo>
                  <a:lnTo>
                    <a:pt x="1469444" y="428"/>
                  </a:lnTo>
                  <a:lnTo>
                    <a:pt x="1477302" y="427"/>
                  </a:lnTo>
                  <a:lnTo>
                    <a:pt x="1485160" y="426"/>
                  </a:lnTo>
                  <a:lnTo>
                    <a:pt x="1493018" y="424"/>
                  </a:lnTo>
                  <a:lnTo>
                    <a:pt x="1500876" y="423"/>
                  </a:lnTo>
                  <a:lnTo>
                    <a:pt x="1508734" y="422"/>
                  </a:lnTo>
                  <a:lnTo>
                    <a:pt x="1516592" y="421"/>
                  </a:lnTo>
                  <a:lnTo>
                    <a:pt x="1524450" y="420"/>
                  </a:lnTo>
                  <a:lnTo>
                    <a:pt x="1532308" y="419"/>
                  </a:lnTo>
                  <a:lnTo>
                    <a:pt x="1540166" y="419"/>
                  </a:lnTo>
                  <a:lnTo>
                    <a:pt x="1548024" y="419"/>
                  </a:lnTo>
                  <a:lnTo>
                    <a:pt x="1555882" y="419"/>
                  </a:lnTo>
                  <a:lnTo>
                    <a:pt x="1563740" y="417"/>
                  </a:lnTo>
                  <a:lnTo>
                    <a:pt x="1571598" y="416"/>
                  </a:lnTo>
                  <a:lnTo>
                    <a:pt x="1579456" y="415"/>
                  </a:lnTo>
                  <a:lnTo>
                    <a:pt x="1587314" y="414"/>
                  </a:lnTo>
                  <a:lnTo>
                    <a:pt x="1595172" y="413"/>
                  </a:lnTo>
                  <a:lnTo>
                    <a:pt x="1603030" y="413"/>
                  </a:lnTo>
                  <a:lnTo>
                    <a:pt x="1610888" y="413"/>
                  </a:lnTo>
                  <a:lnTo>
                    <a:pt x="1618746" y="412"/>
                  </a:lnTo>
                  <a:lnTo>
                    <a:pt x="1626604" y="411"/>
                  </a:lnTo>
                  <a:lnTo>
                    <a:pt x="1634462" y="410"/>
                  </a:lnTo>
                  <a:lnTo>
                    <a:pt x="1642320" y="409"/>
                  </a:lnTo>
                  <a:lnTo>
                    <a:pt x="1650178" y="407"/>
                  </a:lnTo>
                  <a:lnTo>
                    <a:pt x="1658036" y="405"/>
                  </a:lnTo>
                  <a:lnTo>
                    <a:pt x="1665894" y="403"/>
                  </a:lnTo>
                  <a:lnTo>
                    <a:pt x="1673752" y="402"/>
                  </a:lnTo>
                  <a:lnTo>
                    <a:pt x="1681610" y="402"/>
                  </a:lnTo>
                  <a:lnTo>
                    <a:pt x="1689468" y="402"/>
                  </a:lnTo>
                  <a:lnTo>
                    <a:pt x="1697326" y="402"/>
                  </a:lnTo>
                  <a:lnTo>
                    <a:pt x="1705184" y="401"/>
                  </a:lnTo>
                  <a:lnTo>
                    <a:pt x="1713042" y="401"/>
                  </a:lnTo>
                  <a:lnTo>
                    <a:pt x="1720900" y="401"/>
                  </a:lnTo>
                  <a:lnTo>
                    <a:pt x="1728758" y="400"/>
                  </a:lnTo>
                  <a:lnTo>
                    <a:pt x="1736616" y="399"/>
                  </a:lnTo>
                  <a:lnTo>
                    <a:pt x="1744474" y="398"/>
                  </a:lnTo>
                  <a:lnTo>
                    <a:pt x="1752332" y="396"/>
                  </a:lnTo>
                  <a:lnTo>
                    <a:pt x="1760190" y="396"/>
                  </a:lnTo>
                  <a:lnTo>
                    <a:pt x="1768048" y="395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2"/>
                  </a:lnTo>
                  <a:lnTo>
                    <a:pt x="1799480" y="391"/>
                  </a:lnTo>
                  <a:lnTo>
                    <a:pt x="1807338" y="390"/>
                  </a:lnTo>
                  <a:lnTo>
                    <a:pt x="1815196" y="389"/>
                  </a:lnTo>
                  <a:lnTo>
                    <a:pt x="1823054" y="387"/>
                  </a:lnTo>
                  <a:lnTo>
                    <a:pt x="1830912" y="386"/>
                  </a:lnTo>
                  <a:lnTo>
                    <a:pt x="1838770" y="385"/>
                  </a:lnTo>
                  <a:lnTo>
                    <a:pt x="1846628" y="384"/>
                  </a:lnTo>
                  <a:lnTo>
                    <a:pt x="1854486" y="383"/>
                  </a:lnTo>
                  <a:lnTo>
                    <a:pt x="1862344" y="381"/>
                  </a:lnTo>
                  <a:lnTo>
                    <a:pt x="1870202" y="380"/>
                  </a:lnTo>
                  <a:lnTo>
                    <a:pt x="1878060" y="379"/>
                  </a:lnTo>
                  <a:lnTo>
                    <a:pt x="1885918" y="378"/>
                  </a:lnTo>
                  <a:lnTo>
                    <a:pt x="1893776" y="376"/>
                  </a:lnTo>
                  <a:lnTo>
                    <a:pt x="1901634" y="374"/>
                  </a:lnTo>
                  <a:lnTo>
                    <a:pt x="1909492" y="373"/>
                  </a:lnTo>
                  <a:lnTo>
                    <a:pt x="1917350" y="372"/>
                  </a:lnTo>
                  <a:lnTo>
                    <a:pt x="1925208" y="370"/>
                  </a:lnTo>
                  <a:lnTo>
                    <a:pt x="1933066" y="369"/>
                  </a:lnTo>
                  <a:lnTo>
                    <a:pt x="1940924" y="368"/>
                  </a:lnTo>
                  <a:lnTo>
                    <a:pt x="1948782" y="366"/>
                  </a:lnTo>
                  <a:lnTo>
                    <a:pt x="1956640" y="365"/>
                  </a:lnTo>
                  <a:lnTo>
                    <a:pt x="1964498" y="364"/>
                  </a:lnTo>
                  <a:lnTo>
                    <a:pt x="1972356" y="363"/>
                  </a:lnTo>
                  <a:lnTo>
                    <a:pt x="1980214" y="362"/>
                  </a:lnTo>
                  <a:lnTo>
                    <a:pt x="1988072" y="361"/>
                  </a:lnTo>
                  <a:lnTo>
                    <a:pt x="1995930" y="360"/>
                  </a:lnTo>
                  <a:lnTo>
                    <a:pt x="2003788" y="358"/>
                  </a:lnTo>
                  <a:lnTo>
                    <a:pt x="2011646" y="357"/>
                  </a:lnTo>
                  <a:lnTo>
                    <a:pt x="2019504" y="355"/>
                  </a:lnTo>
                  <a:lnTo>
                    <a:pt x="2027362" y="354"/>
                  </a:lnTo>
                  <a:lnTo>
                    <a:pt x="2035220" y="352"/>
                  </a:lnTo>
                  <a:lnTo>
                    <a:pt x="2035220" y="1069"/>
                  </a:lnTo>
                  <a:lnTo>
                    <a:pt x="2027362" y="1068"/>
                  </a:lnTo>
                  <a:lnTo>
                    <a:pt x="2019504" y="1067"/>
                  </a:lnTo>
                  <a:lnTo>
                    <a:pt x="2011646" y="1066"/>
                  </a:lnTo>
                  <a:lnTo>
                    <a:pt x="2003788" y="1065"/>
                  </a:lnTo>
                  <a:lnTo>
                    <a:pt x="1995930" y="1064"/>
                  </a:lnTo>
                  <a:lnTo>
                    <a:pt x="1988072" y="1063"/>
                  </a:lnTo>
                  <a:lnTo>
                    <a:pt x="1980214" y="1062"/>
                  </a:lnTo>
                  <a:lnTo>
                    <a:pt x="1972356" y="1060"/>
                  </a:lnTo>
                  <a:lnTo>
                    <a:pt x="1964498" y="1059"/>
                  </a:lnTo>
                  <a:lnTo>
                    <a:pt x="1956640" y="1058"/>
                  </a:lnTo>
                  <a:lnTo>
                    <a:pt x="1948782" y="1057"/>
                  </a:lnTo>
                  <a:lnTo>
                    <a:pt x="1940924" y="1057"/>
                  </a:lnTo>
                  <a:lnTo>
                    <a:pt x="1933066" y="1056"/>
                  </a:lnTo>
                  <a:lnTo>
                    <a:pt x="1925208" y="1055"/>
                  </a:lnTo>
                  <a:lnTo>
                    <a:pt x="1917350" y="1054"/>
                  </a:lnTo>
                  <a:lnTo>
                    <a:pt x="1909492" y="1053"/>
                  </a:lnTo>
                  <a:lnTo>
                    <a:pt x="1901634" y="1052"/>
                  </a:lnTo>
                  <a:lnTo>
                    <a:pt x="1893776" y="1051"/>
                  </a:lnTo>
                  <a:lnTo>
                    <a:pt x="1885918" y="1050"/>
                  </a:lnTo>
                  <a:lnTo>
                    <a:pt x="1878060" y="1050"/>
                  </a:lnTo>
                  <a:lnTo>
                    <a:pt x="1870202" y="1049"/>
                  </a:lnTo>
                  <a:lnTo>
                    <a:pt x="1862344" y="1048"/>
                  </a:lnTo>
                  <a:lnTo>
                    <a:pt x="1854486" y="1046"/>
                  </a:lnTo>
                  <a:lnTo>
                    <a:pt x="1846628" y="1045"/>
                  </a:lnTo>
                  <a:lnTo>
                    <a:pt x="1838770" y="1044"/>
                  </a:lnTo>
                  <a:lnTo>
                    <a:pt x="1830912" y="1043"/>
                  </a:lnTo>
                  <a:lnTo>
                    <a:pt x="1823054" y="1043"/>
                  </a:lnTo>
                  <a:lnTo>
                    <a:pt x="1815196" y="1042"/>
                  </a:lnTo>
                  <a:lnTo>
                    <a:pt x="1807338" y="1041"/>
                  </a:lnTo>
                  <a:lnTo>
                    <a:pt x="1799480" y="1040"/>
                  </a:lnTo>
                  <a:lnTo>
                    <a:pt x="1791622" y="1039"/>
                  </a:lnTo>
                  <a:lnTo>
                    <a:pt x="1783764" y="1038"/>
                  </a:lnTo>
                  <a:lnTo>
                    <a:pt x="1775906" y="1037"/>
                  </a:lnTo>
                  <a:lnTo>
                    <a:pt x="1768048" y="1036"/>
                  </a:lnTo>
                  <a:lnTo>
                    <a:pt x="1760190" y="1035"/>
                  </a:lnTo>
                  <a:lnTo>
                    <a:pt x="1752332" y="1034"/>
                  </a:lnTo>
                  <a:lnTo>
                    <a:pt x="1744474" y="1033"/>
                  </a:lnTo>
                  <a:lnTo>
                    <a:pt x="1736616" y="1032"/>
                  </a:lnTo>
                  <a:lnTo>
                    <a:pt x="1728758" y="1031"/>
                  </a:lnTo>
                  <a:lnTo>
                    <a:pt x="1720900" y="1030"/>
                  </a:lnTo>
                  <a:lnTo>
                    <a:pt x="1713042" y="1029"/>
                  </a:lnTo>
                  <a:lnTo>
                    <a:pt x="1705184" y="1028"/>
                  </a:lnTo>
                  <a:lnTo>
                    <a:pt x="1697326" y="1027"/>
                  </a:lnTo>
                  <a:lnTo>
                    <a:pt x="1689468" y="1026"/>
                  </a:lnTo>
                  <a:lnTo>
                    <a:pt x="1681610" y="1024"/>
                  </a:lnTo>
                  <a:lnTo>
                    <a:pt x="1673752" y="1023"/>
                  </a:lnTo>
                  <a:lnTo>
                    <a:pt x="1665894" y="1022"/>
                  </a:lnTo>
                  <a:lnTo>
                    <a:pt x="1658036" y="1021"/>
                  </a:lnTo>
                  <a:lnTo>
                    <a:pt x="1650178" y="1019"/>
                  </a:lnTo>
                  <a:lnTo>
                    <a:pt x="1642320" y="1018"/>
                  </a:lnTo>
                  <a:lnTo>
                    <a:pt x="1634462" y="1016"/>
                  </a:lnTo>
                  <a:lnTo>
                    <a:pt x="1626604" y="1016"/>
                  </a:lnTo>
                  <a:lnTo>
                    <a:pt x="1618746" y="1015"/>
                  </a:lnTo>
                  <a:lnTo>
                    <a:pt x="1610888" y="1014"/>
                  </a:lnTo>
                  <a:lnTo>
                    <a:pt x="1603030" y="1012"/>
                  </a:lnTo>
                  <a:lnTo>
                    <a:pt x="1595172" y="1011"/>
                  </a:lnTo>
                  <a:lnTo>
                    <a:pt x="1587314" y="1010"/>
                  </a:lnTo>
                  <a:lnTo>
                    <a:pt x="1579456" y="1009"/>
                  </a:lnTo>
                  <a:lnTo>
                    <a:pt x="1571598" y="1007"/>
                  </a:lnTo>
                  <a:lnTo>
                    <a:pt x="1563740" y="1006"/>
                  </a:lnTo>
                  <a:lnTo>
                    <a:pt x="1555882" y="1005"/>
                  </a:lnTo>
                  <a:lnTo>
                    <a:pt x="1548024" y="1003"/>
                  </a:lnTo>
                  <a:lnTo>
                    <a:pt x="1540166" y="1002"/>
                  </a:lnTo>
                  <a:lnTo>
                    <a:pt x="1532308" y="1002"/>
                  </a:lnTo>
                  <a:lnTo>
                    <a:pt x="1524450" y="1001"/>
                  </a:lnTo>
                  <a:lnTo>
                    <a:pt x="1516592" y="1000"/>
                  </a:lnTo>
                  <a:lnTo>
                    <a:pt x="1508734" y="999"/>
                  </a:lnTo>
                  <a:lnTo>
                    <a:pt x="1500876" y="998"/>
                  </a:lnTo>
                  <a:lnTo>
                    <a:pt x="1493018" y="997"/>
                  </a:lnTo>
                  <a:lnTo>
                    <a:pt x="1485160" y="995"/>
                  </a:lnTo>
                  <a:lnTo>
                    <a:pt x="1477302" y="994"/>
                  </a:lnTo>
                  <a:lnTo>
                    <a:pt x="1469444" y="992"/>
                  </a:lnTo>
                  <a:lnTo>
                    <a:pt x="1461586" y="990"/>
                  </a:lnTo>
                  <a:lnTo>
                    <a:pt x="1453728" y="988"/>
                  </a:lnTo>
                  <a:lnTo>
                    <a:pt x="1445870" y="987"/>
                  </a:lnTo>
                  <a:lnTo>
                    <a:pt x="1438012" y="986"/>
                  </a:lnTo>
                  <a:lnTo>
                    <a:pt x="1430154" y="985"/>
                  </a:lnTo>
                  <a:lnTo>
                    <a:pt x="1422296" y="984"/>
                  </a:lnTo>
                  <a:lnTo>
                    <a:pt x="1414438" y="983"/>
                  </a:lnTo>
                  <a:lnTo>
                    <a:pt x="1406580" y="982"/>
                  </a:lnTo>
                  <a:lnTo>
                    <a:pt x="1398722" y="981"/>
                  </a:lnTo>
                  <a:lnTo>
                    <a:pt x="1390864" y="980"/>
                  </a:lnTo>
                  <a:lnTo>
                    <a:pt x="1383006" y="979"/>
                  </a:lnTo>
                  <a:lnTo>
                    <a:pt x="1375148" y="978"/>
                  </a:lnTo>
                  <a:lnTo>
                    <a:pt x="1367290" y="977"/>
                  </a:lnTo>
                  <a:lnTo>
                    <a:pt x="1359432" y="975"/>
                  </a:lnTo>
                  <a:lnTo>
                    <a:pt x="1351574" y="974"/>
                  </a:lnTo>
                  <a:lnTo>
                    <a:pt x="1343716" y="973"/>
                  </a:lnTo>
                  <a:lnTo>
                    <a:pt x="1335858" y="972"/>
                  </a:lnTo>
                  <a:lnTo>
                    <a:pt x="1328000" y="970"/>
                  </a:lnTo>
                  <a:lnTo>
                    <a:pt x="1320142" y="968"/>
                  </a:lnTo>
                  <a:lnTo>
                    <a:pt x="1312284" y="966"/>
                  </a:lnTo>
                  <a:lnTo>
                    <a:pt x="1304426" y="964"/>
                  </a:lnTo>
                  <a:lnTo>
                    <a:pt x="1296568" y="962"/>
                  </a:lnTo>
                  <a:lnTo>
                    <a:pt x="1288710" y="960"/>
                  </a:lnTo>
                  <a:lnTo>
                    <a:pt x="1280852" y="959"/>
                  </a:lnTo>
                  <a:lnTo>
                    <a:pt x="1272994" y="957"/>
                  </a:lnTo>
                  <a:lnTo>
                    <a:pt x="1265136" y="955"/>
                  </a:lnTo>
                  <a:lnTo>
                    <a:pt x="1257278" y="953"/>
                  </a:lnTo>
                  <a:lnTo>
                    <a:pt x="1249420" y="951"/>
                  </a:lnTo>
                  <a:lnTo>
                    <a:pt x="1241562" y="949"/>
                  </a:lnTo>
                  <a:lnTo>
                    <a:pt x="1233704" y="947"/>
                  </a:lnTo>
                  <a:lnTo>
                    <a:pt x="1225846" y="945"/>
                  </a:lnTo>
                  <a:lnTo>
                    <a:pt x="1217988" y="942"/>
                  </a:lnTo>
                  <a:lnTo>
                    <a:pt x="1210130" y="940"/>
                  </a:lnTo>
                  <a:lnTo>
                    <a:pt x="1202272" y="939"/>
                  </a:lnTo>
                  <a:lnTo>
                    <a:pt x="1194414" y="936"/>
                  </a:lnTo>
                  <a:lnTo>
                    <a:pt x="1186556" y="934"/>
                  </a:lnTo>
                  <a:lnTo>
                    <a:pt x="1178698" y="933"/>
                  </a:lnTo>
                  <a:lnTo>
                    <a:pt x="1170840" y="931"/>
                  </a:lnTo>
                  <a:lnTo>
                    <a:pt x="1162982" y="929"/>
                  </a:lnTo>
                  <a:lnTo>
                    <a:pt x="1155124" y="928"/>
                  </a:lnTo>
                  <a:lnTo>
                    <a:pt x="1147266" y="926"/>
                  </a:lnTo>
                  <a:lnTo>
                    <a:pt x="1139408" y="924"/>
                  </a:lnTo>
                  <a:lnTo>
                    <a:pt x="1131550" y="922"/>
                  </a:lnTo>
                  <a:lnTo>
                    <a:pt x="1123692" y="919"/>
                  </a:lnTo>
                  <a:lnTo>
                    <a:pt x="1115834" y="917"/>
                  </a:lnTo>
                  <a:lnTo>
                    <a:pt x="1107976" y="915"/>
                  </a:lnTo>
                  <a:lnTo>
                    <a:pt x="1100118" y="914"/>
                  </a:lnTo>
                  <a:lnTo>
                    <a:pt x="1092260" y="912"/>
                  </a:lnTo>
                  <a:lnTo>
                    <a:pt x="1084402" y="910"/>
                  </a:lnTo>
                  <a:lnTo>
                    <a:pt x="1076544" y="909"/>
                  </a:lnTo>
                  <a:lnTo>
                    <a:pt x="1068686" y="908"/>
                  </a:lnTo>
                  <a:lnTo>
                    <a:pt x="1060828" y="905"/>
                  </a:lnTo>
                  <a:lnTo>
                    <a:pt x="1052970" y="903"/>
                  </a:lnTo>
                  <a:lnTo>
                    <a:pt x="1045112" y="901"/>
                  </a:lnTo>
                  <a:lnTo>
                    <a:pt x="1037254" y="898"/>
                  </a:lnTo>
                  <a:lnTo>
                    <a:pt x="1029397" y="896"/>
                  </a:lnTo>
                  <a:lnTo>
                    <a:pt x="1021539" y="893"/>
                  </a:lnTo>
                  <a:lnTo>
                    <a:pt x="1013681" y="890"/>
                  </a:lnTo>
                  <a:lnTo>
                    <a:pt x="1005823" y="889"/>
                  </a:lnTo>
                  <a:lnTo>
                    <a:pt x="997965" y="887"/>
                  </a:lnTo>
                  <a:lnTo>
                    <a:pt x="990107" y="886"/>
                  </a:lnTo>
                  <a:lnTo>
                    <a:pt x="982249" y="885"/>
                  </a:lnTo>
                  <a:lnTo>
                    <a:pt x="974391" y="883"/>
                  </a:lnTo>
                  <a:lnTo>
                    <a:pt x="966533" y="882"/>
                  </a:lnTo>
                  <a:lnTo>
                    <a:pt x="958675" y="879"/>
                  </a:lnTo>
                  <a:lnTo>
                    <a:pt x="950817" y="876"/>
                  </a:lnTo>
                  <a:lnTo>
                    <a:pt x="942959" y="874"/>
                  </a:lnTo>
                  <a:lnTo>
                    <a:pt x="935101" y="873"/>
                  </a:lnTo>
                  <a:lnTo>
                    <a:pt x="927243" y="871"/>
                  </a:lnTo>
                  <a:lnTo>
                    <a:pt x="919385" y="869"/>
                  </a:lnTo>
                  <a:lnTo>
                    <a:pt x="911527" y="867"/>
                  </a:lnTo>
                  <a:lnTo>
                    <a:pt x="903669" y="866"/>
                  </a:lnTo>
                  <a:lnTo>
                    <a:pt x="895811" y="864"/>
                  </a:lnTo>
                  <a:lnTo>
                    <a:pt x="887953" y="862"/>
                  </a:lnTo>
                  <a:lnTo>
                    <a:pt x="880095" y="860"/>
                  </a:lnTo>
                  <a:lnTo>
                    <a:pt x="872237" y="858"/>
                  </a:lnTo>
                  <a:lnTo>
                    <a:pt x="864379" y="858"/>
                  </a:lnTo>
                  <a:lnTo>
                    <a:pt x="856521" y="856"/>
                  </a:lnTo>
                  <a:lnTo>
                    <a:pt x="848663" y="854"/>
                  </a:lnTo>
                  <a:lnTo>
                    <a:pt x="840805" y="852"/>
                  </a:lnTo>
                  <a:lnTo>
                    <a:pt x="832947" y="850"/>
                  </a:lnTo>
                  <a:lnTo>
                    <a:pt x="825089" y="847"/>
                  </a:lnTo>
                  <a:lnTo>
                    <a:pt x="817231" y="845"/>
                  </a:lnTo>
                  <a:lnTo>
                    <a:pt x="809373" y="843"/>
                  </a:lnTo>
                  <a:lnTo>
                    <a:pt x="801515" y="841"/>
                  </a:lnTo>
                  <a:lnTo>
                    <a:pt x="793657" y="839"/>
                  </a:lnTo>
                  <a:lnTo>
                    <a:pt x="785799" y="837"/>
                  </a:lnTo>
                  <a:lnTo>
                    <a:pt x="777941" y="835"/>
                  </a:lnTo>
                  <a:lnTo>
                    <a:pt x="770083" y="833"/>
                  </a:lnTo>
                  <a:lnTo>
                    <a:pt x="762225" y="831"/>
                  </a:lnTo>
                  <a:lnTo>
                    <a:pt x="754367" y="829"/>
                  </a:lnTo>
                  <a:lnTo>
                    <a:pt x="746509" y="827"/>
                  </a:lnTo>
                  <a:lnTo>
                    <a:pt x="738651" y="824"/>
                  </a:lnTo>
                  <a:lnTo>
                    <a:pt x="730793" y="822"/>
                  </a:lnTo>
                  <a:lnTo>
                    <a:pt x="722935" y="821"/>
                  </a:lnTo>
                  <a:lnTo>
                    <a:pt x="715077" y="818"/>
                  </a:lnTo>
                  <a:lnTo>
                    <a:pt x="707219" y="816"/>
                  </a:lnTo>
                  <a:lnTo>
                    <a:pt x="699361" y="814"/>
                  </a:lnTo>
                  <a:lnTo>
                    <a:pt x="691503" y="810"/>
                  </a:lnTo>
                  <a:lnTo>
                    <a:pt x="683645" y="808"/>
                  </a:lnTo>
                  <a:lnTo>
                    <a:pt x="675787" y="807"/>
                  </a:lnTo>
                  <a:lnTo>
                    <a:pt x="667929" y="805"/>
                  </a:lnTo>
                  <a:lnTo>
                    <a:pt x="660071" y="803"/>
                  </a:lnTo>
                  <a:lnTo>
                    <a:pt x="652213" y="802"/>
                  </a:lnTo>
                  <a:lnTo>
                    <a:pt x="644355" y="801"/>
                  </a:lnTo>
                  <a:lnTo>
                    <a:pt x="636497" y="801"/>
                  </a:lnTo>
                  <a:lnTo>
                    <a:pt x="628639" y="800"/>
                  </a:lnTo>
                  <a:lnTo>
                    <a:pt x="620781" y="799"/>
                  </a:lnTo>
                  <a:lnTo>
                    <a:pt x="612923" y="798"/>
                  </a:lnTo>
                  <a:lnTo>
                    <a:pt x="605065" y="797"/>
                  </a:lnTo>
                  <a:lnTo>
                    <a:pt x="597207" y="794"/>
                  </a:lnTo>
                  <a:lnTo>
                    <a:pt x="589349" y="793"/>
                  </a:lnTo>
                  <a:lnTo>
                    <a:pt x="581491" y="792"/>
                  </a:lnTo>
                  <a:lnTo>
                    <a:pt x="573633" y="791"/>
                  </a:lnTo>
                  <a:lnTo>
                    <a:pt x="565775" y="790"/>
                  </a:lnTo>
                  <a:lnTo>
                    <a:pt x="557917" y="788"/>
                  </a:lnTo>
                  <a:lnTo>
                    <a:pt x="550059" y="786"/>
                  </a:lnTo>
                  <a:lnTo>
                    <a:pt x="542201" y="783"/>
                  </a:lnTo>
                  <a:lnTo>
                    <a:pt x="534343" y="780"/>
                  </a:lnTo>
                  <a:lnTo>
                    <a:pt x="526485" y="777"/>
                  </a:lnTo>
                  <a:lnTo>
                    <a:pt x="518627" y="774"/>
                  </a:lnTo>
                  <a:lnTo>
                    <a:pt x="510769" y="774"/>
                  </a:lnTo>
                  <a:lnTo>
                    <a:pt x="502911" y="772"/>
                  </a:lnTo>
                  <a:lnTo>
                    <a:pt x="495053" y="771"/>
                  </a:lnTo>
                  <a:lnTo>
                    <a:pt x="487195" y="771"/>
                  </a:lnTo>
                  <a:lnTo>
                    <a:pt x="479337" y="768"/>
                  </a:lnTo>
                  <a:lnTo>
                    <a:pt x="471479" y="766"/>
                  </a:lnTo>
                  <a:lnTo>
                    <a:pt x="463621" y="766"/>
                  </a:lnTo>
                  <a:lnTo>
                    <a:pt x="455763" y="766"/>
                  </a:lnTo>
                  <a:lnTo>
                    <a:pt x="447905" y="762"/>
                  </a:lnTo>
                  <a:lnTo>
                    <a:pt x="440047" y="761"/>
                  </a:lnTo>
                  <a:lnTo>
                    <a:pt x="432189" y="758"/>
                  </a:lnTo>
                  <a:lnTo>
                    <a:pt x="424331" y="758"/>
                  </a:lnTo>
                  <a:lnTo>
                    <a:pt x="416473" y="756"/>
                  </a:lnTo>
                  <a:lnTo>
                    <a:pt x="408615" y="754"/>
                  </a:lnTo>
                  <a:lnTo>
                    <a:pt x="400757" y="754"/>
                  </a:lnTo>
                  <a:lnTo>
                    <a:pt x="392899" y="753"/>
                  </a:lnTo>
                  <a:lnTo>
                    <a:pt x="385041" y="753"/>
                  </a:lnTo>
                  <a:lnTo>
                    <a:pt x="377183" y="751"/>
                  </a:lnTo>
                  <a:lnTo>
                    <a:pt x="369325" y="749"/>
                  </a:lnTo>
                  <a:lnTo>
                    <a:pt x="361467" y="747"/>
                  </a:lnTo>
                  <a:lnTo>
                    <a:pt x="353609" y="745"/>
                  </a:lnTo>
                  <a:lnTo>
                    <a:pt x="345751" y="743"/>
                  </a:lnTo>
                  <a:lnTo>
                    <a:pt x="337893" y="741"/>
                  </a:lnTo>
                  <a:lnTo>
                    <a:pt x="330035" y="741"/>
                  </a:lnTo>
                  <a:lnTo>
                    <a:pt x="322177" y="739"/>
                  </a:lnTo>
                  <a:lnTo>
                    <a:pt x="314319" y="739"/>
                  </a:lnTo>
                  <a:lnTo>
                    <a:pt x="306461" y="739"/>
                  </a:lnTo>
                  <a:lnTo>
                    <a:pt x="298603" y="738"/>
                  </a:lnTo>
                  <a:lnTo>
                    <a:pt x="290745" y="737"/>
                  </a:lnTo>
                  <a:lnTo>
                    <a:pt x="282887" y="736"/>
                  </a:lnTo>
                  <a:lnTo>
                    <a:pt x="275029" y="734"/>
                  </a:lnTo>
                  <a:lnTo>
                    <a:pt x="267171" y="732"/>
                  </a:lnTo>
                  <a:lnTo>
                    <a:pt x="259313" y="731"/>
                  </a:lnTo>
                  <a:lnTo>
                    <a:pt x="251455" y="731"/>
                  </a:lnTo>
                  <a:lnTo>
                    <a:pt x="243597" y="731"/>
                  </a:lnTo>
                  <a:lnTo>
                    <a:pt x="235739" y="731"/>
                  </a:lnTo>
                  <a:lnTo>
                    <a:pt x="227881" y="731"/>
                  </a:lnTo>
                  <a:lnTo>
                    <a:pt x="220023" y="731"/>
                  </a:lnTo>
                  <a:lnTo>
                    <a:pt x="212165" y="731"/>
                  </a:lnTo>
                  <a:lnTo>
                    <a:pt x="204307" y="730"/>
                  </a:lnTo>
                  <a:lnTo>
                    <a:pt x="196449" y="730"/>
                  </a:lnTo>
                  <a:lnTo>
                    <a:pt x="188591" y="730"/>
                  </a:lnTo>
                  <a:lnTo>
                    <a:pt x="180733" y="730"/>
                  </a:lnTo>
                  <a:lnTo>
                    <a:pt x="172875" y="729"/>
                  </a:lnTo>
                  <a:lnTo>
                    <a:pt x="165017" y="727"/>
                  </a:lnTo>
                  <a:lnTo>
                    <a:pt x="157159" y="727"/>
                  </a:lnTo>
                  <a:lnTo>
                    <a:pt x="149301" y="728"/>
                  </a:lnTo>
                  <a:lnTo>
                    <a:pt x="141443" y="727"/>
                  </a:lnTo>
                  <a:lnTo>
                    <a:pt x="133585" y="726"/>
                  </a:lnTo>
                  <a:lnTo>
                    <a:pt x="125727" y="725"/>
                  </a:lnTo>
                  <a:lnTo>
                    <a:pt x="117869" y="725"/>
                  </a:lnTo>
                  <a:lnTo>
                    <a:pt x="110011" y="725"/>
                  </a:lnTo>
                  <a:lnTo>
                    <a:pt x="102153" y="724"/>
                  </a:lnTo>
                  <a:lnTo>
                    <a:pt x="94295" y="724"/>
                  </a:lnTo>
                  <a:lnTo>
                    <a:pt x="86437" y="723"/>
                  </a:lnTo>
                  <a:lnTo>
                    <a:pt x="78579" y="724"/>
                  </a:lnTo>
                  <a:lnTo>
                    <a:pt x="70721" y="725"/>
                  </a:lnTo>
                  <a:lnTo>
                    <a:pt x="62863" y="725"/>
                  </a:lnTo>
                  <a:lnTo>
                    <a:pt x="55005" y="725"/>
                  </a:lnTo>
                  <a:lnTo>
                    <a:pt x="47147" y="723"/>
                  </a:lnTo>
                  <a:lnTo>
                    <a:pt x="39289" y="722"/>
                  </a:lnTo>
                  <a:lnTo>
                    <a:pt x="31431" y="722"/>
                  </a:lnTo>
                  <a:lnTo>
                    <a:pt x="23573" y="722"/>
                  </a:lnTo>
                  <a:lnTo>
                    <a:pt x="15715" y="723"/>
                  </a:lnTo>
                  <a:lnTo>
                    <a:pt x="7857" y="722"/>
                  </a:lnTo>
                  <a:lnTo>
                    <a:pt x="0" y="722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608036" y="2987221"/>
              <a:ext cx="2035220" cy="459"/>
            </a:xfrm>
            <a:custGeom>
              <a:avLst/>
              <a:pathLst>
                <a:path w="2035220" h="459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27"/>
                  </a:lnTo>
                  <a:lnTo>
                    <a:pt x="31431" y="36"/>
                  </a:lnTo>
                  <a:lnTo>
                    <a:pt x="39289" y="45"/>
                  </a:lnTo>
                  <a:lnTo>
                    <a:pt x="47147" y="50"/>
                  </a:lnTo>
                  <a:lnTo>
                    <a:pt x="55005" y="60"/>
                  </a:lnTo>
                  <a:lnTo>
                    <a:pt x="62863" y="72"/>
                  </a:lnTo>
                  <a:lnTo>
                    <a:pt x="70721" y="80"/>
                  </a:lnTo>
                  <a:lnTo>
                    <a:pt x="78579" y="89"/>
                  </a:lnTo>
                  <a:lnTo>
                    <a:pt x="86437" y="99"/>
                  </a:lnTo>
                  <a:lnTo>
                    <a:pt x="94295" y="106"/>
                  </a:lnTo>
                  <a:lnTo>
                    <a:pt x="102153" y="114"/>
                  </a:lnTo>
                  <a:lnTo>
                    <a:pt x="110011" y="122"/>
                  </a:lnTo>
                  <a:lnTo>
                    <a:pt x="117869" y="129"/>
                  </a:lnTo>
                  <a:lnTo>
                    <a:pt x="125727" y="134"/>
                  </a:lnTo>
                  <a:lnTo>
                    <a:pt x="133585" y="139"/>
                  </a:lnTo>
                  <a:lnTo>
                    <a:pt x="141443" y="145"/>
                  </a:lnTo>
                  <a:lnTo>
                    <a:pt x="149301" y="154"/>
                  </a:lnTo>
                  <a:lnTo>
                    <a:pt x="157159" y="163"/>
                  </a:lnTo>
                  <a:lnTo>
                    <a:pt x="165017" y="173"/>
                  </a:lnTo>
                  <a:lnTo>
                    <a:pt x="172875" y="181"/>
                  </a:lnTo>
                  <a:lnTo>
                    <a:pt x="180733" y="187"/>
                  </a:lnTo>
                  <a:lnTo>
                    <a:pt x="188591" y="194"/>
                  </a:lnTo>
                  <a:lnTo>
                    <a:pt x="196449" y="202"/>
                  </a:lnTo>
                  <a:lnTo>
                    <a:pt x="204307" y="212"/>
                  </a:lnTo>
                  <a:lnTo>
                    <a:pt x="212165" y="220"/>
                  </a:lnTo>
                  <a:lnTo>
                    <a:pt x="220023" y="226"/>
                  </a:lnTo>
                  <a:lnTo>
                    <a:pt x="227881" y="233"/>
                  </a:lnTo>
                  <a:lnTo>
                    <a:pt x="235739" y="239"/>
                  </a:lnTo>
                  <a:lnTo>
                    <a:pt x="243597" y="246"/>
                  </a:lnTo>
                  <a:lnTo>
                    <a:pt x="251455" y="253"/>
                  </a:lnTo>
                  <a:lnTo>
                    <a:pt x="259313" y="258"/>
                  </a:lnTo>
                  <a:lnTo>
                    <a:pt x="267171" y="264"/>
                  </a:lnTo>
                  <a:lnTo>
                    <a:pt x="275029" y="270"/>
                  </a:lnTo>
                  <a:lnTo>
                    <a:pt x="282887" y="276"/>
                  </a:lnTo>
                  <a:lnTo>
                    <a:pt x="290745" y="282"/>
                  </a:lnTo>
                  <a:lnTo>
                    <a:pt x="298603" y="288"/>
                  </a:lnTo>
                  <a:lnTo>
                    <a:pt x="306461" y="294"/>
                  </a:lnTo>
                  <a:lnTo>
                    <a:pt x="314319" y="298"/>
                  </a:lnTo>
                  <a:lnTo>
                    <a:pt x="322177" y="305"/>
                  </a:lnTo>
                  <a:lnTo>
                    <a:pt x="330035" y="308"/>
                  </a:lnTo>
                  <a:lnTo>
                    <a:pt x="337893" y="313"/>
                  </a:lnTo>
                  <a:lnTo>
                    <a:pt x="345751" y="322"/>
                  </a:lnTo>
                  <a:lnTo>
                    <a:pt x="353609" y="330"/>
                  </a:lnTo>
                  <a:lnTo>
                    <a:pt x="361467" y="336"/>
                  </a:lnTo>
                  <a:lnTo>
                    <a:pt x="369325" y="341"/>
                  </a:lnTo>
                  <a:lnTo>
                    <a:pt x="377183" y="344"/>
                  </a:lnTo>
                  <a:lnTo>
                    <a:pt x="385041" y="346"/>
                  </a:lnTo>
                  <a:lnTo>
                    <a:pt x="392899" y="348"/>
                  </a:lnTo>
                  <a:lnTo>
                    <a:pt x="400757" y="352"/>
                  </a:lnTo>
                  <a:lnTo>
                    <a:pt x="408615" y="354"/>
                  </a:lnTo>
                  <a:lnTo>
                    <a:pt x="416473" y="355"/>
                  </a:lnTo>
                  <a:lnTo>
                    <a:pt x="424331" y="359"/>
                  </a:lnTo>
                  <a:lnTo>
                    <a:pt x="432189" y="361"/>
                  </a:lnTo>
                  <a:lnTo>
                    <a:pt x="440047" y="365"/>
                  </a:lnTo>
                  <a:lnTo>
                    <a:pt x="447905" y="367"/>
                  </a:lnTo>
                  <a:lnTo>
                    <a:pt x="455763" y="368"/>
                  </a:lnTo>
                  <a:lnTo>
                    <a:pt x="463621" y="371"/>
                  </a:lnTo>
                  <a:lnTo>
                    <a:pt x="471479" y="373"/>
                  </a:lnTo>
                  <a:lnTo>
                    <a:pt x="479337" y="376"/>
                  </a:lnTo>
                  <a:lnTo>
                    <a:pt x="487195" y="377"/>
                  </a:lnTo>
                  <a:lnTo>
                    <a:pt x="495053" y="380"/>
                  </a:lnTo>
                  <a:lnTo>
                    <a:pt x="502911" y="382"/>
                  </a:lnTo>
                  <a:lnTo>
                    <a:pt x="510769" y="383"/>
                  </a:lnTo>
                  <a:lnTo>
                    <a:pt x="518627" y="387"/>
                  </a:lnTo>
                  <a:lnTo>
                    <a:pt x="526485" y="389"/>
                  </a:lnTo>
                  <a:lnTo>
                    <a:pt x="534343" y="391"/>
                  </a:lnTo>
                  <a:lnTo>
                    <a:pt x="542201" y="393"/>
                  </a:lnTo>
                  <a:lnTo>
                    <a:pt x="550059" y="394"/>
                  </a:lnTo>
                  <a:lnTo>
                    <a:pt x="557917" y="396"/>
                  </a:lnTo>
                  <a:lnTo>
                    <a:pt x="565775" y="397"/>
                  </a:lnTo>
                  <a:lnTo>
                    <a:pt x="573633" y="398"/>
                  </a:lnTo>
                  <a:lnTo>
                    <a:pt x="581491" y="398"/>
                  </a:lnTo>
                  <a:lnTo>
                    <a:pt x="589349" y="401"/>
                  </a:lnTo>
                  <a:lnTo>
                    <a:pt x="597207" y="403"/>
                  </a:lnTo>
                  <a:lnTo>
                    <a:pt x="605065" y="407"/>
                  </a:lnTo>
                  <a:lnTo>
                    <a:pt x="612923" y="412"/>
                  </a:lnTo>
                  <a:lnTo>
                    <a:pt x="620781" y="416"/>
                  </a:lnTo>
                  <a:lnTo>
                    <a:pt x="628639" y="418"/>
                  </a:lnTo>
                  <a:lnTo>
                    <a:pt x="636497" y="419"/>
                  </a:lnTo>
                  <a:lnTo>
                    <a:pt x="644355" y="419"/>
                  </a:lnTo>
                  <a:lnTo>
                    <a:pt x="652213" y="420"/>
                  </a:lnTo>
                  <a:lnTo>
                    <a:pt x="660071" y="423"/>
                  </a:lnTo>
                  <a:lnTo>
                    <a:pt x="667929" y="424"/>
                  </a:lnTo>
                  <a:lnTo>
                    <a:pt x="675787" y="425"/>
                  </a:lnTo>
                  <a:lnTo>
                    <a:pt x="683645" y="426"/>
                  </a:lnTo>
                  <a:lnTo>
                    <a:pt x="691503" y="428"/>
                  </a:lnTo>
                  <a:lnTo>
                    <a:pt x="699361" y="429"/>
                  </a:lnTo>
                  <a:lnTo>
                    <a:pt x="707219" y="432"/>
                  </a:lnTo>
                  <a:lnTo>
                    <a:pt x="715077" y="434"/>
                  </a:lnTo>
                  <a:lnTo>
                    <a:pt x="722935" y="436"/>
                  </a:lnTo>
                  <a:lnTo>
                    <a:pt x="730793" y="436"/>
                  </a:lnTo>
                  <a:lnTo>
                    <a:pt x="738651" y="437"/>
                  </a:lnTo>
                  <a:lnTo>
                    <a:pt x="746509" y="439"/>
                  </a:lnTo>
                  <a:lnTo>
                    <a:pt x="754367" y="441"/>
                  </a:lnTo>
                  <a:lnTo>
                    <a:pt x="762225" y="441"/>
                  </a:lnTo>
                  <a:lnTo>
                    <a:pt x="770083" y="441"/>
                  </a:lnTo>
                  <a:lnTo>
                    <a:pt x="777941" y="443"/>
                  </a:lnTo>
                  <a:lnTo>
                    <a:pt x="785799" y="442"/>
                  </a:lnTo>
                  <a:lnTo>
                    <a:pt x="793657" y="441"/>
                  </a:lnTo>
                  <a:lnTo>
                    <a:pt x="801515" y="442"/>
                  </a:lnTo>
                  <a:lnTo>
                    <a:pt x="809373" y="442"/>
                  </a:lnTo>
                  <a:lnTo>
                    <a:pt x="817231" y="444"/>
                  </a:lnTo>
                  <a:lnTo>
                    <a:pt x="825089" y="445"/>
                  </a:lnTo>
                  <a:lnTo>
                    <a:pt x="832947" y="446"/>
                  </a:lnTo>
                  <a:lnTo>
                    <a:pt x="840805" y="446"/>
                  </a:lnTo>
                  <a:lnTo>
                    <a:pt x="848663" y="448"/>
                  </a:lnTo>
                  <a:lnTo>
                    <a:pt x="856521" y="449"/>
                  </a:lnTo>
                  <a:lnTo>
                    <a:pt x="864379" y="450"/>
                  </a:lnTo>
                  <a:lnTo>
                    <a:pt x="872237" y="451"/>
                  </a:lnTo>
                  <a:lnTo>
                    <a:pt x="880095" y="452"/>
                  </a:lnTo>
                  <a:lnTo>
                    <a:pt x="887953" y="454"/>
                  </a:lnTo>
                  <a:lnTo>
                    <a:pt x="895811" y="454"/>
                  </a:lnTo>
                  <a:lnTo>
                    <a:pt x="903669" y="455"/>
                  </a:lnTo>
                  <a:lnTo>
                    <a:pt x="911527" y="456"/>
                  </a:lnTo>
                  <a:lnTo>
                    <a:pt x="919385" y="457"/>
                  </a:lnTo>
                  <a:lnTo>
                    <a:pt x="927243" y="456"/>
                  </a:lnTo>
                  <a:lnTo>
                    <a:pt x="935101" y="457"/>
                  </a:lnTo>
                  <a:lnTo>
                    <a:pt x="942959" y="457"/>
                  </a:lnTo>
                  <a:lnTo>
                    <a:pt x="950817" y="457"/>
                  </a:lnTo>
                  <a:lnTo>
                    <a:pt x="958675" y="459"/>
                  </a:lnTo>
                  <a:lnTo>
                    <a:pt x="966533" y="458"/>
                  </a:lnTo>
                  <a:lnTo>
                    <a:pt x="974391" y="459"/>
                  </a:lnTo>
                  <a:lnTo>
                    <a:pt x="982249" y="459"/>
                  </a:lnTo>
                  <a:lnTo>
                    <a:pt x="990107" y="459"/>
                  </a:lnTo>
                  <a:lnTo>
                    <a:pt x="997965" y="459"/>
                  </a:lnTo>
                  <a:lnTo>
                    <a:pt x="1005823" y="457"/>
                  </a:lnTo>
                  <a:lnTo>
                    <a:pt x="1013681" y="457"/>
                  </a:lnTo>
                  <a:lnTo>
                    <a:pt x="1021539" y="454"/>
                  </a:lnTo>
                  <a:lnTo>
                    <a:pt x="1029397" y="454"/>
                  </a:lnTo>
                  <a:lnTo>
                    <a:pt x="1037254" y="455"/>
                  </a:lnTo>
                  <a:lnTo>
                    <a:pt x="1045112" y="456"/>
                  </a:lnTo>
                  <a:lnTo>
                    <a:pt x="1052970" y="457"/>
                  </a:lnTo>
                  <a:lnTo>
                    <a:pt x="1060828" y="458"/>
                  </a:lnTo>
                  <a:lnTo>
                    <a:pt x="1068686" y="457"/>
                  </a:lnTo>
                  <a:lnTo>
                    <a:pt x="1076544" y="457"/>
                  </a:lnTo>
                  <a:lnTo>
                    <a:pt x="1084402" y="455"/>
                  </a:lnTo>
                  <a:lnTo>
                    <a:pt x="1092260" y="454"/>
                  </a:lnTo>
                  <a:lnTo>
                    <a:pt x="1100118" y="453"/>
                  </a:lnTo>
                  <a:lnTo>
                    <a:pt x="1107976" y="452"/>
                  </a:lnTo>
                  <a:lnTo>
                    <a:pt x="1115834" y="451"/>
                  </a:lnTo>
                  <a:lnTo>
                    <a:pt x="1123692" y="452"/>
                  </a:lnTo>
                  <a:lnTo>
                    <a:pt x="1131550" y="452"/>
                  </a:lnTo>
                  <a:lnTo>
                    <a:pt x="1139408" y="452"/>
                  </a:lnTo>
                  <a:lnTo>
                    <a:pt x="1147266" y="453"/>
                  </a:lnTo>
                  <a:lnTo>
                    <a:pt x="1155124" y="452"/>
                  </a:lnTo>
                  <a:lnTo>
                    <a:pt x="1162982" y="452"/>
                  </a:lnTo>
                  <a:lnTo>
                    <a:pt x="1170840" y="452"/>
                  </a:lnTo>
                  <a:lnTo>
                    <a:pt x="1178698" y="452"/>
                  </a:lnTo>
                  <a:lnTo>
                    <a:pt x="1186556" y="450"/>
                  </a:lnTo>
                  <a:lnTo>
                    <a:pt x="1194414" y="449"/>
                  </a:lnTo>
                  <a:lnTo>
                    <a:pt x="1202272" y="450"/>
                  </a:lnTo>
                  <a:lnTo>
                    <a:pt x="1210130" y="450"/>
                  </a:lnTo>
                  <a:lnTo>
                    <a:pt x="1217988" y="450"/>
                  </a:lnTo>
                  <a:lnTo>
                    <a:pt x="1225846" y="449"/>
                  </a:lnTo>
                  <a:lnTo>
                    <a:pt x="1233704" y="448"/>
                  </a:lnTo>
                  <a:lnTo>
                    <a:pt x="1241562" y="446"/>
                  </a:lnTo>
                  <a:lnTo>
                    <a:pt x="1249420" y="446"/>
                  </a:lnTo>
                  <a:lnTo>
                    <a:pt x="1257278" y="445"/>
                  </a:lnTo>
                  <a:lnTo>
                    <a:pt x="1265136" y="445"/>
                  </a:lnTo>
                  <a:lnTo>
                    <a:pt x="1272994" y="444"/>
                  </a:lnTo>
                  <a:lnTo>
                    <a:pt x="1280852" y="443"/>
                  </a:lnTo>
                  <a:lnTo>
                    <a:pt x="1288710" y="443"/>
                  </a:lnTo>
                  <a:lnTo>
                    <a:pt x="1296568" y="443"/>
                  </a:lnTo>
                  <a:lnTo>
                    <a:pt x="1304426" y="444"/>
                  </a:lnTo>
                  <a:lnTo>
                    <a:pt x="1312284" y="444"/>
                  </a:lnTo>
                  <a:lnTo>
                    <a:pt x="1320142" y="444"/>
                  </a:lnTo>
                  <a:lnTo>
                    <a:pt x="1328000" y="444"/>
                  </a:lnTo>
                  <a:lnTo>
                    <a:pt x="1335858" y="442"/>
                  </a:lnTo>
                  <a:lnTo>
                    <a:pt x="1343716" y="442"/>
                  </a:lnTo>
                  <a:lnTo>
                    <a:pt x="1351574" y="440"/>
                  </a:lnTo>
                  <a:lnTo>
                    <a:pt x="1359432" y="439"/>
                  </a:lnTo>
                  <a:lnTo>
                    <a:pt x="1367290" y="439"/>
                  </a:lnTo>
                  <a:lnTo>
                    <a:pt x="1375148" y="439"/>
                  </a:lnTo>
                  <a:lnTo>
                    <a:pt x="1383006" y="438"/>
                  </a:lnTo>
                  <a:lnTo>
                    <a:pt x="1390864" y="438"/>
                  </a:lnTo>
                  <a:lnTo>
                    <a:pt x="1398722" y="437"/>
                  </a:lnTo>
                  <a:lnTo>
                    <a:pt x="1406580" y="436"/>
                  </a:lnTo>
                  <a:lnTo>
                    <a:pt x="1414438" y="435"/>
                  </a:lnTo>
                  <a:lnTo>
                    <a:pt x="1422296" y="434"/>
                  </a:lnTo>
                  <a:lnTo>
                    <a:pt x="1430154" y="433"/>
                  </a:lnTo>
                  <a:lnTo>
                    <a:pt x="1438012" y="433"/>
                  </a:lnTo>
                  <a:lnTo>
                    <a:pt x="1445870" y="433"/>
                  </a:lnTo>
                  <a:lnTo>
                    <a:pt x="1453728" y="432"/>
                  </a:lnTo>
                  <a:lnTo>
                    <a:pt x="1461586" y="430"/>
                  </a:lnTo>
                  <a:lnTo>
                    <a:pt x="1469444" y="428"/>
                  </a:lnTo>
                  <a:lnTo>
                    <a:pt x="1477302" y="427"/>
                  </a:lnTo>
                  <a:lnTo>
                    <a:pt x="1485160" y="426"/>
                  </a:lnTo>
                  <a:lnTo>
                    <a:pt x="1493018" y="424"/>
                  </a:lnTo>
                  <a:lnTo>
                    <a:pt x="1500876" y="423"/>
                  </a:lnTo>
                  <a:lnTo>
                    <a:pt x="1508734" y="422"/>
                  </a:lnTo>
                  <a:lnTo>
                    <a:pt x="1516592" y="421"/>
                  </a:lnTo>
                  <a:lnTo>
                    <a:pt x="1524450" y="420"/>
                  </a:lnTo>
                  <a:lnTo>
                    <a:pt x="1532308" y="419"/>
                  </a:lnTo>
                  <a:lnTo>
                    <a:pt x="1540166" y="419"/>
                  </a:lnTo>
                  <a:lnTo>
                    <a:pt x="1548024" y="419"/>
                  </a:lnTo>
                  <a:lnTo>
                    <a:pt x="1555882" y="419"/>
                  </a:lnTo>
                  <a:lnTo>
                    <a:pt x="1563740" y="417"/>
                  </a:lnTo>
                  <a:lnTo>
                    <a:pt x="1571598" y="416"/>
                  </a:lnTo>
                  <a:lnTo>
                    <a:pt x="1579456" y="415"/>
                  </a:lnTo>
                  <a:lnTo>
                    <a:pt x="1587314" y="414"/>
                  </a:lnTo>
                  <a:lnTo>
                    <a:pt x="1595172" y="413"/>
                  </a:lnTo>
                  <a:lnTo>
                    <a:pt x="1603030" y="413"/>
                  </a:lnTo>
                  <a:lnTo>
                    <a:pt x="1610888" y="413"/>
                  </a:lnTo>
                  <a:lnTo>
                    <a:pt x="1618746" y="412"/>
                  </a:lnTo>
                  <a:lnTo>
                    <a:pt x="1626604" y="411"/>
                  </a:lnTo>
                  <a:lnTo>
                    <a:pt x="1634462" y="410"/>
                  </a:lnTo>
                  <a:lnTo>
                    <a:pt x="1642320" y="409"/>
                  </a:lnTo>
                  <a:lnTo>
                    <a:pt x="1650178" y="407"/>
                  </a:lnTo>
                  <a:lnTo>
                    <a:pt x="1658036" y="405"/>
                  </a:lnTo>
                  <a:lnTo>
                    <a:pt x="1665894" y="403"/>
                  </a:lnTo>
                  <a:lnTo>
                    <a:pt x="1673752" y="402"/>
                  </a:lnTo>
                  <a:lnTo>
                    <a:pt x="1681610" y="402"/>
                  </a:lnTo>
                  <a:lnTo>
                    <a:pt x="1689468" y="402"/>
                  </a:lnTo>
                  <a:lnTo>
                    <a:pt x="1697326" y="402"/>
                  </a:lnTo>
                  <a:lnTo>
                    <a:pt x="1705184" y="401"/>
                  </a:lnTo>
                  <a:lnTo>
                    <a:pt x="1713042" y="401"/>
                  </a:lnTo>
                  <a:lnTo>
                    <a:pt x="1720900" y="401"/>
                  </a:lnTo>
                  <a:lnTo>
                    <a:pt x="1728758" y="400"/>
                  </a:lnTo>
                  <a:lnTo>
                    <a:pt x="1736616" y="399"/>
                  </a:lnTo>
                  <a:lnTo>
                    <a:pt x="1744474" y="398"/>
                  </a:lnTo>
                  <a:lnTo>
                    <a:pt x="1752332" y="396"/>
                  </a:lnTo>
                  <a:lnTo>
                    <a:pt x="1760190" y="396"/>
                  </a:lnTo>
                  <a:lnTo>
                    <a:pt x="1768048" y="395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2"/>
                  </a:lnTo>
                  <a:lnTo>
                    <a:pt x="1799480" y="391"/>
                  </a:lnTo>
                  <a:lnTo>
                    <a:pt x="1807338" y="390"/>
                  </a:lnTo>
                  <a:lnTo>
                    <a:pt x="1815196" y="389"/>
                  </a:lnTo>
                  <a:lnTo>
                    <a:pt x="1823054" y="387"/>
                  </a:lnTo>
                  <a:lnTo>
                    <a:pt x="1830912" y="386"/>
                  </a:lnTo>
                  <a:lnTo>
                    <a:pt x="1838770" y="385"/>
                  </a:lnTo>
                  <a:lnTo>
                    <a:pt x="1846628" y="384"/>
                  </a:lnTo>
                  <a:lnTo>
                    <a:pt x="1854486" y="383"/>
                  </a:lnTo>
                  <a:lnTo>
                    <a:pt x="1862344" y="381"/>
                  </a:lnTo>
                  <a:lnTo>
                    <a:pt x="1870202" y="380"/>
                  </a:lnTo>
                  <a:lnTo>
                    <a:pt x="1878060" y="379"/>
                  </a:lnTo>
                  <a:lnTo>
                    <a:pt x="1885918" y="378"/>
                  </a:lnTo>
                  <a:lnTo>
                    <a:pt x="1893776" y="376"/>
                  </a:lnTo>
                  <a:lnTo>
                    <a:pt x="1901634" y="374"/>
                  </a:lnTo>
                  <a:lnTo>
                    <a:pt x="1909492" y="373"/>
                  </a:lnTo>
                  <a:lnTo>
                    <a:pt x="1917350" y="372"/>
                  </a:lnTo>
                  <a:lnTo>
                    <a:pt x="1925208" y="370"/>
                  </a:lnTo>
                  <a:lnTo>
                    <a:pt x="1933066" y="369"/>
                  </a:lnTo>
                  <a:lnTo>
                    <a:pt x="1940924" y="368"/>
                  </a:lnTo>
                  <a:lnTo>
                    <a:pt x="1948782" y="366"/>
                  </a:lnTo>
                  <a:lnTo>
                    <a:pt x="1956640" y="365"/>
                  </a:lnTo>
                  <a:lnTo>
                    <a:pt x="1964498" y="364"/>
                  </a:lnTo>
                  <a:lnTo>
                    <a:pt x="1972356" y="363"/>
                  </a:lnTo>
                  <a:lnTo>
                    <a:pt x="1980214" y="362"/>
                  </a:lnTo>
                  <a:lnTo>
                    <a:pt x="1988072" y="361"/>
                  </a:lnTo>
                  <a:lnTo>
                    <a:pt x="1995930" y="360"/>
                  </a:lnTo>
                  <a:lnTo>
                    <a:pt x="2003788" y="358"/>
                  </a:lnTo>
                  <a:lnTo>
                    <a:pt x="2011646" y="357"/>
                  </a:lnTo>
                  <a:lnTo>
                    <a:pt x="2019504" y="355"/>
                  </a:lnTo>
                  <a:lnTo>
                    <a:pt x="2027362" y="354"/>
                  </a:lnTo>
                  <a:lnTo>
                    <a:pt x="2035220" y="3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3608036" y="2987943"/>
              <a:ext cx="2035220" cy="347"/>
            </a:xfrm>
            <a:custGeom>
              <a:avLst/>
              <a:pathLst>
                <a:path w="2035220" h="347">
                  <a:moveTo>
                    <a:pt x="2035220" y="347"/>
                  </a:moveTo>
                  <a:lnTo>
                    <a:pt x="2027362" y="346"/>
                  </a:lnTo>
                  <a:lnTo>
                    <a:pt x="2019504" y="345"/>
                  </a:lnTo>
                  <a:lnTo>
                    <a:pt x="2011646" y="343"/>
                  </a:lnTo>
                  <a:lnTo>
                    <a:pt x="2003788" y="342"/>
                  </a:lnTo>
                  <a:lnTo>
                    <a:pt x="1995930" y="341"/>
                  </a:lnTo>
                  <a:lnTo>
                    <a:pt x="1988072" y="340"/>
                  </a:lnTo>
                  <a:lnTo>
                    <a:pt x="1980214" y="339"/>
                  </a:lnTo>
                  <a:lnTo>
                    <a:pt x="1972356" y="338"/>
                  </a:lnTo>
                  <a:lnTo>
                    <a:pt x="1964498" y="337"/>
                  </a:lnTo>
                  <a:lnTo>
                    <a:pt x="1956640" y="336"/>
                  </a:lnTo>
                  <a:lnTo>
                    <a:pt x="1948782" y="335"/>
                  </a:lnTo>
                  <a:lnTo>
                    <a:pt x="1940924" y="334"/>
                  </a:lnTo>
                  <a:lnTo>
                    <a:pt x="1933066" y="333"/>
                  </a:lnTo>
                  <a:lnTo>
                    <a:pt x="1925208" y="333"/>
                  </a:lnTo>
                  <a:lnTo>
                    <a:pt x="1917350" y="332"/>
                  </a:lnTo>
                  <a:lnTo>
                    <a:pt x="1909492" y="331"/>
                  </a:lnTo>
                  <a:lnTo>
                    <a:pt x="1901634" y="330"/>
                  </a:lnTo>
                  <a:lnTo>
                    <a:pt x="1893776" y="329"/>
                  </a:lnTo>
                  <a:lnTo>
                    <a:pt x="1885918" y="328"/>
                  </a:lnTo>
                  <a:lnTo>
                    <a:pt x="1878060" y="327"/>
                  </a:lnTo>
                  <a:lnTo>
                    <a:pt x="1870202" y="326"/>
                  </a:lnTo>
                  <a:lnTo>
                    <a:pt x="1862344" y="325"/>
                  </a:lnTo>
                  <a:lnTo>
                    <a:pt x="1854486" y="324"/>
                  </a:lnTo>
                  <a:lnTo>
                    <a:pt x="1846628" y="323"/>
                  </a:lnTo>
                  <a:lnTo>
                    <a:pt x="1838770" y="322"/>
                  </a:lnTo>
                  <a:lnTo>
                    <a:pt x="1830912" y="321"/>
                  </a:lnTo>
                  <a:lnTo>
                    <a:pt x="1823054" y="320"/>
                  </a:lnTo>
                  <a:lnTo>
                    <a:pt x="1815196" y="319"/>
                  </a:lnTo>
                  <a:lnTo>
                    <a:pt x="1807338" y="318"/>
                  </a:lnTo>
                  <a:lnTo>
                    <a:pt x="1799480" y="317"/>
                  </a:lnTo>
                  <a:lnTo>
                    <a:pt x="1791622" y="316"/>
                  </a:lnTo>
                  <a:lnTo>
                    <a:pt x="1783764" y="315"/>
                  </a:lnTo>
                  <a:lnTo>
                    <a:pt x="1775906" y="314"/>
                  </a:lnTo>
                  <a:lnTo>
                    <a:pt x="1768048" y="313"/>
                  </a:lnTo>
                  <a:lnTo>
                    <a:pt x="1760190" y="312"/>
                  </a:lnTo>
                  <a:lnTo>
                    <a:pt x="1752332" y="312"/>
                  </a:lnTo>
                  <a:lnTo>
                    <a:pt x="1744474" y="310"/>
                  </a:lnTo>
                  <a:lnTo>
                    <a:pt x="1736616" y="309"/>
                  </a:lnTo>
                  <a:lnTo>
                    <a:pt x="1728758" y="308"/>
                  </a:lnTo>
                  <a:lnTo>
                    <a:pt x="1720900" y="307"/>
                  </a:lnTo>
                  <a:lnTo>
                    <a:pt x="1713042" y="307"/>
                  </a:lnTo>
                  <a:lnTo>
                    <a:pt x="1705184" y="306"/>
                  </a:lnTo>
                  <a:lnTo>
                    <a:pt x="1697326" y="305"/>
                  </a:lnTo>
                  <a:lnTo>
                    <a:pt x="1689468" y="303"/>
                  </a:lnTo>
                  <a:lnTo>
                    <a:pt x="1681610" y="302"/>
                  </a:lnTo>
                  <a:lnTo>
                    <a:pt x="1673752" y="301"/>
                  </a:lnTo>
                  <a:lnTo>
                    <a:pt x="1665894" y="299"/>
                  </a:lnTo>
                  <a:lnTo>
                    <a:pt x="1658036" y="298"/>
                  </a:lnTo>
                  <a:lnTo>
                    <a:pt x="1650178" y="297"/>
                  </a:lnTo>
                  <a:lnTo>
                    <a:pt x="1642320" y="295"/>
                  </a:lnTo>
                  <a:lnTo>
                    <a:pt x="1634462" y="294"/>
                  </a:lnTo>
                  <a:lnTo>
                    <a:pt x="1626604" y="293"/>
                  </a:lnTo>
                  <a:lnTo>
                    <a:pt x="1618746" y="292"/>
                  </a:lnTo>
                  <a:lnTo>
                    <a:pt x="1610888" y="291"/>
                  </a:lnTo>
                  <a:lnTo>
                    <a:pt x="1603030" y="290"/>
                  </a:lnTo>
                  <a:lnTo>
                    <a:pt x="1595172" y="289"/>
                  </a:lnTo>
                  <a:lnTo>
                    <a:pt x="1587314" y="287"/>
                  </a:lnTo>
                  <a:lnTo>
                    <a:pt x="1579456" y="286"/>
                  </a:lnTo>
                  <a:lnTo>
                    <a:pt x="1571598" y="285"/>
                  </a:lnTo>
                  <a:lnTo>
                    <a:pt x="1563740" y="284"/>
                  </a:lnTo>
                  <a:lnTo>
                    <a:pt x="1555882" y="282"/>
                  </a:lnTo>
                  <a:lnTo>
                    <a:pt x="1548024" y="281"/>
                  </a:lnTo>
                  <a:lnTo>
                    <a:pt x="1540166" y="280"/>
                  </a:lnTo>
                  <a:lnTo>
                    <a:pt x="1532308" y="279"/>
                  </a:lnTo>
                  <a:lnTo>
                    <a:pt x="1524450" y="278"/>
                  </a:lnTo>
                  <a:lnTo>
                    <a:pt x="1516592" y="278"/>
                  </a:lnTo>
                  <a:lnTo>
                    <a:pt x="1508734" y="277"/>
                  </a:lnTo>
                  <a:lnTo>
                    <a:pt x="1500876" y="276"/>
                  </a:lnTo>
                  <a:lnTo>
                    <a:pt x="1493018" y="275"/>
                  </a:lnTo>
                  <a:lnTo>
                    <a:pt x="1485160" y="273"/>
                  </a:lnTo>
                  <a:lnTo>
                    <a:pt x="1477302" y="271"/>
                  </a:lnTo>
                  <a:lnTo>
                    <a:pt x="1469444" y="269"/>
                  </a:lnTo>
                  <a:lnTo>
                    <a:pt x="1461586" y="268"/>
                  </a:lnTo>
                  <a:lnTo>
                    <a:pt x="1453728" y="266"/>
                  </a:lnTo>
                  <a:lnTo>
                    <a:pt x="1445870" y="265"/>
                  </a:lnTo>
                  <a:lnTo>
                    <a:pt x="1438012" y="264"/>
                  </a:lnTo>
                  <a:lnTo>
                    <a:pt x="1430154" y="263"/>
                  </a:lnTo>
                  <a:lnTo>
                    <a:pt x="1422296" y="262"/>
                  </a:lnTo>
                  <a:lnTo>
                    <a:pt x="1414438" y="261"/>
                  </a:lnTo>
                  <a:lnTo>
                    <a:pt x="1406580" y="260"/>
                  </a:lnTo>
                  <a:lnTo>
                    <a:pt x="1398722" y="259"/>
                  </a:lnTo>
                  <a:lnTo>
                    <a:pt x="1390864" y="258"/>
                  </a:lnTo>
                  <a:lnTo>
                    <a:pt x="1383006" y="257"/>
                  </a:lnTo>
                  <a:lnTo>
                    <a:pt x="1375148" y="256"/>
                  </a:lnTo>
                  <a:lnTo>
                    <a:pt x="1367290" y="255"/>
                  </a:lnTo>
                  <a:lnTo>
                    <a:pt x="1359432" y="253"/>
                  </a:lnTo>
                  <a:lnTo>
                    <a:pt x="1351574" y="252"/>
                  </a:lnTo>
                  <a:lnTo>
                    <a:pt x="1343716" y="251"/>
                  </a:lnTo>
                  <a:lnTo>
                    <a:pt x="1335858" y="249"/>
                  </a:lnTo>
                  <a:lnTo>
                    <a:pt x="1328000" y="247"/>
                  </a:lnTo>
                  <a:lnTo>
                    <a:pt x="1320142" y="245"/>
                  </a:lnTo>
                  <a:lnTo>
                    <a:pt x="1312284" y="243"/>
                  </a:lnTo>
                  <a:lnTo>
                    <a:pt x="1304426" y="241"/>
                  </a:lnTo>
                  <a:lnTo>
                    <a:pt x="1296568" y="240"/>
                  </a:lnTo>
                  <a:lnTo>
                    <a:pt x="1288710" y="238"/>
                  </a:lnTo>
                  <a:lnTo>
                    <a:pt x="1280852" y="236"/>
                  </a:lnTo>
                  <a:lnTo>
                    <a:pt x="1272994" y="234"/>
                  </a:lnTo>
                  <a:lnTo>
                    <a:pt x="1265136" y="233"/>
                  </a:lnTo>
                  <a:lnTo>
                    <a:pt x="1257278" y="231"/>
                  </a:lnTo>
                  <a:lnTo>
                    <a:pt x="1249420" y="229"/>
                  </a:lnTo>
                  <a:lnTo>
                    <a:pt x="1241562" y="227"/>
                  </a:lnTo>
                  <a:lnTo>
                    <a:pt x="1233704" y="225"/>
                  </a:lnTo>
                  <a:lnTo>
                    <a:pt x="1225846" y="222"/>
                  </a:lnTo>
                  <a:lnTo>
                    <a:pt x="1217988" y="220"/>
                  </a:lnTo>
                  <a:lnTo>
                    <a:pt x="1210130" y="218"/>
                  </a:lnTo>
                  <a:lnTo>
                    <a:pt x="1202272" y="216"/>
                  </a:lnTo>
                  <a:lnTo>
                    <a:pt x="1194414" y="214"/>
                  </a:lnTo>
                  <a:lnTo>
                    <a:pt x="1186556" y="212"/>
                  </a:lnTo>
                  <a:lnTo>
                    <a:pt x="1178698" y="210"/>
                  </a:lnTo>
                  <a:lnTo>
                    <a:pt x="1170840" y="209"/>
                  </a:lnTo>
                  <a:lnTo>
                    <a:pt x="1162982" y="207"/>
                  </a:lnTo>
                  <a:lnTo>
                    <a:pt x="1155124" y="205"/>
                  </a:lnTo>
                  <a:lnTo>
                    <a:pt x="1147266" y="204"/>
                  </a:lnTo>
                  <a:lnTo>
                    <a:pt x="1139408" y="202"/>
                  </a:lnTo>
                  <a:lnTo>
                    <a:pt x="1131550" y="199"/>
                  </a:lnTo>
                  <a:lnTo>
                    <a:pt x="1123692" y="197"/>
                  </a:lnTo>
                  <a:lnTo>
                    <a:pt x="1115834" y="194"/>
                  </a:lnTo>
                  <a:lnTo>
                    <a:pt x="1107976" y="193"/>
                  </a:lnTo>
                  <a:lnTo>
                    <a:pt x="1100118" y="192"/>
                  </a:lnTo>
                  <a:lnTo>
                    <a:pt x="1092260" y="189"/>
                  </a:lnTo>
                  <a:lnTo>
                    <a:pt x="1084402" y="188"/>
                  </a:lnTo>
                  <a:lnTo>
                    <a:pt x="1076544" y="187"/>
                  </a:lnTo>
                  <a:lnTo>
                    <a:pt x="1068686" y="185"/>
                  </a:lnTo>
                  <a:lnTo>
                    <a:pt x="1060828" y="183"/>
                  </a:lnTo>
                  <a:lnTo>
                    <a:pt x="1052970" y="181"/>
                  </a:lnTo>
                  <a:lnTo>
                    <a:pt x="1045112" y="178"/>
                  </a:lnTo>
                  <a:lnTo>
                    <a:pt x="1037254" y="176"/>
                  </a:lnTo>
                  <a:lnTo>
                    <a:pt x="1029397" y="173"/>
                  </a:lnTo>
                  <a:lnTo>
                    <a:pt x="1021539" y="171"/>
                  </a:lnTo>
                  <a:lnTo>
                    <a:pt x="1013681" y="168"/>
                  </a:lnTo>
                  <a:lnTo>
                    <a:pt x="1005823" y="166"/>
                  </a:lnTo>
                  <a:lnTo>
                    <a:pt x="997965" y="165"/>
                  </a:lnTo>
                  <a:lnTo>
                    <a:pt x="990107" y="164"/>
                  </a:lnTo>
                  <a:lnTo>
                    <a:pt x="982249" y="163"/>
                  </a:lnTo>
                  <a:lnTo>
                    <a:pt x="974391" y="161"/>
                  </a:lnTo>
                  <a:lnTo>
                    <a:pt x="966533" y="160"/>
                  </a:lnTo>
                  <a:lnTo>
                    <a:pt x="958675" y="157"/>
                  </a:lnTo>
                  <a:lnTo>
                    <a:pt x="950817" y="154"/>
                  </a:lnTo>
                  <a:lnTo>
                    <a:pt x="942959" y="152"/>
                  </a:lnTo>
                  <a:lnTo>
                    <a:pt x="935101" y="150"/>
                  </a:lnTo>
                  <a:lnTo>
                    <a:pt x="927243" y="148"/>
                  </a:lnTo>
                  <a:lnTo>
                    <a:pt x="919385" y="147"/>
                  </a:lnTo>
                  <a:lnTo>
                    <a:pt x="911527" y="145"/>
                  </a:lnTo>
                  <a:lnTo>
                    <a:pt x="903669" y="144"/>
                  </a:lnTo>
                  <a:lnTo>
                    <a:pt x="895811" y="141"/>
                  </a:lnTo>
                  <a:lnTo>
                    <a:pt x="887953" y="140"/>
                  </a:lnTo>
                  <a:lnTo>
                    <a:pt x="880095" y="138"/>
                  </a:lnTo>
                  <a:lnTo>
                    <a:pt x="872237" y="136"/>
                  </a:lnTo>
                  <a:lnTo>
                    <a:pt x="864379" y="135"/>
                  </a:lnTo>
                  <a:lnTo>
                    <a:pt x="856521" y="134"/>
                  </a:lnTo>
                  <a:lnTo>
                    <a:pt x="848663" y="132"/>
                  </a:lnTo>
                  <a:lnTo>
                    <a:pt x="840805" y="130"/>
                  </a:lnTo>
                  <a:lnTo>
                    <a:pt x="832947" y="127"/>
                  </a:lnTo>
                  <a:lnTo>
                    <a:pt x="825089" y="125"/>
                  </a:lnTo>
                  <a:lnTo>
                    <a:pt x="817231" y="123"/>
                  </a:lnTo>
                  <a:lnTo>
                    <a:pt x="809373" y="121"/>
                  </a:lnTo>
                  <a:lnTo>
                    <a:pt x="801515" y="119"/>
                  </a:lnTo>
                  <a:lnTo>
                    <a:pt x="793657" y="117"/>
                  </a:lnTo>
                  <a:lnTo>
                    <a:pt x="785799" y="115"/>
                  </a:lnTo>
                  <a:lnTo>
                    <a:pt x="777941" y="113"/>
                  </a:lnTo>
                  <a:lnTo>
                    <a:pt x="770083" y="111"/>
                  </a:lnTo>
                  <a:lnTo>
                    <a:pt x="762225" y="109"/>
                  </a:lnTo>
                  <a:lnTo>
                    <a:pt x="754367" y="107"/>
                  </a:lnTo>
                  <a:lnTo>
                    <a:pt x="746509" y="104"/>
                  </a:lnTo>
                  <a:lnTo>
                    <a:pt x="738651" y="101"/>
                  </a:lnTo>
                  <a:lnTo>
                    <a:pt x="730793" y="100"/>
                  </a:lnTo>
                  <a:lnTo>
                    <a:pt x="722935" y="98"/>
                  </a:lnTo>
                  <a:lnTo>
                    <a:pt x="715077" y="96"/>
                  </a:lnTo>
                  <a:lnTo>
                    <a:pt x="707219" y="94"/>
                  </a:lnTo>
                  <a:lnTo>
                    <a:pt x="699361" y="91"/>
                  </a:lnTo>
                  <a:lnTo>
                    <a:pt x="691503" y="88"/>
                  </a:lnTo>
                  <a:lnTo>
                    <a:pt x="683645" y="85"/>
                  </a:lnTo>
                  <a:lnTo>
                    <a:pt x="675787" y="84"/>
                  </a:lnTo>
                  <a:lnTo>
                    <a:pt x="667929" y="82"/>
                  </a:lnTo>
                  <a:lnTo>
                    <a:pt x="660071" y="80"/>
                  </a:lnTo>
                  <a:lnTo>
                    <a:pt x="652213" y="80"/>
                  </a:lnTo>
                  <a:lnTo>
                    <a:pt x="644355" y="79"/>
                  </a:lnTo>
                  <a:lnTo>
                    <a:pt x="636497" y="78"/>
                  </a:lnTo>
                  <a:lnTo>
                    <a:pt x="628639" y="77"/>
                  </a:lnTo>
                  <a:lnTo>
                    <a:pt x="620781" y="77"/>
                  </a:lnTo>
                  <a:lnTo>
                    <a:pt x="612923" y="76"/>
                  </a:lnTo>
                  <a:lnTo>
                    <a:pt x="605065" y="75"/>
                  </a:lnTo>
                  <a:lnTo>
                    <a:pt x="597207" y="72"/>
                  </a:lnTo>
                  <a:lnTo>
                    <a:pt x="589349" y="71"/>
                  </a:lnTo>
                  <a:lnTo>
                    <a:pt x="581491" y="70"/>
                  </a:lnTo>
                  <a:lnTo>
                    <a:pt x="573633" y="69"/>
                  </a:lnTo>
                  <a:lnTo>
                    <a:pt x="565775" y="68"/>
                  </a:lnTo>
                  <a:lnTo>
                    <a:pt x="557917" y="66"/>
                  </a:lnTo>
                  <a:lnTo>
                    <a:pt x="550059" y="63"/>
                  </a:lnTo>
                  <a:lnTo>
                    <a:pt x="542201" y="60"/>
                  </a:lnTo>
                  <a:lnTo>
                    <a:pt x="534343" y="58"/>
                  </a:lnTo>
                  <a:lnTo>
                    <a:pt x="526485" y="55"/>
                  </a:lnTo>
                  <a:lnTo>
                    <a:pt x="518627" y="52"/>
                  </a:lnTo>
                  <a:lnTo>
                    <a:pt x="510769" y="52"/>
                  </a:lnTo>
                  <a:lnTo>
                    <a:pt x="502911" y="50"/>
                  </a:lnTo>
                  <a:lnTo>
                    <a:pt x="495053" y="49"/>
                  </a:lnTo>
                  <a:lnTo>
                    <a:pt x="487195" y="49"/>
                  </a:lnTo>
                  <a:lnTo>
                    <a:pt x="479337" y="46"/>
                  </a:lnTo>
                  <a:lnTo>
                    <a:pt x="471479" y="44"/>
                  </a:lnTo>
                  <a:lnTo>
                    <a:pt x="463621" y="44"/>
                  </a:lnTo>
                  <a:lnTo>
                    <a:pt x="455763" y="43"/>
                  </a:lnTo>
                  <a:lnTo>
                    <a:pt x="447905" y="40"/>
                  </a:lnTo>
                  <a:lnTo>
                    <a:pt x="440047" y="39"/>
                  </a:lnTo>
                  <a:lnTo>
                    <a:pt x="432189" y="36"/>
                  </a:lnTo>
                  <a:lnTo>
                    <a:pt x="424331" y="35"/>
                  </a:lnTo>
                  <a:lnTo>
                    <a:pt x="416473" y="33"/>
                  </a:lnTo>
                  <a:lnTo>
                    <a:pt x="408615" y="32"/>
                  </a:lnTo>
                  <a:lnTo>
                    <a:pt x="400757" y="31"/>
                  </a:lnTo>
                  <a:lnTo>
                    <a:pt x="392899" y="31"/>
                  </a:lnTo>
                  <a:lnTo>
                    <a:pt x="385041" y="30"/>
                  </a:lnTo>
                  <a:lnTo>
                    <a:pt x="377183" y="29"/>
                  </a:lnTo>
                  <a:lnTo>
                    <a:pt x="369325" y="27"/>
                  </a:lnTo>
                  <a:lnTo>
                    <a:pt x="361467" y="25"/>
                  </a:lnTo>
                  <a:lnTo>
                    <a:pt x="353609" y="22"/>
                  </a:lnTo>
                  <a:lnTo>
                    <a:pt x="345751" y="20"/>
                  </a:lnTo>
                  <a:lnTo>
                    <a:pt x="337893" y="19"/>
                  </a:lnTo>
                  <a:lnTo>
                    <a:pt x="330035" y="18"/>
                  </a:lnTo>
                  <a:lnTo>
                    <a:pt x="322177" y="17"/>
                  </a:lnTo>
                  <a:lnTo>
                    <a:pt x="314319" y="17"/>
                  </a:lnTo>
                  <a:lnTo>
                    <a:pt x="306461" y="17"/>
                  </a:lnTo>
                  <a:lnTo>
                    <a:pt x="298603" y="15"/>
                  </a:lnTo>
                  <a:lnTo>
                    <a:pt x="290745" y="15"/>
                  </a:lnTo>
                  <a:lnTo>
                    <a:pt x="282887" y="13"/>
                  </a:lnTo>
                  <a:lnTo>
                    <a:pt x="275029" y="11"/>
                  </a:lnTo>
                  <a:lnTo>
                    <a:pt x="267171" y="9"/>
                  </a:lnTo>
                  <a:lnTo>
                    <a:pt x="259313" y="9"/>
                  </a:lnTo>
                  <a:lnTo>
                    <a:pt x="251455" y="9"/>
                  </a:lnTo>
                  <a:lnTo>
                    <a:pt x="243597" y="9"/>
                  </a:lnTo>
                  <a:lnTo>
                    <a:pt x="235739" y="9"/>
                  </a:lnTo>
                  <a:lnTo>
                    <a:pt x="227881" y="9"/>
                  </a:lnTo>
                  <a:lnTo>
                    <a:pt x="220023" y="8"/>
                  </a:lnTo>
                  <a:lnTo>
                    <a:pt x="212165" y="8"/>
                  </a:lnTo>
                  <a:lnTo>
                    <a:pt x="204307" y="8"/>
                  </a:lnTo>
                  <a:lnTo>
                    <a:pt x="196449" y="8"/>
                  </a:lnTo>
                  <a:lnTo>
                    <a:pt x="188591" y="7"/>
                  </a:lnTo>
                  <a:lnTo>
                    <a:pt x="180733" y="7"/>
                  </a:lnTo>
                  <a:lnTo>
                    <a:pt x="172875" y="6"/>
                  </a:lnTo>
                  <a:lnTo>
                    <a:pt x="165017" y="5"/>
                  </a:lnTo>
                  <a:lnTo>
                    <a:pt x="157159" y="5"/>
                  </a:lnTo>
                  <a:lnTo>
                    <a:pt x="149301" y="5"/>
                  </a:lnTo>
                  <a:lnTo>
                    <a:pt x="141443" y="5"/>
                  </a:lnTo>
                  <a:lnTo>
                    <a:pt x="133585" y="4"/>
                  </a:lnTo>
                  <a:lnTo>
                    <a:pt x="125727" y="2"/>
                  </a:lnTo>
                  <a:lnTo>
                    <a:pt x="117869" y="3"/>
                  </a:lnTo>
                  <a:lnTo>
                    <a:pt x="110011" y="2"/>
                  </a:lnTo>
                  <a:lnTo>
                    <a:pt x="102153" y="2"/>
                  </a:lnTo>
                  <a:lnTo>
                    <a:pt x="94295" y="2"/>
                  </a:lnTo>
                  <a:lnTo>
                    <a:pt x="86437" y="1"/>
                  </a:lnTo>
                  <a:lnTo>
                    <a:pt x="78579" y="2"/>
                  </a:lnTo>
                  <a:lnTo>
                    <a:pt x="70721" y="2"/>
                  </a:lnTo>
                  <a:lnTo>
                    <a:pt x="62863" y="3"/>
                  </a:lnTo>
                  <a:lnTo>
                    <a:pt x="55005" y="2"/>
                  </a:lnTo>
                  <a:lnTo>
                    <a:pt x="47147" y="1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3608036" y="2938904"/>
              <a:ext cx="2035220" cy="49429"/>
            </a:xfrm>
            <a:custGeom>
              <a:avLst/>
              <a:pathLst>
                <a:path w="2035220" h="49429">
                  <a:moveTo>
                    <a:pt x="0" y="48800"/>
                  </a:moveTo>
                  <a:lnTo>
                    <a:pt x="7857" y="48803"/>
                  </a:lnTo>
                  <a:lnTo>
                    <a:pt x="15715" y="48809"/>
                  </a:lnTo>
                  <a:lnTo>
                    <a:pt x="23573" y="48810"/>
                  </a:lnTo>
                  <a:lnTo>
                    <a:pt x="31431" y="48815"/>
                  </a:lnTo>
                  <a:lnTo>
                    <a:pt x="39289" y="48819"/>
                  </a:lnTo>
                  <a:lnTo>
                    <a:pt x="47147" y="48822"/>
                  </a:lnTo>
                  <a:lnTo>
                    <a:pt x="55005" y="48827"/>
                  </a:lnTo>
                  <a:lnTo>
                    <a:pt x="62863" y="48827"/>
                  </a:lnTo>
                  <a:lnTo>
                    <a:pt x="70721" y="48833"/>
                  </a:lnTo>
                  <a:lnTo>
                    <a:pt x="78579" y="48837"/>
                  </a:lnTo>
                  <a:lnTo>
                    <a:pt x="86437" y="48836"/>
                  </a:lnTo>
                  <a:lnTo>
                    <a:pt x="94295" y="48839"/>
                  </a:lnTo>
                  <a:lnTo>
                    <a:pt x="102153" y="48837"/>
                  </a:lnTo>
                  <a:lnTo>
                    <a:pt x="110011" y="48837"/>
                  </a:lnTo>
                  <a:lnTo>
                    <a:pt x="117869" y="48834"/>
                  </a:lnTo>
                  <a:lnTo>
                    <a:pt x="125727" y="48835"/>
                  </a:lnTo>
                  <a:lnTo>
                    <a:pt x="133585" y="48835"/>
                  </a:lnTo>
                  <a:lnTo>
                    <a:pt x="141443" y="48835"/>
                  </a:lnTo>
                  <a:lnTo>
                    <a:pt x="149301" y="48834"/>
                  </a:lnTo>
                  <a:lnTo>
                    <a:pt x="157159" y="48834"/>
                  </a:lnTo>
                  <a:lnTo>
                    <a:pt x="165017" y="48832"/>
                  </a:lnTo>
                  <a:lnTo>
                    <a:pt x="172875" y="48832"/>
                  </a:lnTo>
                  <a:lnTo>
                    <a:pt x="180733" y="48829"/>
                  </a:lnTo>
                  <a:lnTo>
                    <a:pt x="188591" y="48826"/>
                  </a:lnTo>
                  <a:lnTo>
                    <a:pt x="196449" y="48826"/>
                  </a:lnTo>
                  <a:lnTo>
                    <a:pt x="204307" y="48823"/>
                  </a:lnTo>
                  <a:lnTo>
                    <a:pt x="212165" y="48820"/>
                  </a:lnTo>
                  <a:lnTo>
                    <a:pt x="220023" y="48818"/>
                  </a:lnTo>
                  <a:lnTo>
                    <a:pt x="227881" y="48817"/>
                  </a:lnTo>
                  <a:lnTo>
                    <a:pt x="235739" y="48813"/>
                  </a:lnTo>
                  <a:lnTo>
                    <a:pt x="243597" y="48813"/>
                  </a:lnTo>
                  <a:lnTo>
                    <a:pt x="251455" y="48808"/>
                  </a:lnTo>
                  <a:lnTo>
                    <a:pt x="259313" y="48803"/>
                  </a:lnTo>
                  <a:lnTo>
                    <a:pt x="267171" y="48798"/>
                  </a:lnTo>
                  <a:lnTo>
                    <a:pt x="275029" y="48791"/>
                  </a:lnTo>
                  <a:lnTo>
                    <a:pt x="282887" y="48786"/>
                  </a:lnTo>
                  <a:lnTo>
                    <a:pt x="290745" y="48784"/>
                  </a:lnTo>
                  <a:lnTo>
                    <a:pt x="298603" y="48777"/>
                  </a:lnTo>
                  <a:lnTo>
                    <a:pt x="306461" y="48774"/>
                  </a:lnTo>
                  <a:lnTo>
                    <a:pt x="314319" y="48764"/>
                  </a:lnTo>
                  <a:lnTo>
                    <a:pt x="322177" y="48759"/>
                  </a:lnTo>
                  <a:lnTo>
                    <a:pt x="330035" y="48749"/>
                  </a:lnTo>
                  <a:lnTo>
                    <a:pt x="337893" y="48733"/>
                  </a:lnTo>
                  <a:lnTo>
                    <a:pt x="345751" y="48727"/>
                  </a:lnTo>
                  <a:lnTo>
                    <a:pt x="353609" y="48722"/>
                  </a:lnTo>
                  <a:lnTo>
                    <a:pt x="361467" y="48712"/>
                  </a:lnTo>
                  <a:lnTo>
                    <a:pt x="369325" y="48704"/>
                  </a:lnTo>
                  <a:lnTo>
                    <a:pt x="377183" y="48697"/>
                  </a:lnTo>
                  <a:lnTo>
                    <a:pt x="385041" y="48685"/>
                  </a:lnTo>
                  <a:lnTo>
                    <a:pt x="392899" y="48674"/>
                  </a:lnTo>
                  <a:lnTo>
                    <a:pt x="400757" y="48666"/>
                  </a:lnTo>
                  <a:lnTo>
                    <a:pt x="408615" y="48659"/>
                  </a:lnTo>
                  <a:lnTo>
                    <a:pt x="416473" y="48650"/>
                  </a:lnTo>
                  <a:lnTo>
                    <a:pt x="424331" y="48639"/>
                  </a:lnTo>
                  <a:lnTo>
                    <a:pt x="432189" y="48631"/>
                  </a:lnTo>
                  <a:lnTo>
                    <a:pt x="440047" y="48620"/>
                  </a:lnTo>
                  <a:lnTo>
                    <a:pt x="447905" y="48612"/>
                  </a:lnTo>
                  <a:lnTo>
                    <a:pt x="455763" y="48597"/>
                  </a:lnTo>
                  <a:lnTo>
                    <a:pt x="463621" y="48586"/>
                  </a:lnTo>
                  <a:lnTo>
                    <a:pt x="471479" y="48575"/>
                  </a:lnTo>
                  <a:lnTo>
                    <a:pt x="479337" y="48563"/>
                  </a:lnTo>
                  <a:lnTo>
                    <a:pt x="487195" y="48559"/>
                  </a:lnTo>
                  <a:lnTo>
                    <a:pt x="495053" y="48547"/>
                  </a:lnTo>
                  <a:lnTo>
                    <a:pt x="502911" y="48536"/>
                  </a:lnTo>
                  <a:lnTo>
                    <a:pt x="510769" y="48523"/>
                  </a:lnTo>
                  <a:lnTo>
                    <a:pt x="518627" y="48506"/>
                  </a:lnTo>
                  <a:lnTo>
                    <a:pt x="526485" y="48496"/>
                  </a:lnTo>
                  <a:lnTo>
                    <a:pt x="534343" y="48480"/>
                  </a:lnTo>
                  <a:lnTo>
                    <a:pt x="542201" y="48467"/>
                  </a:lnTo>
                  <a:lnTo>
                    <a:pt x="550059" y="48454"/>
                  </a:lnTo>
                  <a:lnTo>
                    <a:pt x="557917" y="48438"/>
                  </a:lnTo>
                  <a:lnTo>
                    <a:pt x="565775" y="48420"/>
                  </a:lnTo>
                  <a:lnTo>
                    <a:pt x="573633" y="48403"/>
                  </a:lnTo>
                  <a:lnTo>
                    <a:pt x="581491" y="48392"/>
                  </a:lnTo>
                  <a:lnTo>
                    <a:pt x="589349" y="48378"/>
                  </a:lnTo>
                  <a:lnTo>
                    <a:pt x="597207" y="48361"/>
                  </a:lnTo>
                  <a:lnTo>
                    <a:pt x="605065" y="48345"/>
                  </a:lnTo>
                  <a:lnTo>
                    <a:pt x="612923" y="48326"/>
                  </a:lnTo>
                  <a:lnTo>
                    <a:pt x="620781" y="48304"/>
                  </a:lnTo>
                  <a:lnTo>
                    <a:pt x="628639" y="48281"/>
                  </a:lnTo>
                  <a:lnTo>
                    <a:pt x="636497" y="48258"/>
                  </a:lnTo>
                  <a:lnTo>
                    <a:pt x="644355" y="48233"/>
                  </a:lnTo>
                  <a:lnTo>
                    <a:pt x="652213" y="48203"/>
                  </a:lnTo>
                  <a:lnTo>
                    <a:pt x="660071" y="48184"/>
                  </a:lnTo>
                  <a:lnTo>
                    <a:pt x="667929" y="48160"/>
                  </a:lnTo>
                  <a:lnTo>
                    <a:pt x="675787" y="48134"/>
                  </a:lnTo>
                  <a:lnTo>
                    <a:pt x="683645" y="48107"/>
                  </a:lnTo>
                  <a:lnTo>
                    <a:pt x="691503" y="48079"/>
                  </a:lnTo>
                  <a:lnTo>
                    <a:pt x="699361" y="48053"/>
                  </a:lnTo>
                  <a:lnTo>
                    <a:pt x="707219" y="48029"/>
                  </a:lnTo>
                  <a:lnTo>
                    <a:pt x="715077" y="48005"/>
                  </a:lnTo>
                  <a:lnTo>
                    <a:pt x="722935" y="47980"/>
                  </a:lnTo>
                  <a:lnTo>
                    <a:pt x="730793" y="47955"/>
                  </a:lnTo>
                  <a:lnTo>
                    <a:pt x="738651" y="47922"/>
                  </a:lnTo>
                  <a:lnTo>
                    <a:pt x="746509" y="47898"/>
                  </a:lnTo>
                  <a:lnTo>
                    <a:pt x="754367" y="47872"/>
                  </a:lnTo>
                  <a:lnTo>
                    <a:pt x="762225" y="47845"/>
                  </a:lnTo>
                  <a:lnTo>
                    <a:pt x="770083" y="47810"/>
                  </a:lnTo>
                  <a:lnTo>
                    <a:pt x="777941" y="47775"/>
                  </a:lnTo>
                  <a:lnTo>
                    <a:pt x="785799" y="47740"/>
                  </a:lnTo>
                  <a:lnTo>
                    <a:pt x="793657" y="47704"/>
                  </a:lnTo>
                  <a:lnTo>
                    <a:pt x="801515" y="47676"/>
                  </a:lnTo>
                  <a:lnTo>
                    <a:pt x="809373" y="47650"/>
                  </a:lnTo>
                  <a:lnTo>
                    <a:pt x="817231" y="47610"/>
                  </a:lnTo>
                  <a:lnTo>
                    <a:pt x="825089" y="47570"/>
                  </a:lnTo>
                  <a:lnTo>
                    <a:pt x="832947" y="47543"/>
                  </a:lnTo>
                  <a:lnTo>
                    <a:pt x="840805" y="47494"/>
                  </a:lnTo>
                  <a:lnTo>
                    <a:pt x="848663" y="47456"/>
                  </a:lnTo>
                  <a:lnTo>
                    <a:pt x="856521" y="47421"/>
                  </a:lnTo>
                  <a:lnTo>
                    <a:pt x="864379" y="47385"/>
                  </a:lnTo>
                  <a:lnTo>
                    <a:pt x="872237" y="47349"/>
                  </a:lnTo>
                  <a:lnTo>
                    <a:pt x="880095" y="47312"/>
                  </a:lnTo>
                  <a:lnTo>
                    <a:pt x="887953" y="47275"/>
                  </a:lnTo>
                  <a:lnTo>
                    <a:pt x="895811" y="47240"/>
                  </a:lnTo>
                  <a:lnTo>
                    <a:pt x="903669" y="47204"/>
                  </a:lnTo>
                  <a:lnTo>
                    <a:pt x="911527" y="47168"/>
                  </a:lnTo>
                  <a:lnTo>
                    <a:pt x="919385" y="47128"/>
                  </a:lnTo>
                  <a:lnTo>
                    <a:pt x="927243" y="47078"/>
                  </a:lnTo>
                  <a:lnTo>
                    <a:pt x="935101" y="47038"/>
                  </a:lnTo>
                  <a:lnTo>
                    <a:pt x="942959" y="47000"/>
                  </a:lnTo>
                  <a:lnTo>
                    <a:pt x="950817" y="46961"/>
                  </a:lnTo>
                  <a:lnTo>
                    <a:pt x="958675" y="46922"/>
                  </a:lnTo>
                  <a:lnTo>
                    <a:pt x="966533" y="46882"/>
                  </a:lnTo>
                  <a:lnTo>
                    <a:pt x="974391" y="46842"/>
                  </a:lnTo>
                  <a:lnTo>
                    <a:pt x="982249" y="46801"/>
                  </a:lnTo>
                  <a:lnTo>
                    <a:pt x="990107" y="46759"/>
                  </a:lnTo>
                  <a:lnTo>
                    <a:pt x="997965" y="46717"/>
                  </a:lnTo>
                  <a:lnTo>
                    <a:pt x="1005823" y="46672"/>
                  </a:lnTo>
                  <a:lnTo>
                    <a:pt x="1013681" y="46626"/>
                  </a:lnTo>
                  <a:lnTo>
                    <a:pt x="1021539" y="46579"/>
                  </a:lnTo>
                  <a:lnTo>
                    <a:pt x="1029397" y="46530"/>
                  </a:lnTo>
                  <a:lnTo>
                    <a:pt x="1037254" y="46481"/>
                  </a:lnTo>
                  <a:lnTo>
                    <a:pt x="1045112" y="46431"/>
                  </a:lnTo>
                  <a:lnTo>
                    <a:pt x="1052970" y="46381"/>
                  </a:lnTo>
                  <a:lnTo>
                    <a:pt x="1060828" y="46329"/>
                  </a:lnTo>
                  <a:lnTo>
                    <a:pt x="1068686" y="46276"/>
                  </a:lnTo>
                  <a:lnTo>
                    <a:pt x="1076544" y="46222"/>
                  </a:lnTo>
                  <a:lnTo>
                    <a:pt x="1084402" y="46167"/>
                  </a:lnTo>
                  <a:lnTo>
                    <a:pt x="1092260" y="46109"/>
                  </a:lnTo>
                  <a:lnTo>
                    <a:pt x="1100118" y="46040"/>
                  </a:lnTo>
                  <a:lnTo>
                    <a:pt x="1107976" y="45959"/>
                  </a:lnTo>
                  <a:lnTo>
                    <a:pt x="1115834" y="45875"/>
                  </a:lnTo>
                  <a:lnTo>
                    <a:pt x="1123692" y="45790"/>
                  </a:lnTo>
                  <a:lnTo>
                    <a:pt x="1131550" y="45702"/>
                  </a:lnTo>
                  <a:lnTo>
                    <a:pt x="1139408" y="45612"/>
                  </a:lnTo>
                  <a:lnTo>
                    <a:pt x="1147266" y="45527"/>
                  </a:lnTo>
                  <a:lnTo>
                    <a:pt x="1155124" y="45454"/>
                  </a:lnTo>
                  <a:lnTo>
                    <a:pt x="1162982" y="45380"/>
                  </a:lnTo>
                  <a:lnTo>
                    <a:pt x="1170840" y="45305"/>
                  </a:lnTo>
                  <a:lnTo>
                    <a:pt x="1178698" y="45229"/>
                  </a:lnTo>
                  <a:lnTo>
                    <a:pt x="1186556" y="45133"/>
                  </a:lnTo>
                  <a:lnTo>
                    <a:pt x="1194414" y="45028"/>
                  </a:lnTo>
                  <a:lnTo>
                    <a:pt x="1202272" y="44927"/>
                  </a:lnTo>
                  <a:lnTo>
                    <a:pt x="1210130" y="44821"/>
                  </a:lnTo>
                  <a:lnTo>
                    <a:pt x="1217988" y="44710"/>
                  </a:lnTo>
                  <a:lnTo>
                    <a:pt x="1225846" y="44597"/>
                  </a:lnTo>
                  <a:lnTo>
                    <a:pt x="1233704" y="44480"/>
                  </a:lnTo>
                  <a:lnTo>
                    <a:pt x="1241562" y="44361"/>
                  </a:lnTo>
                  <a:lnTo>
                    <a:pt x="1249420" y="44238"/>
                  </a:lnTo>
                  <a:lnTo>
                    <a:pt x="1257278" y="44113"/>
                  </a:lnTo>
                  <a:lnTo>
                    <a:pt x="1265136" y="43985"/>
                  </a:lnTo>
                  <a:lnTo>
                    <a:pt x="1272994" y="43859"/>
                  </a:lnTo>
                  <a:lnTo>
                    <a:pt x="1280852" y="43769"/>
                  </a:lnTo>
                  <a:lnTo>
                    <a:pt x="1288710" y="43680"/>
                  </a:lnTo>
                  <a:lnTo>
                    <a:pt x="1296568" y="43555"/>
                  </a:lnTo>
                  <a:lnTo>
                    <a:pt x="1304426" y="43436"/>
                  </a:lnTo>
                  <a:lnTo>
                    <a:pt x="1312284" y="43324"/>
                  </a:lnTo>
                  <a:lnTo>
                    <a:pt x="1320142" y="43210"/>
                  </a:lnTo>
                  <a:lnTo>
                    <a:pt x="1328000" y="43094"/>
                  </a:lnTo>
                  <a:lnTo>
                    <a:pt x="1335858" y="42976"/>
                  </a:lnTo>
                  <a:lnTo>
                    <a:pt x="1343716" y="42855"/>
                  </a:lnTo>
                  <a:lnTo>
                    <a:pt x="1351574" y="42732"/>
                  </a:lnTo>
                  <a:lnTo>
                    <a:pt x="1359432" y="42607"/>
                  </a:lnTo>
                  <a:lnTo>
                    <a:pt x="1367290" y="42480"/>
                  </a:lnTo>
                  <a:lnTo>
                    <a:pt x="1375148" y="42350"/>
                  </a:lnTo>
                  <a:lnTo>
                    <a:pt x="1383006" y="42218"/>
                  </a:lnTo>
                  <a:lnTo>
                    <a:pt x="1390864" y="42084"/>
                  </a:lnTo>
                  <a:lnTo>
                    <a:pt x="1398722" y="41948"/>
                  </a:lnTo>
                  <a:lnTo>
                    <a:pt x="1406580" y="41765"/>
                  </a:lnTo>
                  <a:lnTo>
                    <a:pt x="1414438" y="41565"/>
                  </a:lnTo>
                  <a:lnTo>
                    <a:pt x="1422296" y="41359"/>
                  </a:lnTo>
                  <a:lnTo>
                    <a:pt x="1430154" y="41149"/>
                  </a:lnTo>
                  <a:lnTo>
                    <a:pt x="1438012" y="40932"/>
                  </a:lnTo>
                  <a:lnTo>
                    <a:pt x="1445870" y="40710"/>
                  </a:lnTo>
                  <a:lnTo>
                    <a:pt x="1453728" y="40481"/>
                  </a:lnTo>
                  <a:lnTo>
                    <a:pt x="1461586" y="40247"/>
                  </a:lnTo>
                  <a:lnTo>
                    <a:pt x="1469444" y="40006"/>
                  </a:lnTo>
                  <a:lnTo>
                    <a:pt x="1477302" y="39759"/>
                  </a:lnTo>
                  <a:lnTo>
                    <a:pt x="1485160" y="39577"/>
                  </a:lnTo>
                  <a:lnTo>
                    <a:pt x="1493018" y="39393"/>
                  </a:lnTo>
                  <a:lnTo>
                    <a:pt x="1500876" y="39206"/>
                  </a:lnTo>
                  <a:lnTo>
                    <a:pt x="1508734" y="39015"/>
                  </a:lnTo>
                  <a:lnTo>
                    <a:pt x="1516592" y="38821"/>
                  </a:lnTo>
                  <a:lnTo>
                    <a:pt x="1524450" y="38529"/>
                  </a:lnTo>
                  <a:lnTo>
                    <a:pt x="1532308" y="38211"/>
                  </a:lnTo>
                  <a:lnTo>
                    <a:pt x="1540166" y="37883"/>
                  </a:lnTo>
                  <a:lnTo>
                    <a:pt x="1548024" y="37546"/>
                  </a:lnTo>
                  <a:lnTo>
                    <a:pt x="1555882" y="37199"/>
                  </a:lnTo>
                  <a:lnTo>
                    <a:pt x="1563740" y="36841"/>
                  </a:lnTo>
                  <a:lnTo>
                    <a:pt x="1571598" y="36472"/>
                  </a:lnTo>
                  <a:lnTo>
                    <a:pt x="1579456" y="36093"/>
                  </a:lnTo>
                  <a:lnTo>
                    <a:pt x="1587314" y="35702"/>
                  </a:lnTo>
                  <a:lnTo>
                    <a:pt x="1595172" y="35299"/>
                  </a:lnTo>
                  <a:lnTo>
                    <a:pt x="1603030" y="34886"/>
                  </a:lnTo>
                  <a:lnTo>
                    <a:pt x="1610888" y="34465"/>
                  </a:lnTo>
                  <a:lnTo>
                    <a:pt x="1618746" y="34163"/>
                  </a:lnTo>
                  <a:lnTo>
                    <a:pt x="1626604" y="33857"/>
                  </a:lnTo>
                  <a:lnTo>
                    <a:pt x="1634462" y="33544"/>
                  </a:lnTo>
                  <a:lnTo>
                    <a:pt x="1642320" y="33225"/>
                  </a:lnTo>
                  <a:lnTo>
                    <a:pt x="1650178" y="32899"/>
                  </a:lnTo>
                  <a:lnTo>
                    <a:pt x="1658036" y="32567"/>
                  </a:lnTo>
                  <a:lnTo>
                    <a:pt x="1665894" y="32229"/>
                  </a:lnTo>
                  <a:lnTo>
                    <a:pt x="1673752" y="31883"/>
                  </a:lnTo>
                  <a:lnTo>
                    <a:pt x="1681610" y="31531"/>
                  </a:lnTo>
                  <a:lnTo>
                    <a:pt x="1689468" y="31171"/>
                  </a:lnTo>
                  <a:lnTo>
                    <a:pt x="1697326" y="30805"/>
                  </a:lnTo>
                  <a:lnTo>
                    <a:pt x="1705184" y="30431"/>
                  </a:lnTo>
                  <a:lnTo>
                    <a:pt x="1713042" y="30049"/>
                  </a:lnTo>
                  <a:lnTo>
                    <a:pt x="1720900" y="29638"/>
                  </a:lnTo>
                  <a:lnTo>
                    <a:pt x="1728758" y="29153"/>
                  </a:lnTo>
                  <a:lnTo>
                    <a:pt x="1736616" y="28656"/>
                  </a:lnTo>
                  <a:lnTo>
                    <a:pt x="1744474" y="28147"/>
                  </a:lnTo>
                  <a:lnTo>
                    <a:pt x="1752332" y="27626"/>
                  </a:lnTo>
                  <a:lnTo>
                    <a:pt x="1760190" y="27092"/>
                  </a:lnTo>
                  <a:lnTo>
                    <a:pt x="1768048" y="26545"/>
                  </a:lnTo>
                  <a:lnTo>
                    <a:pt x="1775906" y="25984"/>
                  </a:lnTo>
                  <a:lnTo>
                    <a:pt x="1783764" y="25467"/>
                  </a:lnTo>
                  <a:lnTo>
                    <a:pt x="1791622" y="24953"/>
                  </a:lnTo>
                  <a:lnTo>
                    <a:pt x="1799480" y="24427"/>
                  </a:lnTo>
                  <a:lnTo>
                    <a:pt x="1807338" y="23892"/>
                  </a:lnTo>
                  <a:lnTo>
                    <a:pt x="1815196" y="23347"/>
                  </a:lnTo>
                  <a:lnTo>
                    <a:pt x="1823054" y="22790"/>
                  </a:lnTo>
                  <a:lnTo>
                    <a:pt x="1830912" y="22222"/>
                  </a:lnTo>
                  <a:lnTo>
                    <a:pt x="1838770" y="21607"/>
                  </a:lnTo>
                  <a:lnTo>
                    <a:pt x="1846628" y="20837"/>
                  </a:lnTo>
                  <a:lnTo>
                    <a:pt x="1854486" y="20233"/>
                  </a:lnTo>
                  <a:lnTo>
                    <a:pt x="1862344" y="19617"/>
                  </a:lnTo>
                  <a:lnTo>
                    <a:pt x="1870202" y="18989"/>
                  </a:lnTo>
                  <a:lnTo>
                    <a:pt x="1878060" y="18347"/>
                  </a:lnTo>
                  <a:lnTo>
                    <a:pt x="1885918" y="17680"/>
                  </a:lnTo>
                  <a:lnTo>
                    <a:pt x="1893776" y="16896"/>
                  </a:lnTo>
                  <a:lnTo>
                    <a:pt x="1901634" y="16094"/>
                  </a:lnTo>
                  <a:lnTo>
                    <a:pt x="1909492" y="15274"/>
                  </a:lnTo>
                  <a:lnTo>
                    <a:pt x="1917350" y="14434"/>
                  </a:lnTo>
                  <a:lnTo>
                    <a:pt x="1925208" y="13575"/>
                  </a:lnTo>
                  <a:lnTo>
                    <a:pt x="1933066" y="12694"/>
                  </a:lnTo>
                  <a:lnTo>
                    <a:pt x="1940924" y="11792"/>
                  </a:lnTo>
                  <a:lnTo>
                    <a:pt x="1948782" y="10869"/>
                  </a:lnTo>
                  <a:lnTo>
                    <a:pt x="1956640" y="9924"/>
                  </a:lnTo>
                  <a:lnTo>
                    <a:pt x="1964498" y="8957"/>
                  </a:lnTo>
                  <a:lnTo>
                    <a:pt x="1972356" y="7966"/>
                  </a:lnTo>
                  <a:lnTo>
                    <a:pt x="1980214" y="6952"/>
                  </a:lnTo>
                  <a:lnTo>
                    <a:pt x="1988072" y="5914"/>
                  </a:lnTo>
                  <a:lnTo>
                    <a:pt x="1995930" y="4954"/>
                  </a:lnTo>
                  <a:lnTo>
                    <a:pt x="2003788" y="4000"/>
                  </a:lnTo>
                  <a:lnTo>
                    <a:pt x="2011646" y="3030"/>
                  </a:lnTo>
                  <a:lnTo>
                    <a:pt x="2019504" y="2040"/>
                  </a:lnTo>
                  <a:lnTo>
                    <a:pt x="2027362" y="1030"/>
                  </a:lnTo>
                  <a:lnTo>
                    <a:pt x="2035220" y="0"/>
                  </a:lnTo>
                  <a:lnTo>
                    <a:pt x="2035220" y="49429"/>
                  </a:lnTo>
                  <a:lnTo>
                    <a:pt x="2027362" y="49428"/>
                  </a:lnTo>
                  <a:lnTo>
                    <a:pt x="2019504" y="49428"/>
                  </a:lnTo>
                  <a:lnTo>
                    <a:pt x="2011646" y="49427"/>
                  </a:lnTo>
                  <a:lnTo>
                    <a:pt x="2003788" y="49427"/>
                  </a:lnTo>
                  <a:lnTo>
                    <a:pt x="1995930" y="49427"/>
                  </a:lnTo>
                  <a:lnTo>
                    <a:pt x="1988072" y="49427"/>
                  </a:lnTo>
                  <a:lnTo>
                    <a:pt x="1980214" y="49427"/>
                  </a:lnTo>
                  <a:lnTo>
                    <a:pt x="1972356" y="49427"/>
                  </a:lnTo>
                  <a:lnTo>
                    <a:pt x="1964498" y="49426"/>
                  </a:lnTo>
                  <a:lnTo>
                    <a:pt x="1956640" y="49426"/>
                  </a:lnTo>
                  <a:lnTo>
                    <a:pt x="1948782" y="49426"/>
                  </a:lnTo>
                  <a:lnTo>
                    <a:pt x="1940924" y="49426"/>
                  </a:lnTo>
                  <a:lnTo>
                    <a:pt x="1933066" y="49426"/>
                  </a:lnTo>
                  <a:lnTo>
                    <a:pt x="1925208" y="49426"/>
                  </a:lnTo>
                  <a:lnTo>
                    <a:pt x="1917350" y="49425"/>
                  </a:lnTo>
                  <a:lnTo>
                    <a:pt x="1909492" y="49425"/>
                  </a:lnTo>
                  <a:lnTo>
                    <a:pt x="1901634" y="49425"/>
                  </a:lnTo>
                  <a:lnTo>
                    <a:pt x="1893776" y="49425"/>
                  </a:lnTo>
                  <a:lnTo>
                    <a:pt x="1885918" y="49425"/>
                  </a:lnTo>
                  <a:lnTo>
                    <a:pt x="1878060" y="49424"/>
                  </a:lnTo>
                  <a:lnTo>
                    <a:pt x="1870202" y="49424"/>
                  </a:lnTo>
                  <a:lnTo>
                    <a:pt x="1862344" y="49424"/>
                  </a:lnTo>
                  <a:lnTo>
                    <a:pt x="1854486" y="49424"/>
                  </a:lnTo>
                  <a:lnTo>
                    <a:pt x="1846628" y="49424"/>
                  </a:lnTo>
                  <a:lnTo>
                    <a:pt x="1838770" y="49423"/>
                  </a:lnTo>
                  <a:lnTo>
                    <a:pt x="1830912" y="49423"/>
                  </a:lnTo>
                  <a:lnTo>
                    <a:pt x="1823054" y="49423"/>
                  </a:lnTo>
                  <a:lnTo>
                    <a:pt x="1815196" y="49423"/>
                  </a:lnTo>
                  <a:lnTo>
                    <a:pt x="1807338" y="49423"/>
                  </a:lnTo>
                  <a:lnTo>
                    <a:pt x="1799480" y="49422"/>
                  </a:lnTo>
                  <a:lnTo>
                    <a:pt x="1791622" y="49422"/>
                  </a:lnTo>
                  <a:lnTo>
                    <a:pt x="1783764" y="49422"/>
                  </a:lnTo>
                  <a:lnTo>
                    <a:pt x="1775906" y="49422"/>
                  </a:lnTo>
                  <a:lnTo>
                    <a:pt x="1768048" y="49421"/>
                  </a:lnTo>
                  <a:lnTo>
                    <a:pt x="1760190" y="49421"/>
                  </a:lnTo>
                  <a:lnTo>
                    <a:pt x="1752332" y="49421"/>
                  </a:lnTo>
                  <a:lnTo>
                    <a:pt x="1744474" y="49421"/>
                  </a:lnTo>
                  <a:lnTo>
                    <a:pt x="1736616" y="49420"/>
                  </a:lnTo>
                  <a:lnTo>
                    <a:pt x="1728758" y="49420"/>
                  </a:lnTo>
                  <a:lnTo>
                    <a:pt x="1720900" y="49420"/>
                  </a:lnTo>
                  <a:lnTo>
                    <a:pt x="1713042" y="49420"/>
                  </a:lnTo>
                  <a:lnTo>
                    <a:pt x="1705184" y="49420"/>
                  </a:lnTo>
                  <a:lnTo>
                    <a:pt x="1697326" y="49420"/>
                  </a:lnTo>
                  <a:lnTo>
                    <a:pt x="1689468" y="49419"/>
                  </a:lnTo>
                  <a:lnTo>
                    <a:pt x="1681610" y="49419"/>
                  </a:lnTo>
                  <a:lnTo>
                    <a:pt x="1673752" y="49419"/>
                  </a:lnTo>
                  <a:lnTo>
                    <a:pt x="1665894" y="49419"/>
                  </a:lnTo>
                  <a:lnTo>
                    <a:pt x="1658036" y="49418"/>
                  </a:lnTo>
                  <a:lnTo>
                    <a:pt x="1650178" y="49418"/>
                  </a:lnTo>
                  <a:lnTo>
                    <a:pt x="1642320" y="49418"/>
                  </a:lnTo>
                  <a:lnTo>
                    <a:pt x="1634462" y="49418"/>
                  </a:lnTo>
                  <a:lnTo>
                    <a:pt x="1626604" y="49418"/>
                  </a:lnTo>
                  <a:lnTo>
                    <a:pt x="1618746" y="49418"/>
                  </a:lnTo>
                  <a:lnTo>
                    <a:pt x="1610888" y="49417"/>
                  </a:lnTo>
                  <a:lnTo>
                    <a:pt x="1603030" y="49417"/>
                  </a:lnTo>
                  <a:lnTo>
                    <a:pt x="1595172" y="49417"/>
                  </a:lnTo>
                  <a:lnTo>
                    <a:pt x="1587314" y="49417"/>
                  </a:lnTo>
                  <a:lnTo>
                    <a:pt x="1579456" y="49417"/>
                  </a:lnTo>
                  <a:lnTo>
                    <a:pt x="1571598" y="49416"/>
                  </a:lnTo>
                  <a:lnTo>
                    <a:pt x="1563740" y="49416"/>
                  </a:lnTo>
                  <a:lnTo>
                    <a:pt x="1555882" y="49416"/>
                  </a:lnTo>
                  <a:lnTo>
                    <a:pt x="1548024" y="49416"/>
                  </a:lnTo>
                  <a:lnTo>
                    <a:pt x="1540166" y="49416"/>
                  </a:lnTo>
                  <a:lnTo>
                    <a:pt x="1532308" y="49415"/>
                  </a:lnTo>
                  <a:lnTo>
                    <a:pt x="1524450" y="49415"/>
                  </a:lnTo>
                  <a:lnTo>
                    <a:pt x="1516592" y="49415"/>
                  </a:lnTo>
                  <a:lnTo>
                    <a:pt x="1508734" y="49415"/>
                  </a:lnTo>
                  <a:lnTo>
                    <a:pt x="1500876" y="49414"/>
                  </a:lnTo>
                  <a:lnTo>
                    <a:pt x="1493018" y="49414"/>
                  </a:lnTo>
                  <a:lnTo>
                    <a:pt x="1485160" y="49414"/>
                  </a:lnTo>
                  <a:lnTo>
                    <a:pt x="1477302" y="49413"/>
                  </a:lnTo>
                  <a:lnTo>
                    <a:pt x="1469444" y="49413"/>
                  </a:lnTo>
                  <a:lnTo>
                    <a:pt x="1461586" y="49413"/>
                  </a:lnTo>
                  <a:lnTo>
                    <a:pt x="1453728" y="49412"/>
                  </a:lnTo>
                  <a:lnTo>
                    <a:pt x="1445870" y="49412"/>
                  </a:lnTo>
                  <a:lnTo>
                    <a:pt x="1438012" y="49411"/>
                  </a:lnTo>
                  <a:lnTo>
                    <a:pt x="1430154" y="49411"/>
                  </a:lnTo>
                  <a:lnTo>
                    <a:pt x="1422296" y="49410"/>
                  </a:lnTo>
                  <a:lnTo>
                    <a:pt x="1414438" y="49409"/>
                  </a:lnTo>
                  <a:lnTo>
                    <a:pt x="1406580" y="49409"/>
                  </a:lnTo>
                  <a:lnTo>
                    <a:pt x="1398722" y="49409"/>
                  </a:lnTo>
                  <a:lnTo>
                    <a:pt x="1390864" y="49409"/>
                  </a:lnTo>
                  <a:lnTo>
                    <a:pt x="1383006" y="49409"/>
                  </a:lnTo>
                  <a:lnTo>
                    <a:pt x="1375148" y="49409"/>
                  </a:lnTo>
                  <a:lnTo>
                    <a:pt x="1367290" y="49408"/>
                  </a:lnTo>
                  <a:lnTo>
                    <a:pt x="1359432" y="49408"/>
                  </a:lnTo>
                  <a:lnTo>
                    <a:pt x="1351574" y="49407"/>
                  </a:lnTo>
                  <a:lnTo>
                    <a:pt x="1343716" y="49407"/>
                  </a:lnTo>
                  <a:lnTo>
                    <a:pt x="1335858" y="49406"/>
                  </a:lnTo>
                  <a:lnTo>
                    <a:pt x="1328000" y="49406"/>
                  </a:lnTo>
                  <a:lnTo>
                    <a:pt x="1320142" y="49406"/>
                  </a:lnTo>
                  <a:lnTo>
                    <a:pt x="1312284" y="49406"/>
                  </a:lnTo>
                  <a:lnTo>
                    <a:pt x="1304426" y="49406"/>
                  </a:lnTo>
                  <a:lnTo>
                    <a:pt x="1296568" y="49405"/>
                  </a:lnTo>
                  <a:lnTo>
                    <a:pt x="1288710" y="49405"/>
                  </a:lnTo>
                  <a:lnTo>
                    <a:pt x="1280852" y="49405"/>
                  </a:lnTo>
                  <a:lnTo>
                    <a:pt x="1272994" y="49404"/>
                  </a:lnTo>
                  <a:lnTo>
                    <a:pt x="1265136" y="49404"/>
                  </a:lnTo>
                  <a:lnTo>
                    <a:pt x="1257278" y="49403"/>
                  </a:lnTo>
                  <a:lnTo>
                    <a:pt x="1249420" y="49402"/>
                  </a:lnTo>
                  <a:lnTo>
                    <a:pt x="1241562" y="49402"/>
                  </a:lnTo>
                  <a:lnTo>
                    <a:pt x="1233704" y="49401"/>
                  </a:lnTo>
                  <a:lnTo>
                    <a:pt x="1225846" y="49401"/>
                  </a:lnTo>
                  <a:lnTo>
                    <a:pt x="1217988" y="49400"/>
                  </a:lnTo>
                  <a:lnTo>
                    <a:pt x="1210130" y="49400"/>
                  </a:lnTo>
                  <a:lnTo>
                    <a:pt x="1202272" y="49399"/>
                  </a:lnTo>
                  <a:lnTo>
                    <a:pt x="1194414" y="49399"/>
                  </a:lnTo>
                  <a:lnTo>
                    <a:pt x="1186556" y="49398"/>
                  </a:lnTo>
                  <a:lnTo>
                    <a:pt x="1178698" y="49397"/>
                  </a:lnTo>
                  <a:lnTo>
                    <a:pt x="1170840" y="49397"/>
                  </a:lnTo>
                  <a:lnTo>
                    <a:pt x="1162982" y="49396"/>
                  </a:lnTo>
                  <a:lnTo>
                    <a:pt x="1155124" y="49396"/>
                  </a:lnTo>
                  <a:lnTo>
                    <a:pt x="1147266" y="49395"/>
                  </a:lnTo>
                  <a:lnTo>
                    <a:pt x="1139408" y="49395"/>
                  </a:lnTo>
                  <a:lnTo>
                    <a:pt x="1131550" y="49394"/>
                  </a:lnTo>
                  <a:lnTo>
                    <a:pt x="1123692" y="49393"/>
                  </a:lnTo>
                  <a:lnTo>
                    <a:pt x="1115834" y="49393"/>
                  </a:lnTo>
                  <a:lnTo>
                    <a:pt x="1107976" y="49392"/>
                  </a:lnTo>
                  <a:lnTo>
                    <a:pt x="1100118" y="49392"/>
                  </a:lnTo>
                  <a:lnTo>
                    <a:pt x="1092260" y="49393"/>
                  </a:lnTo>
                  <a:lnTo>
                    <a:pt x="1084402" y="49393"/>
                  </a:lnTo>
                  <a:lnTo>
                    <a:pt x="1076544" y="49392"/>
                  </a:lnTo>
                  <a:lnTo>
                    <a:pt x="1068686" y="49391"/>
                  </a:lnTo>
                  <a:lnTo>
                    <a:pt x="1060828" y="49390"/>
                  </a:lnTo>
                  <a:lnTo>
                    <a:pt x="1052970" y="49389"/>
                  </a:lnTo>
                  <a:lnTo>
                    <a:pt x="1045112" y="49388"/>
                  </a:lnTo>
                  <a:lnTo>
                    <a:pt x="1037254" y="49387"/>
                  </a:lnTo>
                  <a:lnTo>
                    <a:pt x="1029397" y="49386"/>
                  </a:lnTo>
                  <a:lnTo>
                    <a:pt x="1021539" y="49385"/>
                  </a:lnTo>
                  <a:lnTo>
                    <a:pt x="1013681" y="49384"/>
                  </a:lnTo>
                  <a:lnTo>
                    <a:pt x="1005823" y="49383"/>
                  </a:lnTo>
                  <a:lnTo>
                    <a:pt x="997965" y="49383"/>
                  </a:lnTo>
                  <a:lnTo>
                    <a:pt x="990107" y="49382"/>
                  </a:lnTo>
                  <a:lnTo>
                    <a:pt x="982249" y="49381"/>
                  </a:lnTo>
                  <a:lnTo>
                    <a:pt x="974391" y="49380"/>
                  </a:lnTo>
                  <a:lnTo>
                    <a:pt x="966533" y="49379"/>
                  </a:lnTo>
                  <a:lnTo>
                    <a:pt x="958675" y="49378"/>
                  </a:lnTo>
                  <a:lnTo>
                    <a:pt x="950817" y="49377"/>
                  </a:lnTo>
                  <a:lnTo>
                    <a:pt x="942959" y="49376"/>
                  </a:lnTo>
                  <a:lnTo>
                    <a:pt x="935101" y="49375"/>
                  </a:lnTo>
                  <a:lnTo>
                    <a:pt x="927243" y="49374"/>
                  </a:lnTo>
                  <a:lnTo>
                    <a:pt x="919385" y="49373"/>
                  </a:lnTo>
                  <a:lnTo>
                    <a:pt x="911527" y="49372"/>
                  </a:lnTo>
                  <a:lnTo>
                    <a:pt x="903669" y="49372"/>
                  </a:lnTo>
                  <a:lnTo>
                    <a:pt x="895811" y="49371"/>
                  </a:lnTo>
                  <a:lnTo>
                    <a:pt x="887953" y="49370"/>
                  </a:lnTo>
                  <a:lnTo>
                    <a:pt x="880095" y="49369"/>
                  </a:lnTo>
                  <a:lnTo>
                    <a:pt x="872237" y="49367"/>
                  </a:lnTo>
                  <a:lnTo>
                    <a:pt x="864379" y="49366"/>
                  </a:lnTo>
                  <a:lnTo>
                    <a:pt x="856521" y="49365"/>
                  </a:lnTo>
                  <a:lnTo>
                    <a:pt x="848663" y="49364"/>
                  </a:lnTo>
                  <a:lnTo>
                    <a:pt x="840805" y="49363"/>
                  </a:lnTo>
                  <a:lnTo>
                    <a:pt x="832947" y="49361"/>
                  </a:lnTo>
                  <a:lnTo>
                    <a:pt x="825089" y="49360"/>
                  </a:lnTo>
                  <a:lnTo>
                    <a:pt x="817231" y="49359"/>
                  </a:lnTo>
                  <a:lnTo>
                    <a:pt x="809373" y="49357"/>
                  </a:lnTo>
                  <a:lnTo>
                    <a:pt x="801515" y="49356"/>
                  </a:lnTo>
                  <a:lnTo>
                    <a:pt x="793657" y="49355"/>
                  </a:lnTo>
                  <a:lnTo>
                    <a:pt x="785799" y="49353"/>
                  </a:lnTo>
                  <a:lnTo>
                    <a:pt x="777941" y="49352"/>
                  </a:lnTo>
                  <a:lnTo>
                    <a:pt x="770083" y="49351"/>
                  </a:lnTo>
                  <a:lnTo>
                    <a:pt x="762225" y="49349"/>
                  </a:lnTo>
                  <a:lnTo>
                    <a:pt x="754367" y="49348"/>
                  </a:lnTo>
                  <a:lnTo>
                    <a:pt x="746509" y="49347"/>
                  </a:lnTo>
                  <a:lnTo>
                    <a:pt x="738651" y="49346"/>
                  </a:lnTo>
                  <a:lnTo>
                    <a:pt x="730793" y="49346"/>
                  </a:lnTo>
                  <a:lnTo>
                    <a:pt x="722935" y="49345"/>
                  </a:lnTo>
                  <a:lnTo>
                    <a:pt x="715077" y="49344"/>
                  </a:lnTo>
                  <a:lnTo>
                    <a:pt x="707219" y="49343"/>
                  </a:lnTo>
                  <a:lnTo>
                    <a:pt x="699361" y="49341"/>
                  </a:lnTo>
                  <a:lnTo>
                    <a:pt x="691503" y="49339"/>
                  </a:lnTo>
                  <a:lnTo>
                    <a:pt x="683645" y="49338"/>
                  </a:lnTo>
                  <a:lnTo>
                    <a:pt x="675787" y="49337"/>
                  </a:lnTo>
                  <a:lnTo>
                    <a:pt x="667929" y="49337"/>
                  </a:lnTo>
                  <a:lnTo>
                    <a:pt x="660071" y="49337"/>
                  </a:lnTo>
                  <a:lnTo>
                    <a:pt x="652213" y="49336"/>
                  </a:lnTo>
                  <a:lnTo>
                    <a:pt x="644355" y="49334"/>
                  </a:lnTo>
                  <a:lnTo>
                    <a:pt x="636497" y="49333"/>
                  </a:lnTo>
                  <a:lnTo>
                    <a:pt x="628639" y="49333"/>
                  </a:lnTo>
                  <a:lnTo>
                    <a:pt x="620781" y="49332"/>
                  </a:lnTo>
                  <a:lnTo>
                    <a:pt x="612923" y="49330"/>
                  </a:lnTo>
                  <a:lnTo>
                    <a:pt x="605065" y="49329"/>
                  </a:lnTo>
                  <a:lnTo>
                    <a:pt x="597207" y="49328"/>
                  </a:lnTo>
                  <a:lnTo>
                    <a:pt x="589349" y="49326"/>
                  </a:lnTo>
                  <a:lnTo>
                    <a:pt x="581491" y="49325"/>
                  </a:lnTo>
                  <a:lnTo>
                    <a:pt x="573633" y="49323"/>
                  </a:lnTo>
                  <a:lnTo>
                    <a:pt x="565775" y="49322"/>
                  </a:lnTo>
                  <a:lnTo>
                    <a:pt x="557917" y="49320"/>
                  </a:lnTo>
                  <a:lnTo>
                    <a:pt x="550059" y="49319"/>
                  </a:lnTo>
                  <a:lnTo>
                    <a:pt x="542201" y="49317"/>
                  </a:lnTo>
                  <a:lnTo>
                    <a:pt x="534343" y="49315"/>
                  </a:lnTo>
                  <a:lnTo>
                    <a:pt x="526485" y="49314"/>
                  </a:lnTo>
                  <a:lnTo>
                    <a:pt x="518627" y="49314"/>
                  </a:lnTo>
                  <a:lnTo>
                    <a:pt x="510769" y="49313"/>
                  </a:lnTo>
                  <a:lnTo>
                    <a:pt x="502911" y="49314"/>
                  </a:lnTo>
                  <a:lnTo>
                    <a:pt x="495053" y="49313"/>
                  </a:lnTo>
                  <a:lnTo>
                    <a:pt x="487195" y="49311"/>
                  </a:lnTo>
                  <a:lnTo>
                    <a:pt x="479337" y="49306"/>
                  </a:lnTo>
                  <a:lnTo>
                    <a:pt x="471479" y="49303"/>
                  </a:lnTo>
                  <a:lnTo>
                    <a:pt x="463621" y="49301"/>
                  </a:lnTo>
                  <a:lnTo>
                    <a:pt x="455763" y="49300"/>
                  </a:lnTo>
                  <a:lnTo>
                    <a:pt x="447905" y="49298"/>
                  </a:lnTo>
                  <a:lnTo>
                    <a:pt x="440047" y="49297"/>
                  </a:lnTo>
                  <a:lnTo>
                    <a:pt x="432189" y="49297"/>
                  </a:lnTo>
                  <a:lnTo>
                    <a:pt x="424331" y="49294"/>
                  </a:lnTo>
                  <a:lnTo>
                    <a:pt x="416473" y="49293"/>
                  </a:lnTo>
                  <a:lnTo>
                    <a:pt x="408615" y="49292"/>
                  </a:lnTo>
                  <a:lnTo>
                    <a:pt x="400757" y="49290"/>
                  </a:lnTo>
                  <a:lnTo>
                    <a:pt x="392899" y="49289"/>
                  </a:lnTo>
                  <a:lnTo>
                    <a:pt x="385041" y="49288"/>
                  </a:lnTo>
                  <a:lnTo>
                    <a:pt x="377183" y="49287"/>
                  </a:lnTo>
                  <a:lnTo>
                    <a:pt x="369325" y="49286"/>
                  </a:lnTo>
                  <a:lnTo>
                    <a:pt x="361467" y="49285"/>
                  </a:lnTo>
                  <a:lnTo>
                    <a:pt x="353609" y="49284"/>
                  </a:lnTo>
                  <a:lnTo>
                    <a:pt x="345751" y="49282"/>
                  </a:lnTo>
                  <a:lnTo>
                    <a:pt x="337893" y="49281"/>
                  </a:lnTo>
                  <a:lnTo>
                    <a:pt x="330035" y="49278"/>
                  </a:lnTo>
                  <a:lnTo>
                    <a:pt x="322177" y="49277"/>
                  </a:lnTo>
                  <a:lnTo>
                    <a:pt x="314319" y="49278"/>
                  </a:lnTo>
                  <a:lnTo>
                    <a:pt x="306461" y="49277"/>
                  </a:lnTo>
                  <a:lnTo>
                    <a:pt x="298603" y="49276"/>
                  </a:lnTo>
                  <a:lnTo>
                    <a:pt x="290745" y="49274"/>
                  </a:lnTo>
                  <a:lnTo>
                    <a:pt x="282887" y="49275"/>
                  </a:lnTo>
                  <a:lnTo>
                    <a:pt x="275029" y="49274"/>
                  </a:lnTo>
                  <a:lnTo>
                    <a:pt x="267171" y="49272"/>
                  </a:lnTo>
                  <a:lnTo>
                    <a:pt x="259313" y="49270"/>
                  </a:lnTo>
                  <a:lnTo>
                    <a:pt x="251455" y="49269"/>
                  </a:lnTo>
                  <a:lnTo>
                    <a:pt x="243597" y="49268"/>
                  </a:lnTo>
                  <a:lnTo>
                    <a:pt x="235739" y="49268"/>
                  </a:lnTo>
                  <a:lnTo>
                    <a:pt x="227881" y="49267"/>
                  </a:lnTo>
                  <a:lnTo>
                    <a:pt x="220023" y="49266"/>
                  </a:lnTo>
                  <a:lnTo>
                    <a:pt x="212165" y="49264"/>
                  </a:lnTo>
                  <a:lnTo>
                    <a:pt x="204307" y="49261"/>
                  </a:lnTo>
                  <a:lnTo>
                    <a:pt x="196449" y="49259"/>
                  </a:lnTo>
                  <a:lnTo>
                    <a:pt x="188591" y="49263"/>
                  </a:lnTo>
                  <a:lnTo>
                    <a:pt x="180733" y="49264"/>
                  </a:lnTo>
                  <a:lnTo>
                    <a:pt x="172875" y="49264"/>
                  </a:lnTo>
                  <a:lnTo>
                    <a:pt x="165017" y="49262"/>
                  </a:lnTo>
                  <a:lnTo>
                    <a:pt x="157159" y="49262"/>
                  </a:lnTo>
                  <a:lnTo>
                    <a:pt x="149301" y="49261"/>
                  </a:lnTo>
                  <a:lnTo>
                    <a:pt x="141443" y="49261"/>
                  </a:lnTo>
                  <a:lnTo>
                    <a:pt x="133585" y="49262"/>
                  </a:lnTo>
                  <a:lnTo>
                    <a:pt x="125727" y="49261"/>
                  </a:lnTo>
                  <a:lnTo>
                    <a:pt x="117869" y="49259"/>
                  </a:lnTo>
                  <a:lnTo>
                    <a:pt x="110011" y="49255"/>
                  </a:lnTo>
                  <a:lnTo>
                    <a:pt x="102153" y="49255"/>
                  </a:lnTo>
                  <a:lnTo>
                    <a:pt x="94295" y="49255"/>
                  </a:lnTo>
                  <a:lnTo>
                    <a:pt x="86437" y="49255"/>
                  </a:lnTo>
                  <a:lnTo>
                    <a:pt x="78579" y="49257"/>
                  </a:lnTo>
                  <a:lnTo>
                    <a:pt x="70721" y="49260"/>
                  </a:lnTo>
                  <a:lnTo>
                    <a:pt x="62863" y="49260"/>
                  </a:lnTo>
                  <a:lnTo>
                    <a:pt x="55005" y="49260"/>
                  </a:lnTo>
                  <a:lnTo>
                    <a:pt x="47147" y="49261"/>
                  </a:lnTo>
                  <a:lnTo>
                    <a:pt x="39289" y="49261"/>
                  </a:lnTo>
                  <a:lnTo>
                    <a:pt x="31431" y="49261"/>
                  </a:lnTo>
                  <a:lnTo>
                    <a:pt x="23573" y="49261"/>
                  </a:lnTo>
                  <a:lnTo>
                    <a:pt x="15715" y="49261"/>
                  </a:lnTo>
                  <a:lnTo>
                    <a:pt x="7857" y="49263"/>
                  </a:lnTo>
                  <a:lnTo>
                    <a:pt x="0" y="49265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3608036" y="2938904"/>
              <a:ext cx="2035220" cy="48839"/>
            </a:xfrm>
            <a:custGeom>
              <a:avLst/>
              <a:pathLst>
                <a:path w="2035220" h="48839">
                  <a:moveTo>
                    <a:pt x="0" y="48800"/>
                  </a:moveTo>
                  <a:lnTo>
                    <a:pt x="7857" y="48803"/>
                  </a:lnTo>
                  <a:lnTo>
                    <a:pt x="15715" y="48809"/>
                  </a:lnTo>
                  <a:lnTo>
                    <a:pt x="23573" y="48810"/>
                  </a:lnTo>
                  <a:lnTo>
                    <a:pt x="31431" y="48815"/>
                  </a:lnTo>
                  <a:lnTo>
                    <a:pt x="39289" y="48819"/>
                  </a:lnTo>
                  <a:lnTo>
                    <a:pt x="47147" y="48822"/>
                  </a:lnTo>
                  <a:lnTo>
                    <a:pt x="55005" y="48827"/>
                  </a:lnTo>
                  <a:lnTo>
                    <a:pt x="62863" y="48827"/>
                  </a:lnTo>
                  <a:lnTo>
                    <a:pt x="70721" y="48833"/>
                  </a:lnTo>
                  <a:lnTo>
                    <a:pt x="78579" y="48837"/>
                  </a:lnTo>
                  <a:lnTo>
                    <a:pt x="86437" y="48836"/>
                  </a:lnTo>
                  <a:lnTo>
                    <a:pt x="94295" y="48839"/>
                  </a:lnTo>
                  <a:lnTo>
                    <a:pt x="102153" y="48837"/>
                  </a:lnTo>
                  <a:lnTo>
                    <a:pt x="110011" y="48837"/>
                  </a:lnTo>
                  <a:lnTo>
                    <a:pt x="117869" y="48834"/>
                  </a:lnTo>
                  <a:lnTo>
                    <a:pt x="125727" y="48835"/>
                  </a:lnTo>
                  <a:lnTo>
                    <a:pt x="133585" y="48835"/>
                  </a:lnTo>
                  <a:lnTo>
                    <a:pt x="141443" y="48835"/>
                  </a:lnTo>
                  <a:lnTo>
                    <a:pt x="149301" y="48834"/>
                  </a:lnTo>
                  <a:lnTo>
                    <a:pt x="157159" y="48834"/>
                  </a:lnTo>
                  <a:lnTo>
                    <a:pt x="165017" y="48832"/>
                  </a:lnTo>
                  <a:lnTo>
                    <a:pt x="172875" y="48832"/>
                  </a:lnTo>
                  <a:lnTo>
                    <a:pt x="180733" y="48829"/>
                  </a:lnTo>
                  <a:lnTo>
                    <a:pt x="188591" y="48826"/>
                  </a:lnTo>
                  <a:lnTo>
                    <a:pt x="196449" y="48826"/>
                  </a:lnTo>
                  <a:lnTo>
                    <a:pt x="204307" y="48823"/>
                  </a:lnTo>
                  <a:lnTo>
                    <a:pt x="212165" y="48820"/>
                  </a:lnTo>
                  <a:lnTo>
                    <a:pt x="220023" y="48818"/>
                  </a:lnTo>
                  <a:lnTo>
                    <a:pt x="227881" y="48817"/>
                  </a:lnTo>
                  <a:lnTo>
                    <a:pt x="235739" y="48813"/>
                  </a:lnTo>
                  <a:lnTo>
                    <a:pt x="243597" y="48813"/>
                  </a:lnTo>
                  <a:lnTo>
                    <a:pt x="251455" y="48808"/>
                  </a:lnTo>
                  <a:lnTo>
                    <a:pt x="259313" y="48803"/>
                  </a:lnTo>
                  <a:lnTo>
                    <a:pt x="267171" y="48798"/>
                  </a:lnTo>
                  <a:lnTo>
                    <a:pt x="275029" y="48791"/>
                  </a:lnTo>
                  <a:lnTo>
                    <a:pt x="282887" y="48786"/>
                  </a:lnTo>
                  <a:lnTo>
                    <a:pt x="290745" y="48784"/>
                  </a:lnTo>
                  <a:lnTo>
                    <a:pt x="298603" y="48777"/>
                  </a:lnTo>
                  <a:lnTo>
                    <a:pt x="306461" y="48774"/>
                  </a:lnTo>
                  <a:lnTo>
                    <a:pt x="314319" y="48764"/>
                  </a:lnTo>
                  <a:lnTo>
                    <a:pt x="322177" y="48759"/>
                  </a:lnTo>
                  <a:lnTo>
                    <a:pt x="330035" y="48749"/>
                  </a:lnTo>
                  <a:lnTo>
                    <a:pt x="337893" y="48733"/>
                  </a:lnTo>
                  <a:lnTo>
                    <a:pt x="345751" y="48727"/>
                  </a:lnTo>
                  <a:lnTo>
                    <a:pt x="353609" y="48722"/>
                  </a:lnTo>
                  <a:lnTo>
                    <a:pt x="361467" y="48712"/>
                  </a:lnTo>
                  <a:lnTo>
                    <a:pt x="369325" y="48704"/>
                  </a:lnTo>
                  <a:lnTo>
                    <a:pt x="377183" y="48697"/>
                  </a:lnTo>
                  <a:lnTo>
                    <a:pt x="385041" y="48685"/>
                  </a:lnTo>
                  <a:lnTo>
                    <a:pt x="392899" y="48674"/>
                  </a:lnTo>
                  <a:lnTo>
                    <a:pt x="400757" y="48666"/>
                  </a:lnTo>
                  <a:lnTo>
                    <a:pt x="408615" y="48659"/>
                  </a:lnTo>
                  <a:lnTo>
                    <a:pt x="416473" y="48650"/>
                  </a:lnTo>
                  <a:lnTo>
                    <a:pt x="424331" y="48639"/>
                  </a:lnTo>
                  <a:lnTo>
                    <a:pt x="432189" y="48631"/>
                  </a:lnTo>
                  <a:lnTo>
                    <a:pt x="440047" y="48620"/>
                  </a:lnTo>
                  <a:lnTo>
                    <a:pt x="447905" y="48612"/>
                  </a:lnTo>
                  <a:lnTo>
                    <a:pt x="455763" y="48597"/>
                  </a:lnTo>
                  <a:lnTo>
                    <a:pt x="463621" y="48586"/>
                  </a:lnTo>
                  <a:lnTo>
                    <a:pt x="471479" y="48575"/>
                  </a:lnTo>
                  <a:lnTo>
                    <a:pt x="479337" y="48563"/>
                  </a:lnTo>
                  <a:lnTo>
                    <a:pt x="487195" y="48559"/>
                  </a:lnTo>
                  <a:lnTo>
                    <a:pt x="495053" y="48547"/>
                  </a:lnTo>
                  <a:lnTo>
                    <a:pt x="502911" y="48536"/>
                  </a:lnTo>
                  <a:lnTo>
                    <a:pt x="510769" y="48523"/>
                  </a:lnTo>
                  <a:lnTo>
                    <a:pt x="518627" y="48506"/>
                  </a:lnTo>
                  <a:lnTo>
                    <a:pt x="526485" y="48496"/>
                  </a:lnTo>
                  <a:lnTo>
                    <a:pt x="534343" y="48480"/>
                  </a:lnTo>
                  <a:lnTo>
                    <a:pt x="542201" y="48467"/>
                  </a:lnTo>
                  <a:lnTo>
                    <a:pt x="550059" y="48454"/>
                  </a:lnTo>
                  <a:lnTo>
                    <a:pt x="557917" y="48438"/>
                  </a:lnTo>
                  <a:lnTo>
                    <a:pt x="565775" y="48420"/>
                  </a:lnTo>
                  <a:lnTo>
                    <a:pt x="573633" y="48403"/>
                  </a:lnTo>
                  <a:lnTo>
                    <a:pt x="581491" y="48392"/>
                  </a:lnTo>
                  <a:lnTo>
                    <a:pt x="589349" y="48378"/>
                  </a:lnTo>
                  <a:lnTo>
                    <a:pt x="597207" y="48361"/>
                  </a:lnTo>
                  <a:lnTo>
                    <a:pt x="605065" y="48345"/>
                  </a:lnTo>
                  <a:lnTo>
                    <a:pt x="612923" y="48326"/>
                  </a:lnTo>
                  <a:lnTo>
                    <a:pt x="620781" y="48304"/>
                  </a:lnTo>
                  <a:lnTo>
                    <a:pt x="628639" y="48281"/>
                  </a:lnTo>
                  <a:lnTo>
                    <a:pt x="636497" y="48258"/>
                  </a:lnTo>
                  <a:lnTo>
                    <a:pt x="644355" y="48233"/>
                  </a:lnTo>
                  <a:lnTo>
                    <a:pt x="652213" y="48203"/>
                  </a:lnTo>
                  <a:lnTo>
                    <a:pt x="660071" y="48184"/>
                  </a:lnTo>
                  <a:lnTo>
                    <a:pt x="667929" y="48160"/>
                  </a:lnTo>
                  <a:lnTo>
                    <a:pt x="675787" y="48134"/>
                  </a:lnTo>
                  <a:lnTo>
                    <a:pt x="683645" y="48107"/>
                  </a:lnTo>
                  <a:lnTo>
                    <a:pt x="691503" y="48079"/>
                  </a:lnTo>
                  <a:lnTo>
                    <a:pt x="699361" y="48053"/>
                  </a:lnTo>
                  <a:lnTo>
                    <a:pt x="707219" y="48029"/>
                  </a:lnTo>
                  <a:lnTo>
                    <a:pt x="715077" y="48005"/>
                  </a:lnTo>
                  <a:lnTo>
                    <a:pt x="722935" y="47980"/>
                  </a:lnTo>
                  <a:lnTo>
                    <a:pt x="730793" y="47955"/>
                  </a:lnTo>
                  <a:lnTo>
                    <a:pt x="738651" y="47922"/>
                  </a:lnTo>
                  <a:lnTo>
                    <a:pt x="746509" y="47898"/>
                  </a:lnTo>
                  <a:lnTo>
                    <a:pt x="754367" y="47872"/>
                  </a:lnTo>
                  <a:lnTo>
                    <a:pt x="762225" y="47845"/>
                  </a:lnTo>
                  <a:lnTo>
                    <a:pt x="770083" y="47810"/>
                  </a:lnTo>
                  <a:lnTo>
                    <a:pt x="777941" y="47775"/>
                  </a:lnTo>
                  <a:lnTo>
                    <a:pt x="785799" y="47740"/>
                  </a:lnTo>
                  <a:lnTo>
                    <a:pt x="793657" y="47704"/>
                  </a:lnTo>
                  <a:lnTo>
                    <a:pt x="801515" y="47676"/>
                  </a:lnTo>
                  <a:lnTo>
                    <a:pt x="809373" y="47650"/>
                  </a:lnTo>
                  <a:lnTo>
                    <a:pt x="817231" y="47610"/>
                  </a:lnTo>
                  <a:lnTo>
                    <a:pt x="825089" y="47570"/>
                  </a:lnTo>
                  <a:lnTo>
                    <a:pt x="832947" y="47543"/>
                  </a:lnTo>
                  <a:lnTo>
                    <a:pt x="840805" y="47494"/>
                  </a:lnTo>
                  <a:lnTo>
                    <a:pt x="848663" y="47456"/>
                  </a:lnTo>
                  <a:lnTo>
                    <a:pt x="856521" y="47421"/>
                  </a:lnTo>
                  <a:lnTo>
                    <a:pt x="864379" y="47385"/>
                  </a:lnTo>
                  <a:lnTo>
                    <a:pt x="872237" y="47349"/>
                  </a:lnTo>
                  <a:lnTo>
                    <a:pt x="880095" y="47312"/>
                  </a:lnTo>
                  <a:lnTo>
                    <a:pt x="887953" y="47275"/>
                  </a:lnTo>
                  <a:lnTo>
                    <a:pt x="895811" y="47240"/>
                  </a:lnTo>
                  <a:lnTo>
                    <a:pt x="903669" y="47204"/>
                  </a:lnTo>
                  <a:lnTo>
                    <a:pt x="911527" y="47168"/>
                  </a:lnTo>
                  <a:lnTo>
                    <a:pt x="919385" y="47128"/>
                  </a:lnTo>
                  <a:lnTo>
                    <a:pt x="927243" y="47078"/>
                  </a:lnTo>
                  <a:lnTo>
                    <a:pt x="935101" y="47038"/>
                  </a:lnTo>
                  <a:lnTo>
                    <a:pt x="942959" y="47000"/>
                  </a:lnTo>
                  <a:lnTo>
                    <a:pt x="950817" y="46961"/>
                  </a:lnTo>
                  <a:lnTo>
                    <a:pt x="958675" y="46922"/>
                  </a:lnTo>
                  <a:lnTo>
                    <a:pt x="966533" y="46882"/>
                  </a:lnTo>
                  <a:lnTo>
                    <a:pt x="974391" y="46842"/>
                  </a:lnTo>
                  <a:lnTo>
                    <a:pt x="982249" y="46801"/>
                  </a:lnTo>
                  <a:lnTo>
                    <a:pt x="990107" y="46759"/>
                  </a:lnTo>
                  <a:lnTo>
                    <a:pt x="997965" y="46717"/>
                  </a:lnTo>
                  <a:lnTo>
                    <a:pt x="1005823" y="46672"/>
                  </a:lnTo>
                  <a:lnTo>
                    <a:pt x="1013681" y="46626"/>
                  </a:lnTo>
                  <a:lnTo>
                    <a:pt x="1021539" y="46579"/>
                  </a:lnTo>
                  <a:lnTo>
                    <a:pt x="1029397" y="46530"/>
                  </a:lnTo>
                  <a:lnTo>
                    <a:pt x="1037254" y="46481"/>
                  </a:lnTo>
                  <a:lnTo>
                    <a:pt x="1045112" y="46431"/>
                  </a:lnTo>
                  <a:lnTo>
                    <a:pt x="1052970" y="46381"/>
                  </a:lnTo>
                  <a:lnTo>
                    <a:pt x="1060828" y="46329"/>
                  </a:lnTo>
                  <a:lnTo>
                    <a:pt x="1068686" y="46276"/>
                  </a:lnTo>
                  <a:lnTo>
                    <a:pt x="1076544" y="46222"/>
                  </a:lnTo>
                  <a:lnTo>
                    <a:pt x="1084402" y="46167"/>
                  </a:lnTo>
                  <a:lnTo>
                    <a:pt x="1092260" y="46109"/>
                  </a:lnTo>
                  <a:lnTo>
                    <a:pt x="1100118" y="46040"/>
                  </a:lnTo>
                  <a:lnTo>
                    <a:pt x="1107976" y="45959"/>
                  </a:lnTo>
                  <a:lnTo>
                    <a:pt x="1115834" y="45875"/>
                  </a:lnTo>
                  <a:lnTo>
                    <a:pt x="1123692" y="45790"/>
                  </a:lnTo>
                  <a:lnTo>
                    <a:pt x="1131550" y="45702"/>
                  </a:lnTo>
                  <a:lnTo>
                    <a:pt x="1139408" y="45612"/>
                  </a:lnTo>
                  <a:lnTo>
                    <a:pt x="1147266" y="45527"/>
                  </a:lnTo>
                  <a:lnTo>
                    <a:pt x="1155124" y="45454"/>
                  </a:lnTo>
                  <a:lnTo>
                    <a:pt x="1162982" y="45380"/>
                  </a:lnTo>
                  <a:lnTo>
                    <a:pt x="1170840" y="45305"/>
                  </a:lnTo>
                  <a:lnTo>
                    <a:pt x="1178698" y="45229"/>
                  </a:lnTo>
                  <a:lnTo>
                    <a:pt x="1186556" y="45133"/>
                  </a:lnTo>
                  <a:lnTo>
                    <a:pt x="1194414" y="45028"/>
                  </a:lnTo>
                  <a:lnTo>
                    <a:pt x="1202272" y="44927"/>
                  </a:lnTo>
                  <a:lnTo>
                    <a:pt x="1210130" y="44821"/>
                  </a:lnTo>
                  <a:lnTo>
                    <a:pt x="1217988" y="44710"/>
                  </a:lnTo>
                  <a:lnTo>
                    <a:pt x="1225846" y="44597"/>
                  </a:lnTo>
                  <a:lnTo>
                    <a:pt x="1233704" y="44480"/>
                  </a:lnTo>
                  <a:lnTo>
                    <a:pt x="1241562" y="44361"/>
                  </a:lnTo>
                  <a:lnTo>
                    <a:pt x="1249420" y="44238"/>
                  </a:lnTo>
                  <a:lnTo>
                    <a:pt x="1257278" y="44113"/>
                  </a:lnTo>
                  <a:lnTo>
                    <a:pt x="1265136" y="43985"/>
                  </a:lnTo>
                  <a:lnTo>
                    <a:pt x="1272994" y="43859"/>
                  </a:lnTo>
                  <a:lnTo>
                    <a:pt x="1280852" y="43769"/>
                  </a:lnTo>
                  <a:lnTo>
                    <a:pt x="1288710" y="43680"/>
                  </a:lnTo>
                  <a:lnTo>
                    <a:pt x="1296568" y="43555"/>
                  </a:lnTo>
                  <a:lnTo>
                    <a:pt x="1304426" y="43436"/>
                  </a:lnTo>
                  <a:lnTo>
                    <a:pt x="1312284" y="43324"/>
                  </a:lnTo>
                  <a:lnTo>
                    <a:pt x="1320142" y="43210"/>
                  </a:lnTo>
                  <a:lnTo>
                    <a:pt x="1328000" y="43094"/>
                  </a:lnTo>
                  <a:lnTo>
                    <a:pt x="1335858" y="42976"/>
                  </a:lnTo>
                  <a:lnTo>
                    <a:pt x="1343716" y="42855"/>
                  </a:lnTo>
                  <a:lnTo>
                    <a:pt x="1351574" y="42732"/>
                  </a:lnTo>
                  <a:lnTo>
                    <a:pt x="1359432" y="42607"/>
                  </a:lnTo>
                  <a:lnTo>
                    <a:pt x="1367290" y="42480"/>
                  </a:lnTo>
                  <a:lnTo>
                    <a:pt x="1375148" y="42350"/>
                  </a:lnTo>
                  <a:lnTo>
                    <a:pt x="1383006" y="42218"/>
                  </a:lnTo>
                  <a:lnTo>
                    <a:pt x="1390864" y="42084"/>
                  </a:lnTo>
                  <a:lnTo>
                    <a:pt x="1398722" y="41948"/>
                  </a:lnTo>
                  <a:lnTo>
                    <a:pt x="1406580" y="41765"/>
                  </a:lnTo>
                  <a:lnTo>
                    <a:pt x="1414438" y="41565"/>
                  </a:lnTo>
                  <a:lnTo>
                    <a:pt x="1422296" y="41359"/>
                  </a:lnTo>
                  <a:lnTo>
                    <a:pt x="1430154" y="41149"/>
                  </a:lnTo>
                  <a:lnTo>
                    <a:pt x="1438012" y="40932"/>
                  </a:lnTo>
                  <a:lnTo>
                    <a:pt x="1445870" y="40710"/>
                  </a:lnTo>
                  <a:lnTo>
                    <a:pt x="1453728" y="40481"/>
                  </a:lnTo>
                  <a:lnTo>
                    <a:pt x="1461586" y="40247"/>
                  </a:lnTo>
                  <a:lnTo>
                    <a:pt x="1469444" y="40006"/>
                  </a:lnTo>
                  <a:lnTo>
                    <a:pt x="1477302" y="39759"/>
                  </a:lnTo>
                  <a:lnTo>
                    <a:pt x="1485160" y="39577"/>
                  </a:lnTo>
                  <a:lnTo>
                    <a:pt x="1493018" y="39393"/>
                  </a:lnTo>
                  <a:lnTo>
                    <a:pt x="1500876" y="39206"/>
                  </a:lnTo>
                  <a:lnTo>
                    <a:pt x="1508734" y="39015"/>
                  </a:lnTo>
                  <a:lnTo>
                    <a:pt x="1516592" y="38821"/>
                  </a:lnTo>
                  <a:lnTo>
                    <a:pt x="1524450" y="38529"/>
                  </a:lnTo>
                  <a:lnTo>
                    <a:pt x="1532308" y="38211"/>
                  </a:lnTo>
                  <a:lnTo>
                    <a:pt x="1540166" y="37883"/>
                  </a:lnTo>
                  <a:lnTo>
                    <a:pt x="1548024" y="37546"/>
                  </a:lnTo>
                  <a:lnTo>
                    <a:pt x="1555882" y="37199"/>
                  </a:lnTo>
                  <a:lnTo>
                    <a:pt x="1563740" y="36841"/>
                  </a:lnTo>
                  <a:lnTo>
                    <a:pt x="1571598" y="36472"/>
                  </a:lnTo>
                  <a:lnTo>
                    <a:pt x="1579456" y="36093"/>
                  </a:lnTo>
                  <a:lnTo>
                    <a:pt x="1587314" y="35702"/>
                  </a:lnTo>
                  <a:lnTo>
                    <a:pt x="1595172" y="35299"/>
                  </a:lnTo>
                  <a:lnTo>
                    <a:pt x="1603030" y="34886"/>
                  </a:lnTo>
                  <a:lnTo>
                    <a:pt x="1610888" y="34465"/>
                  </a:lnTo>
                  <a:lnTo>
                    <a:pt x="1618746" y="34163"/>
                  </a:lnTo>
                  <a:lnTo>
                    <a:pt x="1626604" y="33857"/>
                  </a:lnTo>
                  <a:lnTo>
                    <a:pt x="1634462" y="33544"/>
                  </a:lnTo>
                  <a:lnTo>
                    <a:pt x="1642320" y="33225"/>
                  </a:lnTo>
                  <a:lnTo>
                    <a:pt x="1650178" y="32899"/>
                  </a:lnTo>
                  <a:lnTo>
                    <a:pt x="1658036" y="32567"/>
                  </a:lnTo>
                  <a:lnTo>
                    <a:pt x="1665894" y="32229"/>
                  </a:lnTo>
                  <a:lnTo>
                    <a:pt x="1673752" y="31883"/>
                  </a:lnTo>
                  <a:lnTo>
                    <a:pt x="1681610" y="31531"/>
                  </a:lnTo>
                  <a:lnTo>
                    <a:pt x="1689468" y="31171"/>
                  </a:lnTo>
                  <a:lnTo>
                    <a:pt x="1697326" y="30805"/>
                  </a:lnTo>
                  <a:lnTo>
                    <a:pt x="1705184" y="30431"/>
                  </a:lnTo>
                  <a:lnTo>
                    <a:pt x="1713042" y="30049"/>
                  </a:lnTo>
                  <a:lnTo>
                    <a:pt x="1720900" y="29638"/>
                  </a:lnTo>
                  <a:lnTo>
                    <a:pt x="1728758" y="29153"/>
                  </a:lnTo>
                  <a:lnTo>
                    <a:pt x="1736616" y="28656"/>
                  </a:lnTo>
                  <a:lnTo>
                    <a:pt x="1744474" y="28147"/>
                  </a:lnTo>
                  <a:lnTo>
                    <a:pt x="1752332" y="27626"/>
                  </a:lnTo>
                  <a:lnTo>
                    <a:pt x="1760190" y="27092"/>
                  </a:lnTo>
                  <a:lnTo>
                    <a:pt x="1768048" y="26545"/>
                  </a:lnTo>
                  <a:lnTo>
                    <a:pt x="1775906" y="25984"/>
                  </a:lnTo>
                  <a:lnTo>
                    <a:pt x="1783764" y="25467"/>
                  </a:lnTo>
                  <a:lnTo>
                    <a:pt x="1791622" y="24953"/>
                  </a:lnTo>
                  <a:lnTo>
                    <a:pt x="1799480" y="24427"/>
                  </a:lnTo>
                  <a:lnTo>
                    <a:pt x="1807338" y="23892"/>
                  </a:lnTo>
                  <a:lnTo>
                    <a:pt x="1815196" y="23347"/>
                  </a:lnTo>
                  <a:lnTo>
                    <a:pt x="1823054" y="22790"/>
                  </a:lnTo>
                  <a:lnTo>
                    <a:pt x="1830912" y="22222"/>
                  </a:lnTo>
                  <a:lnTo>
                    <a:pt x="1838770" y="21607"/>
                  </a:lnTo>
                  <a:lnTo>
                    <a:pt x="1846628" y="20837"/>
                  </a:lnTo>
                  <a:lnTo>
                    <a:pt x="1854486" y="20233"/>
                  </a:lnTo>
                  <a:lnTo>
                    <a:pt x="1862344" y="19617"/>
                  </a:lnTo>
                  <a:lnTo>
                    <a:pt x="1870202" y="18989"/>
                  </a:lnTo>
                  <a:lnTo>
                    <a:pt x="1878060" y="18347"/>
                  </a:lnTo>
                  <a:lnTo>
                    <a:pt x="1885918" y="17680"/>
                  </a:lnTo>
                  <a:lnTo>
                    <a:pt x="1893776" y="16896"/>
                  </a:lnTo>
                  <a:lnTo>
                    <a:pt x="1901634" y="16094"/>
                  </a:lnTo>
                  <a:lnTo>
                    <a:pt x="1909492" y="15274"/>
                  </a:lnTo>
                  <a:lnTo>
                    <a:pt x="1917350" y="14434"/>
                  </a:lnTo>
                  <a:lnTo>
                    <a:pt x="1925208" y="13575"/>
                  </a:lnTo>
                  <a:lnTo>
                    <a:pt x="1933066" y="12694"/>
                  </a:lnTo>
                  <a:lnTo>
                    <a:pt x="1940924" y="11792"/>
                  </a:lnTo>
                  <a:lnTo>
                    <a:pt x="1948782" y="10869"/>
                  </a:lnTo>
                  <a:lnTo>
                    <a:pt x="1956640" y="9924"/>
                  </a:lnTo>
                  <a:lnTo>
                    <a:pt x="1964498" y="8957"/>
                  </a:lnTo>
                  <a:lnTo>
                    <a:pt x="1972356" y="7966"/>
                  </a:lnTo>
                  <a:lnTo>
                    <a:pt x="1980214" y="6952"/>
                  </a:lnTo>
                  <a:lnTo>
                    <a:pt x="1988072" y="5914"/>
                  </a:lnTo>
                  <a:lnTo>
                    <a:pt x="1995930" y="4954"/>
                  </a:lnTo>
                  <a:lnTo>
                    <a:pt x="2003788" y="4000"/>
                  </a:lnTo>
                  <a:lnTo>
                    <a:pt x="2011646" y="3030"/>
                  </a:lnTo>
                  <a:lnTo>
                    <a:pt x="2019504" y="2040"/>
                  </a:lnTo>
                  <a:lnTo>
                    <a:pt x="2027362" y="103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3608036" y="2988159"/>
              <a:ext cx="2035220" cy="174"/>
            </a:xfrm>
            <a:custGeom>
              <a:avLst/>
              <a:pathLst>
                <a:path w="2035220" h="174">
                  <a:moveTo>
                    <a:pt x="2035220" y="174"/>
                  </a:moveTo>
                  <a:lnTo>
                    <a:pt x="2027362" y="173"/>
                  </a:lnTo>
                  <a:lnTo>
                    <a:pt x="2019504" y="173"/>
                  </a:lnTo>
                  <a:lnTo>
                    <a:pt x="2011646" y="172"/>
                  </a:lnTo>
                  <a:lnTo>
                    <a:pt x="2003788" y="172"/>
                  </a:lnTo>
                  <a:lnTo>
                    <a:pt x="1995930" y="172"/>
                  </a:lnTo>
                  <a:lnTo>
                    <a:pt x="1988072" y="172"/>
                  </a:lnTo>
                  <a:lnTo>
                    <a:pt x="1980214" y="172"/>
                  </a:lnTo>
                  <a:lnTo>
                    <a:pt x="1972356" y="171"/>
                  </a:lnTo>
                  <a:lnTo>
                    <a:pt x="1964498" y="171"/>
                  </a:lnTo>
                  <a:lnTo>
                    <a:pt x="1956640" y="171"/>
                  </a:lnTo>
                  <a:lnTo>
                    <a:pt x="1948782" y="171"/>
                  </a:lnTo>
                  <a:lnTo>
                    <a:pt x="1940924" y="171"/>
                  </a:lnTo>
                  <a:lnTo>
                    <a:pt x="1933066" y="171"/>
                  </a:lnTo>
                  <a:lnTo>
                    <a:pt x="1925208" y="170"/>
                  </a:lnTo>
                  <a:lnTo>
                    <a:pt x="1917350" y="170"/>
                  </a:lnTo>
                  <a:lnTo>
                    <a:pt x="1909492" y="170"/>
                  </a:lnTo>
                  <a:lnTo>
                    <a:pt x="1901634" y="170"/>
                  </a:lnTo>
                  <a:lnTo>
                    <a:pt x="1893776" y="170"/>
                  </a:lnTo>
                  <a:lnTo>
                    <a:pt x="1885918" y="169"/>
                  </a:lnTo>
                  <a:lnTo>
                    <a:pt x="1878060" y="169"/>
                  </a:lnTo>
                  <a:lnTo>
                    <a:pt x="1870202" y="169"/>
                  </a:lnTo>
                  <a:lnTo>
                    <a:pt x="1862344" y="169"/>
                  </a:lnTo>
                  <a:lnTo>
                    <a:pt x="1854486" y="169"/>
                  </a:lnTo>
                  <a:lnTo>
                    <a:pt x="1846628" y="168"/>
                  </a:lnTo>
                  <a:lnTo>
                    <a:pt x="1838770" y="168"/>
                  </a:lnTo>
                  <a:lnTo>
                    <a:pt x="1830912" y="168"/>
                  </a:lnTo>
                  <a:lnTo>
                    <a:pt x="1823054" y="168"/>
                  </a:lnTo>
                  <a:lnTo>
                    <a:pt x="1815196" y="168"/>
                  </a:lnTo>
                  <a:lnTo>
                    <a:pt x="1807338" y="168"/>
                  </a:lnTo>
                  <a:lnTo>
                    <a:pt x="1799480" y="167"/>
                  </a:lnTo>
                  <a:lnTo>
                    <a:pt x="1791622" y="167"/>
                  </a:lnTo>
                  <a:lnTo>
                    <a:pt x="1783764" y="167"/>
                  </a:lnTo>
                  <a:lnTo>
                    <a:pt x="1775906" y="167"/>
                  </a:lnTo>
                  <a:lnTo>
                    <a:pt x="1768048" y="166"/>
                  </a:lnTo>
                  <a:lnTo>
                    <a:pt x="1760190" y="166"/>
                  </a:lnTo>
                  <a:lnTo>
                    <a:pt x="1752332" y="166"/>
                  </a:lnTo>
                  <a:lnTo>
                    <a:pt x="1744474" y="166"/>
                  </a:lnTo>
                  <a:lnTo>
                    <a:pt x="1736616" y="165"/>
                  </a:lnTo>
                  <a:lnTo>
                    <a:pt x="1728758" y="165"/>
                  </a:lnTo>
                  <a:lnTo>
                    <a:pt x="1720900" y="165"/>
                  </a:lnTo>
                  <a:lnTo>
                    <a:pt x="1713042" y="165"/>
                  </a:lnTo>
                  <a:lnTo>
                    <a:pt x="1705184" y="165"/>
                  </a:lnTo>
                  <a:lnTo>
                    <a:pt x="1697326" y="164"/>
                  </a:lnTo>
                  <a:lnTo>
                    <a:pt x="1689468" y="164"/>
                  </a:lnTo>
                  <a:lnTo>
                    <a:pt x="1681610" y="164"/>
                  </a:lnTo>
                  <a:lnTo>
                    <a:pt x="1673752" y="164"/>
                  </a:lnTo>
                  <a:lnTo>
                    <a:pt x="1665894" y="163"/>
                  </a:lnTo>
                  <a:lnTo>
                    <a:pt x="1658036" y="163"/>
                  </a:lnTo>
                  <a:lnTo>
                    <a:pt x="1650178" y="163"/>
                  </a:lnTo>
                  <a:lnTo>
                    <a:pt x="1642320" y="163"/>
                  </a:lnTo>
                  <a:lnTo>
                    <a:pt x="1634462" y="163"/>
                  </a:lnTo>
                  <a:lnTo>
                    <a:pt x="1626604" y="163"/>
                  </a:lnTo>
                  <a:lnTo>
                    <a:pt x="1618746" y="162"/>
                  </a:lnTo>
                  <a:lnTo>
                    <a:pt x="1610888" y="162"/>
                  </a:lnTo>
                  <a:lnTo>
                    <a:pt x="1603030" y="162"/>
                  </a:lnTo>
                  <a:lnTo>
                    <a:pt x="1595172" y="162"/>
                  </a:lnTo>
                  <a:lnTo>
                    <a:pt x="1587314" y="162"/>
                  </a:lnTo>
                  <a:lnTo>
                    <a:pt x="1579456" y="162"/>
                  </a:lnTo>
                  <a:lnTo>
                    <a:pt x="1571598" y="161"/>
                  </a:lnTo>
                  <a:lnTo>
                    <a:pt x="1563740" y="161"/>
                  </a:lnTo>
                  <a:lnTo>
                    <a:pt x="1555882" y="161"/>
                  </a:lnTo>
                  <a:lnTo>
                    <a:pt x="1548024" y="161"/>
                  </a:lnTo>
                  <a:lnTo>
                    <a:pt x="1540166" y="161"/>
                  </a:lnTo>
                  <a:lnTo>
                    <a:pt x="1532308" y="160"/>
                  </a:lnTo>
                  <a:lnTo>
                    <a:pt x="1524450" y="160"/>
                  </a:lnTo>
                  <a:lnTo>
                    <a:pt x="1516592" y="160"/>
                  </a:lnTo>
                  <a:lnTo>
                    <a:pt x="1508734" y="160"/>
                  </a:lnTo>
                  <a:lnTo>
                    <a:pt x="1500876" y="159"/>
                  </a:lnTo>
                  <a:lnTo>
                    <a:pt x="1493018" y="159"/>
                  </a:lnTo>
                  <a:lnTo>
                    <a:pt x="1485160" y="159"/>
                  </a:lnTo>
                  <a:lnTo>
                    <a:pt x="1477302" y="158"/>
                  </a:lnTo>
                  <a:lnTo>
                    <a:pt x="1469444" y="158"/>
                  </a:lnTo>
                  <a:lnTo>
                    <a:pt x="1461586" y="158"/>
                  </a:lnTo>
                  <a:lnTo>
                    <a:pt x="1453728" y="157"/>
                  </a:lnTo>
                  <a:lnTo>
                    <a:pt x="1445870" y="157"/>
                  </a:lnTo>
                  <a:lnTo>
                    <a:pt x="1438012" y="156"/>
                  </a:lnTo>
                  <a:lnTo>
                    <a:pt x="1430154" y="156"/>
                  </a:lnTo>
                  <a:lnTo>
                    <a:pt x="1422296" y="155"/>
                  </a:lnTo>
                  <a:lnTo>
                    <a:pt x="1414438" y="154"/>
                  </a:lnTo>
                  <a:lnTo>
                    <a:pt x="1406580" y="154"/>
                  </a:lnTo>
                  <a:lnTo>
                    <a:pt x="1398722" y="154"/>
                  </a:lnTo>
                  <a:lnTo>
                    <a:pt x="1390864" y="154"/>
                  </a:lnTo>
                  <a:lnTo>
                    <a:pt x="1383006" y="154"/>
                  </a:lnTo>
                  <a:lnTo>
                    <a:pt x="1375148" y="154"/>
                  </a:lnTo>
                  <a:lnTo>
                    <a:pt x="1367290" y="153"/>
                  </a:lnTo>
                  <a:lnTo>
                    <a:pt x="1359432" y="153"/>
                  </a:lnTo>
                  <a:lnTo>
                    <a:pt x="1351574" y="152"/>
                  </a:lnTo>
                  <a:lnTo>
                    <a:pt x="1343716" y="152"/>
                  </a:lnTo>
                  <a:lnTo>
                    <a:pt x="1335858" y="151"/>
                  </a:lnTo>
                  <a:lnTo>
                    <a:pt x="1328000" y="151"/>
                  </a:lnTo>
                  <a:lnTo>
                    <a:pt x="1320142" y="151"/>
                  </a:lnTo>
                  <a:lnTo>
                    <a:pt x="1312284" y="151"/>
                  </a:lnTo>
                  <a:lnTo>
                    <a:pt x="1304426" y="150"/>
                  </a:lnTo>
                  <a:lnTo>
                    <a:pt x="1296568" y="150"/>
                  </a:lnTo>
                  <a:lnTo>
                    <a:pt x="1288710" y="150"/>
                  </a:lnTo>
                  <a:lnTo>
                    <a:pt x="1280852" y="149"/>
                  </a:lnTo>
                  <a:lnTo>
                    <a:pt x="1272994" y="149"/>
                  </a:lnTo>
                  <a:lnTo>
                    <a:pt x="1265136" y="148"/>
                  </a:lnTo>
                  <a:lnTo>
                    <a:pt x="1257278" y="148"/>
                  </a:lnTo>
                  <a:lnTo>
                    <a:pt x="1249420" y="147"/>
                  </a:lnTo>
                  <a:lnTo>
                    <a:pt x="1241562" y="147"/>
                  </a:lnTo>
                  <a:lnTo>
                    <a:pt x="1233704" y="146"/>
                  </a:lnTo>
                  <a:lnTo>
                    <a:pt x="1225846" y="146"/>
                  </a:lnTo>
                  <a:lnTo>
                    <a:pt x="1217988" y="145"/>
                  </a:lnTo>
                  <a:lnTo>
                    <a:pt x="1210130" y="145"/>
                  </a:lnTo>
                  <a:lnTo>
                    <a:pt x="1202272" y="144"/>
                  </a:lnTo>
                  <a:lnTo>
                    <a:pt x="1194414" y="143"/>
                  </a:lnTo>
                  <a:lnTo>
                    <a:pt x="1186556" y="143"/>
                  </a:lnTo>
                  <a:lnTo>
                    <a:pt x="1178698" y="142"/>
                  </a:lnTo>
                  <a:lnTo>
                    <a:pt x="1170840" y="142"/>
                  </a:lnTo>
                  <a:lnTo>
                    <a:pt x="1162982" y="141"/>
                  </a:lnTo>
                  <a:lnTo>
                    <a:pt x="1155124" y="141"/>
                  </a:lnTo>
                  <a:lnTo>
                    <a:pt x="1147266" y="140"/>
                  </a:lnTo>
                  <a:lnTo>
                    <a:pt x="1139408" y="139"/>
                  </a:lnTo>
                  <a:lnTo>
                    <a:pt x="1131550" y="139"/>
                  </a:lnTo>
                  <a:lnTo>
                    <a:pt x="1123692" y="138"/>
                  </a:lnTo>
                  <a:lnTo>
                    <a:pt x="1115834" y="138"/>
                  </a:lnTo>
                  <a:lnTo>
                    <a:pt x="1107976" y="137"/>
                  </a:lnTo>
                  <a:lnTo>
                    <a:pt x="1100118" y="137"/>
                  </a:lnTo>
                  <a:lnTo>
                    <a:pt x="1092260" y="137"/>
                  </a:lnTo>
                  <a:lnTo>
                    <a:pt x="1084402" y="138"/>
                  </a:lnTo>
                  <a:lnTo>
                    <a:pt x="1076544" y="137"/>
                  </a:lnTo>
                  <a:lnTo>
                    <a:pt x="1068686" y="136"/>
                  </a:lnTo>
                  <a:lnTo>
                    <a:pt x="1060828" y="135"/>
                  </a:lnTo>
                  <a:lnTo>
                    <a:pt x="1052970" y="134"/>
                  </a:lnTo>
                  <a:lnTo>
                    <a:pt x="1045112" y="133"/>
                  </a:lnTo>
                  <a:lnTo>
                    <a:pt x="1037254" y="132"/>
                  </a:lnTo>
                  <a:lnTo>
                    <a:pt x="1029397" y="131"/>
                  </a:lnTo>
                  <a:lnTo>
                    <a:pt x="1021539" y="130"/>
                  </a:lnTo>
                  <a:lnTo>
                    <a:pt x="1013681" y="129"/>
                  </a:lnTo>
                  <a:lnTo>
                    <a:pt x="1005823" y="128"/>
                  </a:lnTo>
                  <a:lnTo>
                    <a:pt x="997965" y="127"/>
                  </a:lnTo>
                  <a:lnTo>
                    <a:pt x="990107" y="127"/>
                  </a:lnTo>
                  <a:lnTo>
                    <a:pt x="982249" y="126"/>
                  </a:lnTo>
                  <a:lnTo>
                    <a:pt x="974391" y="125"/>
                  </a:lnTo>
                  <a:lnTo>
                    <a:pt x="966533" y="124"/>
                  </a:lnTo>
                  <a:lnTo>
                    <a:pt x="958675" y="123"/>
                  </a:lnTo>
                  <a:lnTo>
                    <a:pt x="950817" y="122"/>
                  </a:lnTo>
                  <a:lnTo>
                    <a:pt x="942959" y="121"/>
                  </a:lnTo>
                  <a:lnTo>
                    <a:pt x="935101" y="120"/>
                  </a:lnTo>
                  <a:lnTo>
                    <a:pt x="927243" y="119"/>
                  </a:lnTo>
                  <a:lnTo>
                    <a:pt x="919385" y="118"/>
                  </a:lnTo>
                  <a:lnTo>
                    <a:pt x="911527" y="117"/>
                  </a:lnTo>
                  <a:lnTo>
                    <a:pt x="903669" y="117"/>
                  </a:lnTo>
                  <a:lnTo>
                    <a:pt x="895811" y="116"/>
                  </a:lnTo>
                  <a:lnTo>
                    <a:pt x="887953" y="115"/>
                  </a:lnTo>
                  <a:lnTo>
                    <a:pt x="880095" y="113"/>
                  </a:lnTo>
                  <a:lnTo>
                    <a:pt x="872237" y="112"/>
                  </a:lnTo>
                  <a:lnTo>
                    <a:pt x="864379" y="111"/>
                  </a:lnTo>
                  <a:lnTo>
                    <a:pt x="856521" y="110"/>
                  </a:lnTo>
                  <a:lnTo>
                    <a:pt x="848663" y="109"/>
                  </a:lnTo>
                  <a:lnTo>
                    <a:pt x="840805" y="107"/>
                  </a:lnTo>
                  <a:lnTo>
                    <a:pt x="832947" y="106"/>
                  </a:lnTo>
                  <a:lnTo>
                    <a:pt x="825089" y="105"/>
                  </a:lnTo>
                  <a:lnTo>
                    <a:pt x="817231" y="104"/>
                  </a:lnTo>
                  <a:lnTo>
                    <a:pt x="809373" y="102"/>
                  </a:lnTo>
                  <a:lnTo>
                    <a:pt x="801515" y="101"/>
                  </a:lnTo>
                  <a:lnTo>
                    <a:pt x="793657" y="99"/>
                  </a:lnTo>
                  <a:lnTo>
                    <a:pt x="785799" y="98"/>
                  </a:lnTo>
                  <a:lnTo>
                    <a:pt x="777941" y="97"/>
                  </a:lnTo>
                  <a:lnTo>
                    <a:pt x="770083" y="95"/>
                  </a:lnTo>
                  <a:lnTo>
                    <a:pt x="762225" y="94"/>
                  </a:lnTo>
                  <a:lnTo>
                    <a:pt x="754367" y="93"/>
                  </a:lnTo>
                  <a:lnTo>
                    <a:pt x="746509" y="92"/>
                  </a:lnTo>
                  <a:lnTo>
                    <a:pt x="738651" y="91"/>
                  </a:lnTo>
                  <a:lnTo>
                    <a:pt x="730793" y="91"/>
                  </a:lnTo>
                  <a:lnTo>
                    <a:pt x="722935" y="90"/>
                  </a:lnTo>
                  <a:lnTo>
                    <a:pt x="715077" y="89"/>
                  </a:lnTo>
                  <a:lnTo>
                    <a:pt x="707219" y="88"/>
                  </a:lnTo>
                  <a:lnTo>
                    <a:pt x="699361" y="86"/>
                  </a:lnTo>
                  <a:lnTo>
                    <a:pt x="691503" y="84"/>
                  </a:lnTo>
                  <a:lnTo>
                    <a:pt x="683645" y="83"/>
                  </a:lnTo>
                  <a:lnTo>
                    <a:pt x="675787" y="82"/>
                  </a:lnTo>
                  <a:lnTo>
                    <a:pt x="667929" y="82"/>
                  </a:lnTo>
                  <a:lnTo>
                    <a:pt x="660071" y="82"/>
                  </a:lnTo>
                  <a:lnTo>
                    <a:pt x="652213" y="81"/>
                  </a:lnTo>
                  <a:lnTo>
                    <a:pt x="644355" y="79"/>
                  </a:lnTo>
                  <a:lnTo>
                    <a:pt x="636497" y="78"/>
                  </a:lnTo>
                  <a:lnTo>
                    <a:pt x="628639" y="78"/>
                  </a:lnTo>
                  <a:lnTo>
                    <a:pt x="620781" y="77"/>
                  </a:lnTo>
                  <a:lnTo>
                    <a:pt x="612923" y="75"/>
                  </a:lnTo>
                  <a:lnTo>
                    <a:pt x="605065" y="74"/>
                  </a:lnTo>
                  <a:lnTo>
                    <a:pt x="597207" y="72"/>
                  </a:lnTo>
                  <a:lnTo>
                    <a:pt x="589349" y="71"/>
                  </a:lnTo>
                  <a:lnTo>
                    <a:pt x="581491" y="70"/>
                  </a:lnTo>
                  <a:lnTo>
                    <a:pt x="573633" y="68"/>
                  </a:lnTo>
                  <a:lnTo>
                    <a:pt x="565775" y="67"/>
                  </a:lnTo>
                  <a:lnTo>
                    <a:pt x="557917" y="65"/>
                  </a:lnTo>
                  <a:lnTo>
                    <a:pt x="550059" y="64"/>
                  </a:lnTo>
                  <a:lnTo>
                    <a:pt x="542201" y="62"/>
                  </a:lnTo>
                  <a:lnTo>
                    <a:pt x="534343" y="60"/>
                  </a:lnTo>
                  <a:lnTo>
                    <a:pt x="526485" y="59"/>
                  </a:lnTo>
                  <a:lnTo>
                    <a:pt x="518627" y="59"/>
                  </a:lnTo>
                  <a:lnTo>
                    <a:pt x="510769" y="58"/>
                  </a:lnTo>
                  <a:lnTo>
                    <a:pt x="502911" y="59"/>
                  </a:lnTo>
                  <a:lnTo>
                    <a:pt x="495053" y="58"/>
                  </a:lnTo>
                  <a:lnTo>
                    <a:pt x="487195" y="55"/>
                  </a:lnTo>
                  <a:lnTo>
                    <a:pt x="479337" y="51"/>
                  </a:lnTo>
                  <a:lnTo>
                    <a:pt x="471479" y="48"/>
                  </a:lnTo>
                  <a:lnTo>
                    <a:pt x="463621" y="46"/>
                  </a:lnTo>
                  <a:lnTo>
                    <a:pt x="455763" y="44"/>
                  </a:lnTo>
                  <a:lnTo>
                    <a:pt x="447905" y="43"/>
                  </a:lnTo>
                  <a:lnTo>
                    <a:pt x="440047" y="42"/>
                  </a:lnTo>
                  <a:lnTo>
                    <a:pt x="432189" y="42"/>
                  </a:lnTo>
                  <a:lnTo>
                    <a:pt x="424331" y="39"/>
                  </a:lnTo>
                  <a:lnTo>
                    <a:pt x="416473" y="38"/>
                  </a:lnTo>
                  <a:lnTo>
                    <a:pt x="408615" y="36"/>
                  </a:lnTo>
                  <a:lnTo>
                    <a:pt x="400757" y="35"/>
                  </a:lnTo>
                  <a:lnTo>
                    <a:pt x="392899" y="34"/>
                  </a:lnTo>
                  <a:lnTo>
                    <a:pt x="385041" y="33"/>
                  </a:lnTo>
                  <a:lnTo>
                    <a:pt x="377183" y="32"/>
                  </a:lnTo>
                  <a:lnTo>
                    <a:pt x="369325" y="31"/>
                  </a:lnTo>
                  <a:lnTo>
                    <a:pt x="361467" y="30"/>
                  </a:lnTo>
                  <a:lnTo>
                    <a:pt x="353609" y="29"/>
                  </a:lnTo>
                  <a:lnTo>
                    <a:pt x="345751" y="27"/>
                  </a:lnTo>
                  <a:lnTo>
                    <a:pt x="337893" y="25"/>
                  </a:lnTo>
                  <a:lnTo>
                    <a:pt x="330035" y="23"/>
                  </a:lnTo>
                  <a:lnTo>
                    <a:pt x="322177" y="22"/>
                  </a:lnTo>
                  <a:lnTo>
                    <a:pt x="314319" y="23"/>
                  </a:lnTo>
                  <a:lnTo>
                    <a:pt x="306461" y="22"/>
                  </a:lnTo>
                  <a:lnTo>
                    <a:pt x="298603" y="21"/>
                  </a:lnTo>
                  <a:lnTo>
                    <a:pt x="290745" y="19"/>
                  </a:lnTo>
                  <a:lnTo>
                    <a:pt x="282887" y="20"/>
                  </a:lnTo>
                  <a:lnTo>
                    <a:pt x="275029" y="19"/>
                  </a:lnTo>
                  <a:lnTo>
                    <a:pt x="267171" y="17"/>
                  </a:lnTo>
                  <a:lnTo>
                    <a:pt x="259313" y="15"/>
                  </a:lnTo>
                  <a:lnTo>
                    <a:pt x="251455" y="14"/>
                  </a:lnTo>
                  <a:lnTo>
                    <a:pt x="243597" y="12"/>
                  </a:lnTo>
                  <a:lnTo>
                    <a:pt x="235739" y="13"/>
                  </a:lnTo>
                  <a:lnTo>
                    <a:pt x="227881" y="12"/>
                  </a:lnTo>
                  <a:lnTo>
                    <a:pt x="220023" y="11"/>
                  </a:lnTo>
                  <a:lnTo>
                    <a:pt x="212165" y="9"/>
                  </a:lnTo>
                  <a:lnTo>
                    <a:pt x="204307" y="6"/>
                  </a:lnTo>
                  <a:lnTo>
                    <a:pt x="196449" y="4"/>
                  </a:lnTo>
                  <a:lnTo>
                    <a:pt x="188591" y="8"/>
                  </a:lnTo>
                  <a:lnTo>
                    <a:pt x="180733" y="9"/>
                  </a:lnTo>
                  <a:lnTo>
                    <a:pt x="172875" y="9"/>
                  </a:lnTo>
                  <a:lnTo>
                    <a:pt x="165017" y="7"/>
                  </a:lnTo>
                  <a:lnTo>
                    <a:pt x="157159" y="7"/>
                  </a:lnTo>
                  <a:lnTo>
                    <a:pt x="149301" y="6"/>
                  </a:lnTo>
                  <a:lnTo>
                    <a:pt x="141443" y="6"/>
                  </a:lnTo>
                  <a:lnTo>
                    <a:pt x="133585" y="7"/>
                  </a:lnTo>
                  <a:lnTo>
                    <a:pt x="125727" y="6"/>
                  </a:lnTo>
                  <a:lnTo>
                    <a:pt x="117869" y="4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2"/>
                  </a:lnTo>
                  <a:lnTo>
                    <a:pt x="70721" y="5"/>
                  </a:lnTo>
                  <a:lnTo>
                    <a:pt x="62863" y="4"/>
                  </a:lnTo>
                  <a:lnTo>
                    <a:pt x="55005" y="5"/>
                  </a:lnTo>
                  <a:lnTo>
                    <a:pt x="47147" y="6"/>
                  </a:lnTo>
                  <a:lnTo>
                    <a:pt x="39289" y="5"/>
                  </a:lnTo>
                  <a:lnTo>
                    <a:pt x="31431" y="6"/>
                  </a:lnTo>
                  <a:lnTo>
                    <a:pt x="23573" y="6"/>
                  </a:lnTo>
                  <a:lnTo>
                    <a:pt x="15715" y="6"/>
                  </a:lnTo>
                  <a:lnTo>
                    <a:pt x="7857" y="8"/>
                  </a:lnTo>
                  <a:lnTo>
                    <a:pt x="0" y="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3608036" y="2983180"/>
              <a:ext cx="2035220" cy="4749"/>
            </a:xfrm>
            <a:custGeom>
              <a:avLst/>
              <a:pathLst>
                <a:path w="2035220" h="4749">
                  <a:moveTo>
                    <a:pt x="0" y="4749"/>
                  </a:moveTo>
                  <a:lnTo>
                    <a:pt x="7857" y="4747"/>
                  </a:lnTo>
                  <a:lnTo>
                    <a:pt x="15715" y="4744"/>
                  </a:lnTo>
                  <a:lnTo>
                    <a:pt x="23573" y="4742"/>
                  </a:lnTo>
                  <a:lnTo>
                    <a:pt x="31431" y="4739"/>
                  </a:lnTo>
                  <a:lnTo>
                    <a:pt x="39289" y="4737"/>
                  </a:lnTo>
                  <a:lnTo>
                    <a:pt x="47147" y="4734"/>
                  </a:lnTo>
                  <a:lnTo>
                    <a:pt x="55005" y="4732"/>
                  </a:lnTo>
                  <a:lnTo>
                    <a:pt x="62863" y="4729"/>
                  </a:lnTo>
                  <a:lnTo>
                    <a:pt x="70721" y="4727"/>
                  </a:lnTo>
                  <a:lnTo>
                    <a:pt x="78579" y="4724"/>
                  </a:lnTo>
                  <a:lnTo>
                    <a:pt x="86437" y="4722"/>
                  </a:lnTo>
                  <a:lnTo>
                    <a:pt x="94295" y="4719"/>
                  </a:lnTo>
                  <a:lnTo>
                    <a:pt x="102153" y="4716"/>
                  </a:lnTo>
                  <a:lnTo>
                    <a:pt x="110011" y="4714"/>
                  </a:lnTo>
                  <a:lnTo>
                    <a:pt x="117869" y="4711"/>
                  </a:lnTo>
                  <a:lnTo>
                    <a:pt x="125727" y="4708"/>
                  </a:lnTo>
                  <a:lnTo>
                    <a:pt x="133585" y="4705"/>
                  </a:lnTo>
                  <a:lnTo>
                    <a:pt x="141443" y="4702"/>
                  </a:lnTo>
                  <a:lnTo>
                    <a:pt x="149301" y="4700"/>
                  </a:lnTo>
                  <a:lnTo>
                    <a:pt x="157159" y="4697"/>
                  </a:lnTo>
                  <a:lnTo>
                    <a:pt x="165017" y="4694"/>
                  </a:lnTo>
                  <a:lnTo>
                    <a:pt x="172875" y="4691"/>
                  </a:lnTo>
                  <a:lnTo>
                    <a:pt x="180733" y="4687"/>
                  </a:lnTo>
                  <a:lnTo>
                    <a:pt x="188591" y="4684"/>
                  </a:lnTo>
                  <a:lnTo>
                    <a:pt x="196449" y="4681"/>
                  </a:lnTo>
                  <a:lnTo>
                    <a:pt x="204307" y="4678"/>
                  </a:lnTo>
                  <a:lnTo>
                    <a:pt x="212165" y="4675"/>
                  </a:lnTo>
                  <a:lnTo>
                    <a:pt x="220023" y="4672"/>
                  </a:lnTo>
                  <a:lnTo>
                    <a:pt x="227881" y="4668"/>
                  </a:lnTo>
                  <a:lnTo>
                    <a:pt x="235739" y="4665"/>
                  </a:lnTo>
                  <a:lnTo>
                    <a:pt x="243597" y="4662"/>
                  </a:lnTo>
                  <a:lnTo>
                    <a:pt x="251455" y="4658"/>
                  </a:lnTo>
                  <a:lnTo>
                    <a:pt x="259313" y="4655"/>
                  </a:lnTo>
                  <a:lnTo>
                    <a:pt x="267171" y="4651"/>
                  </a:lnTo>
                  <a:lnTo>
                    <a:pt x="275029" y="4647"/>
                  </a:lnTo>
                  <a:lnTo>
                    <a:pt x="282887" y="4644"/>
                  </a:lnTo>
                  <a:lnTo>
                    <a:pt x="290745" y="4640"/>
                  </a:lnTo>
                  <a:lnTo>
                    <a:pt x="298603" y="4637"/>
                  </a:lnTo>
                  <a:lnTo>
                    <a:pt x="306461" y="4633"/>
                  </a:lnTo>
                  <a:lnTo>
                    <a:pt x="314319" y="4629"/>
                  </a:lnTo>
                  <a:lnTo>
                    <a:pt x="322177" y="4625"/>
                  </a:lnTo>
                  <a:lnTo>
                    <a:pt x="330035" y="4621"/>
                  </a:lnTo>
                  <a:lnTo>
                    <a:pt x="337893" y="4617"/>
                  </a:lnTo>
                  <a:lnTo>
                    <a:pt x="345751" y="4613"/>
                  </a:lnTo>
                  <a:lnTo>
                    <a:pt x="353609" y="4609"/>
                  </a:lnTo>
                  <a:lnTo>
                    <a:pt x="361467" y="4605"/>
                  </a:lnTo>
                  <a:lnTo>
                    <a:pt x="369325" y="4601"/>
                  </a:lnTo>
                  <a:lnTo>
                    <a:pt x="377183" y="4597"/>
                  </a:lnTo>
                  <a:lnTo>
                    <a:pt x="385041" y="4593"/>
                  </a:lnTo>
                  <a:lnTo>
                    <a:pt x="392899" y="4588"/>
                  </a:lnTo>
                  <a:lnTo>
                    <a:pt x="400757" y="4584"/>
                  </a:lnTo>
                  <a:lnTo>
                    <a:pt x="408615" y="4580"/>
                  </a:lnTo>
                  <a:lnTo>
                    <a:pt x="416473" y="4575"/>
                  </a:lnTo>
                  <a:lnTo>
                    <a:pt x="424331" y="4571"/>
                  </a:lnTo>
                  <a:lnTo>
                    <a:pt x="432189" y="4566"/>
                  </a:lnTo>
                  <a:lnTo>
                    <a:pt x="440047" y="4561"/>
                  </a:lnTo>
                  <a:lnTo>
                    <a:pt x="447905" y="4557"/>
                  </a:lnTo>
                  <a:lnTo>
                    <a:pt x="455763" y="4552"/>
                  </a:lnTo>
                  <a:lnTo>
                    <a:pt x="463621" y="4547"/>
                  </a:lnTo>
                  <a:lnTo>
                    <a:pt x="471479" y="4542"/>
                  </a:lnTo>
                  <a:lnTo>
                    <a:pt x="479337" y="4537"/>
                  </a:lnTo>
                  <a:lnTo>
                    <a:pt x="487195" y="4532"/>
                  </a:lnTo>
                  <a:lnTo>
                    <a:pt x="495053" y="4527"/>
                  </a:lnTo>
                  <a:lnTo>
                    <a:pt x="502911" y="4522"/>
                  </a:lnTo>
                  <a:lnTo>
                    <a:pt x="510769" y="4517"/>
                  </a:lnTo>
                  <a:lnTo>
                    <a:pt x="518627" y="4512"/>
                  </a:lnTo>
                  <a:lnTo>
                    <a:pt x="526485" y="4506"/>
                  </a:lnTo>
                  <a:lnTo>
                    <a:pt x="534343" y="4501"/>
                  </a:lnTo>
                  <a:lnTo>
                    <a:pt x="542201" y="4495"/>
                  </a:lnTo>
                  <a:lnTo>
                    <a:pt x="550059" y="4490"/>
                  </a:lnTo>
                  <a:lnTo>
                    <a:pt x="557917" y="4484"/>
                  </a:lnTo>
                  <a:lnTo>
                    <a:pt x="565775" y="4479"/>
                  </a:lnTo>
                  <a:lnTo>
                    <a:pt x="573633" y="4473"/>
                  </a:lnTo>
                  <a:lnTo>
                    <a:pt x="581491" y="4467"/>
                  </a:lnTo>
                  <a:lnTo>
                    <a:pt x="589349" y="4461"/>
                  </a:lnTo>
                  <a:lnTo>
                    <a:pt x="597207" y="4455"/>
                  </a:lnTo>
                  <a:lnTo>
                    <a:pt x="605065" y="4449"/>
                  </a:lnTo>
                  <a:lnTo>
                    <a:pt x="612923" y="4443"/>
                  </a:lnTo>
                  <a:lnTo>
                    <a:pt x="620781" y="4436"/>
                  </a:lnTo>
                  <a:lnTo>
                    <a:pt x="628639" y="4430"/>
                  </a:lnTo>
                  <a:lnTo>
                    <a:pt x="636497" y="4424"/>
                  </a:lnTo>
                  <a:lnTo>
                    <a:pt x="644355" y="4418"/>
                  </a:lnTo>
                  <a:lnTo>
                    <a:pt x="652213" y="4411"/>
                  </a:lnTo>
                  <a:lnTo>
                    <a:pt x="660071" y="4404"/>
                  </a:lnTo>
                  <a:lnTo>
                    <a:pt x="667929" y="4397"/>
                  </a:lnTo>
                  <a:lnTo>
                    <a:pt x="675787" y="4390"/>
                  </a:lnTo>
                  <a:lnTo>
                    <a:pt x="683645" y="4383"/>
                  </a:lnTo>
                  <a:lnTo>
                    <a:pt x="691503" y="4376"/>
                  </a:lnTo>
                  <a:lnTo>
                    <a:pt x="699361" y="4369"/>
                  </a:lnTo>
                  <a:lnTo>
                    <a:pt x="707219" y="4362"/>
                  </a:lnTo>
                  <a:lnTo>
                    <a:pt x="715077" y="4355"/>
                  </a:lnTo>
                  <a:lnTo>
                    <a:pt x="722935" y="4347"/>
                  </a:lnTo>
                  <a:lnTo>
                    <a:pt x="730793" y="4340"/>
                  </a:lnTo>
                  <a:lnTo>
                    <a:pt x="738651" y="4332"/>
                  </a:lnTo>
                  <a:lnTo>
                    <a:pt x="746509" y="4324"/>
                  </a:lnTo>
                  <a:lnTo>
                    <a:pt x="754367" y="4316"/>
                  </a:lnTo>
                  <a:lnTo>
                    <a:pt x="762225" y="4308"/>
                  </a:lnTo>
                  <a:lnTo>
                    <a:pt x="770083" y="4300"/>
                  </a:lnTo>
                  <a:lnTo>
                    <a:pt x="777941" y="4292"/>
                  </a:lnTo>
                  <a:lnTo>
                    <a:pt x="785799" y="4284"/>
                  </a:lnTo>
                  <a:lnTo>
                    <a:pt x="793657" y="4276"/>
                  </a:lnTo>
                  <a:lnTo>
                    <a:pt x="801515" y="4267"/>
                  </a:lnTo>
                  <a:lnTo>
                    <a:pt x="809373" y="4258"/>
                  </a:lnTo>
                  <a:lnTo>
                    <a:pt x="817231" y="4250"/>
                  </a:lnTo>
                  <a:lnTo>
                    <a:pt x="825089" y="4241"/>
                  </a:lnTo>
                  <a:lnTo>
                    <a:pt x="832947" y="4232"/>
                  </a:lnTo>
                  <a:lnTo>
                    <a:pt x="840805" y="4223"/>
                  </a:lnTo>
                  <a:lnTo>
                    <a:pt x="848663" y="4214"/>
                  </a:lnTo>
                  <a:lnTo>
                    <a:pt x="856521" y="4204"/>
                  </a:lnTo>
                  <a:lnTo>
                    <a:pt x="864379" y="4195"/>
                  </a:lnTo>
                  <a:lnTo>
                    <a:pt x="872237" y="4185"/>
                  </a:lnTo>
                  <a:lnTo>
                    <a:pt x="880095" y="4175"/>
                  </a:lnTo>
                  <a:lnTo>
                    <a:pt x="887953" y="4165"/>
                  </a:lnTo>
                  <a:lnTo>
                    <a:pt x="895811" y="4155"/>
                  </a:lnTo>
                  <a:lnTo>
                    <a:pt x="903669" y="4145"/>
                  </a:lnTo>
                  <a:lnTo>
                    <a:pt x="911527" y="4135"/>
                  </a:lnTo>
                  <a:lnTo>
                    <a:pt x="919385" y="4125"/>
                  </a:lnTo>
                  <a:lnTo>
                    <a:pt x="927243" y="4114"/>
                  </a:lnTo>
                  <a:lnTo>
                    <a:pt x="935101" y="4104"/>
                  </a:lnTo>
                  <a:lnTo>
                    <a:pt x="942959" y="4093"/>
                  </a:lnTo>
                  <a:lnTo>
                    <a:pt x="950817" y="4082"/>
                  </a:lnTo>
                  <a:lnTo>
                    <a:pt x="958675" y="4072"/>
                  </a:lnTo>
                  <a:lnTo>
                    <a:pt x="966533" y="4060"/>
                  </a:lnTo>
                  <a:lnTo>
                    <a:pt x="974391" y="4049"/>
                  </a:lnTo>
                  <a:lnTo>
                    <a:pt x="982249" y="4037"/>
                  </a:lnTo>
                  <a:lnTo>
                    <a:pt x="990107" y="4026"/>
                  </a:lnTo>
                  <a:lnTo>
                    <a:pt x="997965" y="4015"/>
                  </a:lnTo>
                  <a:lnTo>
                    <a:pt x="1005823" y="4003"/>
                  </a:lnTo>
                  <a:lnTo>
                    <a:pt x="1013681" y="3991"/>
                  </a:lnTo>
                  <a:lnTo>
                    <a:pt x="1021539" y="3979"/>
                  </a:lnTo>
                  <a:lnTo>
                    <a:pt x="1029397" y="3967"/>
                  </a:lnTo>
                  <a:lnTo>
                    <a:pt x="1037254" y="3954"/>
                  </a:lnTo>
                  <a:lnTo>
                    <a:pt x="1045112" y="3941"/>
                  </a:lnTo>
                  <a:lnTo>
                    <a:pt x="1052970" y="3928"/>
                  </a:lnTo>
                  <a:lnTo>
                    <a:pt x="1060828" y="3915"/>
                  </a:lnTo>
                  <a:lnTo>
                    <a:pt x="1068686" y="3902"/>
                  </a:lnTo>
                  <a:lnTo>
                    <a:pt x="1076544" y="3888"/>
                  </a:lnTo>
                  <a:lnTo>
                    <a:pt x="1084402" y="3875"/>
                  </a:lnTo>
                  <a:lnTo>
                    <a:pt x="1092260" y="3861"/>
                  </a:lnTo>
                  <a:lnTo>
                    <a:pt x="1100118" y="3847"/>
                  </a:lnTo>
                  <a:lnTo>
                    <a:pt x="1107976" y="3834"/>
                  </a:lnTo>
                  <a:lnTo>
                    <a:pt x="1115834" y="3819"/>
                  </a:lnTo>
                  <a:lnTo>
                    <a:pt x="1123692" y="3804"/>
                  </a:lnTo>
                  <a:lnTo>
                    <a:pt x="1131550" y="3789"/>
                  </a:lnTo>
                  <a:lnTo>
                    <a:pt x="1139408" y="3774"/>
                  </a:lnTo>
                  <a:lnTo>
                    <a:pt x="1147266" y="3758"/>
                  </a:lnTo>
                  <a:lnTo>
                    <a:pt x="1155124" y="3742"/>
                  </a:lnTo>
                  <a:lnTo>
                    <a:pt x="1162982" y="3728"/>
                  </a:lnTo>
                  <a:lnTo>
                    <a:pt x="1170840" y="3712"/>
                  </a:lnTo>
                  <a:lnTo>
                    <a:pt x="1178698" y="3697"/>
                  </a:lnTo>
                  <a:lnTo>
                    <a:pt x="1186556" y="3680"/>
                  </a:lnTo>
                  <a:lnTo>
                    <a:pt x="1194414" y="3664"/>
                  </a:lnTo>
                  <a:lnTo>
                    <a:pt x="1202272" y="3648"/>
                  </a:lnTo>
                  <a:lnTo>
                    <a:pt x="1210130" y="3633"/>
                  </a:lnTo>
                  <a:lnTo>
                    <a:pt x="1217988" y="3616"/>
                  </a:lnTo>
                  <a:lnTo>
                    <a:pt x="1225846" y="3599"/>
                  </a:lnTo>
                  <a:lnTo>
                    <a:pt x="1233704" y="3582"/>
                  </a:lnTo>
                  <a:lnTo>
                    <a:pt x="1241562" y="3564"/>
                  </a:lnTo>
                  <a:lnTo>
                    <a:pt x="1249420" y="3547"/>
                  </a:lnTo>
                  <a:lnTo>
                    <a:pt x="1257278" y="3529"/>
                  </a:lnTo>
                  <a:lnTo>
                    <a:pt x="1265136" y="3511"/>
                  </a:lnTo>
                  <a:lnTo>
                    <a:pt x="1272994" y="3492"/>
                  </a:lnTo>
                  <a:lnTo>
                    <a:pt x="1280852" y="3474"/>
                  </a:lnTo>
                  <a:lnTo>
                    <a:pt x="1288710" y="3456"/>
                  </a:lnTo>
                  <a:lnTo>
                    <a:pt x="1296568" y="3437"/>
                  </a:lnTo>
                  <a:lnTo>
                    <a:pt x="1304426" y="3417"/>
                  </a:lnTo>
                  <a:lnTo>
                    <a:pt x="1312284" y="3398"/>
                  </a:lnTo>
                  <a:lnTo>
                    <a:pt x="1320142" y="3377"/>
                  </a:lnTo>
                  <a:lnTo>
                    <a:pt x="1328000" y="3356"/>
                  </a:lnTo>
                  <a:lnTo>
                    <a:pt x="1335858" y="3335"/>
                  </a:lnTo>
                  <a:lnTo>
                    <a:pt x="1343716" y="3314"/>
                  </a:lnTo>
                  <a:lnTo>
                    <a:pt x="1351574" y="3294"/>
                  </a:lnTo>
                  <a:lnTo>
                    <a:pt x="1359432" y="3274"/>
                  </a:lnTo>
                  <a:lnTo>
                    <a:pt x="1367290" y="3253"/>
                  </a:lnTo>
                  <a:lnTo>
                    <a:pt x="1375148" y="3230"/>
                  </a:lnTo>
                  <a:lnTo>
                    <a:pt x="1383006" y="3208"/>
                  </a:lnTo>
                  <a:lnTo>
                    <a:pt x="1390864" y="3186"/>
                  </a:lnTo>
                  <a:lnTo>
                    <a:pt x="1398722" y="3163"/>
                  </a:lnTo>
                  <a:lnTo>
                    <a:pt x="1406580" y="3139"/>
                  </a:lnTo>
                  <a:lnTo>
                    <a:pt x="1414438" y="3116"/>
                  </a:lnTo>
                  <a:lnTo>
                    <a:pt x="1422296" y="3094"/>
                  </a:lnTo>
                  <a:lnTo>
                    <a:pt x="1430154" y="3073"/>
                  </a:lnTo>
                  <a:lnTo>
                    <a:pt x="1438012" y="3049"/>
                  </a:lnTo>
                  <a:lnTo>
                    <a:pt x="1445870" y="3024"/>
                  </a:lnTo>
                  <a:lnTo>
                    <a:pt x="1453728" y="2999"/>
                  </a:lnTo>
                  <a:lnTo>
                    <a:pt x="1461586" y="2976"/>
                  </a:lnTo>
                  <a:lnTo>
                    <a:pt x="1469444" y="2951"/>
                  </a:lnTo>
                  <a:lnTo>
                    <a:pt x="1477302" y="2925"/>
                  </a:lnTo>
                  <a:lnTo>
                    <a:pt x="1485160" y="2900"/>
                  </a:lnTo>
                  <a:lnTo>
                    <a:pt x="1493018" y="2875"/>
                  </a:lnTo>
                  <a:lnTo>
                    <a:pt x="1500876" y="2849"/>
                  </a:lnTo>
                  <a:lnTo>
                    <a:pt x="1508734" y="2824"/>
                  </a:lnTo>
                  <a:lnTo>
                    <a:pt x="1516592" y="2795"/>
                  </a:lnTo>
                  <a:lnTo>
                    <a:pt x="1524450" y="2765"/>
                  </a:lnTo>
                  <a:lnTo>
                    <a:pt x="1532308" y="2735"/>
                  </a:lnTo>
                  <a:lnTo>
                    <a:pt x="1540166" y="2707"/>
                  </a:lnTo>
                  <a:lnTo>
                    <a:pt x="1548024" y="2680"/>
                  </a:lnTo>
                  <a:lnTo>
                    <a:pt x="1555882" y="2650"/>
                  </a:lnTo>
                  <a:lnTo>
                    <a:pt x="1563740" y="2619"/>
                  </a:lnTo>
                  <a:lnTo>
                    <a:pt x="1571598" y="2589"/>
                  </a:lnTo>
                  <a:lnTo>
                    <a:pt x="1579456" y="2558"/>
                  </a:lnTo>
                  <a:lnTo>
                    <a:pt x="1587314" y="2526"/>
                  </a:lnTo>
                  <a:lnTo>
                    <a:pt x="1595172" y="2496"/>
                  </a:lnTo>
                  <a:lnTo>
                    <a:pt x="1603030" y="2468"/>
                  </a:lnTo>
                  <a:lnTo>
                    <a:pt x="1610888" y="2437"/>
                  </a:lnTo>
                  <a:lnTo>
                    <a:pt x="1618746" y="2405"/>
                  </a:lnTo>
                  <a:lnTo>
                    <a:pt x="1626604" y="2374"/>
                  </a:lnTo>
                  <a:lnTo>
                    <a:pt x="1634462" y="2339"/>
                  </a:lnTo>
                  <a:lnTo>
                    <a:pt x="1642320" y="2305"/>
                  </a:lnTo>
                  <a:lnTo>
                    <a:pt x="1650178" y="2269"/>
                  </a:lnTo>
                  <a:lnTo>
                    <a:pt x="1658036" y="2234"/>
                  </a:lnTo>
                  <a:lnTo>
                    <a:pt x="1665894" y="2199"/>
                  </a:lnTo>
                  <a:lnTo>
                    <a:pt x="1673752" y="2163"/>
                  </a:lnTo>
                  <a:lnTo>
                    <a:pt x="1681610" y="2126"/>
                  </a:lnTo>
                  <a:lnTo>
                    <a:pt x="1689468" y="2092"/>
                  </a:lnTo>
                  <a:lnTo>
                    <a:pt x="1697326" y="2057"/>
                  </a:lnTo>
                  <a:lnTo>
                    <a:pt x="1705184" y="2023"/>
                  </a:lnTo>
                  <a:lnTo>
                    <a:pt x="1713042" y="1988"/>
                  </a:lnTo>
                  <a:lnTo>
                    <a:pt x="1720900" y="1951"/>
                  </a:lnTo>
                  <a:lnTo>
                    <a:pt x="1728758" y="1916"/>
                  </a:lnTo>
                  <a:lnTo>
                    <a:pt x="1736616" y="1879"/>
                  </a:lnTo>
                  <a:lnTo>
                    <a:pt x="1744474" y="1841"/>
                  </a:lnTo>
                  <a:lnTo>
                    <a:pt x="1752332" y="1801"/>
                  </a:lnTo>
                  <a:lnTo>
                    <a:pt x="1760190" y="1761"/>
                  </a:lnTo>
                  <a:lnTo>
                    <a:pt x="1768048" y="1723"/>
                  </a:lnTo>
                  <a:lnTo>
                    <a:pt x="1775906" y="1685"/>
                  </a:lnTo>
                  <a:lnTo>
                    <a:pt x="1783764" y="1641"/>
                  </a:lnTo>
                  <a:lnTo>
                    <a:pt x="1791622" y="1597"/>
                  </a:lnTo>
                  <a:lnTo>
                    <a:pt x="1799480" y="1553"/>
                  </a:lnTo>
                  <a:lnTo>
                    <a:pt x="1807338" y="1510"/>
                  </a:lnTo>
                  <a:lnTo>
                    <a:pt x="1815196" y="1467"/>
                  </a:lnTo>
                  <a:lnTo>
                    <a:pt x="1823054" y="1424"/>
                  </a:lnTo>
                  <a:lnTo>
                    <a:pt x="1830912" y="1378"/>
                  </a:lnTo>
                  <a:lnTo>
                    <a:pt x="1838770" y="1335"/>
                  </a:lnTo>
                  <a:lnTo>
                    <a:pt x="1846628" y="1289"/>
                  </a:lnTo>
                  <a:lnTo>
                    <a:pt x="1854486" y="1243"/>
                  </a:lnTo>
                  <a:lnTo>
                    <a:pt x="1862344" y="1196"/>
                  </a:lnTo>
                  <a:lnTo>
                    <a:pt x="1870202" y="1147"/>
                  </a:lnTo>
                  <a:lnTo>
                    <a:pt x="1878060" y="1095"/>
                  </a:lnTo>
                  <a:lnTo>
                    <a:pt x="1885918" y="1040"/>
                  </a:lnTo>
                  <a:lnTo>
                    <a:pt x="1893776" y="986"/>
                  </a:lnTo>
                  <a:lnTo>
                    <a:pt x="1901634" y="937"/>
                  </a:lnTo>
                  <a:lnTo>
                    <a:pt x="1909492" y="883"/>
                  </a:lnTo>
                  <a:lnTo>
                    <a:pt x="1917350" y="834"/>
                  </a:lnTo>
                  <a:lnTo>
                    <a:pt x="1925208" y="784"/>
                  </a:lnTo>
                  <a:lnTo>
                    <a:pt x="1933066" y="734"/>
                  </a:lnTo>
                  <a:lnTo>
                    <a:pt x="1940924" y="680"/>
                  </a:lnTo>
                  <a:lnTo>
                    <a:pt x="1948782" y="625"/>
                  </a:lnTo>
                  <a:lnTo>
                    <a:pt x="1956640" y="571"/>
                  </a:lnTo>
                  <a:lnTo>
                    <a:pt x="1964498" y="517"/>
                  </a:lnTo>
                  <a:lnTo>
                    <a:pt x="1972356" y="463"/>
                  </a:lnTo>
                  <a:lnTo>
                    <a:pt x="1980214" y="414"/>
                  </a:lnTo>
                  <a:lnTo>
                    <a:pt x="1988072" y="358"/>
                  </a:lnTo>
                  <a:lnTo>
                    <a:pt x="1995930" y="299"/>
                  </a:lnTo>
                  <a:lnTo>
                    <a:pt x="2003788" y="243"/>
                  </a:lnTo>
                  <a:lnTo>
                    <a:pt x="2011646" y="184"/>
                  </a:lnTo>
                  <a:lnTo>
                    <a:pt x="2019504" y="121"/>
                  </a:lnTo>
                  <a:lnTo>
                    <a:pt x="2027362" y="5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3608036" y="2987223"/>
              <a:ext cx="2035220" cy="802"/>
            </a:xfrm>
            <a:custGeom>
              <a:avLst/>
              <a:pathLst>
                <a:path w="2035220" h="802">
                  <a:moveTo>
                    <a:pt x="0" y="802"/>
                  </a:moveTo>
                  <a:lnTo>
                    <a:pt x="7857" y="801"/>
                  </a:lnTo>
                  <a:lnTo>
                    <a:pt x="15715" y="800"/>
                  </a:lnTo>
                  <a:lnTo>
                    <a:pt x="23573" y="799"/>
                  </a:lnTo>
                  <a:lnTo>
                    <a:pt x="31431" y="799"/>
                  </a:lnTo>
                  <a:lnTo>
                    <a:pt x="39289" y="798"/>
                  </a:lnTo>
                  <a:lnTo>
                    <a:pt x="47147" y="797"/>
                  </a:lnTo>
                  <a:lnTo>
                    <a:pt x="55005" y="796"/>
                  </a:lnTo>
                  <a:lnTo>
                    <a:pt x="62863" y="795"/>
                  </a:lnTo>
                  <a:lnTo>
                    <a:pt x="70721" y="795"/>
                  </a:lnTo>
                  <a:lnTo>
                    <a:pt x="78579" y="794"/>
                  </a:lnTo>
                  <a:lnTo>
                    <a:pt x="86437" y="793"/>
                  </a:lnTo>
                  <a:lnTo>
                    <a:pt x="94295" y="792"/>
                  </a:lnTo>
                  <a:lnTo>
                    <a:pt x="102153" y="791"/>
                  </a:lnTo>
                  <a:lnTo>
                    <a:pt x="110011" y="790"/>
                  </a:lnTo>
                  <a:lnTo>
                    <a:pt x="117869" y="790"/>
                  </a:lnTo>
                  <a:lnTo>
                    <a:pt x="125727" y="789"/>
                  </a:lnTo>
                  <a:lnTo>
                    <a:pt x="133585" y="788"/>
                  </a:lnTo>
                  <a:lnTo>
                    <a:pt x="141443" y="787"/>
                  </a:lnTo>
                  <a:lnTo>
                    <a:pt x="149301" y="786"/>
                  </a:lnTo>
                  <a:lnTo>
                    <a:pt x="157159" y="785"/>
                  </a:lnTo>
                  <a:lnTo>
                    <a:pt x="165017" y="784"/>
                  </a:lnTo>
                  <a:lnTo>
                    <a:pt x="172875" y="783"/>
                  </a:lnTo>
                  <a:lnTo>
                    <a:pt x="180733" y="782"/>
                  </a:lnTo>
                  <a:lnTo>
                    <a:pt x="188591" y="782"/>
                  </a:lnTo>
                  <a:lnTo>
                    <a:pt x="196449" y="780"/>
                  </a:lnTo>
                  <a:lnTo>
                    <a:pt x="204307" y="779"/>
                  </a:lnTo>
                  <a:lnTo>
                    <a:pt x="212165" y="779"/>
                  </a:lnTo>
                  <a:lnTo>
                    <a:pt x="220023" y="778"/>
                  </a:lnTo>
                  <a:lnTo>
                    <a:pt x="227881" y="777"/>
                  </a:lnTo>
                  <a:lnTo>
                    <a:pt x="235739" y="776"/>
                  </a:lnTo>
                  <a:lnTo>
                    <a:pt x="243597" y="775"/>
                  </a:lnTo>
                  <a:lnTo>
                    <a:pt x="251455" y="774"/>
                  </a:lnTo>
                  <a:lnTo>
                    <a:pt x="259313" y="772"/>
                  </a:lnTo>
                  <a:lnTo>
                    <a:pt x="267171" y="771"/>
                  </a:lnTo>
                  <a:lnTo>
                    <a:pt x="275029" y="770"/>
                  </a:lnTo>
                  <a:lnTo>
                    <a:pt x="282887" y="769"/>
                  </a:lnTo>
                  <a:lnTo>
                    <a:pt x="290745" y="768"/>
                  </a:lnTo>
                  <a:lnTo>
                    <a:pt x="298603" y="766"/>
                  </a:lnTo>
                  <a:lnTo>
                    <a:pt x="306461" y="765"/>
                  </a:lnTo>
                  <a:lnTo>
                    <a:pt x="314319" y="764"/>
                  </a:lnTo>
                  <a:lnTo>
                    <a:pt x="322177" y="763"/>
                  </a:lnTo>
                  <a:lnTo>
                    <a:pt x="330035" y="761"/>
                  </a:lnTo>
                  <a:lnTo>
                    <a:pt x="337893" y="760"/>
                  </a:lnTo>
                  <a:lnTo>
                    <a:pt x="345751" y="759"/>
                  </a:lnTo>
                  <a:lnTo>
                    <a:pt x="353609" y="758"/>
                  </a:lnTo>
                  <a:lnTo>
                    <a:pt x="361467" y="757"/>
                  </a:lnTo>
                  <a:lnTo>
                    <a:pt x="369325" y="755"/>
                  </a:lnTo>
                  <a:lnTo>
                    <a:pt x="377183" y="754"/>
                  </a:lnTo>
                  <a:lnTo>
                    <a:pt x="385041" y="753"/>
                  </a:lnTo>
                  <a:lnTo>
                    <a:pt x="392899" y="752"/>
                  </a:lnTo>
                  <a:lnTo>
                    <a:pt x="400757" y="751"/>
                  </a:lnTo>
                  <a:lnTo>
                    <a:pt x="408615" y="749"/>
                  </a:lnTo>
                  <a:lnTo>
                    <a:pt x="416473" y="748"/>
                  </a:lnTo>
                  <a:lnTo>
                    <a:pt x="424331" y="746"/>
                  </a:lnTo>
                  <a:lnTo>
                    <a:pt x="432189" y="745"/>
                  </a:lnTo>
                  <a:lnTo>
                    <a:pt x="440047" y="743"/>
                  </a:lnTo>
                  <a:lnTo>
                    <a:pt x="447905" y="742"/>
                  </a:lnTo>
                  <a:lnTo>
                    <a:pt x="455763" y="741"/>
                  </a:lnTo>
                  <a:lnTo>
                    <a:pt x="463621" y="739"/>
                  </a:lnTo>
                  <a:lnTo>
                    <a:pt x="471479" y="738"/>
                  </a:lnTo>
                  <a:lnTo>
                    <a:pt x="479337" y="736"/>
                  </a:lnTo>
                  <a:lnTo>
                    <a:pt x="487195" y="735"/>
                  </a:lnTo>
                  <a:lnTo>
                    <a:pt x="495053" y="733"/>
                  </a:lnTo>
                  <a:lnTo>
                    <a:pt x="502911" y="732"/>
                  </a:lnTo>
                  <a:lnTo>
                    <a:pt x="510769" y="730"/>
                  </a:lnTo>
                  <a:lnTo>
                    <a:pt x="518627" y="729"/>
                  </a:lnTo>
                  <a:lnTo>
                    <a:pt x="526485" y="728"/>
                  </a:lnTo>
                  <a:lnTo>
                    <a:pt x="534343" y="727"/>
                  </a:lnTo>
                  <a:lnTo>
                    <a:pt x="542201" y="725"/>
                  </a:lnTo>
                  <a:lnTo>
                    <a:pt x="550059" y="724"/>
                  </a:lnTo>
                  <a:lnTo>
                    <a:pt x="557917" y="723"/>
                  </a:lnTo>
                  <a:lnTo>
                    <a:pt x="565775" y="721"/>
                  </a:lnTo>
                  <a:lnTo>
                    <a:pt x="573633" y="720"/>
                  </a:lnTo>
                  <a:lnTo>
                    <a:pt x="581491" y="718"/>
                  </a:lnTo>
                  <a:lnTo>
                    <a:pt x="589349" y="717"/>
                  </a:lnTo>
                  <a:lnTo>
                    <a:pt x="597207" y="715"/>
                  </a:lnTo>
                  <a:lnTo>
                    <a:pt x="605065" y="714"/>
                  </a:lnTo>
                  <a:lnTo>
                    <a:pt x="612923" y="712"/>
                  </a:lnTo>
                  <a:lnTo>
                    <a:pt x="620781" y="710"/>
                  </a:lnTo>
                  <a:lnTo>
                    <a:pt x="628639" y="709"/>
                  </a:lnTo>
                  <a:lnTo>
                    <a:pt x="636497" y="707"/>
                  </a:lnTo>
                  <a:lnTo>
                    <a:pt x="644355" y="705"/>
                  </a:lnTo>
                  <a:lnTo>
                    <a:pt x="652213" y="704"/>
                  </a:lnTo>
                  <a:lnTo>
                    <a:pt x="660071" y="701"/>
                  </a:lnTo>
                  <a:lnTo>
                    <a:pt x="667929" y="700"/>
                  </a:lnTo>
                  <a:lnTo>
                    <a:pt x="675787" y="699"/>
                  </a:lnTo>
                  <a:lnTo>
                    <a:pt x="683645" y="697"/>
                  </a:lnTo>
                  <a:lnTo>
                    <a:pt x="691503" y="695"/>
                  </a:lnTo>
                  <a:lnTo>
                    <a:pt x="699361" y="694"/>
                  </a:lnTo>
                  <a:lnTo>
                    <a:pt x="707219" y="692"/>
                  </a:lnTo>
                  <a:lnTo>
                    <a:pt x="715077" y="690"/>
                  </a:lnTo>
                  <a:lnTo>
                    <a:pt x="722935" y="688"/>
                  </a:lnTo>
                  <a:lnTo>
                    <a:pt x="730793" y="686"/>
                  </a:lnTo>
                  <a:lnTo>
                    <a:pt x="738651" y="685"/>
                  </a:lnTo>
                  <a:lnTo>
                    <a:pt x="746509" y="683"/>
                  </a:lnTo>
                  <a:lnTo>
                    <a:pt x="754367" y="681"/>
                  </a:lnTo>
                  <a:lnTo>
                    <a:pt x="762225" y="679"/>
                  </a:lnTo>
                  <a:lnTo>
                    <a:pt x="770083" y="677"/>
                  </a:lnTo>
                  <a:lnTo>
                    <a:pt x="777941" y="675"/>
                  </a:lnTo>
                  <a:lnTo>
                    <a:pt x="785799" y="672"/>
                  </a:lnTo>
                  <a:lnTo>
                    <a:pt x="793657" y="670"/>
                  </a:lnTo>
                  <a:lnTo>
                    <a:pt x="801515" y="667"/>
                  </a:lnTo>
                  <a:lnTo>
                    <a:pt x="809373" y="665"/>
                  </a:lnTo>
                  <a:lnTo>
                    <a:pt x="817231" y="664"/>
                  </a:lnTo>
                  <a:lnTo>
                    <a:pt x="825089" y="662"/>
                  </a:lnTo>
                  <a:lnTo>
                    <a:pt x="832947" y="660"/>
                  </a:lnTo>
                  <a:lnTo>
                    <a:pt x="840805" y="659"/>
                  </a:lnTo>
                  <a:lnTo>
                    <a:pt x="848663" y="656"/>
                  </a:lnTo>
                  <a:lnTo>
                    <a:pt x="856521" y="653"/>
                  </a:lnTo>
                  <a:lnTo>
                    <a:pt x="864379" y="652"/>
                  </a:lnTo>
                  <a:lnTo>
                    <a:pt x="872237" y="651"/>
                  </a:lnTo>
                  <a:lnTo>
                    <a:pt x="880095" y="648"/>
                  </a:lnTo>
                  <a:lnTo>
                    <a:pt x="887953" y="646"/>
                  </a:lnTo>
                  <a:lnTo>
                    <a:pt x="895811" y="643"/>
                  </a:lnTo>
                  <a:lnTo>
                    <a:pt x="903669" y="641"/>
                  </a:lnTo>
                  <a:lnTo>
                    <a:pt x="911527" y="639"/>
                  </a:lnTo>
                  <a:lnTo>
                    <a:pt x="919385" y="637"/>
                  </a:lnTo>
                  <a:lnTo>
                    <a:pt x="927243" y="635"/>
                  </a:lnTo>
                  <a:lnTo>
                    <a:pt x="935101" y="632"/>
                  </a:lnTo>
                  <a:lnTo>
                    <a:pt x="942959" y="629"/>
                  </a:lnTo>
                  <a:lnTo>
                    <a:pt x="950817" y="627"/>
                  </a:lnTo>
                  <a:lnTo>
                    <a:pt x="958675" y="624"/>
                  </a:lnTo>
                  <a:lnTo>
                    <a:pt x="966533" y="622"/>
                  </a:lnTo>
                  <a:lnTo>
                    <a:pt x="974391" y="620"/>
                  </a:lnTo>
                  <a:lnTo>
                    <a:pt x="982249" y="617"/>
                  </a:lnTo>
                  <a:lnTo>
                    <a:pt x="990107" y="614"/>
                  </a:lnTo>
                  <a:lnTo>
                    <a:pt x="997965" y="612"/>
                  </a:lnTo>
                  <a:lnTo>
                    <a:pt x="1005823" y="608"/>
                  </a:lnTo>
                  <a:lnTo>
                    <a:pt x="1013681" y="606"/>
                  </a:lnTo>
                  <a:lnTo>
                    <a:pt x="1021539" y="604"/>
                  </a:lnTo>
                  <a:lnTo>
                    <a:pt x="1029397" y="602"/>
                  </a:lnTo>
                  <a:lnTo>
                    <a:pt x="1037254" y="600"/>
                  </a:lnTo>
                  <a:lnTo>
                    <a:pt x="1045112" y="597"/>
                  </a:lnTo>
                  <a:lnTo>
                    <a:pt x="1052970" y="593"/>
                  </a:lnTo>
                  <a:lnTo>
                    <a:pt x="1060828" y="590"/>
                  </a:lnTo>
                  <a:lnTo>
                    <a:pt x="1068686" y="588"/>
                  </a:lnTo>
                  <a:lnTo>
                    <a:pt x="1076544" y="586"/>
                  </a:lnTo>
                  <a:lnTo>
                    <a:pt x="1084402" y="583"/>
                  </a:lnTo>
                  <a:lnTo>
                    <a:pt x="1092260" y="581"/>
                  </a:lnTo>
                  <a:lnTo>
                    <a:pt x="1100118" y="579"/>
                  </a:lnTo>
                  <a:lnTo>
                    <a:pt x="1107976" y="576"/>
                  </a:lnTo>
                  <a:lnTo>
                    <a:pt x="1115834" y="573"/>
                  </a:lnTo>
                  <a:lnTo>
                    <a:pt x="1123692" y="569"/>
                  </a:lnTo>
                  <a:lnTo>
                    <a:pt x="1131550" y="566"/>
                  </a:lnTo>
                  <a:lnTo>
                    <a:pt x="1139408" y="563"/>
                  </a:lnTo>
                  <a:lnTo>
                    <a:pt x="1147266" y="559"/>
                  </a:lnTo>
                  <a:lnTo>
                    <a:pt x="1155124" y="556"/>
                  </a:lnTo>
                  <a:lnTo>
                    <a:pt x="1162982" y="553"/>
                  </a:lnTo>
                  <a:lnTo>
                    <a:pt x="1170840" y="551"/>
                  </a:lnTo>
                  <a:lnTo>
                    <a:pt x="1178698" y="548"/>
                  </a:lnTo>
                  <a:lnTo>
                    <a:pt x="1186556" y="545"/>
                  </a:lnTo>
                  <a:lnTo>
                    <a:pt x="1194414" y="542"/>
                  </a:lnTo>
                  <a:lnTo>
                    <a:pt x="1202272" y="539"/>
                  </a:lnTo>
                  <a:lnTo>
                    <a:pt x="1210130" y="534"/>
                  </a:lnTo>
                  <a:lnTo>
                    <a:pt x="1217988" y="530"/>
                  </a:lnTo>
                  <a:lnTo>
                    <a:pt x="1225846" y="527"/>
                  </a:lnTo>
                  <a:lnTo>
                    <a:pt x="1233704" y="524"/>
                  </a:lnTo>
                  <a:lnTo>
                    <a:pt x="1241562" y="522"/>
                  </a:lnTo>
                  <a:lnTo>
                    <a:pt x="1249420" y="519"/>
                  </a:lnTo>
                  <a:lnTo>
                    <a:pt x="1257278" y="516"/>
                  </a:lnTo>
                  <a:lnTo>
                    <a:pt x="1265136" y="514"/>
                  </a:lnTo>
                  <a:lnTo>
                    <a:pt x="1272994" y="511"/>
                  </a:lnTo>
                  <a:lnTo>
                    <a:pt x="1280852" y="507"/>
                  </a:lnTo>
                  <a:lnTo>
                    <a:pt x="1288710" y="504"/>
                  </a:lnTo>
                  <a:lnTo>
                    <a:pt x="1296568" y="501"/>
                  </a:lnTo>
                  <a:lnTo>
                    <a:pt x="1304426" y="498"/>
                  </a:lnTo>
                  <a:lnTo>
                    <a:pt x="1312284" y="495"/>
                  </a:lnTo>
                  <a:lnTo>
                    <a:pt x="1320142" y="492"/>
                  </a:lnTo>
                  <a:lnTo>
                    <a:pt x="1328000" y="488"/>
                  </a:lnTo>
                  <a:lnTo>
                    <a:pt x="1335858" y="485"/>
                  </a:lnTo>
                  <a:lnTo>
                    <a:pt x="1343716" y="482"/>
                  </a:lnTo>
                  <a:lnTo>
                    <a:pt x="1351574" y="478"/>
                  </a:lnTo>
                  <a:lnTo>
                    <a:pt x="1359432" y="474"/>
                  </a:lnTo>
                  <a:lnTo>
                    <a:pt x="1367290" y="469"/>
                  </a:lnTo>
                  <a:lnTo>
                    <a:pt x="1375148" y="466"/>
                  </a:lnTo>
                  <a:lnTo>
                    <a:pt x="1383006" y="463"/>
                  </a:lnTo>
                  <a:lnTo>
                    <a:pt x="1390864" y="461"/>
                  </a:lnTo>
                  <a:lnTo>
                    <a:pt x="1398722" y="457"/>
                  </a:lnTo>
                  <a:lnTo>
                    <a:pt x="1406580" y="453"/>
                  </a:lnTo>
                  <a:lnTo>
                    <a:pt x="1414438" y="449"/>
                  </a:lnTo>
                  <a:lnTo>
                    <a:pt x="1422296" y="445"/>
                  </a:lnTo>
                  <a:lnTo>
                    <a:pt x="1430154" y="442"/>
                  </a:lnTo>
                  <a:lnTo>
                    <a:pt x="1438012" y="438"/>
                  </a:lnTo>
                  <a:lnTo>
                    <a:pt x="1445870" y="434"/>
                  </a:lnTo>
                  <a:lnTo>
                    <a:pt x="1453728" y="429"/>
                  </a:lnTo>
                  <a:lnTo>
                    <a:pt x="1461586" y="425"/>
                  </a:lnTo>
                  <a:lnTo>
                    <a:pt x="1469444" y="421"/>
                  </a:lnTo>
                  <a:lnTo>
                    <a:pt x="1477302" y="418"/>
                  </a:lnTo>
                  <a:lnTo>
                    <a:pt x="1485160" y="412"/>
                  </a:lnTo>
                  <a:lnTo>
                    <a:pt x="1493018" y="408"/>
                  </a:lnTo>
                  <a:lnTo>
                    <a:pt x="1500876" y="402"/>
                  </a:lnTo>
                  <a:lnTo>
                    <a:pt x="1508734" y="397"/>
                  </a:lnTo>
                  <a:lnTo>
                    <a:pt x="1516592" y="393"/>
                  </a:lnTo>
                  <a:lnTo>
                    <a:pt x="1524450" y="387"/>
                  </a:lnTo>
                  <a:lnTo>
                    <a:pt x="1532308" y="382"/>
                  </a:lnTo>
                  <a:lnTo>
                    <a:pt x="1540166" y="377"/>
                  </a:lnTo>
                  <a:lnTo>
                    <a:pt x="1548024" y="372"/>
                  </a:lnTo>
                  <a:lnTo>
                    <a:pt x="1555882" y="367"/>
                  </a:lnTo>
                  <a:lnTo>
                    <a:pt x="1563740" y="363"/>
                  </a:lnTo>
                  <a:lnTo>
                    <a:pt x="1571598" y="358"/>
                  </a:lnTo>
                  <a:lnTo>
                    <a:pt x="1579456" y="353"/>
                  </a:lnTo>
                  <a:lnTo>
                    <a:pt x="1587314" y="349"/>
                  </a:lnTo>
                  <a:lnTo>
                    <a:pt x="1595172" y="345"/>
                  </a:lnTo>
                  <a:lnTo>
                    <a:pt x="1603030" y="341"/>
                  </a:lnTo>
                  <a:lnTo>
                    <a:pt x="1610888" y="336"/>
                  </a:lnTo>
                  <a:lnTo>
                    <a:pt x="1618746" y="330"/>
                  </a:lnTo>
                  <a:lnTo>
                    <a:pt x="1626604" y="326"/>
                  </a:lnTo>
                  <a:lnTo>
                    <a:pt x="1634462" y="322"/>
                  </a:lnTo>
                  <a:lnTo>
                    <a:pt x="1642320" y="317"/>
                  </a:lnTo>
                  <a:lnTo>
                    <a:pt x="1650178" y="313"/>
                  </a:lnTo>
                  <a:lnTo>
                    <a:pt x="1658036" y="308"/>
                  </a:lnTo>
                  <a:lnTo>
                    <a:pt x="1665894" y="303"/>
                  </a:lnTo>
                  <a:lnTo>
                    <a:pt x="1673752" y="298"/>
                  </a:lnTo>
                  <a:lnTo>
                    <a:pt x="1681610" y="293"/>
                  </a:lnTo>
                  <a:lnTo>
                    <a:pt x="1689468" y="289"/>
                  </a:lnTo>
                  <a:lnTo>
                    <a:pt x="1697326" y="284"/>
                  </a:lnTo>
                  <a:lnTo>
                    <a:pt x="1705184" y="279"/>
                  </a:lnTo>
                  <a:lnTo>
                    <a:pt x="1713042" y="273"/>
                  </a:lnTo>
                  <a:lnTo>
                    <a:pt x="1720900" y="267"/>
                  </a:lnTo>
                  <a:lnTo>
                    <a:pt x="1728758" y="261"/>
                  </a:lnTo>
                  <a:lnTo>
                    <a:pt x="1736616" y="255"/>
                  </a:lnTo>
                  <a:lnTo>
                    <a:pt x="1744474" y="250"/>
                  </a:lnTo>
                  <a:lnTo>
                    <a:pt x="1752332" y="245"/>
                  </a:lnTo>
                  <a:lnTo>
                    <a:pt x="1760190" y="239"/>
                  </a:lnTo>
                  <a:lnTo>
                    <a:pt x="1768048" y="233"/>
                  </a:lnTo>
                  <a:lnTo>
                    <a:pt x="1775906" y="227"/>
                  </a:lnTo>
                  <a:lnTo>
                    <a:pt x="1783764" y="222"/>
                  </a:lnTo>
                  <a:lnTo>
                    <a:pt x="1791622" y="216"/>
                  </a:lnTo>
                  <a:lnTo>
                    <a:pt x="1799480" y="211"/>
                  </a:lnTo>
                  <a:lnTo>
                    <a:pt x="1807338" y="204"/>
                  </a:lnTo>
                  <a:lnTo>
                    <a:pt x="1815196" y="199"/>
                  </a:lnTo>
                  <a:lnTo>
                    <a:pt x="1823054" y="192"/>
                  </a:lnTo>
                  <a:lnTo>
                    <a:pt x="1830912" y="186"/>
                  </a:lnTo>
                  <a:lnTo>
                    <a:pt x="1838770" y="180"/>
                  </a:lnTo>
                  <a:lnTo>
                    <a:pt x="1846628" y="174"/>
                  </a:lnTo>
                  <a:lnTo>
                    <a:pt x="1854486" y="167"/>
                  </a:lnTo>
                  <a:lnTo>
                    <a:pt x="1862344" y="161"/>
                  </a:lnTo>
                  <a:lnTo>
                    <a:pt x="1870202" y="155"/>
                  </a:lnTo>
                  <a:lnTo>
                    <a:pt x="1878060" y="149"/>
                  </a:lnTo>
                  <a:lnTo>
                    <a:pt x="1885918" y="144"/>
                  </a:lnTo>
                  <a:lnTo>
                    <a:pt x="1893776" y="138"/>
                  </a:lnTo>
                  <a:lnTo>
                    <a:pt x="1901634" y="130"/>
                  </a:lnTo>
                  <a:lnTo>
                    <a:pt x="1909492" y="123"/>
                  </a:lnTo>
                  <a:lnTo>
                    <a:pt x="1917350" y="115"/>
                  </a:lnTo>
                  <a:lnTo>
                    <a:pt x="1925208" y="109"/>
                  </a:lnTo>
                  <a:lnTo>
                    <a:pt x="1933066" y="102"/>
                  </a:lnTo>
                  <a:lnTo>
                    <a:pt x="1940924" y="95"/>
                  </a:lnTo>
                  <a:lnTo>
                    <a:pt x="1948782" y="87"/>
                  </a:lnTo>
                  <a:lnTo>
                    <a:pt x="1956640" y="79"/>
                  </a:lnTo>
                  <a:lnTo>
                    <a:pt x="1964498" y="73"/>
                  </a:lnTo>
                  <a:lnTo>
                    <a:pt x="1972356" y="65"/>
                  </a:lnTo>
                  <a:lnTo>
                    <a:pt x="1980214" y="55"/>
                  </a:lnTo>
                  <a:lnTo>
                    <a:pt x="1988072" y="47"/>
                  </a:lnTo>
                  <a:lnTo>
                    <a:pt x="1995930" y="39"/>
                  </a:lnTo>
                  <a:lnTo>
                    <a:pt x="2003788" y="31"/>
                  </a:lnTo>
                  <a:lnTo>
                    <a:pt x="2011646" y="23"/>
                  </a:lnTo>
                  <a:lnTo>
                    <a:pt x="2019504" y="16"/>
                  </a:lnTo>
                  <a:lnTo>
                    <a:pt x="2027362" y="7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3608036" y="2987935"/>
              <a:ext cx="2035220" cy="174"/>
            </a:xfrm>
            <a:custGeom>
              <a:avLst/>
              <a:pathLst>
                <a:path w="2035220" h="174">
                  <a:moveTo>
                    <a:pt x="0" y="0"/>
                  </a:moveTo>
                  <a:lnTo>
                    <a:pt x="7857" y="2"/>
                  </a:lnTo>
                  <a:lnTo>
                    <a:pt x="15715" y="4"/>
                  </a:lnTo>
                  <a:lnTo>
                    <a:pt x="23573" y="6"/>
                  </a:lnTo>
                  <a:lnTo>
                    <a:pt x="31431" y="8"/>
                  </a:lnTo>
                  <a:lnTo>
                    <a:pt x="39289" y="10"/>
                  </a:lnTo>
                  <a:lnTo>
                    <a:pt x="47147" y="13"/>
                  </a:lnTo>
                  <a:lnTo>
                    <a:pt x="55005" y="15"/>
                  </a:lnTo>
                  <a:lnTo>
                    <a:pt x="62863" y="17"/>
                  </a:lnTo>
                  <a:lnTo>
                    <a:pt x="70721" y="19"/>
                  </a:lnTo>
                  <a:lnTo>
                    <a:pt x="78579" y="21"/>
                  </a:lnTo>
                  <a:lnTo>
                    <a:pt x="86437" y="23"/>
                  </a:lnTo>
                  <a:lnTo>
                    <a:pt x="94295" y="24"/>
                  </a:lnTo>
                  <a:lnTo>
                    <a:pt x="102153" y="27"/>
                  </a:lnTo>
                  <a:lnTo>
                    <a:pt x="110011" y="29"/>
                  </a:lnTo>
                  <a:lnTo>
                    <a:pt x="117869" y="30"/>
                  </a:lnTo>
                  <a:lnTo>
                    <a:pt x="125727" y="33"/>
                  </a:lnTo>
                  <a:lnTo>
                    <a:pt x="133585" y="34"/>
                  </a:lnTo>
                  <a:lnTo>
                    <a:pt x="141443" y="36"/>
                  </a:lnTo>
                  <a:lnTo>
                    <a:pt x="149301" y="38"/>
                  </a:lnTo>
                  <a:lnTo>
                    <a:pt x="157159" y="39"/>
                  </a:lnTo>
                  <a:lnTo>
                    <a:pt x="165017" y="40"/>
                  </a:lnTo>
                  <a:lnTo>
                    <a:pt x="172875" y="42"/>
                  </a:lnTo>
                  <a:lnTo>
                    <a:pt x="180733" y="43"/>
                  </a:lnTo>
                  <a:lnTo>
                    <a:pt x="188591" y="45"/>
                  </a:lnTo>
                  <a:lnTo>
                    <a:pt x="196449" y="46"/>
                  </a:lnTo>
                  <a:lnTo>
                    <a:pt x="204307" y="47"/>
                  </a:lnTo>
                  <a:lnTo>
                    <a:pt x="212165" y="49"/>
                  </a:lnTo>
                  <a:lnTo>
                    <a:pt x="220023" y="50"/>
                  </a:lnTo>
                  <a:lnTo>
                    <a:pt x="227881" y="52"/>
                  </a:lnTo>
                  <a:lnTo>
                    <a:pt x="235739" y="53"/>
                  </a:lnTo>
                  <a:lnTo>
                    <a:pt x="243597" y="54"/>
                  </a:lnTo>
                  <a:lnTo>
                    <a:pt x="251455" y="56"/>
                  </a:lnTo>
                  <a:lnTo>
                    <a:pt x="259313" y="58"/>
                  </a:lnTo>
                  <a:lnTo>
                    <a:pt x="267171" y="59"/>
                  </a:lnTo>
                  <a:lnTo>
                    <a:pt x="275029" y="61"/>
                  </a:lnTo>
                  <a:lnTo>
                    <a:pt x="282887" y="62"/>
                  </a:lnTo>
                  <a:lnTo>
                    <a:pt x="290745" y="64"/>
                  </a:lnTo>
                  <a:lnTo>
                    <a:pt x="298603" y="65"/>
                  </a:lnTo>
                  <a:lnTo>
                    <a:pt x="306461" y="66"/>
                  </a:lnTo>
                  <a:lnTo>
                    <a:pt x="314319" y="67"/>
                  </a:lnTo>
                  <a:lnTo>
                    <a:pt x="322177" y="68"/>
                  </a:lnTo>
                  <a:lnTo>
                    <a:pt x="330035" y="69"/>
                  </a:lnTo>
                  <a:lnTo>
                    <a:pt x="337893" y="71"/>
                  </a:lnTo>
                  <a:lnTo>
                    <a:pt x="345751" y="72"/>
                  </a:lnTo>
                  <a:lnTo>
                    <a:pt x="353609" y="74"/>
                  </a:lnTo>
                  <a:lnTo>
                    <a:pt x="361467" y="75"/>
                  </a:lnTo>
                  <a:lnTo>
                    <a:pt x="369325" y="76"/>
                  </a:lnTo>
                  <a:lnTo>
                    <a:pt x="377183" y="77"/>
                  </a:lnTo>
                  <a:lnTo>
                    <a:pt x="385041" y="78"/>
                  </a:lnTo>
                  <a:lnTo>
                    <a:pt x="392899" y="80"/>
                  </a:lnTo>
                  <a:lnTo>
                    <a:pt x="400757" y="80"/>
                  </a:lnTo>
                  <a:lnTo>
                    <a:pt x="408615" y="82"/>
                  </a:lnTo>
                  <a:lnTo>
                    <a:pt x="416473" y="83"/>
                  </a:lnTo>
                  <a:lnTo>
                    <a:pt x="424331" y="84"/>
                  </a:lnTo>
                  <a:lnTo>
                    <a:pt x="432189" y="85"/>
                  </a:lnTo>
                  <a:lnTo>
                    <a:pt x="440047" y="86"/>
                  </a:lnTo>
                  <a:lnTo>
                    <a:pt x="447905" y="87"/>
                  </a:lnTo>
                  <a:lnTo>
                    <a:pt x="455763" y="88"/>
                  </a:lnTo>
                  <a:lnTo>
                    <a:pt x="463621" y="89"/>
                  </a:lnTo>
                  <a:lnTo>
                    <a:pt x="471479" y="90"/>
                  </a:lnTo>
                  <a:lnTo>
                    <a:pt x="479337" y="91"/>
                  </a:lnTo>
                  <a:lnTo>
                    <a:pt x="487195" y="92"/>
                  </a:lnTo>
                  <a:lnTo>
                    <a:pt x="495053" y="93"/>
                  </a:lnTo>
                  <a:lnTo>
                    <a:pt x="502911" y="94"/>
                  </a:lnTo>
                  <a:lnTo>
                    <a:pt x="510769" y="95"/>
                  </a:lnTo>
                  <a:lnTo>
                    <a:pt x="518627" y="96"/>
                  </a:lnTo>
                  <a:lnTo>
                    <a:pt x="526485" y="97"/>
                  </a:lnTo>
                  <a:lnTo>
                    <a:pt x="534343" y="98"/>
                  </a:lnTo>
                  <a:lnTo>
                    <a:pt x="542201" y="99"/>
                  </a:lnTo>
                  <a:lnTo>
                    <a:pt x="550059" y="100"/>
                  </a:lnTo>
                  <a:lnTo>
                    <a:pt x="557917" y="101"/>
                  </a:lnTo>
                  <a:lnTo>
                    <a:pt x="565775" y="102"/>
                  </a:lnTo>
                  <a:lnTo>
                    <a:pt x="573633" y="104"/>
                  </a:lnTo>
                  <a:lnTo>
                    <a:pt x="581491" y="104"/>
                  </a:lnTo>
                  <a:lnTo>
                    <a:pt x="589349" y="105"/>
                  </a:lnTo>
                  <a:lnTo>
                    <a:pt x="597207" y="106"/>
                  </a:lnTo>
                  <a:lnTo>
                    <a:pt x="605065" y="107"/>
                  </a:lnTo>
                  <a:lnTo>
                    <a:pt x="612923" y="108"/>
                  </a:lnTo>
                  <a:lnTo>
                    <a:pt x="620781" y="109"/>
                  </a:lnTo>
                  <a:lnTo>
                    <a:pt x="628639" y="110"/>
                  </a:lnTo>
                  <a:lnTo>
                    <a:pt x="636497" y="111"/>
                  </a:lnTo>
                  <a:lnTo>
                    <a:pt x="644355" y="112"/>
                  </a:lnTo>
                  <a:lnTo>
                    <a:pt x="652213" y="113"/>
                  </a:lnTo>
                  <a:lnTo>
                    <a:pt x="660071" y="114"/>
                  </a:lnTo>
                  <a:lnTo>
                    <a:pt x="667929" y="115"/>
                  </a:lnTo>
                  <a:lnTo>
                    <a:pt x="675787" y="115"/>
                  </a:lnTo>
                  <a:lnTo>
                    <a:pt x="683645" y="116"/>
                  </a:lnTo>
                  <a:lnTo>
                    <a:pt x="691503" y="117"/>
                  </a:lnTo>
                  <a:lnTo>
                    <a:pt x="699361" y="118"/>
                  </a:lnTo>
                  <a:lnTo>
                    <a:pt x="707219" y="118"/>
                  </a:lnTo>
                  <a:lnTo>
                    <a:pt x="715077" y="119"/>
                  </a:lnTo>
                  <a:lnTo>
                    <a:pt x="722935" y="120"/>
                  </a:lnTo>
                  <a:lnTo>
                    <a:pt x="730793" y="121"/>
                  </a:lnTo>
                  <a:lnTo>
                    <a:pt x="738651" y="121"/>
                  </a:lnTo>
                  <a:lnTo>
                    <a:pt x="746509" y="122"/>
                  </a:lnTo>
                  <a:lnTo>
                    <a:pt x="754367" y="123"/>
                  </a:lnTo>
                  <a:lnTo>
                    <a:pt x="762225" y="123"/>
                  </a:lnTo>
                  <a:lnTo>
                    <a:pt x="770083" y="124"/>
                  </a:lnTo>
                  <a:lnTo>
                    <a:pt x="777941" y="125"/>
                  </a:lnTo>
                  <a:lnTo>
                    <a:pt x="785799" y="126"/>
                  </a:lnTo>
                  <a:lnTo>
                    <a:pt x="793657" y="126"/>
                  </a:lnTo>
                  <a:lnTo>
                    <a:pt x="801515" y="127"/>
                  </a:lnTo>
                  <a:lnTo>
                    <a:pt x="809373" y="128"/>
                  </a:lnTo>
                  <a:lnTo>
                    <a:pt x="817231" y="129"/>
                  </a:lnTo>
                  <a:lnTo>
                    <a:pt x="825089" y="129"/>
                  </a:lnTo>
                  <a:lnTo>
                    <a:pt x="832947" y="130"/>
                  </a:lnTo>
                  <a:lnTo>
                    <a:pt x="840805" y="130"/>
                  </a:lnTo>
                  <a:lnTo>
                    <a:pt x="848663" y="131"/>
                  </a:lnTo>
                  <a:lnTo>
                    <a:pt x="856521" y="132"/>
                  </a:lnTo>
                  <a:lnTo>
                    <a:pt x="864379" y="132"/>
                  </a:lnTo>
                  <a:lnTo>
                    <a:pt x="872237" y="133"/>
                  </a:lnTo>
                  <a:lnTo>
                    <a:pt x="880095" y="134"/>
                  </a:lnTo>
                  <a:lnTo>
                    <a:pt x="887953" y="134"/>
                  </a:lnTo>
                  <a:lnTo>
                    <a:pt x="895811" y="135"/>
                  </a:lnTo>
                  <a:lnTo>
                    <a:pt x="903669" y="135"/>
                  </a:lnTo>
                  <a:lnTo>
                    <a:pt x="911527" y="136"/>
                  </a:lnTo>
                  <a:lnTo>
                    <a:pt x="919385" y="136"/>
                  </a:lnTo>
                  <a:lnTo>
                    <a:pt x="927243" y="137"/>
                  </a:lnTo>
                  <a:lnTo>
                    <a:pt x="935101" y="138"/>
                  </a:lnTo>
                  <a:lnTo>
                    <a:pt x="942959" y="138"/>
                  </a:lnTo>
                  <a:lnTo>
                    <a:pt x="950817" y="139"/>
                  </a:lnTo>
                  <a:lnTo>
                    <a:pt x="958675" y="139"/>
                  </a:lnTo>
                  <a:lnTo>
                    <a:pt x="966533" y="140"/>
                  </a:lnTo>
                  <a:lnTo>
                    <a:pt x="974391" y="140"/>
                  </a:lnTo>
                  <a:lnTo>
                    <a:pt x="982249" y="141"/>
                  </a:lnTo>
                  <a:lnTo>
                    <a:pt x="990107" y="141"/>
                  </a:lnTo>
                  <a:lnTo>
                    <a:pt x="997965" y="142"/>
                  </a:lnTo>
                  <a:lnTo>
                    <a:pt x="1005823" y="143"/>
                  </a:lnTo>
                  <a:lnTo>
                    <a:pt x="1013681" y="143"/>
                  </a:lnTo>
                  <a:lnTo>
                    <a:pt x="1021539" y="143"/>
                  </a:lnTo>
                  <a:lnTo>
                    <a:pt x="1029397" y="144"/>
                  </a:lnTo>
                  <a:lnTo>
                    <a:pt x="1037254" y="144"/>
                  </a:lnTo>
                  <a:lnTo>
                    <a:pt x="1045112" y="144"/>
                  </a:lnTo>
                  <a:lnTo>
                    <a:pt x="1052970" y="145"/>
                  </a:lnTo>
                  <a:lnTo>
                    <a:pt x="1060828" y="145"/>
                  </a:lnTo>
                  <a:lnTo>
                    <a:pt x="1068686" y="146"/>
                  </a:lnTo>
                  <a:lnTo>
                    <a:pt x="1076544" y="146"/>
                  </a:lnTo>
                  <a:lnTo>
                    <a:pt x="1084402" y="147"/>
                  </a:lnTo>
                  <a:lnTo>
                    <a:pt x="1092260" y="147"/>
                  </a:lnTo>
                  <a:lnTo>
                    <a:pt x="1100118" y="148"/>
                  </a:lnTo>
                  <a:lnTo>
                    <a:pt x="1107976" y="148"/>
                  </a:lnTo>
                  <a:lnTo>
                    <a:pt x="1115834" y="149"/>
                  </a:lnTo>
                  <a:lnTo>
                    <a:pt x="1123692" y="149"/>
                  </a:lnTo>
                  <a:lnTo>
                    <a:pt x="1131550" y="149"/>
                  </a:lnTo>
                  <a:lnTo>
                    <a:pt x="1139408" y="150"/>
                  </a:lnTo>
                  <a:lnTo>
                    <a:pt x="1147266" y="150"/>
                  </a:lnTo>
                  <a:lnTo>
                    <a:pt x="1155124" y="151"/>
                  </a:lnTo>
                  <a:lnTo>
                    <a:pt x="1162982" y="151"/>
                  </a:lnTo>
                  <a:lnTo>
                    <a:pt x="1170840" y="151"/>
                  </a:lnTo>
                  <a:lnTo>
                    <a:pt x="1178698" y="152"/>
                  </a:lnTo>
                  <a:lnTo>
                    <a:pt x="1186556" y="152"/>
                  </a:lnTo>
                  <a:lnTo>
                    <a:pt x="1194414" y="152"/>
                  </a:lnTo>
                  <a:lnTo>
                    <a:pt x="1202272" y="153"/>
                  </a:lnTo>
                  <a:lnTo>
                    <a:pt x="1210130" y="153"/>
                  </a:lnTo>
                  <a:lnTo>
                    <a:pt x="1217988" y="153"/>
                  </a:lnTo>
                  <a:lnTo>
                    <a:pt x="1225846" y="154"/>
                  </a:lnTo>
                  <a:lnTo>
                    <a:pt x="1233704" y="154"/>
                  </a:lnTo>
                  <a:lnTo>
                    <a:pt x="1241562" y="154"/>
                  </a:lnTo>
                  <a:lnTo>
                    <a:pt x="1249420" y="155"/>
                  </a:lnTo>
                  <a:lnTo>
                    <a:pt x="1257278" y="155"/>
                  </a:lnTo>
                  <a:lnTo>
                    <a:pt x="1265136" y="155"/>
                  </a:lnTo>
                  <a:lnTo>
                    <a:pt x="1272994" y="156"/>
                  </a:lnTo>
                  <a:lnTo>
                    <a:pt x="1280852" y="156"/>
                  </a:lnTo>
                  <a:lnTo>
                    <a:pt x="1288710" y="157"/>
                  </a:lnTo>
                  <a:lnTo>
                    <a:pt x="1296568" y="157"/>
                  </a:lnTo>
                  <a:lnTo>
                    <a:pt x="1304426" y="157"/>
                  </a:lnTo>
                  <a:lnTo>
                    <a:pt x="1312284" y="158"/>
                  </a:lnTo>
                  <a:lnTo>
                    <a:pt x="1320142" y="158"/>
                  </a:lnTo>
                  <a:lnTo>
                    <a:pt x="1328000" y="158"/>
                  </a:lnTo>
                  <a:lnTo>
                    <a:pt x="1335858" y="159"/>
                  </a:lnTo>
                  <a:lnTo>
                    <a:pt x="1343716" y="159"/>
                  </a:lnTo>
                  <a:lnTo>
                    <a:pt x="1351574" y="159"/>
                  </a:lnTo>
                  <a:lnTo>
                    <a:pt x="1359432" y="159"/>
                  </a:lnTo>
                  <a:lnTo>
                    <a:pt x="1367290" y="159"/>
                  </a:lnTo>
                  <a:lnTo>
                    <a:pt x="1375148" y="160"/>
                  </a:lnTo>
                  <a:lnTo>
                    <a:pt x="1383006" y="160"/>
                  </a:lnTo>
                  <a:lnTo>
                    <a:pt x="1390864" y="160"/>
                  </a:lnTo>
                  <a:lnTo>
                    <a:pt x="1398722" y="161"/>
                  </a:lnTo>
                  <a:lnTo>
                    <a:pt x="1406580" y="161"/>
                  </a:lnTo>
                  <a:lnTo>
                    <a:pt x="1414438" y="161"/>
                  </a:lnTo>
                  <a:lnTo>
                    <a:pt x="1422296" y="161"/>
                  </a:lnTo>
                  <a:lnTo>
                    <a:pt x="1430154" y="161"/>
                  </a:lnTo>
                  <a:lnTo>
                    <a:pt x="1438012" y="162"/>
                  </a:lnTo>
                  <a:lnTo>
                    <a:pt x="1445870" y="162"/>
                  </a:lnTo>
                  <a:lnTo>
                    <a:pt x="1453728" y="162"/>
                  </a:lnTo>
                  <a:lnTo>
                    <a:pt x="1461586" y="163"/>
                  </a:lnTo>
                  <a:lnTo>
                    <a:pt x="1469444" y="163"/>
                  </a:lnTo>
                  <a:lnTo>
                    <a:pt x="1477302" y="163"/>
                  </a:lnTo>
                  <a:lnTo>
                    <a:pt x="1485160" y="163"/>
                  </a:lnTo>
                  <a:lnTo>
                    <a:pt x="1493018" y="163"/>
                  </a:lnTo>
                  <a:lnTo>
                    <a:pt x="1500876" y="163"/>
                  </a:lnTo>
                  <a:lnTo>
                    <a:pt x="1508734" y="164"/>
                  </a:lnTo>
                  <a:lnTo>
                    <a:pt x="1516592" y="164"/>
                  </a:lnTo>
                  <a:lnTo>
                    <a:pt x="1524450" y="164"/>
                  </a:lnTo>
                  <a:lnTo>
                    <a:pt x="1532308" y="164"/>
                  </a:lnTo>
                  <a:lnTo>
                    <a:pt x="1540166" y="164"/>
                  </a:lnTo>
                  <a:lnTo>
                    <a:pt x="1548024" y="165"/>
                  </a:lnTo>
                  <a:lnTo>
                    <a:pt x="1555882" y="165"/>
                  </a:lnTo>
                  <a:lnTo>
                    <a:pt x="1563740" y="165"/>
                  </a:lnTo>
                  <a:lnTo>
                    <a:pt x="1571598" y="165"/>
                  </a:lnTo>
                  <a:lnTo>
                    <a:pt x="1579456" y="166"/>
                  </a:lnTo>
                  <a:lnTo>
                    <a:pt x="1587314" y="166"/>
                  </a:lnTo>
                  <a:lnTo>
                    <a:pt x="1595172" y="166"/>
                  </a:lnTo>
                  <a:lnTo>
                    <a:pt x="1603030" y="166"/>
                  </a:lnTo>
                  <a:lnTo>
                    <a:pt x="1610888" y="166"/>
                  </a:lnTo>
                  <a:lnTo>
                    <a:pt x="1618746" y="167"/>
                  </a:lnTo>
                  <a:lnTo>
                    <a:pt x="1626604" y="167"/>
                  </a:lnTo>
                  <a:lnTo>
                    <a:pt x="1634462" y="167"/>
                  </a:lnTo>
                  <a:lnTo>
                    <a:pt x="1642320" y="167"/>
                  </a:lnTo>
                  <a:lnTo>
                    <a:pt x="1650178" y="168"/>
                  </a:lnTo>
                  <a:lnTo>
                    <a:pt x="1658036" y="168"/>
                  </a:lnTo>
                  <a:lnTo>
                    <a:pt x="1665894" y="168"/>
                  </a:lnTo>
                  <a:lnTo>
                    <a:pt x="1673752" y="168"/>
                  </a:lnTo>
                  <a:lnTo>
                    <a:pt x="1681610" y="168"/>
                  </a:lnTo>
                  <a:lnTo>
                    <a:pt x="1689468" y="169"/>
                  </a:lnTo>
                  <a:lnTo>
                    <a:pt x="1697326" y="169"/>
                  </a:lnTo>
                  <a:lnTo>
                    <a:pt x="1705184" y="169"/>
                  </a:lnTo>
                  <a:lnTo>
                    <a:pt x="1713042" y="169"/>
                  </a:lnTo>
                  <a:lnTo>
                    <a:pt x="1720900" y="169"/>
                  </a:lnTo>
                  <a:lnTo>
                    <a:pt x="1728758" y="169"/>
                  </a:lnTo>
                  <a:lnTo>
                    <a:pt x="1736616" y="169"/>
                  </a:lnTo>
                  <a:lnTo>
                    <a:pt x="1744474" y="170"/>
                  </a:lnTo>
                  <a:lnTo>
                    <a:pt x="1752332" y="170"/>
                  </a:lnTo>
                  <a:lnTo>
                    <a:pt x="1760190" y="170"/>
                  </a:lnTo>
                  <a:lnTo>
                    <a:pt x="1768048" y="170"/>
                  </a:lnTo>
                  <a:lnTo>
                    <a:pt x="1775906" y="170"/>
                  </a:lnTo>
                  <a:lnTo>
                    <a:pt x="1783764" y="170"/>
                  </a:lnTo>
                  <a:lnTo>
                    <a:pt x="1791622" y="170"/>
                  </a:lnTo>
                  <a:lnTo>
                    <a:pt x="1799480" y="171"/>
                  </a:lnTo>
                  <a:lnTo>
                    <a:pt x="1807338" y="171"/>
                  </a:lnTo>
                  <a:lnTo>
                    <a:pt x="1815196" y="171"/>
                  </a:lnTo>
                  <a:lnTo>
                    <a:pt x="1823054" y="171"/>
                  </a:lnTo>
                  <a:lnTo>
                    <a:pt x="1830912" y="171"/>
                  </a:lnTo>
                  <a:lnTo>
                    <a:pt x="1838770" y="171"/>
                  </a:lnTo>
                  <a:lnTo>
                    <a:pt x="1846628" y="171"/>
                  </a:lnTo>
                  <a:lnTo>
                    <a:pt x="1854486" y="172"/>
                  </a:lnTo>
                  <a:lnTo>
                    <a:pt x="1862344" y="172"/>
                  </a:lnTo>
                  <a:lnTo>
                    <a:pt x="1870202" y="172"/>
                  </a:lnTo>
                  <a:lnTo>
                    <a:pt x="1878060" y="172"/>
                  </a:lnTo>
                  <a:lnTo>
                    <a:pt x="1885918" y="172"/>
                  </a:lnTo>
                  <a:lnTo>
                    <a:pt x="1893776" y="172"/>
                  </a:lnTo>
                  <a:lnTo>
                    <a:pt x="1901634" y="172"/>
                  </a:lnTo>
                  <a:lnTo>
                    <a:pt x="1909492" y="173"/>
                  </a:lnTo>
                  <a:lnTo>
                    <a:pt x="1917350" y="173"/>
                  </a:lnTo>
                  <a:lnTo>
                    <a:pt x="1925208" y="173"/>
                  </a:lnTo>
                  <a:lnTo>
                    <a:pt x="1933066" y="173"/>
                  </a:lnTo>
                  <a:lnTo>
                    <a:pt x="1940924" y="173"/>
                  </a:lnTo>
                  <a:lnTo>
                    <a:pt x="1948782" y="173"/>
                  </a:lnTo>
                  <a:lnTo>
                    <a:pt x="1956640" y="173"/>
                  </a:lnTo>
                  <a:lnTo>
                    <a:pt x="1964498" y="173"/>
                  </a:lnTo>
                  <a:lnTo>
                    <a:pt x="1972356" y="174"/>
                  </a:lnTo>
                  <a:lnTo>
                    <a:pt x="1980214" y="174"/>
                  </a:lnTo>
                  <a:lnTo>
                    <a:pt x="1988072" y="174"/>
                  </a:lnTo>
                  <a:lnTo>
                    <a:pt x="1995930" y="174"/>
                  </a:lnTo>
                  <a:lnTo>
                    <a:pt x="2003788" y="174"/>
                  </a:lnTo>
                  <a:lnTo>
                    <a:pt x="2011646" y="174"/>
                  </a:lnTo>
                  <a:lnTo>
                    <a:pt x="2019504" y="174"/>
                  </a:lnTo>
                  <a:lnTo>
                    <a:pt x="2027362" y="174"/>
                  </a:lnTo>
                  <a:lnTo>
                    <a:pt x="2035220" y="174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3608036" y="2987701"/>
              <a:ext cx="2035220" cy="270"/>
            </a:xfrm>
            <a:custGeom>
              <a:avLst/>
              <a:pathLst>
                <a:path w="2035220" h="270">
                  <a:moveTo>
                    <a:pt x="0" y="0"/>
                  </a:moveTo>
                  <a:lnTo>
                    <a:pt x="7857" y="1"/>
                  </a:lnTo>
                  <a:lnTo>
                    <a:pt x="15715" y="3"/>
                  </a:lnTo>
                  <a:lnTo>
                    <a:pt x="23573" y="5"/>
                  </a:lnTo>
                  <a:lnTo>
                    <a:pt x="31431" y="7"/>
                  </a:lnTo>
                  <a:lnTo>
                    <a:pt x="39289" y="8"/>
                  </a:lnTo>
                  <a:lnTo>
                    <a:pt x="47147" y="10"/>
                  </a:lnTo>
                  <a:lnTo>
                    <a:pt x="55005" y="11"/>
                  </a:lnTo>
                  <a:lnTo>
                    <a:pt x="62863" y="13"/>
                  </a:lnTo>
                  <a:lnTo>
                    <a:pt x="70721" y="14"/>
                  </a:lnTo>
                  <a:lnTo>
                    <a:pt x="78579" y="16"/>
                  </a:lnTo>
                  <a:lnTo>
                    <a:pt x="86437" y="18"/>
                  </a:lnTo>
                  <a:lnTo>
                    <a:pt x="94295" y="19"/>
                  </a:lnTo>
                  <a:lnTo>
                    <a:pt x="102153" y="21"/>
                  </a:lnTo>
                  <a:lnTo>
                    <a:pt x="110011" y="23"/>
                  </a:lnTo>
                  <a:lnTo>
                    <a:pt x="117869" y="24"/>
                  </a:lnTo>
                  <a:lnTo>
                    <a:pt x="125727" y="26"/>
                  </a:lnTo>
                  <a:lnTo>
                    <a:pt x="133585" y="27"/>
                  </a:lnTo>
                  <a:lnTo>
                    <a:pt x="141443" y="29"/>
                  </a:lnTo>
                  <a:lnTo>
                    <a:pt x="149301" y="31"/>
                  </a:lnTo>
                  <a:lnTo>
                    <a:pt x="157159" y="32"/>
                  </a:lnTo>
                  <a:lnTo>
                    <a:pt x="165017" y="35"/>
                  </a:lnTo>
                  <a:lnTo>
                    <a:pt x="172875" y="36"/>
                  </a:lnTo>
                  <a:lnTo>
                    <a:pt x="180733" y="38"/>
                  </a:lnTo>
                  <a:lnTo>
                    <a:pt x="188591" y="40"/>
                  </a:lnTo>
                  <a:lnTo>
                    <a:pt x="196449" y="41"/>
                  </a:lnTo>
                  <a:lnTo>
                    <a:pt x="204307" y="43"/>
                  </a:lnTo>
                  <a:lnTo>
                    <a:pt x="212165" y="45"/>
                  </a:lnTo>
                  <a:lnTo>
                    <a:pt x="220023" y="46"/>
                  </a:lnTo>
                  <a:lnTo>
                    <a:pt x="227881" y="47"/>
                  </a:lnTo>
                  <a:lnTo>
                    <a:pt x="235739" y="49"/>
                  </a:lnTo>
                  <a:lnTo>
                    <a:pt x="243597" y="51"/>
                  </a:lnTo>
                  <a:lnTo>
                    <a:pt x="251455" y="52"/>
                  </a:lnTo>
                  <a:lnTo>
                    <a:pt x="259313" y="54"/>
                  </a:lnTo>
                  <a:lnTo>
                    <a:pt x="267171" y="55"/>
                  </a:lnTo>
                  <a:lnTo>
                    <a:pt x="275029" y="57"/>
                  </a:lnTo>
                  <a:lnTo>
                    <a:pt x="282887" y="58"/>
                  </a:lnTo>
                  <a:lnTo>
                    <a:pt x="290745" y="60"/>
                  </a:lnTo>
                  <a:lnTo>
                    <a:pt x="298603" y="61"/>
                  </a:lnTo>
                  <a:lnTo>
                    <a:pt x="306461" y="62"/>
                  </a:lnTo>
                  <a:lnTo>
                    <a:pt x="314319" y="63"/>
                  </a:lnTo>
                  <a:lnTo>
                    <a:pt x="322177" y="64"/>
                  </a:lnTo>
                  <a:lnTo>
                    <a:pt x="330035" y="65"/>
                  </a:lnTo>
                  <a:lnTo>
                    <a:pt x="337893" y="67"/>
                  </a:lnTo>
                  <a:lnTo>
                    <a:pt x="345751" y="68"/>
                  </a:lnTo>
                  <a:lnTo>
                    <a:pt x="353609" y="70"/>
                  </a:lnTo>
                  <a:lnTo>
                    <a:pt x="361467" y="72"/>
                  </a:lnTo>
                  <a:lnTo>
                    <a:pt x="369325" y="73"/>
                  </a:lnTo>
                  <a:lnTo>
                    <a:pt x="377183" y="74"/>
                  </a:lnTo>
                  <a:lnTo>
                    <a:pt x="385041" y="75"/>
                  </a:lnTo>
                  <a:lnTo>
                    <a:pt x="392899" y="77"/>
                  </a:lnTo>
                  <a:lnTo>
                    <a:pt x="400757" y="79"/>
                  </a:lnTo>
                  <a:lnTo>
                    <a:pt x="408615" y="81"/>
                  </a:lnTo>
                  <a:lnTo>
                    <a:pt x="416473" y="82"/>
                  </a:lnTo>
                  <a:lnTo>
                    <a:pt x="424331" y="83"/>
                  </a:lnTo>
                  <a:lnTo>
                    <a:pt x="432189" y="84"/>
                  </a:lnTo>
                  <a:lnTo>
                    <a:pt x="440047" y="86"/>
                  </a:lnTo>
                  <a:lnTo>
                    <a:pt x="447905" y="87"/>
                  </a:lnTo>
                  <a:lnTo>
                    <a:pt x="455763" y="89"/>
                  </a:lnTo>
                  <a:lnTo>
                    <a:pt x="463621" y="90"/>
                  </a:lnTo>
                  <a:lnTo>
                    <a:pt x="471479" y="91"/>
                  </a:lnTo>
                  <a:lnTo>
                    <a:pt x="479337" y="93"/>
                  </a:lnTo>
                  <a:lnTo>
                    <a:pt x="487195" y="94"/>
                  </a:lnTo>
                  <a:lnTo>
                    <a:pt x="495053" y="96"/>
                  </a:lnTo>
                  <a:lnTo>
                    <a:pt x="502911" y="98"/>
                  </a:lnTo>
                  <a:lnTo>
                    <a:pt x="510769" y="99"/>
                  </a:lnTo>
                  <a:lnTo>
                    <a:pt x="518627" y="101"/>
                  </a:lnTo>
                  <a:lnTo>
                    <a:pt x="526485" y="102"/>
                  </a:lnTo>
                  <a:lnTo>
                    <a:pt x="534343" y="103"/>
                  </a:lnTo>
                  <a:lnTo>
                    <a:pt x="542201" y="104"/>
                  </a:lnTo>
                  <a:lnTo>
                    <a:pt x="550059" y="106"/>
                  </a:lnTo>
                  <a:lnTo>
                    <a:pt x="557917" y="107"/>
                  </a:lnTo>
                  <a:lnTo>
                    <a:pt x="565775" y="108"/>
                  </a:lnTo>
                  <a:lnTo>
                    <a:pt x="573633" y="109"/>
                  </a:lnTo>
                  <a:lnTo>
                    <a:pt x="581491" y="110"/>
                  </a:lnTo>
                  <a:lnTo>
                    <a:pt x="589349" y="112"/>
                  </a:lnTo>
                  <a:lnTo>
                    <a:pt x="597207" y="114"/>
                  </a:lnTo>
                  <a:lnTo>
                    <a:pt x="605065" y="115"/>
                  </a:lnTo>
                  <a:lnTo>
                    <a:pt x="612923" y="116"/>
                  </a:lnTo>
                  <a:lnTo>
                    <a:pt x="620781" y="118"/>
                  </a:lnTo>
                  <a:lnTo>
                    <a:pt x="628639" y="119"/>
                  </a:lnTo>
                  <a:lnTo>
                    <a:pt x="636497" y="120"/>
                  </a:lnTo>
                  <a:lnTo>
                    <a:pt x="644355" y="121"/>
                  </a:lnTo>
                  <a:lnTo>
                    <a:pt x="652213" y="123"/>
                  </a:lnTo>
                  <a:lnTo>
                    <a:pt x="660071" y="124"/>
                  </a:lnTo>
                  <a:lnTo>
                    <a:pt x="667929" y="125"/>
                  </a:lnTo>
                  <a:lnTo>
                    <a:pt x="675787" y="126"/>
                  </a:lnTo>
                  <a:lnTo>
                    <a:pt x="683645" y="127"/>
                  </a:lnTo>
                  <a:lnTo>
                    <a:pt x="691503" y="128"/>
                  </a:lnTo>
                  <a:lnTo>
                    <a:pt x="699361" y="129"/>
                  </a:lnTo>
                  <a:lnTo>
                    <a:pt x="707219" y="130"/>
                  </a:lnTo>
                  <a:lnTo>
                    <a:pt x="715077" y="131"/>
                  </a:lnTo>
                  <a:lnTo>
                    <a:pt x="722935" y="132"/>
                  </a:lnTo>
                  <a:lnTo>
                    <a:pt x="730793" y="133"/>
                  </a:lnTo>
                  <a:lnTo>
                    <a:pt x="738651" y="135"/>
                  </a:lnTo>
                  <a:lnTo>
                    <a:pt x="746509" y="136"/>
                  </a:lnTo>
                  <a:lnTo>
                    <a:pt x="754367" y="136"/>
                  </a:lnTo>
                  <a:lnTo>
                    <a:pt x="762225" y="138"/>
                  </a:lnTo>
                  <a:lnTo>
                    <a:pt x="770083" y="140"/>
                  </a:lnTo>
                  <a:lnTo>
                    <a:pt x="777941" y="141"/>
                  </a:lnTo>
                  <a:lnTo>
                    <a:pt x="785799" y="142"/>
                  </a:lnTo>
                  <a:lnTo>
                    <a:pt x="793657" y="144"/>
                  </a:lnTo>
                  <a:lnTo>
                    <a:pt x="801515" y="145"/>
                  </a:lnTo>
                  <a:lnTo>
                    <a:pt x="809373" y="146"/>
                  </a:lnTo>
                  <a:lnTo>
                    <a:pt x="817231" y="148"/>
                  </a:lnTo>
                  <a:lnTo>
                    <a:pt x="825089" y="149"/>
                  </a:lnTo>
                  <a:lnTo>
                    <a:pt x="832947" y="149"/>
                  </a:lnTo>
                  <a:lnTo>
                    <a:pt x="840805" y="151"/>
                  </a:lnTo>
                  <a:lnTo>
                    <a:pt x="848663" y="152"/>
                  </a:lnTo>
                  <a:lnTo>
                    <a:pt x="856521" y="153"/>
                  </a:lnTo>
                  <a:lnTo>
                    <a:pt x="864379" y="154"/>
                  </a:lnTo>
                  <a:lnTo>
                    <a:pt x="872237" y="155"/>
                  </a:lnTo>
                  <a:lnTo>
                    <a:pt x="880095" y="156"/>
                  </a:lnTo>
                  <a:lnTo>
                    <a:pt x="887953" y="158"/>
                  </a:lnTo>
                  <a:lnTo>
                    <a:pt x="895811" y="159"/>
                  </a:lnTo>
                  <a:lnTo>
                    <a:pt x="903669" y="160"/>
                  </a:lnTo>
                  <a:lnTo>
                    <a:pt x="911527" y="161"/>
                  </a:lnTo>
                  <a:lnTo>
                    <a:pt x="919385" y="162"/>
                  </a:lnTo>
                  <a:lnTo>
                    <a:pt x="927243" y="163"/>
                  </a:lnTo>
                  <a:lnTo>
                    <a:pt x="935101" y="163"/>
                  </a:lnTo>
                  <a:lnTo>
                    <a:pt x="942959" y="165"/>
                  </a:lnTo>
                  <a:lnTo>
                    <a:pt x="950817" y="165"/>
                  </a:lnTo>
                  <a:lnTo>
                    <a:pt x="958675" y="166"/>
                  </a:lnTo>
                  <a:lnTo>
                    <a:pt x="966533" y="167"/>
                  </a:lnTo>
                  <a:lnTo>
                    <a:pt x="974391" y="168"/>
                  </a:lnTo>
                  <a:lnTo>
                    <a:pt x="982249" y="169"/>
                  </a:lnTo>
                  <a:lnTo>
                    <a:pt x="990107" y="170"/>
                  </a:lnTo>
                  <a:lnTo>
                    <a:pt x="997965" y="171"/>
                  </a:lnTo>
                  <a:lnTo>
                    <a:pt x="1005823" y="172"/>
                  </a:lnTo>
                  <a:lnTo>
                    <a:pt x="1013681" y="173"/>
                  </a:lnTo>
                  <a:lnTo>
                    <a:pt x="1021539" y="173"/>
                  </a:lnTo>
                  <a:lnTo>
                    <a:pt x="1029397" y="175"/>
                  </a:lnTo>
                  <a:lnTo>
                    <a:pt x="1037254" y="176"/>
                  </a:lnTo>
                  <a:lnTo>
                    <a:pt x="1045112" y="177"/>
                  </a:lnTo>
                  <a:lnTo>
                    <a:pt x="1052970" y="177"/>
                  </a:lnTo>
                  <a:lnTo>
                    <a:pt x="1060828" y="178"/>
                  </a:lnTo>
                  <a:lnTo>
                    <a:pt x="1068686" y="180"/>
                  </a:lnTo>
                  <a:lnTo>
                    <a:pt x="1076544" y="180"/>
                  </a:lnTo>
                  <a:lnTo>
                    <a:pt x="1084402" y="182"/>
                  </a:lnTo>
                  <a:lnTo>
                    <a:pt x="1092260" y="182"/>
                  </a:lnTo>
                  <a:lnTo>
                    <a:pt x="1100118" y="184"/>
                  </a:lnTo>
                  <a:lnTo>
                    <a:pt x="1107976" y="184"/>
                  </a:lnTo>
                  <a:lnTo>
                    <a:pt x="1115834" y="185"/>
                  </a:lnTo>
                  <a:lnTo>
                    <a:pt x="1123692" y="187"/>
                  </a:lnTo>
                  <a:lnTo>
                    <a:pt x="1131550" y="187"/>
                  </a:lnTo>
                  <a:lnTo>
                    <a:pt x="1139408" y="188"/>
                  </a:lnTo>
                  <a:lnTo>
                    <a:pt x="1147266" y="190"/>
                  </a:lnTo>
                  <a:lnTo>
                    <a:pt x="1155124" y="191"/>
                  </a:lnTo>
                  <a:lnTo>
                    <a:pt x="1162982" y="192"/>
                  </a:lnTo>
                  <a:lnTo>
                    <a:pt x="1170840" y="193"/>
                  </a:lnTo>
                  <a:lnTo>
                    <a:pt x="1178698" y="194"/>
                  </a:lnTo>
                  <a:lnTo>
                    <a:pt x="1186556" y="195"/>
                  </a:lnTo>
                  <a:lnTo>
                    <a:pt x="1194414" y="196"/>
                  </a:lnTo>
                  <a:lnTo>
                    <a:pt x="1202272" y="197"/>
                  </a:lnTo>
                  <a:lnTo>
                    <a:pt x="1210130" y="198"/>
                  </a:lnTo>
                  <a:lnTo>
                    <a:pt x="1217988" y="199"/>
                  </a:lnTo>
                  <a:lnTo>
                    <a:pt x="1225846" y="200"/>
                  </a:lnTo>
                  <a:lnTo>
                    <a:pt x="1233704" y="200"/>
                  </a:lnTo>
                  <a:lnTo>
                    <a:pt x="1241562" y="201"/>
                  </a:lnTo>
                  <a:lnTo>
                    <a:pt x="1249420" y="202"/>
                  </a:lnTo>
                  <a:lnTo>
                    <a:pt x="1257278" y="203"/>
                  </a:lnTo>
                  <a:lnTo>
                    <a:pt x="1265136" y="203"/>
                  </a:lnTo>
                  <a:lnTo>
                    <a:pt x="1272994" y="204"/>
                  </a:lnTo>
                  <a:lnTo>
                    <a:pt x="1280852" y="205"/>
                  </a:lnTo>
                  <a:lnTo>
                    <a:pt x="1288710" y="206"/>
                  </a:lnTo>
                  <a:lnTo>
                    <a:pt x="1296568" y="207"/>
                  </a:lnTo>
                  <a:lnTo>
                    <a:pt x="1304426" y="208"/>
                  </a:lnTo>
                  <a:lnTo>
                    <a:pt x="1312284" y="209"/>
                  </a:lnTo>
                  <a:lnTo>
                    <a:pt x="1320142" y="210"/>
                  </a:lnTo>
                  <a:lnTo>
                    <a:pt x="1328000" y="211"/>
                  </a:lnTo>
                  <a:lnTo>
                    <a:pt x="1335858" y="212"/>
                  </a:lnTo>
                  <a:lnTo>
                    <a:pt x="1343716" y="213"/>
                  </a:lnTo>
                  <a:lnTo>
                    <a:pt x="1351574" y="214"/>
                  </a:lnTo>
                  <a:lnTo>
                    <a:pt x="1359432" y="215"/>
                  </a:lnTo>
                  <a:lnTo>
                    <a:pt x="1367290" y="216"/>
                  </a:lnTo>
                  <a:lnTo>
                    <a:pt x="1375148" y="216"/>
                  </a:lnTo>
                  <a:lnTo>
                    <a:pt x="1383006" y="217"/>
                  </a:lnTo>
                  <a:lnTo>
                    <a:pt x="1390864" y="218"/>
                  </a:lnTo>
                  <a:lnTo>
                    <a:pt x="1398722" y="219"/>
                  </a:lnTo>
                  <a:lnTo>
                    <a:pt x="1406580" y="220"/>
                  </a:lnTo>
                  <a:lnTo>
                    <a:pt x="1414438" y="220"/>
                  </a:lnTo>
                  <a:lnTo>
                    <a:pt x="1422296" y="221"/>
                  </a:lnTo>
                  <a:lnTo>
                    <a:pt x="1430154" y="222"/>
                  </a:lnTo>
                  <a:lnTo>
                    <a:pt x="1438012" y="223"/>
                  </a:lnTo>
                  <a:lnTo>
                    <a:pt x="1445870" y="224"/>
                  </a:lnTo>
                  <a:lnTo>
                    <a:pt x="1453728" y="224"/>
                  </a:lnTo>
                  <a:lnTo>
                    <a:pt x="1461586" y="225"/>
                  </a:lnTo>
                  <a:lnTo>
                    <a:pt x="1469444" y="226"/>
                  </a:lnTo>
                  <a:lnTo>
                    <a:pt x="1477302" y="226"/>
                  </a:lnTo>
                  <a:lnTo>
                    <a:pt x="1485160" y="227"/>
                  </a:lnTo>
                  <a:lnTo>
                    <a:pt x="1493018" y="228"/>
                  </a:lnTo>
                  <a:lnTo>
                    <a:pt x="1500876" y="229"/>
                  </a:lnTo>
                  <a:lnTo>
                    <a:pt x="1508734" y="229"/>
                  </a:lnTo>
                  <a:lnTo>
                    <a:pt x="1516592" y="230"/>
                  </a:lnTo>
                  <a:lnTo>
                    <a:pt x="1524450" y="231"/>
                  </a:lnTo>
                  <a:lnTo>
                    <a:pt x="1532308" y="231"/>
                  </a:lnTo>
                  <a:lnTo>
                    <a:pt x="1540166" y="232"/>
                  </a:lnTo>
                  <a:lnTo>
                    <a:pt x="1548024" y="232"/>
                  </a:lnTo>
                  <a:lnTo>
                    <a:pt x="1555882" y="233"/>
                  </a:lnTo>
                  <a:lnTo>
                    <a:pt x="1563740" y="234"/>
                  </a:lnTo>
                  <a:lnTo>
                    <a:pt x="1571598" y="235"/>
                  </a:lnTo>
                  <a:lnTo>
                    <a:pt x="1579456" y="236"/>
                  </a:lnTo>
                  <a:lnTo>
                    <a:pt x="1587314" y="237"/>
                  </a:lnTo>
                  <a:lnTo>
                    <a:pt x="1595172" y="238"/>
                  </a:lnTo>
                  <a:lnTo>
                    <a:pt x="1603030" y="238"/>
                  </a:lnTo>
                  <a:lnTo>
                    <a:pt x="1610888" y="239"/>
                  </a:lnTo>
                  <a:lnTo>
                    <a:pt x="1618746" y="240"/>
                  </a:lnTo>
                  <a:lnTo>
                    <a:pt x="1626604" y="240"/>
                  </a:lnTo>
                  <a:lnTo>
                    <a:pt x="1634462" y="241"/>
                  </a:lnTo>
                  <a:lnTo>
                    <a:pt x="1642320" y="241"/>
                  </a:lnTo>
                  <a:lnTo>
                    <a:pt x="1650178" y="242"/>
                  </a:lnTo>
                  <a:lnTo>
                    <a:pt x="1658036" y="243"/>
                  </a:lnTo>
                  <a:lnTo>
                    <a:pt x="1665894" y="243"/>
                  </a:lnTo>
                  <a:lnTo>
                    <a:pt x="1673752" y="244"/>
                  </a:lnTo>
                  <a:lnTo>
                    <a:pt x="1681610" y="245"/>
                  </a:lnTo>
                  <a:lnTo>
                    <a:pt x="1689468" y="245"/>
                  </a:lnTo>
                  <a:lnTo>
                    <a:pt x="1697326" y="246"/>
                  </a:lnTo>
                  <a:lnTo>
                    <a:pt x="1705184" y="246"/>
                  </a:lnTo>
                  <a:lnTo>
                    <a:pt x="1713042" y="247"/>
                  </a:lnTo>
                  <a:lnTo>
                    <a:pt x="1720900" y="247"/>
                  </a:lnTo>
                  <a:lnTo>
                    <a:pt x="1728758" y="248"/>
                  </a:lnTo>
                  <a:lnTo>
                    <a:pt x="1736616" y="249"/>
                  </a:lnTo>
                  <a:lnTo>
                    <a:pt x="1744474" y="250"/>
                  </a:lnTo>
                  <a:lnTo>
                    <a:pt x="1752332" y="250"/>
                  </a:lnTo>
                  <a:lnTo>
                    <a:pt x="1760190" y="251"/>
                  </a:lnTo>
                  <a:lnTo>
                    <a:pt x="1768048" y="251"/>
                  </a:lnTo>
                  <a:lnTo>
                    <a:pt x="1775906" y="252"/>
                  </a:lnTo>
                  <a:lnTo>
                    <a:pt x="1783764" y="253"/>
                  </a:lnTo>
                  <a:lnTo>
                    <a:pt x="1791622" y="253"/>
                  </a:lnTo>
                  <a:lnTo>
                    <a:pt x="1799480" y="254"/>
                  </a:lnTo>
                  <a:lnTo>
                    <a:pt x="1807338" y="254"/>
                  </a:lnTo>
                  <a:lnTo>
                    <a:pt x="1815196" y="255"/>
                  </a:lnTo>
                  <a:lnTo>
                    <a:pt x="1823054" y="255"/>
                  </a:lnTo>
                  <a:lnTo>
                    <a:pt x="1830912" y="256"/>
                  </a:lnTo>
                  <a:lnTo>
                    <a:pt x="1838770" y="257"/>
                  </a:lnTo>
                  <a:lnTo>
                    <a:pt x="1846628" y="257"/>
                  </a:lnTo>
                  <a:lnTo>
                    <a:pt x="1854486" y="258"/>
                  </a:lnTo>
                  <a:lnTo>
                    <a:pt x="1862344" y="258"/>
                  </a:lnTo>
                  <a:lnTo>
                    <a:pt x="1870202" y="259"/>
                  </a:lnTo>
                  <a:lnTo>
                    <a:pt x="1878060" y="259"/>
                  </a:lnTo>
                  <a:lnTo>
                    <a:pt x="1885918" y="260"/>
                  </a:lnTo>
                  <a:lnTo>
                    <a:pt x="1893776" y="261"/>
                  </a:lnTo>
                  <a:lnTo>
                    <a:pt x="1901634" y="261"/>
                  </a:lnTo>
                  <a:lnTo>
                    <a:pt x="1909492" y="262"/>
                  </a:lnTo>
                  <a:lnTo>
                    <a:pt x="1917350" y="262"/>
                  </a:lnTo>
                  <a:lnTo>
                    <a:pt x="1925208" y="263"/>
                  </a:lnTo>
                  <a:lnTo>
                    <a:pt x="1933066" y="263"/>
                  </a:lnTo>
                  <a:lnTo>
                    <a:pt x="1940924" y="264"/>
                  </a:lnTo>
                  <a:lnTo>
                    <a:pt x="1948782" y="264"/>
                  </a:lnTo>
                  <a:lnTo>
                    <a:pt x="1956640" y="265"/>
                  </a:lnTo>
                  <a:lnTo>
                    <a:pt x="1964498" y="266"/>
                  </a:lnTo>
                  <a:lnTo>
                    <a:pt x="1972356" y="266"/>
                  </a:lnTo>
                  <a:lnTo>
                    <a:pt x="1980214" y="267"/>
                  </a:lnTo>
                  <a:lnTo>
                    <a:pt x="1988072" y="267"/>
                  </a:lnTo>
                  <a:lnTo>
                    <a:pt x="1995930" y="268"/>
                  </a:lnTo>
                  <a:lnTo>
                    <a:pt x="2003788" y="268"/>
                  </a:lnTo>
                  <a:lnTo>
                    <a:pt x="2011646" y="269"/>
                  </a:lnTo>
                  <a:lnTo>
                    <a:pt x="2019504" y="269"/>
                  </a:lnTo>
                  <a:lnTo>
                    <a:pt x="2027362" y="270"/>
                  </a:lnTo>
                  <a:lnTo>
                    <a:pt x="2035220" y="27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3608036" y="2987902"/>
              <a:ext cx="2035220" cy="29"/>
            </a:xfrm>
            <a:custGeom>
              <a:avLst/>
              <a:pathLst>
                <a:path w="2035220" h="29">
                  <a:moveTo>
                    <a:pt x="0" y="26"/>
                  </a:moveTo>
                  <a:lnTo>
                    <a:pt x="7857" y="26"/>
                  </a:lnTo>
                  <a:lnTo>
                    <a:pt x="15715" y="26"/>
                  </a:lnTo>
                  <a:lnTo>
                    <a:pt x="23573" y="26"/>
                  </a:lnTo>
                  <a:lnTo>
                    <a:pt x="31431" y="26"/>
                  </a:lnTo>
                  <a:lnTo>
                    <a:pt x="39289" y="26"/>
                  </a:lnTo>
                  <a:lnTo>
                    <a:pt x="47147" y="26"/>
                  </a:lnTo>
                  <a:lnTo>
                    <a:pt x="55005" y="25"/>
                  </a:lnTo>
                  <a:lnTo>
                    <a:pt x="62863" y="27"/>
                  </a:lnTo>
                  <a:lnTo>
                    <a:pt x="70721" y="27"/>
                  </a:lnTo>
                  <a:lnTo>
                    <a:pt x="78579" y="27"/>
                  </a:lnTo>
                  <a:lnTo>
                    <a:pt x="86437" y="27"/>
                  </a:lnTo>
                  <a:lnTo>
                    <a:pt x="94295" y="27"/>
                  </a:lnTo>
                  <a:lnTo>
                    <a:pt x="102153" y="26"/>
                  </a:lnTo>
                  <a:lnTo>
                    <a:pt x="110011" y="26"/>
                  </a:lnTo>
                  <a:lnTo>
                    <a:pt x="117869" y="26"/>
                  </a:lnTo>
                  <a:lnTo>
                    <a:pt x="125727" y="27"/>
                  </a:lnTo>
                  <a:lnTo>
                    <a:pt x="133585" y="27"/>
                  </a:lnTo>
                  <a:lnTo>
                    <a:pt x="141443" y="27"/>
                  </a:lnTo>
                  <a:lnTo>
                    <a:pt x="149301" y="28"/>
                  </a:lnTo>
                  <a:lnTo>
                    <a:pt x="157159" y="28"/>
                  </a:lnTo>
                  <a:lnTo>
                    <a:pt x="165017" y="28"/>
                  </a:lnTo>
                  <a:lnTo>
                    <a:pt x="172875" y="28"/>
                  </a:lnTo>
                  <a:lnTo>
                    <a:pt x="180733" y="28"/>
                  </a:lnTo>
                  <a:lnTo>
                    <a:pt x="188591" y="29"/>
                  </a:lnTo>
                  <a:lnTo>
                    <a:pt x="196449" y="28"/>
                  </a:lnTo>
                  <a:lnTo>
                    <a:pt x="204307" y="28"/>
                  </a:lnTo>
                  <a:lnTo>
                    <a:pt x="212165" y="29"/>
                  </a:lnTo>
                  <a:lnTo>
                    <a:pt x="220023" y="29"/>
                  </a:lnTo>
                  <a:lnTo>
                    <a:pt x="227881" y="29"/>
                  </a:lnTo>
                  <a:lnTo>
                    <a:pt x="235739" y="29"/>
                  </a:lnTo>
                  <a:lnTo>
                    <a:pt x="243597" y="29"/>
                  </a:lnTo>
                  <a:lnTo>
                    <a:pt x="251455" y="28"/>
                  </a:lnTo>
                  <a:lnTo>
                    <a:pt x="259313" y="29"/>
                  </a:lnTo>
                  <a:lnTo>
                    <a:pt x="267171" y="29"/>
                  </a:lnTo>
                  <a:lnTo>
                    <a:pt x="275029" y="29"/>
                  </a:lnTo>
                  <a:lnTo>
                    <a:pt x="282887" y="29"/>
                  </a:lnTo>
                  <a:lnTo>
                    <a:pt x="290745" y="28"/>
                  </a:lnTo>
                  <a:lnTo>
                    <a:pt x="298603" y="28"/>
                  </a:lnTo>
                  <a:lnTo>
                    <a:pt x="306461" y="27"/>
                  </a:lnTo>
                  <a:lnTo>
                    <a:pt x="314319" y="28"/>
                  </a:lnTo>
                  <a:lnTo>
                    <a:pt x="322177" y="28"/>
                  </a:lnTo>
                  <a:lnTo>
                    <a:pt x="330035" y="28"/>
                  </a:lnTo>
                  <a:lnTo>
                    <a:pt x="337893" y="28"/>
                  </a:lnTo>
                  <a:lnTo>
                    <a:pt x="345751" y="27"/>
                  </a:lnTo>
                  <a:lnTo>
                    <a:pt x="353609" y="27"/>
                  </a:lnTo>
                  <a:lnTo>
                    <a:pt x="361467" y="27"/>
                  </a:lnTo>
                  <a:lnTo>
                    <a:pt x="369325" y="27"/>
                  </a:lnTo>
                  <a:lnTo>
                    <a:pt x="377183" y="26"/>
                  </a:lnTo>
                  <a:lnTo>
                    <a:pt x="385041" y="26"/>
                  </a:lnTo>
                  <a:lnTo>
                    <a:pt x="392899" y="26"/>
                  </a:lnTo>
                  <a:lnTo>
                    <a:pt x="400757" y="27"/>
                  </a:lnTo>
                  <a:lnTo>
                    <a:pt x="408615" y="27"/>
                  </a:lnTo>
                  <a:lnTo>
                    <a:pt x="416473" y="28"/>
                  </a:lnTo>
                  <a:lnTo>
                    <a:pt x="424331" y="28"/>
                  </a:lnTo>
                  <a:lnTo>
                    <a:pt x="432189" y="28"/>
                  </a:lnTo>
                  <a:lnTo>
                    <a:pt x="440047" y="28"/>
                  </a:lnTo>
                  <a:lnTo>
                    <a:pt x="447905" y="27"/>
                  </a:lnTo>
                  <a:lnTo>
                    <a:pt x="455763" y="27"/>
                  </a:lnTo>
                  <a:lnTo>
                    <a:pt x="463621" y="27"/>
                  </a:lnTo>
                  <a:lnTo>
                    <a:pt x="471479" y="27"/>
                  </a:lnTo>
                  <a:lnTo>
                    <a:pt x="479337" y="26"/>
                  </a:lnTo>
                  <a:lnTo>
                    <a:pt x="487195" y="25"/>
                  </a:lnTo>
                  <a:lnTo>
                    <a:pt x="495053" y="25"/>
                  </a:lnTo>
                  <a:lnTo>
                    <a:pt x="502911" y="25"/>
                  </a:lnTo>
                  <a:lnTo>
                    <a:pt x="510769" y="25"/>
                  </a:lnTo>
                  <a:lnTo>
                    <a:pt x="518627" y="24"/>
                  </a:lnTo>
                  <a:lnTo>
                    <a:pt x="526485" y="24"/>
                  </a:lnTo>
                  <a:lnTo>
                    <a:pt x="534343" y="24"/>
                  </a:lnTo>
                  <a:lnTo>
                    <a:pt x="542201" y="24"/>
                  </a:lnTo>
                  <a:lnTo>
                    <a:pt x="550059" y="24"/>
                  </a:lnTo>
                  <a:lnTo>
                    <a:pt x="557917" y="24"/>
                  </a:lnTo>
                  <a:lnTo>
                    <a:pt x="565775" y="23"/>
                  </a:lnTo>
                  <a:lnTo>
                    <a:pt x="573633" y="22"/>
                  </a:lnTo>
                  <a:lnTo>
                    <a:pt x="581491" y="21"/>
                  </a:lnTo>
                  <a:lnTo>
                    <a:pt x="589349" y="21"/>
                  </a:lnTo>
                  <a:lnTo>
                    <a:pt x="597207" y="22"/>
                  </a:lnTo>
                  <a:lnTo>
                    <a:pt x="605065" y="21"/>
                  </a:lnTo>
                  <a:lnTo>
                    <a:pt x="612923" y="21"/>
                  </a:lnTo>
                  <a:lnTo>
                    <a:pt x="620781" y="21"/>
                  </a:lnTo>
                  <a:lnTo>
                    <a:pt x="628639" y="21"/>
                  </a:lnTo>
                  <a:lnTo>
                    <a:pt x="636497" y="21"/>
                  </a:lnTo>
                  <a:lnTo>
                    <a:pt x="644355" y="21"/>
                  </a:lnTo>
                  <a:lnTo>
                    <a:pt x="652213" y="21"/>
                  </a:lnTo>
                  <a:lnTo>
                    <a:pt x="660071" y="21"/>
                  </a:lnTo>
                  <a:lnTo>
                    <a:pt x="667929" y="21"/>
                  </a:lnTo>
                  <a:lnTo>
                    <a:pt x="675787" y="22"/>
                  </a:lnTo>
                  <a:lnTo>
                    <a:pt x="683645" y="21"/>
                  </a:lnTo>
                  <a:lnTo>
                    <a:pt x="691503" y="21"/>
                  </a:lnTo>
                  <a:lnTo>
                    <a:pt x="699361" y="21"/>
                  </a:lnTo>
                  <a:lnTo>
                    <a:pt x="707219" y="20"/>
                  </a:lnTo>
                  <a:lnTo>
                    <a:pt x="715077" y="20"/>
                  </a:lnTo>
                  <a:lnTo>
                    <a:pt x="722935" y="20"/>
                  </a:lnTo>
                  <a:lnTo>
                    <a:pt x="730793" y="20"/>
                  </a:lnTo>
                  <a:lnTo>
                    <a:pt x="738651" y="19"/>
                  </a:lnTo>
                  <a:lnTo>
                    <a:pt x="746509" y="19"/>
                  </a:lnTo>
                  <a:lnTo>
                    <a:pt x="754367" y="19"/>
                  </a:lnTo>
                  <a:lnTo>
                    <a:pt x="762225" y="19"/>
                  </a:lnTo>
                  <a:lnTo>
                    <a:pt x="770083" y="20"/>
                  </a:lnTo>
                  <a:lnTo>
                    <a:pt x="777941" y="20"/>
                  </a:lnTo>
                  <a:lnTo>
                    <a:pt x="785799" y="20"/>
                  </a:lnTo>
                  <a:lnTo>
                    <a:pt x="793657" y="20"/>
                  </a:lnTo>
                  <a:lnTo>
                    <a:pt x="801515" y="20"/>
                  </a:lnTo>
                  <a:lnTo>
                    <a:pt x="809373" y="20"/>
                  </a:lnTo>
                  <a:lnTo>
                    <a:pt x="817231" y="19"/>
                  </a:lnTo>
                  <a:lnTo>
                    <a:pt x="825089" y="18"/>
                  </a:lnTo>
                  <a:lnTo>
                    <a:pt x="832947" y="19"/>
                  </a:lnTo>
                  <a:lnTo>
                    <a:pt x="840805" y="18"/>
                  </a:lnTo>
                  <a:lnTo>
                    <a:pt x="848663" y="18"/>
                  </a:lnTo>
                  <a:lnTo>
                    <a:pt x="856521" y="18"/>
                  </a:lnTo>
                  <a:lnTo>
                    <a:pt x="864379" y="18"/>
                  </a:lnTo>
                  <a:lnTo>
                    <a:pt x="872237" y="18"/>
                  </a:lnTo>
                  <a:lnTo>
                    <a:pt x="880095" y="18"/>
                  </a:lnTo>
                  <a:lnTo>
                    <a:pt x="887953" y="17"/>
                  </a:lnTo>
                  <a:lnTo>
                    <a:pt x="895811" y="17"/>
                  </a:lnTo>
                  <a:lnTo>
                    <a:pt x="903669" y="17"/>
                  </a:lnTo>
                  <a:lnTo>
                    <a:pt x="911527" y="17"/>
                  </a:lnTo>
                  <a:lnTo>
                    <a:pt x="919385" y="17"/>
                  </a:lnTo>
                  <a:lnTo>
                    <a:pt x="927243" y="17"/>
                  </a:lnTo>
                  <a:lnTo>
                    <a:pt x="935101" y="17"/>
                  </a:lnTo>
                  <a:lnTo>
                    <a:pt x="942959" y="16"/>
                  </a:lnTo>
                  <a:lnTo>
                    <a:pt x="950817" y="17"/>
                  </a:lnTo>
                  <a:lnTo>
                    <a:pt x="958675" y="17"/>
                  </a:lnTo>
                  <a:lnTo>
                    <a:pt x="966533" y="17"/>
                  </a:lnTo>
                  <a:lnTo>
                    <a:pt x="974391" y="16"/>
                  </a:lnTo>
                  <a:lnTo>
                    <a:pt x="982249" y="16"/>
                  </a:lnTo>
                  <a:lnTo>
                    <a:pt x="990107" y="16"/>
                  </a:lnTo>
                  <a:lnTo>
                    <a:pt x="997965" y="16"/>
                  </a:lnTo>
                  <a:lnTo>
                    <a:pt x="1005823" y="16"/>
                  </a:lnTo>
                  <a:lnTo>
                    <a:pt x="1013681" y="16"/>
                  </a:lnTo>
                  <a:lnTo>
                    <a:pt x="1021539" y="16"/>
                  </a:lnTo>
                  <a:lnTo>
                    <a:pt x="1029397" y="16"/>
                  </a:lnTo>
                  <a:lnTo>
                    <a:pt x="1037254" y="16"/>
                  </a:lnTo>
                  <a:lnTo>
                    <a:pt x="1045112" y="15"/>
                  </a:lnTo>
                  <a:lnTo>
                    <a:pt x="1052970" y="15"/>
                  </a:lnTo>
                  <a:lnTo>
                    <a:pt x="1060828" y="15"/>
                  </a:lnTo>
                  <a:lnTo>
                    <a:pt x="1068686" y="16"/>
                  </a:lnTo>
                  <a:lnTo>
                    <a:pt x="1076544" y="16"/>
                  </a:lnTo>
                  <a:lnTo>
                    <a:pt x="1084402" y="16"/>
                  </a:lnTo>
                  <a:lnTo>
                    <a:pt x="1092260" y="16"/>
                  </a:lnTo>
                  <a:lnTo>
                    <a:pt x="1100118" y="16"/>
                  </a:lnTo>
                  <a:lnTo>
                    <a:pt x="1107976" y="16"/>
                  </a:lnTo>
                  <a:lnTo>
                    <a:pt x="1115834" y="16"/>
                  </a:lnTo>
                  <a:lnTo>
                    <a:pt x="1123692" y="15"/>
                  </a:lnTo>
                  <a:lnTo>
                    <a:pt x="1131550" y="16"/>
                  </a:lnTo>
                  <a:lnTo>
                    <a:pt x="1139408" y="15"/>
                  </a:lnTo>
                  <a:lnTo>
                    <a:pt x="1147266" y="15"/>
                  </a:lnTo>
                  <a:lnTo>
                    <a:pt x="1155124" y="15"/>
                  </a:lnTo>
                  <a:lnTo>
                    <a:pt x="1162982" y="15"/>
                  </a:lnTo>
                  <a:lnTo>
                    <a:pt x="1170840" y="14"/>
                  </a:lnTo>
                  <a:lnTo>
                    <a:pt x="1178698" y="14"/>
                  </a:lnTo>
                  <a:lnTo>
                    <a:pt x="1186556" y="14"/>
                  </a:lnTo>
                  <a:lnTo>
                    <a:pt x="1194414" y="13"/>
                  </a:lnTo>
                  <a:lnTo>
                    <a:pt x="1202272" y="13"/>
                  </a:lnTo>
                  <a:lnTo>
                    <a:pt x="1210130" y="13"/>
                  </a:lnTo>
                  <a:lnTo>
                    <a:pt x="1217988" y="13"/>
                  </a:lnTo>
                  <a:lnTo>
                    <a:pt x="1225846" y="13"/>
                  </a:lnTo>
                  <a:lnTo>
                    <a:pt x="1233704" y="13"/>
                  </a:lnTo>
                  <a:lnTo>
                    <a:pt x="1241562" y="12"/>
                  </a:lnTo>
                  <a:lnTo>
                    <a:pt x="1249420" y="12"/>
                  </a:lnTo>
                  <a:lnTo>
                    <a:pt x="1257278" y="11"/>
                  </a:lnTo>
                  <a:lnTo>
                    <a:pt x="1265136" y="11"/>
                  </a:lnTo>
                  <a:lnTo>
                    <a:pt x="1272994" y="10"/>
                  </a:lnTo>
                  <a:lnTo>
                    <a:pt x="1280852" y="10"/>
                  </a:lnTo>
                  <a:lnTo>
                    <a:pt x="1288710" y="10"/>
                  </a:lnTo>
                  <a:lnTo>
                    <a:pt x="1296568" y="9"/>
                  </a:lnTo>
                  <a:lnTo>
                    <a:pt x="1304426" y="9"/>
                  </a:lnTo>
                  <a:lnTo>
                    <a:pt x="1312284" y="8"/>
                  </a:lnTo>
                  <a:lnTo>
                    <a:pt x="1320142" y="8"/>
                  </a:lnTo>
                  <a:lnTo>
                    <a:pt x="1328000" y="8"/>
                  </a:lnTo>
                  <a:lnTo>
                    <a:pt x="1335858" y="8"/>
                  </a:lnTo>
                  <a:lnTo>
                    <a:pt x="1343716" y="8"/>
                  </a:lnTo>
                  <a:lnTo>
                    <a:pt x="1351574" y="8"/>
                  </a:lnTo>
                  <a:lnTo>
                    <a:pt x="1359432" y="8"/>
                  </a:lnTo>
                  <a:lnTo>
                    <a:pt x="1367290" y="7"/>
                  </a:lnTo>
                  <a:lnTo>
                    <a:pt x="1375148" y="7"/>
                  </a:lnTo>
                  <a:lnTo>
                    <a:pt x="1383006" y="7"/>
                  </a:lnTo>
                  <a:lnTo>
                    <a:pt x="1390864" y="7"/>
                  </a:lnTo>
                  <a:lnTo>
                    <a:pt x="1398722" y="7"/>
                  </a:lnTo>
                  <a:lnTo>
                    <a:pt x="1406580" y="7"/>
                  </a:lnTo>
                  <a:lnTo>
                    <a:pt x="1414438" y="7"/>
                  </a:lnTo>
                  <a:lnTo>
                    <a:pt x="1422296" y="7"/>
                  </a:lnTo>
                  <a:lnTo>
                    <a:pt x="1430154" y="7"/>
                  </a:lnTo>
                  <a:lnTo>
                    <a:pt x="1438012" y="7"/>
                  </a:lnTo>
                  <a:lnTo>
                    <a:pt x="1445870" y="7"/>
                  </a:lnTo>
                  <a:lnTo>
                    <a:pt x="1453728" y="7"/>
                  </a:lnTo>
                  <a:lnTo>
                    <a:pt x="1461586" y="7"/>
                  </a:lnTo>
                  <a:lnTo>
                    <a:pt x="1469444" y="7"/>
                  </a:lnTo>
                  <a:lnTo>
                    <a:pt x="1477302" y="7"/>
                  </a:lnTo>
                  <a:lnTo>
                    <a:pt x="1485160" y="7"/>
                  </a:lnTo>
                  <a:lnTo>
                    <a:pt x="1493018" y="8"/>
                  </a:lnTo>
                  <a:lnTo>
                    <a:pt x="1500876" y="7"/>
                  </a:lnTo>
                  <a:lnTo>
                    <a:pt x="1508734" y="7"/>
                  </a:lnTo>
                  <a:lnTo>
                    <a:pt x="1516592" y="6"/>
                  </a:lnTo>
                  <a:lnTo>
                    <a:pt x="1524450" y="5"/>
                  </a:lnTo>
                  <a:lnTo>
                    <a:pt x="1532308" y="5"/>
                  </a:lnTo>
                  <a:lnTo>
                    <a:pt x="1540166" y="5"/>
                  </a:lnTo>
                  <a:lnTo>
                    <a:pt x="1548024" y="5"/>
                  </a:lnTo>
                  <a:lnTo>
                    <a:pt x="1555882" y="5"/>
                  </a:lnTo>
                  <a:lnTo>
                    <a:pt x="1563740" y="5"/>
                  </a:lnTo>
                  <a:lnTo>
                    <a:pt x="1571598" y="4"/>
                  </a:lnTo>
                  <a:lnTo>
                    <a:pt x="1579456" y="5"/>
                  </a:lnTo>
                  <a:lnTo>
                    <a:pt x="1587314" y="5"/>
                  </a:lnTo>
                  <a:lnTo>
                    <a:pt x="1595172" y="5"/>
                  </a:lnTo>
                  <a:lnTo>
                    <a:pt x="1603030" y="5"/>
                  </a:lnTo>
                  <a:lnTo>
                    <a:pt x="1610888" y="4"/>
                  </a:lnTo>
                  <a:lnTo>
                    <a:pt x="1618746" y="4"/>
                  </a:lnTo>
                  <a:lnTo>
                    <a:pt x="1626604" y="5"/>
                  </a:lnTo>
                  <a:lnTo>
                    <a:pt x="1634462" y="5"/>
                  </a:lnTo>
                  <a:lnTo>
                    <a:pt x="1642320" y="5"/>
                  </a:lnTo>
                  <a:lnTo>
                    <a:pt x="1650178" y="4"/>
                  </a:lnTo>
                  <a:lnTo>
                    <a:pt x="1658036" y="4"/>
                  </a:lnTo>
                  <a:lnTo>
                    <a:pt x="1665894" y="5"/>
                  </a:lnTo>
                  <a:lnTo>
                    <a:pt x="1673752" y="5"/>
                  </a:lnTo>
                  <a:lnTo>
                    <a:pt x="1681610" y="5"/>
                  </a:lnTo>
                  <a:lnTo>
                    <a:pt x="1689468" y="5"/>
                  </a:lnTo>
                  <a:lnTo>
                    <a:pt x="1697326" y="5"/>
                  </a:lnTo>
                  <a:lnTo>
                    <a:pt x="1705184" y="5"/>
                  </a:lnTo>
                  <a:lnTo>
                    <a:pt x="1713042" y="5"/>
                  </a:lnTo>
                  <a:lnTo>
                    <a:pt x="1720900" y="4"/>
                  </a:lnTo>
                  <a:lnTo>
                    <a:pt x="1728758" y="4"/>
                  </a:lnTo>
                  <a:lnTo>
                    <a:pt x="1736616" y="4"/>
                  </a:lnTo>
                  <a:lnTo>
                    <a:pt x="1744474" y="4"/>
                  </a:lnTo>
                  <a:lnTo>
                    <a:pt x="1752332" y="3"/>
                  </a:lnTo>
                  <a:lnTo>
                    <a:pt x="1760190" y="3"/>
                  </a:lnTo>
                  <a:lnTo>
                    <a:pt x="1768048" y="3"/>
                  </a:lnTo>
                  <a:lnTo>
                    <a:pt x="1775906" y="2"/>
                  </a:lnTo>
                  <a:lnTo>
                    <a:pt x="1783764" y="2"/>
                  </a:lnTo>
                  <a:lnTo>
                    <a:pt x="1791622" y="2"/>
                  </a:lnTo>
                  <a:lnTo>
                    <a:pt x="1799480" y="2"/>
                  </a:lnTo>
                  <a:lnTo>
                    <a:pt x="1807338" y="2"/>
                  </a:lnTo>
                  <a:lnTo>
                    <a:pt x="1815196" y="2"/>
                  </a:lnTo>
                  <a:lnTo>
                    <a:pt x="1823054" y="2"/>
                  </a:lnTo>
                  <a:lnTo>
                    <a:pt x="1830912" y="2"/>
                  </a:lnTo>
                  <a:lnTo>
                    <a:pt x="1838770" y="2"/>
                  </a:lnTo>
                  <a:lnTo>
                    <a:pt x="1846628" y="2"/>
                  </a:lnTo>
                  <a:lnTo>
                    <a:pt x="1854486" y="2"/>
                  </a:lnTo>
                  <a:lnTo>
                    <a:pt x="1862344" y="2"/>
                  </a:lnTo>
                  <a:lnTo>
                    <a:pt x="1870202" y="2"/>
                  </a:lnTo>
                  <a:lnTo>
                    <a:pt x="1878060" y="2"/>
                  </a:lnTo>
                  <a:lnTo>
                    <a:pt x="1885918" y="2"/>
                  </a:lnTo>
                  <a:lnTo>
                    <a:pt x="1893776" y="2"/>
                  </a:lnTo>
                  <a:lnTo>
                    <a:pt x="1901634" y="3"/>
                  </a:lnTo>
                  <a:lnTo>
                    <a:pt x="1909492" y="3"/>
                  </a:lnTo>
                  <a:lnTo>
                    <a:pt x="1917350" y="2"/>
                  </a:lnTo>
                  <a:lnTo>
                    <a:pt x="1925208" y="2"/>
                  </a:lnTo>
                  <a:lnTo>
                    <a:pt x="1933066" y="2"/>
                  </a:lnTo>
                  <a:lnTo>
                    <a:pt x="1940924" y="2"/>
                  </a:lnTo>
                  <a:lnTo>
                    <a:pt x="1948782" y="2"/>
                  </a:lnTo>
                  <a:lnTo>
                    <a:pt x="1956640" y="2"/>
                  </a:lnTo>
                  <a:lnTo>
                    <a:pt x="1964498" y="2"/>
                  </a:lnTo>
                  <a:lnTo>
                    <a:pt x="1972356" y="2"/>
                  </a:lnTo>
                  <a:lnTo>
                    <a:pt x="1980214" y="2"/>
                  </a:lnTo>
                  <a:lnTo>
                    <a:pt x="1988072" y="1"/>
                  </a:lnTo>
                  <a:lnTo>
                    <a:pt x="1995930" y="1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3506275" y="2396548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3506275" y="3322206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3506275" y="391340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3506275" y="370076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3506275" y="348813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3524605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4044449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4564293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5084137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5603981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3506275" y="391340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608036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59"/>
            <p:cNvSpPr/>
            <p:nvPr/>
          </p:nvSpPr>
          <p:spPr>
            <a:xfrm>
              <a:off x="3506275" y="3322206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rc160"/>
            <p:cNvSpPr/>
            <p:nvPr/>
          </p:nvSpPr>
          <p:spPr>
            <a:xfrm>
              <a:off x="3506275" y="4247864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506275" y="483906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3506275" y="462642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506275" y="441378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3524605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4044449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4564293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5084137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5603981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3506275" y="483906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3608036" y="4818828"/>
              <a:ext cx="2035220" cy="20592"/>
            </a:xfrm>
            <a:custGeom>
              <a:avLst/>
              <a:pathLst>
                <a:path w="2035220" h="20592">
                  <a:moveTo>
                    <a:pt x="0" y="20316"/>
                  </a:moveTo>
                  <a:lnTo>
                    <a:pt x="7857" y="20314"/>
                  </a:lnTo>
                  <a:lnTo>
                    <a:pt x="15715" y="20313"/>
                  </a:lnTo>
                  <a:lnTo>
                    <a:pt x="23573" y="20312"/>
                  </a:lnTo>
                  <a:lnTo>
                    <a:pt x="31431" y="20310"/>
                  </a:lnTo>
                  <a:lnTo>
                    <a:pt x="39289" y="20309"/>
                  </a:lnTo>
                  <a:lnTo>
                    <a:pt x="47147" y="20308"/>
                  </a:lnTo>
                  <a:lnTo>
                    <a:pt x="55005" y="20306"/>
                  </a:lnTo>
                  <a:lnTo>
                    <a:pt x="62863" y="20305"/>
                  </a:lnTo>
                  <a:lnTo>
                    <a:pt x="70721" y="20303"/>
                  </a:lnTo>
                  <a:lnTo>
                    <a:pt x="78579" y="20302"/>
                  </a:lnTo>
                  <a:lnTo>
                    <a:pt x="86437" y="20301"/>
                  </a:lnTo>
                  <a:lnTo>
                    <a:pt x="94295" y="20299"/>
                  </a:lnTo>
                  <a:lnTo>
                    <a:pt x="102153" y="20298"/>
                  </a:lnTo>
                  <a:lnTo>
                    <a:pt x="110011" y="20297"/>
                  </a:lnTo>
                  <a:lnTo>
                    <a:pt x="117869" y="20295"/>
                  </a:lnTo>
                  <a:lnTo>
                    <a:pt x="125727" y="20294"/>
                  </a:lnTo>
                  <a:lnTo>
                    <a:pt x="133585" y="20292"/>
                  </a:lnTo>
                  <a:lnTo>
                    <a:pt x="141443" y="20291"/>
                  </a:lnTo>
                  <a:lnTo>
                    <a:pt x="149301" y="20290"/>
                  </a:lnTo>
                  <a:lnTo>
                    <a:pt x="157159" y="20288"/>
                  </a:lnTo>
                  <a:lnTo>
                    <a:pt x="165017" y="20287"/>
                  </a:lnTo>
                  <a:lnTo>
                    <a:pt x="172875" y="20285"/>
                  </a:lnTo>
                  <a:lnTo>
                    <a:pt x="180733" y="20284"/>
                  </a:lnTo>
                  <a:lnTo>
                    <a:pt x="188591" y="20282"/>
                  </a:lnTo>
                  <a:lnTo>
                    <a:pt x="196449" y="20281"/>
                  </a:lnTo>
                  <a:lnTo>
                    <a:pt x="204307" y="20279"/>
                  </a:lnTo>
                  <a:lnTo>
                    <a:pt x="212165" y="20278"/>
                  </a:lnTo>
                  <a:lnTo>
                    <a:pt x="220023" y="20276"/>
                  </a:lnTo>
                  <a:lnTo>
                    <a:pt x="227881" y="20275"/>
                  </a:lnTo>
                  <a:lnTo>
                    <a:pt x="235739" y="20273"/>
                  </a:lnTo>
                  <a:lnTo>
                    <a:pt x="243597" y="20272"/>
                  </a:lnTo>
                  <a:lnTo>
                    <a:pt x="251455" y="20270"/>
                  </a:lnTo>
                  <a:lnTo>
                    <a:pt x="259313" y="20269"/>
                  </a:lnTo>
                  <a:lnTo>
                    <a:pt x="267171" y="20267"/>
                  </a:lnTo>
                  <a:lnTo>
                    <a:pt x="275029" y="20266"/>
                  </a:lnTo>
                  <a:lnTo>
                    <a:pt x="282887" y="20264"/>
                  </a:lnTo>
                  <a:lnTo>
                    <a:pt x="290745" y="20263"/>
                  </a:lnTo>
                  <a:lnTo>
                    <a:pt x="298603" y="20261"/>
                  </a:lnTo>
                  <a:lnTo>
                    <a:pt x="306461" y="20260"/>
                  </a:lnTo>
                  <a:lnTo>
                    <a:pt x="314319" y="20258"/>
                  </a:lnTo>
                  <a:lnTo>
                    <a:pt x="322177" y="20256"/>
                  </a:lnTo>
                  <a:lnTo>
                    <a:pt x="330035" y="20255"/>
                  </a:lnTo>
                  <a:lnTo>
                    <a:pt x="337893" y="20253"/>
                  </a:lnTo>
                  <a:lnTo>
                    <a:pt x="345751" y="20252"/>
                  </a:lnTo>
                  <a:lnTo>
                    <a:pt x="353609" y="20250"/>
                  </a:lnTo>
                  <a:lnTo>
                    <a:pt x="361467" y="20248"/>
                  </a:lnTo>
                  <a:lnTo>
                    <a:pt x="369325" y="20247"/>
                  </a:lnTo>
                  <a:lnTo>
                    <a:pt x="377183" y="20245"/>
                  </a:lnTo>
                  <a:lnTo>
                    <a:pt x="385041" y="20243"/>
                  </a:lnTo>
                  <a:lnTo>
                    <a:pt x="392899" y="20242"/>
                  </a:lnTo>
                  <a:lnTo>
                    <a:pt x="400757" y="20240"/>
                  </a:lnTo>
                  <a:lnTo>
                    <a:pt x="408615" y="20238"/>
                  </a:lnTo>
                  <a:lnTo>
                    <a:pt x="416473" y="20236"/>
                  </a:lnTo>
                  <a:lnTo>
                    <a:pt x="424331" y="20235"/>
                  </a:lnTo>
                  <a:lnTo>
                    <a:pt x="432189" y="20233"/>
                  </a:lnTo>
                  <a:lnTo>
                    <a:pt x="440047" y="20228"/>
                  </a:lnTo>
                  <a:lnTo>
                    <a:pt x="447905" y="20218"/>
                  </a:lnTo>
                  <a:lnTo>
                    <a:pt x="455763" y="20208"/>
                  </a:lnTo>
                  <a:lnTo>
                    <a:pt x="463621" y="20198"/>
                  </a:lnTo>
                  <a:lnTo>
                    <a:pt x="471479" y="20187"/>
                  </a:lnTo>
                  <a:lnTo>
                    <a:pt x="479337" y="20177"/>
                  </a:lnTo>
                  <a:lnTo>
                    <a:pt x="487195" y="20166"/>
                  </a:lnTo>
                  <a:lnTo>
                    <a:pt x="495053" y="20155"/>
                  </a:lnTo>
                  <a:lnTo>
                    <a:pt x="502911" y="20144"/>
                  </a:lnTo>
                  <a:lnTo>
                    <a:pt x="510769" y="20132"/>
                  </a:lnTo>
                  <a:lnTo>
                    <a:pt x="518627" y="20121"/>
                  </a:lnTo>
                  <a:lnTo>
                    <a:pt x="526485" y="20109"/>
                  </a:lnTo>
                  <a:lnTo>
                    <a:pt x="534343" y="20097"/>
                  </a:lnTo>
                  <a:lnTo>
                    <a:pt x="542201" y="20085"/>
                  </a:lnTo>
                  <a:lnTo>
                    <a:pt x="550059" y="20072"/>
                  </a:lnTo>
                  <a:lnTo>
                    <a:pt x="557917" y="20060"/>
                  </a:lnTo>
                  <a:lnTo>
                    <a:pt x="565775" y="20047"/>
                  </a:lnTo>
                  <a:lnTo>
                    <a:pt x="573633" y="20034"/>
                  </a:lnTo>
                  <a:lnTo>
                    <a:pt x="581491" y="20021"/>
                  </a:lnTo>
                  <a:lnTo>
                    <a:pt x="589349" y="20008"/>
                  </a:lnTo>
                  <a:lnTo>
                    <a:pt x="597207" y="19994"/>
                  </a:lnTo>
                  <a:lnTo>
                    <a:pt x="605065" y="19980"/>
                  </a:lnTo>
                  <a:lnTo>
                    <a:pt x="612923" y="19966"/>
                  </a:lnTo>
                  <a:lnTo>
                    <a:pt x="620781" y="19952"/>
                  </a:lnTo>
                  <a:lnTo>
                    <a:pt x="628639" y="19938"/>
                  </a:lnTo>
                  <a:lnTo>
                    <a:pt x="636497" y="19923"/>
                  </a:lnTo>
                  <a:lnTo>
                    <a:pt x="644355" y="19908"/>
                  </a:lnTo>
                  <a:lnTo>
                    <a:pt x="652213" y="19893"/>
                  </a:lnTo>
                  <a:lnTo>
                    <a:pt x="660071" y="19878"/>
                  </a:lnTo>
                  <a:lnTo>
                    <a:pt x="667929" y="19862"/>
                  </a:lnTo>
                  <a:lnTo>
                    <a:pt x="675787" y="19846"/>
                  </a:lnTo>
                  <a:lnTo>
                    <a:pt x="683645" y="19831"/>
                  </a:lnTo>
                  <a:lnTo>
                    <a:pt x="691503" y="19814"/>
                  </a:lnTo>
                  <a:lnTo>
                    <a:pt x="699361" y="19797"/>
                  </a:lnTo>
                  <a:lnTo>
                    <a:pt x="707219" y="19780"/>
                  </a:lnTo>
                  <a:lnTo>
                    <a:pt x="715077" y="19763"/>
                  </a:lnTo>
                  <a:lnTo>
                    <a:pt x="722935" y="19745"/>
                  </a:lnTo>
                  <a:lnTo>
                    <a:pt x="730793" y="19728"/>
                  </a:lnTo>
                  <a:lnTo>
                    <a:pt x="738651" y="19710"/>
                  </a:lnTo>
                  <a:lnTo>
                    <a:pt x="746509" y="19691"/>
                  </a:lnTo>
                  <a:lnTo>
                    <a:pt x="754367" y="19673"/>
                  </a:lnTo>
                  <a:lnTo>
                    <a:pt x="762225" y="19654"/>
                  </a:lnTo>
                  <a:lnTo>
                    <a:pt x="770083" y="19635"/>
                  </a:lnTo>
                  <a:lnTo>
                    <a:pt x="777941" y="19615"/>
                  </a:lnTo>
                  <a:lnTo>
                    <a:pt x="785799" y="19594"/>
                  </a:lnTo>
                  <a:lnTo>
                    <a:pt x="793657" y="19572"/>
                  </a:lnTo>
                  <a:lnTo>
                    <a:pt x="801515" y="19550"/>
                  </a:lnTo>
                  <a:lnTo>
                    <a:pt x="809373" y="19530"/>
                  </a:lnTo>
                  <a:lnTo>
                    <a:pt x="817231" y="19508"/>
                  </a:lnTo>
                  <a:lnTo>
                    <a:pt x="825089" y="19486"/>
                  </a:lnTo>
                  <a:lnTo>
                    <a:pt x="832947" y="19464"/>
                  </a:lnTo>
                  <a:lnTo>
                    <a:pt x="840805" y="19442"/>
                  </a:lnTo>
                  <a:lnTo>
                    <a:pt x="848663" y="19419"/>
                  </a:lnTo>
                  <a:lnTo>
                    <a:pt x="856521" y="19397"/>
                  </a:lnTo>
                  <a:lnTo>
                    <a:pt x="864379" y="19373"/>
                  </a:lnTo>
                  <a:lnTo>
                    <a:pt x="872237" y="19350"/>
                  </a:lnTo>
                  <a:lnTo>
                    <a:pt x="880095" y="19326"/>
                  </a:lnTo>
                  <a:lnTo>
                    <a:pt x="887953" y="19301"/>
                  </a:lnTo>
                  <a:lnTo>
                    <a:pt x="895811" y="19276"/>
                  </a:lnTo>
                  <a:lnTo>
                    <a:pt x="903669" y="19250"/>
                  </a:lnTo>
                  <a:lnTo>
                    <a:pt x="911527" y="19223"/>
                  </a:lnTo>
                  <a:lnTo>
                    <a:pt x="919385" y="19196"/>
                  </a:lnTo>
                  <a:lnTo>
                    <a:pt x="927243" y="19168"/>
                  </a:lnTo>
                  <a:lnTo>
                    <a:pt x="935101" y="19139"/>
                  </a:lnTo>
                  <a:lnTo>
                    <a:pt x="942959" y="19110"/>
                  </a:lnTo>
                  <a:lnTo>
                    <a:pt x="950817" y="19081"/>
                  </a:lnTo>
                  <a:lnTo>
                    <a:pt x="958675" y="19051"/>
                  </a:lnTo>
                  <a:lnTo>
                    <a:pt x="966533" y="19020"/>
                  </a:lnTo>
                  <a:lnTo>
                    <a:pt x="974391" y="18989"/>
                  </a:lnTo>
                  <a:lnTo>
                    <a:pt x="982249" y="18958"/>
                  </a:lnTo>
                  <a:lnTo>
                    <a:pt x="990107" y="18926"/>
                  </a:lnTo>
                  <a:lnTo>
                    <a:pt x="997965" y="18896"/>
                  </a:lnTo>
                  <a:lnTo>
                    <a:pt x="1005823" y="18862"/>
                  </a:lnTo>
                  <a:lnTo>
                    <a:pt x="1013681" y="18826"/>
                  </a:lnTo>
                  <a:lnTo>
                    <a:pt x="1021539" y="18795"/>
                  </a:lnTo>
                  <a:lnTo>
                    <a:pt x="1029397" y="18760"/>
                  </a:lnTo>
                  <a:lnTo>
                    <a:pt x="1037254" y="18727"/>
                  </a:lnTo>
                  <a:lnTo>
                    <a:pt x="1045112" y="18697"/>
                  </a:lnTo>
                  <a:lnTo>
                    <a:pt x="1052970" y="18659"/>
                  </a:lnTo>
                  <a:lnTo>
                    <a:pt x="1060828" y="18622"/>
                  </a:lnTo>
                  <a:lnTo>
                    <a:pt x="1068686" y="18586"/>
                  </a:lnTo>
                  <a:lnTo>
                    <a:pt x="1076544" y="18546"/>
                  </a:lnTo>
                  <a:lnTo>
                    <a:pt x="1084402" y="18507"/>
                  </a:lnTo>
                  <a:lnTo>
                    <a:pt x="1092260" y="18466"/>
                  </a:lnTo>
                  <a:lnTo>
                    <a:pt x="1100118" y="18425"/>
                  </a:lnTo>
                  <a:lnTo>
                    <a:pt x="1107976" y="18383"/>
                  </a:lnTo>
                  <a:lnTo>
                    <a:pt x="1115834" y="18340"/>
                  </a:lnTo>
                  <a:lnTo>
                    <a:pt x="1123692" y="18297"/>
                  </a:lnTo>
                  <a:lnTo>
                    <a:pt x="1131550" y="18252"/>
                  </a:lnTo>
                  <a:lnTo>
                    <a:pt x="1139408" y="18207"/>
                  </a:lnTo>
                  <a:lnTo>
                    <a:pt x="1147266" y="18161"/>
                  </a:lnTo>
                  <a:lnTo>
                    <a:pt x="1155124" y="18114"/>
                  </a:lnTo>
                  <a:lnTo>
                    <a:pt x="1162982" y="18067"/>
                  </a:lnTo>
                  <a:lnTo>
                    <a:pt x="1170840" y="18018"/>
                  </a:lnTo>
                  <a:lnTo>
                    <a:pt x="1178698" y="17969"/>
                  </a:lnTo>
                  <a:lnTo>
                    <a:pt x="1186556" y="17919"/>
                  </a:lnTo>
                  <a:lnTo>
                    <a:pt x="1194414" y="17868"/>
                  </a:lnTo>
                  <a:lnTo>
                    <a:pt x="1202272" y="17816"/>
                  </a:lnTo>
                  <a:lnTo>
                    <a:pt x="1210130" y="17763"/>
                  </a:lnTo>
                  <a:lnTo>
                    <a:pt x="1217988" y="17709"/>
                  </a:lnTo>
                  <a:lnTo>
                    <a:pt x="1225846" y="17654"/>
                  </a:lnTo>
                  <a:lnTo>
                    <a:pt x="1233704" y="17596"/>
                  </a:lnTo>
                  <a:lnTo>
                    <a:pt x="1241562" y="17536"/>
                  </a:lnTo>
                  <a:lnTo>
                    <a:pt x="1249420" y="17475"/>
                  </a:lnTo>
                  <a:lnTo>
                    <a:pt x="1257278" y="17413"/>
                  </a:lnTo>
                  <a:lnTo>
                    <a:pt x="1265136" y="17350"/>
                  </a:lnTo>
                  <a:lnTo>
                    <a:pt x="1272994" y="17290"/>
                  </a:lnTo>
                  <a:lnTo>
                    <a:pt x="1280852" y="17225"/>
                  </a:lnTo>
                  <a:lnTo>
                    <a:pt x="1288710" y="17162"/>
                  </a:lnTo>
                  <a:lnTo>
                    <a:pt x="1296568" y="17101"/>
                  </a:lnTo>
                  <a:lnTo>
                    <a:pt x="1304426" y="17038"/>
                  </a:lnTo>
                  <a:lnTo>
                    <a:pt x="1312284" y="16969"/>
                  </a:lnTo>
                  <a:lnTo>
                    <a:pt x="1320142" y="16899"/>
                  </a:lnTo>
                  <a:lnTo>
                    <a:pt x="1328000" y="16828"/>
                  </a:lnTo>
                  <a:lnTo>
                    <a:pt x="1335858" y="16756"/>
                  </a:lnTo>
                  <a:lnTo>
                    <a:pt x="1343716" y="16676"/>
                  </a:lnTo>
                  <a:lnTo>
                    <a:pt x="1351574" y="16611"/>
                  </a:lnTo>
                  <a:lnTo>
                    <a:pt x="1359432" y="16543"/>
                  </a:lnTo>
                  <a:lnTo>
                    <a:pt x="1367290" y="16465"/>
                  </a:lnTo>
                  <a:lnTo>
                    <a:pt x="1375148" y="16387"/>
                  </a:lnTo>
                  <a:lnTo>
                    <a:pt x="1383006" y="16309"/>
                  </a:lnTo>
                  <a:lnTo>
                    <a:pt x="1390864" y="16230"/>
                  </a:lnTo>
                  <a:lnTo>
                    <a:pt x="1398722" y="16149"/>
                  </a:lnTo>
                  <a:lnTo>
                    <a:pt x="1406580" y="16065"/>
                  </a:lnTo>
                  <a:lnTo>
                    <a:pt x="1414438" y="15982"/>
                  </a:lnTo>
                  <a:lnTo>
                    <a:pt x="1422296" y="15891"/>
                  </a:lnTo>
                  <a:lnTo>
                    <a:pt x="1430154" y="15797"/>
                  </a:lnTo>
                  <a:lnTo>
                    <a:pt x="1438012" y="15713"/>
                  </a:lnTo>
                  <a:lnTo>
                    <a:pt x="1445870" y="15627"/>
                  </a:lnTo>
                  <a:lnTo>
                    <a:pt x="1453728" y="15539"/>
                  </a:lnTo>
                  <a:lnTo>
                    <a:pt x="1461586" y="15447"/>
                  </a:lnTo>
                  <a:lnTo>
                    <a:pt x="1469444" y="15352"/>
                  </a:lnTo>
                  <a:lnTo>
                    <a:pt x="1477302" y="15256"/>
                  </a:lnTo>
                  <a:lnTo>
                    <a:pt x="1485160" y="15158"/>
                  </a:lnTo>
                  <a:lnTo>
                    <a:pt x="1493018" y="15057"/>
                  </a:lnTo>
                  <a:lnTo>
                    <a:pt x="1500876" y="14955"/>
                  </a:lnTo>
                  <a:lnTo>
                    <a:pt x="1508734" y="14852"/>
                  </a:lnTo>
                  <a:lnTo>
                    <a:pt x="1516592" y="14746"/>
                  </a:lnTo>
                  <a:lnTo>
                    <a:pt x="1524450" y="14639"/>
                  </a:lnTo>
                  <a:lnTo>
                    <a:pt x="1532308" y="14525"/>
                  </a:lnTo>
                  <a:lnTo>
                    <a:pt x="1540166" y="14411"/>
                  </a:lnTo>
                  <a:lnTo>
                    <a:pt x="1548024" y="14297"/>
                  </a:lnTo>
                  <a:lnTo>
                    <a:pt x="1555882" y="14180"/>
                  </a:lnTo>
                  <a:lnTo>
                    <a:pt x="1563740" y="14061"/>
                  </a:lnTo>
                  <a:lnTo>
                    <a:pt x="1571598" y="13940"/>
                  </a:lnTo>
                  <a:lnTo>
                    <a:pt x="1579456" y="13817"/>
                  </a:lnTo>
                  <a:lnTo>
                    <a:pt x="1587314" y="13691"/>
                  </a:lnTo>
                  <a:lnTo>
                    <a:pt x="1595172" y="13564"/>
                  </a:lnTo>
                  <a:lnTo>
                    <a:pt x="1603030" y="13432"/>
                  </a:lnTo>
                  <a:lnTo>
                    <a:pt x="1610888" y="13291"/>
                  </a:lnTo>
                  <a:lnTo>
                    <a:pt x="1618746" y="13147"/>
                  </a:lnTo>
                  <a:lnTo>
                    <a:pt x="1626604" y="13001"/>
                  </a:lnTo>
                  <a:lnTo>
                    <a:pt x="1634462" y="12850"/>
                  </a:lnTo>
                  <a:lnTo>
                    <a:pt x="1642320" y="12713"/>
                  </a:lnTo>
                  <a:lnTo>
                    <a:pt x="1650178" y="12575"/>
                  </a:lnTo>
                  <a:lnTo>
                    <a:pt x="1658036" y="12434"/>
                  </a:lnTo>
                  <a:lnTo>
                    <a:pt x="1665894" y="12275"/>
                  </a:lnTo>
                  <a:lnTo>
                    <a:pt x="1673752" y="12112"/>
                  </a:lnTo>
                  <a:lnTo>
                    <a:pt x="1681610" y="11946"/>
                  </a:lnTo>
                  <a:lnTo>
                    <a:pt x="1689468" y="11767"/>
                  </a:lnTo>
                  <a:lnTo>
                    <a:pt x="1697326" y="11576"/>
                  </a:lnTo>
                  <a:lnTo>
                    <a:pt x="1705184" y="11413"/>
                  </a:lnTo>
                  <a:lnTo>
                    <a:pt x="1713042" y="11201"/>
                  </a:lnTo>
                  <a:lnTo>
                    <a:pt x="1720900" y="10999"/>
                  </a:lnTo>
                  <a:lnTo>
                    <a:pt x="1728758" y="10810"/>
                  </a:lnTo>
                  <a:lnTo>
                    <a:pt x="1736616" y="10617"/>
                  </a:lnTo>
                  <a:lnTo>
                    <a:pt x="1744474" y="10422"/>
                  </a:lnTo>
                  <a:lnTo>
                    <a:pt x="1752332" y="10222"/>
                  </a:lnTo>
                  <a:lnTo>
                    <a:pt x="1760190" y="10019"/>
                  </a:lnTo>
                  <a:lnTo>
                    <a:pt x="1768048" y="9823"/>
                  </a:lnTo>
                  <a:lnTo>
                    <a:pt x="1775906" y="9630"/>
                  </a:lnTo>
                  <a:lnTo>
                    <a:pt x="1783764" y="9433"/>
                  </a:lnTo>
                  <a:lnTo>
                    <a:pt x="1791622" y="9233"/>
                  </a:lnTo>
                  <a:lnTo>
                    <a:pt x="1799480" y="9030"/>
                  </a:lnTo>
                  <a:lnTo>
                    <a:pt x="1807338" y="8798"/>
                  </a:lnTo>
                  <a:lnTo>
                    <a:pt x="1815196" y="8551"/>
                  </a:lnTo>
                  <a:lnTo>
                    <a:pt x="1823054" y="8315"/>
                  </a:lnTo>
                  <a:lnTo>
                    <a:pt x="1830912" y="8091"/>
                  </a:lnTo>
                  <a:lnTo>
                    <a:pt x="1838770" y="7859"/>
                  </a:lnTo>
                  <a:lnTo>
                    <a:pt x="1846628" y="7627"/>
                  </a:lnTo>
                  <a:lnTo>
                    <a:pt x="1854486" y="7374"/>
                  </a:lnTo>
                  <a:lnTo>
                    <a:pt x="1862344" y="7117"/>
                  </a:lnTo>
                  <a:lnTo>
                    <a:pt x="1870202" y="6854"/>
                  </a:lnTo>
                  <a:lnTo>
                    <a:pt x="1878060" y="6587"/>
                  </a:lnTo>
                  <a:lnTo>
                    <a:pt x="1885918" y="6315"/>
                  </a:lnTo>
                  <a:lnTo>
                    <a:pt x="1893776" y="6026"/>
                  </a:lnTo>
                  <a:lnTo>
                    <a:pt x="1901634" y="5728"/>
                  </a:lnTo>
                  <a:lnTo>
                    <a:pt x="1909492" y="5424"/>
                  </a:lnTo>
                  <a:lnTo>
                    <a:pt x="1917350" y="5114"/>
                  </a:lnTo>
                  <a:lnTo>
                    <a:pt x="1925208" y="4797"/>
                  </a:lnTo>
                  <a:lnTo>
                    <a:pt x="1933066" y="4474"/>
                  </a:lnTo>
                  <a:lnTo>
                    <a:pt x="1940924" y="4145"/>
                  </a:lnTo>
                  <a:lnTo>
                    <a:pt x="1948782" y="3810"/>
                  </a:lnTo>
                  <a:lnTo>
                    <a:pt x="1956640" y="3517"/>
                  </a:lnTo>
                  <a:lnTo>
                    <a:pt x="1964498" y="3271"/>
                  </a:lnTo>
                  <a:lnTo>
                    <a:pt x="1972356" y="2964"/>
                  </a:lnTo>
                  <a:lnTo>
                    <a:pt x="1980214" y="2624"/>
                  </a:lnTo>
                  <a:lnTo>
                    <a:pt x="1988072" y="2263"/>
                  </a:lnTo>
                  <a:lnTo>
                    <a:pt x="1995930" y="1895"/>
                  </a:lnTo>
                  <a:lnTo>
                    <a:pt x="2003788" y="1524"/>
                  </a:lnTo>
                  <a:lnTo>
                    <a:pt x="2011646" y="1173"/>
                  </a:lnTo>
                  <a:lnTo>
                    <a:pt x="2019504" y="815"/>
                  </a:lnTo>
                  <a:lnTo>
                    <a:pt x="2027362" y="421"/>
                  </a:lnTo>
                  <a:lnTo>
                    <a:pt x="2035220" y="0"/>
                  </a:lnTo>
                  <a:lnTo>
                    <a:pt x="2035220" y="19531"/>
                  </a:lnTo>
                  <a:lnTo>
                    <a:pt x="2027362" y="19537"/>
                  </a:lnTo>
                  <a:lnTo>
                    <a:pt x="2019504" y="19543"/>
                  </a:lnTo>
                  <a:lnTo>
                    <a:pt x="2011646" y="19549"/>
                  </a:lnTo>
                  <a:lnTo>
                    <a:pt x="2003788" y="19556"/>
                  </a:lnTo>
                  <a:lnTo>
                    <a:pt x="1995930" y="19562"/>
                  </a:lnTo>
                  <a:lnTo>
                    <a:pt x="1988072" y="19568"/>
                  </a:lnTo>
                  <a:lnTo>
                    <a:pt x="1980214" y="19573"/>
                  </a:lnTo>
                  <a:lnTo>
                    <a:pt x="1972356" y="19579"/>
                  </a:lnTo>
                  <a:lnTo>
                    <a:pt x="1964498" y="19584"/>
                  </a:lnTo>
                  <a:lnTo>
                    <a:pt x="1956640" y="19589"/>
                  </a:lnTo>
                  <a:lnTo>
                    <a:pt x="1948782" y="19594"/>
                  </a:lnTo>
                  <a:lnTo>
                    <a:pt x="1940924" y="19599"/>
                  </a:lnTo>
                  <a:lnTo>
                    <a:pt x="1933066" y="19604"/>
                  </a:lnTo>
                  <a:lnTo>
                    <a:pt x="1925208" y="19608"/>
                  </a:lnTo>
                  <a:lnTo>
                    <a:pt x="1917350" y="19613"/>
                  </a:lnTo>
                  <a:lnTo>
                    <a:pt x="1909492" y="19618"/>
                  </a:lnTo>
                  <a:lnTo>
                    <a:pt x="1901634" y="19622"/>
                  </a:lnTo>
                  <a:lnTo>
                    <a:pt x="1893776" y="19627"/>
                  </a:lnTo>
                  <a:lnTo>
                    <a:pt x="1885918" y="19632"/>
                  </a:lnTo>
                  <a:lnTo>
                    <a:pt x="1878060" y="19636"/>
                  </a:lnTo>
                  <a:lnTo>
                    <a:pt x="1870202" y="19641"/>
                  </a:lnTo>
                  <a:lnTo>
                    <a:pt x="1862344" y="19646"/>
                  </a:lnTo>
                  <a:lnTo>
                    <a:pt x="1854486" y="19650"/>
                  </a:lnTo>
                  <a:lnTo>
                    <a:pt x="1846628" y="19655"/>
                  </a:lnTo>
                  <a:lnTo>
                    <a:pt x="1838770" y="19659"/>
                  </a:lnTo>
                  <a:lnTo>
                    <a:pt x="1830912" y="19665"/>
                  </a:lnTo>
                  <a:lnTo>
                    <a:pt x="1823054" y="19670"/>
                  </a:lnTo>
                  <a:lnTo>
                    <a:pt x="1815196" y="19676"/>
                  </a:lnTo>
                  <a:lnTo>
                    <a:pt x="1807338" y="19681"/>
                  </a:lnTo>
                  <a:lnTo>
                    <a:pt x="1799480" y="19687"/>
                  </a:lnTo>
                  <a:lnTo>
                    <a:pt x="1791622" y="19692"/>
                  </a:lnTo>
                  <a:lnTo>
                    <a:pt x="1783764" y="19697"/>
                  </a:lnTo>
                  <a:lnTo>
                    <a:pt x="1775906" y="19703"/>
                  </a:lnTo>
                  <a:lnTo>
                    <a:pt x="1768048" y="19708"/>
                  </a:lnTo>
                  <a:lnTo>
                    <a:pt x="1760190" y="19713"/>
                  </a:lnTo>
                  <a:lnTo>
                    <a:pt x="1752332" y="19718"/>
                  </a:lnTo>
                  <a:lnTo>
                    <a:pt x="1744474" y="19723"/>
                  </a:lnTo>
                  <a:lnTo>
                    <a:pt x="1736616" y="19729"/>
                  </a:lnTo>
                  <a:lnTo>
                    <a:pt x="1728758" y="19734"/>
                  </a:lnTo>
                  <a:lnTo>
                    <a:pt x="1720900" y="19739"/>
                  </a:lnTo>
                  <a:lnTo>
                    <a:pt x="1713042" y="19744"/>
                  </a:lnTo>
                  <a:lnTo>
                    <a:pt x="1705184" y="19749"/>
                  </a:lnTo>
                  <a:lnTo>
                    <a:pt x="1697326" y="19754"/>
                  </a:lnTo>
                  <a:lnTo>
                    <a:pt x="1689468" y="19759"/>
                  </a:lnTo>
                  <a:lnTo>
                    <a:pt x="1681610" y="19763"/>
                  </a:lnTo>
                  <a:lnTo>
                    <a:pt x="1673752" y="19768"/>
                  </a:lnTo>
                  <a:lnTo>
                    <a:pt x="1665894" y="19773"/>
                  </a:lnTo>
                  <a:lnTo>
                    <a:pt x="1658036" y="19778"/>
                  </a:lnTo>
                  <a:lnTo>
                    <a:pt x="1650178" y="19783"/>
                  </a:lnTo>
                  <a:lnTo>
                    <a:pt x="1642320" y="19787"/>
                  </a:lnTo>
                  <a:lnTo>
                    <a:pt x="1634462" y="19790"/>
                  </a:lnTo>
                  <a:lnTo>
                    <a:pt x="1626604" y="19794"/>
                  </a:lnTo>
                  <a:lnTo>
                    <a:pt x="1618746" y="19798"/>
                  </a:lnTo>
                  <a:lnTo>
                    <a:pt x="1610888" y="19802"/>
                  </a:lnTo>
                  <a:lnTo>
                    <a:pt x="1603030" y="19806"/>
                  </a:lnTo>
                  <a:lnTo>
                    <a:pt x="1595172" y="19809"/>
                  </a:lnTo>
                  <a:lnTo>
                    <a:pt x="1587314" y="19813"/>
                  </a:lnTo>
                  <a:lnTo>
                    <a:pt x="1579456" y="19817"/>
                  </a:lnTo>
                  <a:lnTo>
                    <a:pt x="1571598" y="19821"/>
                  </a:lnTo>
                  <a:lnTo>
                    <a:pt x="1563740" y="19824"/>
                  </a:lnTo>
                  <a:lnTo>
                    <a:pt x="1555882" y="19828"/>
                  </a:lnTo>
                  <a:lnTo>
                    <a:pt x="1548024" y="19832"/>
                  </a:lnTo>
                  <a:lnTo>
                    <a:pt x="1540166" y="19835"/>
                  </a:lnTo>
                  <a:lnTo>
                    <a:pt x="1532308" y="19839"/>
                  </a:lnTo>
                  <a:lnTo>
                    <a:pt x="1524450" y="19843"/>
                  </a:lnTo>
                  <a:lnTo>
                    <a:pt x="1516592" y="19846"/>
                  </a:lnTo>
                  <a:lnTo>
                    <a:pt x="1508734" y="19850"/>
                  </a:lnTo>
                  <a:lnTo>
                    <a:pt x="1500876" y="19854"/>
                  </a:lnTo>
                  <a:lnTo>
                    <a:pt x="1493018" y="19858"/>
                  </a:lnTo>
                  <a:lnTo>
                    <a:pt x="1485160" y="19863"/>
                  </a:lnTo>
                  <a:lnTo>
                    <a:pt x="1477302" y="19867"/>
                  </a:lnTo>
                  <a:lnTo>
                    <a:pt x="1469444" y="19872"/>
                  </a:lnTo>
                  <a:lnTo>
                    <a:pt x="1461586" y="19876"/>
                  </a:lnTo>
                  <a:lnTo>
                    <a:pt x="1453728" y="19880"/>
                  </a:lnTo>
                  <a:lnTo>
                    <a:pt x="1445870" y="19884"/>
                  </a:lnTo>
                  <a:lnTo>
                    <a:pt x="1438012" y="19889"/>
                  </a:lnTo>
                  <a:lnTo>
                    <a:pt x="1430154" y="19893"/>
                  </a:lnTo>
                  <a:lnTo>
                    <a:pt x="1422296" y="19897"/>
                  </a:lnTo>
                  <a:lnTo>
                    <a:pt x="1414438" y="19901"/>
                  </a:lnTo>
                  <a:lnTo>
                    <a:pt x="1406580" y="19905"/>
                  </a:lnTo>
                  <a:lnTo>
                    <a:pt x="1398722" y="19909"/>
                  </a:lnTo>
                  <a:lnTo>
                    <a:pt x="1390864" y="19913"/>
                  </a:lnTo>
                  <a:lnTo>
                    <a:pt x="1383006" y="19916"/>
                  </a:lnTo>
                  <a:lnTo>
                    <a:pt x="1375148" y="19920"/>
                  </a:lnTo>
                  <a:lnTo>
                    <a:pt x="1367290" y="19923"/>
                  </a:lnTo>
                  <a:lnTo>
                    <a:pt x="1359432" y="19927"/>
                  </a:lnTo>
                  <a:lnTo>
                    <a:pt x="1351574" y="19930"/>
                  </a:lnTo>
                  <a:lnTo>
                    <a:pt x="1343716" y="19933"/>
                  </a:lnTo>
                  <a:lnTo>
                    <a:pt x="1335858" y="19937"/>
                  </a:lnTo>
                  <a:lnTo>
                    <a:pt x="1328000" y="19940"/>
                  </a:lnTo>
                  <a:lnTo>
                    <a:pt x="1320142" y="19943"/>
                  </a:lnTo>
                  <a:lnTo>
                    <a:pt x="1312284" y="19947"/>
                  </a:lnTo>
                  <a:lnTo>
                    <a:pt x="1304426" y="19950"/>
                  </a:lnTo>
                  <a:lnTo>
                    <a:pt x="1296568" y="19953"/>
                  </a:lnTo>
                  <a:lnTo>
                    <a:pt x="1288710" y="19957"/>
                  </a:lnTo>
                  <a:lnTo>
                    <a:pt x="1280852" y="19960"/>
                  </a:lnTo>
                  <a:lnTo>
                    <a:pt x="1272994" y="19963"/>
                  </a:lnTo>
                  <a:lnTo>
                    <a:pt x="1265136" y="19966"/>
                  </a:lnTo>
                  <a:lnTo>
                    <a:pt x="1257278" y="19970"/>
                  </a:lnTo>
                  <a:lnTo>
                    <a:pt x="1249420" y="19973"/>
                  </a:lnTo>
                  <a:lnTo>
                    <a:pt x="1241562" y="19977"/>
                  </a:lnTo>
                  <a:lnTo>
                    <a:pt x="1233704" y="19981"/>
                  </a:lnTo>
                  <a:lnTo>
                    <a:pt x="1225846" y="19984"/>
                  </a:lnTo>
                  <a:lnTo>
                    <a:pt x="1217988" y="19988"/>
                  </a:lnTo>
                  <a:lnTo>
                    <a:pt x="1210130" y="19992"/>
                  </a:lnTo>
                  <a:lnTo>
                    <a:pt x="1202272" y="19995"/>
                  </a:lnTo>
                  <a:lnTo>
                    <a:pt x="1194414" y="19999"/>
                  </a:lnTo>
                  <a:lnTo>
                    <a:pt x="1186556" y="20002"/>
                  </a:lnTo>
                  <a:lnTo>
                    <a:pt x="1178698" y="20006"/>
                  </a:lnTo>
                  <a:lnTo>
                    <a:pt x="1170840" y="20009"/>
                  </a:lnTo>
                  <a:lnTo>
                    <a:pt x="1162982" y="20012"/>
                  </a:lnTo>
                  <a:lnTo>
                    <a:pt x="1155124" y="20014"/>
                  </a:lnTo>
                  <a:lnTo>
                    <a:pt x="1147266" y="20017"/>
                  </a:lnTo>
                  <a:lnTo>
                    <a:pt x="1139408" y="20020"/>
                  </a:lnTo>
                  <a:lnTo>
                    <a:pt x="1131550" y="20023"/>
                  </a:lnTo>
                  <a:lnTo>
                    <a:pt x="1123692" y="20026"/>
                  </a:lnTo>
                  <a:lnTo>
                    <a:pt x="1115834" y="20029"/>
                  </a:lnTo>
                  <a:lnTo>
                    <a:pt x="1107976" y="20032"/>
                  </a:lnTo>
                  <a:lnTo>
                    <a:pt x="1100118" y="20035"/>
                  </a:lnTo>
                  <a:lnTo>
                    <a:pt x="1092260" y="20038"/>
                  </a:lnTo>
                  <a:lnTo>
                    <a:pt x="1084402" y="20041"/>
                  </a:lnTo>
                  <a:lnTo>
                    <a:pt x="1076544" y="20044"/>
                  </a:lnTo>
                  <a:lnTo>
                    <a:pt x="1068686" y="20047"/>
                  </a:lnTo>
                  <a:lnTo>
                    <a:pt x="1060828" y="20051"/>
                  </a:lnTo>
                  <a:lnTo>
                    <a:pt x="1052970" y="20054"/>
                  </a:lnTo>
                  <a:lnTo>
                    <a:pt x="1045112" y="20056"/>
                  </a:lnTo>
                  <a:lnTo>
                    <a:pt x="1037254" y="20059"/>
                  </a:lnTo>
                  <a:lnTo>
                    <a:pt x="1029397" y="20062"/>
                  </a:lnTo>
                  <a:lnTo>
                    <a:pt x="1021539" y="20065"/>
                  </a:lnTo>
                  <a:lnTo>
                    <a:pt x="1013681" y="20067"/>
                  </a:lnTo>
                  <a:lnTo>
                    <a:pt x="1005823" y="20070"/>
                  </a:lnTo>
                  <a:lnTo>
                    <a:pt x="997965" y="20073"/>
                  </a:lnTo>
                  <a:lnTo>
                    <a:pt x="990107" y="20075"/>
                  </a:lnTo>
                  <a:lnTo>
                    <a:pt x="982249" y="20078"/>
                  </a:lnTo>
                  <a:lnTo>
                    <a:pt x="974391" y="20081"/>
                  </a:lnTo>
                  <a:lnTo>
                    <a:pt x="966533" y="20083"/>
                  </a:lnTo>
                  <a:lnTo>
                    <a:pt x="958675" y="20086"/>
                  </a:lnTo>
                  <a:lnTo>
                    <a:pt x="950817" y="20089"/>
                  </a:lnTo>
                  <a:lnTo>
                    <a:pt x="942959" y="20091"/>
                  </a:lnTo>
                  <a:lnTo>
                    <a:pt x="935101" y="20094"/>
                  </a:lnTo>
                  <a:lnTo>
                    <a:pt x="927243" y="20096"/>
                  </a:lnTo>
                  <a:lnTo>
                    <a:pt x="919385" y="20099"/>
                  </a:lnTo>
                  <a:lnTo>
                    <a:pt x="911527" y="20101"/>
                  </a:lnTo>
                  <a:lnTo>
                    <a:pt x="903669" y="20104"/>
                  </a:lnTo>
                  <a:lnTo>
                    <a:pt x="895811" y="20106"/>
                  </a:lnTo>
                  <a:lnTo>
                    <a:pt x="887953" y="20109"/>
                  </a:lnTo>
                  <a:lnTo>
                    <a:pt x="880095" y="20111"/>
                  </a:lnTo>
                  <a:lnTo>
                    <a:pt x="872237" y="20114"/>
                  </a:lnTo>
                  <a:lnTo>
                    <a:pt x="864379" y="20116"/>
                  </a:lnTo>
                  <a:lnTo>
                    <a:pt x="856521" y="20119"/>
                  </a:lnTo>
                  <a:lnTo>
                    <a:pt x="848663" y="20121"/>
                  </a:lnTo>
                  <a:lnTo>
                    <a:pt x="840805" y="20124"/>
                  </a:lnTo>
                  <a:lnTo>
                    <a:pt x="832947" y="20126"/>
                  </a:lnTo>
                  <a:lnTo>
                    <a:pt x="825089" y="20129"/>
                  </a:lnTo>
                  <a:lnTo>
                    <a:pt x="817231" y="20131"/>
                  </a:lnTo>
                  <a:lnTo>
                    <a:pt x="809373" y="20134"/>
                  </a:lnTo>
                  <a:lnTo>
                    <a:pt x="801515" y="20136"/>
                  </a:lnTo>
                  <a:lnTo>
                    <a:pt x="793657" y="20138"/>
                  </a:lnTo>
                  <a:lnTo>
                    <a:pt x="785799" y="20141"/>
                  </a:lnTo>
                  <a:lnTo>
                    <a:pt x="777941" y="20143"/>
                  </a:lnTo>
                  <a:lnTo>
                    <a:pt x="770083" y="20146"/>
                  </a:lnTo>
                  <a:lnTo>
                    <a:pt x="762225" y="20148"/>
                  </a:lnTo>
                  <a:lnTo>
                    <a:pt x="754367" y="20150"/>
                  </a:lnTo>
                  <a:lnTo>
                    <a:pt x="746509" y="20153"/>
                  </a:lnTo>
                  <a:lnTo>
                    <a:pt x="738651" y="20155"/>
                  </a:lnTo>
                  <a:lnTo>
                    <a:pt x="730793" y="20157"/>
                  </a:lnTo>
                  <a:lnTo>
                    <a:pt x="722935" y="20159"/>
                  </a:lnTo>
                  <a:lnTo>
                    <a:pt x="715077" y="20161"/>
                  </a:lnTo>
                  <a:lnTo>
                    <a:pt x="707219" y="20164"/>
                  </a:lnTo>
                  <a:lnTo>
                    <a:pt x="699361" y="20166"/>
                  </a:lnTo>
                  <a:lnTo>
                    <a:pt x="691503" y="20168"/>
                  </a:lnTo>
                  <a:lnTo>
                    <a:pt x="683645" y="20170"/>
                  </a:lnTo>
                  <a:lnTo>
                    <a:pt x="675787" y="20172"/>
                  </a:lnTo>
                  <a:lnTo>
                    <a:pt x="667929" y="20174"/>
                  </a:lnTo>
                  <a:lnTo>
                    <a:pt x="660071" y="20177"/>
                  </a:lnTo>
                  <a:lnTo>
                    <a:pt x="652213" y="20179"/>
                  </a:lnTo>
                  <a:lnTo>
                    <a:pt x="644355" y="20181"/>
                  </a:lnTo>
                  <a:lnTo>
                    <a:pt x="636497" y="20183"/>
                  </a:lnTo>
                  <a:lnTo>
                    <a:pt x="628639" y="20185"/>
                  </a:lnTo>
                  <a:lnTo>
                    <a:pt x="620781" y="20187"/>
                  </a:lnTo>
                  <a:lnTo>
                    <a:pt x="612923" y="20189"/>
                  </a:lnTo>
                  <a:lnTo>
                    <a:pt x="605065" y="20191"/>
                  </a:lnTo>
                  <a:lnTo>
                    <a:pt x="597207" y="20193"/>
                  </a:lnTo>
                  <a:lnTo>
                    <a:pt x="589349" y="20195"/>
                  </a:lnTo>
                  <a:lnTo>
                    <a:pt x="581491" y="20197"/>
                  </a:lnTo>
                  <a:lnTo>
                    <a:pt x="573633" y="20199"/>
                  </a:lnTo>
                  <a:lnTo>
                    <a:pt x="565775" y="20201"/>
                  </a:lnTo>
                  <a:lnTo>
                    <a:pt x="557917" y="20203"/>
                  </a:lnTo>
                  <a:lnTo>
                    <a:pt x="550059" y="20205"/>
                  </a:lnTo>
                  <a:lnTo>
                    <a:pt x="542201" y="20207"/>
                  </a:lnTo>
                  <a:lnTo>
                    <a:pt x="534343" y="20209"/>
                  </a:lnTo>
                  <a:lnTo>
                    <a:pt x="526485" y="20211"/>
                  </a:lnTo>
                  <a:lnTo>
                    <a:pt x="518627" y="20213"/>
                  </a:lnTo>
                  <a:lnTo>
                    <a:pt x="510769" y="20215"/>
                  </a:lnTo>
                  <a:lnTo>
                    <a:pt x="502911" y="20217"/>
                  </a:lnTo>
                  <a:lnTo>
                    <a:pt x="495053" y="20219"/>
                  </a:lnTo>
                  <a:lnTo>
                    <a:pt x="487195" y="20221"/>
                  </a:lnTo>
                  <a:lnTo>
                    <a:pt x="479337" y="20222"/>
                  </a:lnTo>
                  <a:lnTo>
                    <a:pt x="471479" y="20224"/>
                  </a:lnTo>
                  <a:lnTo>
                    <a:pt x="463621" y="20226"/>
                  </a:lnTo>
                  <a:lnTo>
                    <a:pt x="455763" y="20228"/>
                  </a:lnTo>
                  <a:lnTo>
                    <a:pt x="447905" y="20230"/>
                  </a:lnTo>
                  <a:lnTo>
                    <a:pt x="440047" y="20231"/>
                  </a:lnTo>
                  <a:lnTo>
                    <a:pt x="432189" y="20237"/>
                  </a:lnTo>
                  <a:lnTo>
                    <a:pt x="424331" y="20247"/>
                  </a:lnTo>
                  <a:lnTo>
                    <a:pt x="416473" y="20256"/>
                  </a:lnTo>
                  <a:lnTo>
                    <a:pt x="408615" y="20265"/>
                  </a:lnTo>
                  <a:lnTo>
                    <a:pt x="400757" y="20274"/>
                  </a:lnTo>
                  <a:lnTo>
                    <a:pt x="392899" y="20283"/>
                  </a:lnTo>
                  <a:lnTo>
                    <a:pt x="385041" y="20292"/>
                  </a:lnTo>
                  <a:lnTo>
                    <a:pt x="377183" y="20301"/>
                  </a:lnTo>
                  <a:lnTo>
                    <a:pt x="369325" y="20310"/>
                  </a:lnTo>
                  <a:lnTo>
                    <a:pt x="361467" y="20318"/>
                  </a:lnTo>
                  <a:lnTo>
                    <a:pt x="353609" y="20327"/>
                  </a:lnTo>
                  <a:lnTo>
                    <a:pt x="345751" y="20335"/>
                  </a:lnTo>
                  <a:lnTo>
                    <a:pt x="337893" y="20343"/>
                  </a:lnTo>
                  <a:lnTo>
                    <a:pt x="330035" y="20351"/>
                  </a:lnTo>
                  <a:lnTo>
                    <a:pt x="322177" y="20359"/>
                  </a:lnTo>
                  <a:lnTo>
                    <a:pt x="314319" y="20366"/>
                  </a:lnTo>
                  <a:lnTo>
                    <a:pt x="306461" y="20374"/>
                  </a:lnTo>
                  <a:lnTo>
                    <a:pt x="298603" y="20381"/>
                  </a:lnTo>
                  <a:lnTo>
                    <a:pt x="290745" y="20389"/>
                  </a:lnTo>
                  <a:lnTo>
                    <a:pt x="282887" y="20396"/>
                  </a:lnTo>
                  <a:lnTo>
                    <a:pt x="275029" y="20403"/>
                  </a:lnTo>
                  <a:lnTo>
                    <a:pt x="267171" y="20409"/>
                  </a:lnTo>
                  <a:lnTo>
                    <a:pt x="259313" y="20416"/>
                  </a:lnTo>
                  <a:lnTo>
                    <a:pt x="251455" y="20423"/>
                  </a:lnTo>
                  <a:lnTo>
                    <a:pt x="243597" y="20429"/>
                  </a:lnTo>
                  <a:lnTo>
                    <a:pt x="235739" y="20436"/>
                  </a:lnTo>
                  <a:lnTo>
                    <a:pt x="227881" y="20442"/>
                  </a:lnTo>
                  <a:lnTo>
                    <a:pt x="220023" y="20448"/>
                  </a:lnTo>
                  <a:lnTo>
                    <a:pt x="212165" y="20455"/>
                  </a:lnTo>
                  <a:lnTo>
                    <a:pt x="204307" y="20461"/>
                  </a:lnTo>
                  <a:lnTo>
                    <a:pt x="196449" y="20467"/>
                  </a:lnTo>
                  <a:lnTo>
                    <a:pt x="188591" y="20473"/>
                  </a:lnTo>
                  <a:lnTo>
                    <a:pt x="180733" y="20480"/>
                  </a:lnTo>
                  <a:lnTo>
                    <a:pt x="172875" y="20486"/>
                  </a:lnTo>
                  <a:lnTo>
                    <a:pt x="165017" y="20492"/>
                  </a:lnTo>
                  <a:lnTo>
                    <a:pt x="157159" y="20498"/>
                  </a:lnTo>
                  <a:lnTo>
                    <a:pt x="149301" y="20503"/>
                  </a:lnTo>
                  <a:lnTo>
                    <a:pt x="141443" y="20509"/>
                  </a:lnTo>
                  <a:lnTo>
                    <a:pt x="133585" y="20514"/>
                  </a:lnTo>
                  <a:lnTo>
                    <a:pt x="125727" y="20519"/>
                  </a:lnTo>
                  <a:lnTo>
                    <a:pt x="117869" y="20524"/>
                  </a:lnTo>
                  <a:lnTo>
                    <a:pt x="110011" y="20529"/>
                  </a:lnTo>
                  <a:lnTo>
                    <a:pt x="102153" y="20534"/>
                  </a:lnTo>
                  <a:lnTo>
                    <a:pt x="94295" y="20539"/>
                  </a:lnTo>
                  <a:lnTo>
                    <a:pt x="86437" y="20543"/>
                  </a:lnTo>
                  <a:lnTo>
                    <a:pt x="78579" y="20548"/>
                  </a:lnTo>
                  <a:lnTo>
                    <a:pt x="70721" y="20553"/>
                  </a:lnTo>
                  <a:lnTo>
                    <a:pt x="62863" y="20557"/>
                  </a:lnTo>
                  <a:lnTo>
                    <a:pt x="55005" y="20562"/>
                  </a:lnTo>
                  <a:lnTo>
                    <a:pt x="47147" y="20566"/>
                  </a:lnTo>
                  <a:lnTo>
                    <a:pt x="39289" y="20571"/>
                  </a:lnTo>
                  <a:lnTo>
                    <a:pt x="31431" y="20575"/>
                  </a:lnTo>
                  <a:lnTo>
                    <a:pt x="23573" y="20580"/>
                  </a:lnTo>
                  <a:lnTo>
                    <a:pt x="15715" y="20584"/>
                  </a:lnTo>
                  <a:lnTo>
                    <a:pt x="7857" y="20588"/>
                  </a:lnTo>
                  <a:lnTo>
                    <a:pt x="0" y="20592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3608036" y="4818828"/>
              <a:ext cx="2035220" cy="20316"/>
            </a:xfrm>
            <a:custGeom>
              <a:avLst/>
              <a:pathLst>
                <a:path w="2035220" h="20316">
                  <a:moveTo>
                    <a:pt x="0" y="20316"/>
                  </a:moveTo>
                  <a:lnTo>
                    <a:pt x="7857" y="20314"/>
                  </a:lnTo>
                  <a:lnTo>
                    <a:pt x="15715" y="20313"/>
                  </a:lnTo>
                  <a:lnTo>
                    <a:pt x="23573" y="20312"/>
                  </a:lnTo>
                  <a:lnTo>
                    <a:pt x="31431" y="20310"/>
                  </a:lnTo>
                  <a:lnTo>
                    <a:pt x="39289" y="20309"/>
                  </a:lnTo>
                  <a:lnTo>
                    <a:pt x="47147" y="20308"/>
                  </a:lnTo>
                  <a:lnTo>
                    <a:pt x="55005" y="20306"/>
                  </a:lnTo>
                  <a:lnTo>
                    <a:pt x="62863" y="20305"/>
                  </a:lnTo>
                  <a:lnTo>
                    <a:pt x="70721" y="20303"/>
                  </a:lnTo>
                  <a:lnTo>
                    <a:pt x="78579" y="20302"/>
                  </a:lnTo>
                  <a:lnTo>
                    <a:pt x="86437" y="20301"/>
                  </a:lnTo>
                  <a:lnTo>
                    <a:pt x="94295" y="20299"/>
                  </a:lnTo>
                  <a:lnTo>
                    <a:pt x="102153" y="20298"/>
                  </a:lnTo>
                  <a:lnTo>
                    <a:pt x="110011" y="20297"/>
                  </a:lnTo>
                  <a:lnTo>
                    <a:pt x="117869" y="20295"/>
                  </a:lnTo>
                  <a:lnTo>
                    <a:pt x="125727" y="20294"/>
                  </a:lnTo>
                  <a:lnTo>
                    <a:pt x="133585" y="20292"/>
                  </a:lnTo>
                  <a:lnTo>
                    <a:pt x="141443" y="20291"/>
                  </a:lnTo>
                  <a:lnTo>
                    <a:pt x="149301" y="20290"/>
                  </a:lnTo>
                  <a:lnTo>
                    <a:pt x="157159" y="20288"/>
                  </a:lnTo>
                  <a:lnTo>
                    <a:pt x="165017" y="20287"/>
                  </a:lnTo>
                  <a:lnTo>
                    <a:pt x="172875" y="20285"/>
                  </a:lnTo>
                  <a:lnTo>
                    <a:pt x="180733" y="20284"/>
                  </a:lnTo>
                  <a:lnTo>
                    <a:pt x="188591" y="20282"/>
                  </a:lnTo>
                  <a:lnTo>
                    <a:pt x="196449" y="20281"/>
                  </a:lnTo>
                  <a:lnTo>
                    <a:pt x="204307" y="20279"/>
                  </a:lnTo>
                  <a:lnTo>
                    <a:pt x="212165" y="20278"/>
                  </a:lnTo>
                  <a:lnTo>
                    <a:pt x="220023" y="20276"/>
                  </a:lnTo>
                  <a:lnTo>
                    <a:pt x="227881" y="20275"/>
                  </a:lnTo>
                  <a:lnTo>
                    <a:pt x="235739" y="20273"/>
                  </a:lnTo>
                  <a:lnTo>
                    <a:pt x="243597" y="20272"/>
                  </a:lnTo>
                  <a:lnTo>
                    <a:pt x="251455" y="20270"/>
                  </a:lnTo>
                  <a:lnTo>
                    <a:pt x="259313" y="20269"/>
                  </a:lnTo>
                  <a:lnTo>
                    <a:pt x="267171" y="20267"/>
                  </a:lnTo>
                  <a:lnTo>
                    <a:pt x="275029" y="20266"/>
                  </a:lnTo>
                  <a:lnTo>
                    <a:pt x="282887" y="20264"/>
                  </a:lnTo>
                  <a:lnTo>
                    <a:pt x="290745" y="20263"/>
                  </a:lnTo>
                  <a:lnTo>
                    <a:pt x="298603" y="20261"/>
                  </a:lnTo>
                  <a:lnTo>
                    <a:pt x="306461" y="20260"/>
                  </a:lnTo>
                  <a:lnTo>
                    <a:pt x="314319" y="20258"/>
                  </a:lnTo>
                  <a:lnTo>
                    <a:pt x="322177" y="20256"/>
                  </a:lnTo>
                  <a:lnTo>
                    <a:pt x="330035" y="20255"/>
                  </a:lnTo>
                  <a:lnTo>
                    <a:pt x="337893" y="20253"/>
                  </a:lnTo>
                  <a:lnTo>
                    <a:pt x="345751" y="20252"/>
                  </a:lnTo>
                  <a:lnTo>
                    <a:pt x="353609" y="20250"/>
                  </a:lnTo>
                  <a:lnTo>
                    <a:pt x="361467" y="20248"/>
                  </a:lnTo>
                  <a:lnTo>
                    <a:pt x="369325" y="20247"/>
                  </a:lnTo>
                  <a:lnTo>
                    <a:pt x="377183" y="20245"/>
                  </a:lnTo>
                  <a:lnTo>
                    <a:pt x="385041" y="20243"/>
                  </a:lnTo>
                  <a:lnTo>
                    <a:pt x="392899" y="20242"/>
                  </a:lnTo>
                  <a:lnTo>
                    <a:pt x="400757" y="20240"/>
                  </a:lnTo>
                  <a:lnTo>
                    <a:pt x="408615" y="20238"/>
                  </a:lnTo>
                  <a:lnTo>
                    <a:pt x="416473" y="20236"/>
                  </a:lnTo>
                  <a:lnTo>
                    <a:pt x="424331" y="20235"/>
                  </a:lnTo>
                  <a:lnTo>
                    <a:pt x="432189" y="20233"/>
                  </a:lnTo>
                  <a:lnTo>
                    <a:pt x="440047" y="20228"/>
                  </a:lnTo>
                  <a:lnTo>
                    <a:pt x="447905" y="20218"/>
                  </a:lnTo>
                  <a:lnTo>
                    <a:pt x="455763" y="20208"/>
                  </a:lnTo>
                  <a:lnTo>
                    <a:pt x="463621" y="20198"/>
                  </a:lnTo>
                  <a:lnTo>
                    <a:pt x="471479" y="20187"/>
                  </a:lnTo>
                  <a:lnTo>
                    <a:pt x="479337" y="20177"/>
                  </a:lnTo>
                  <a:lnTo>
                    <a:pt x="487195" y="20166"/>
                  </a:lnTo>
                  <a:lnTo>
                    <a:pt x="495053" y="20155"/>
                  </a:lnTo>
                  <a:lnTo>
                    <a:pt x="502911" y="20144"/>
                  </a:lnTo>
                  <a:lnTo>
                    <a:pt x="510769" y="20132"/>
                  </a:lnTo>
                  <a:lnTo>
                    <a:pt x="518627" y="20121"/>
                  </a:lnTo>
                  <a:lnTo>
                    <a:pt x="526485" y="20109"/>
                  </a:lnTo>
                  <a:lnTo>
                    <a:pt x="534343" y="20097"/>
                  </a:lnTo>
                  <a:lnTo>
                    <a:pt x="542201" y="20085"/>
                  </a:lnTo>
                  <a:lnTo>
                    <a:pt x="550059" y="20072"/>
                  </a:lnTo>
                  <a:lnTo>
                    <a:pt x="557917" y="20060"/>
                  </a:lnTo>
                  <a:lnTo>
                    <a:pt x="565775" y="20047"/>
                  </a:lnTo>
                  <a:lnTo>
                    <a:pt x="573633" y="20034"/>
                  </a:lnTo>
                  <a:lnTo>
                    <a:pt x="581491" y="20021"/>
                  </a:lnTo>
                  <a:lnTo>
                    <a:pt x="589349" y="20008"/>
                  </a:lnTo>
                  <a:lnTo>
                    <a:pt x="597207" y="19994"/>
                  </a:lnTo>
                  <a:lnTo>
                    <a:pt x="605065" y="19980"/>
                  </a:lnTo>
                  <a:lnTo>
                    <a:pt x="612923" y="19966"/>
                  </a:lnTo>
                  <a:lnTo>
                    <a:pt x="620781" y="19952"/>
                  </a:lnTo>
                  <a:lnTo>
                    <a:pt x="628639" y="19938"/>
                  </a:lnTo>
                  <a:lnTo>
                    <a:pt x="636497" y="19923"/>
                  </a:lnTo>
                  <a:lnTo>
                    <a:pt x="644355" y="19908"/>
                  </a:lnTo>
                  <a:lnTo>
                    <a:pt x="652213" y="19893"/>
                  </a:lnTo>
                  <a:lnTo>
                    <a:pt x="660071" y="19878"/>
                  </a:lnTo>
                  <a:lnTo>
                    <a:pt x="667929" y="19862"/>
                  </a:lnTo>
                  <a:lnTo>
                    <a:pt x="675787" y="19846"/>
                  </a:lnTo>
                  <a:lnTo>
                    <a:pt x="683645" y="19831"/>
                  </a:lnTo>
                  <a:lnTo>
                    <a:pt x="691503" y="19814"/>
                  </a:lnTo>
                  <a:lnTo>
                    <a:pt x="699361" y="19797"/>
                  </a:lnTo>
                  <a:lnTo>
                    <a:pt x="707219" y="19780"/>
                  </a:lnTo>
                  <a:lnTo>
                    <a:pt x="715077" y="19763"/>
                  </a:lnTo>
                  <a:lnTo>
                    <a:pt x="722935" y="19745"/>
                  </a:lnTo>
                  <a:lnTo>
                    <a:pt x="730793" y="19728"/>
                  </a:lnTo>
                  <a:lnTo>
                    <a:pt x="738651" y="19710"/>
                  </a:lnTo>
                  <a:lnTo>
                    <a:pt x="746509" y="19691"/>
                  </a:lnTo>
                  <a:lnTo>
                    <a:pt x="754367" y="19673"/>
                  </a:lnTo>
                  <a:lnTo>
                    <a:pt x="762225" y="19654"/>
                  </a:lnTo>
                  <a:lnTo>
                    <a:pt x="770083" y="19635"/>
                  </a:lnTo>
                  <a:lnTo>
                    <a:pt x="777941" y="19615"/>
                  </a:lnTo>
                  <a:lnTo>
                    <a:pt x="785799" y="19594"/>
                  </a:lnTo>
                  <a:lnTo>
                    <a:pt x="793657" y="19572"/>
                  </a:lnTo>
                  <a:lnTo>
                    <a:pt x="801515" y="19550"/>
                  </a:lnTo>
                  <a:lnTo>
                    <a:pt x="809373" y="19530"/>
                  </a:lnTo>
                  <a:lnTo>
                    <a:pt x="817231" y="19508"/>
                  </a:lnTo>
                  <a:lnTo>
                    <a:pt x="825089" y="19486"/>
                  </a:lnTo>
                  <a:lnTo>
                    <a:pt x="832947" y="19464"/>
                  </a:lnTo>
                  <a:lnTo>
                    <a:pt x="840805" y="19442"/>
                  </a:lnTo>
                  <a:lnTo>
                    <a:pt x="848663" y="19419"/>
                  </a:lnTo>
                  <a:lnTo>
                    <a:pt x="856521" y="19397"/>
                  </a:lnTo>
                  <a:lnTo>
                    <a:pt x="864379" y="19373"/>
                  </a:lnTo>
                  <a:lnTo>
                    <a:pt x="872237" y="19350"/>
                  </a:lnTo>
                  <a:lnTo>
                    <a:pt x="880095" y="19326"/>
                  </a:lnTo>
                  <a:lnTo>
                    <a:pt x="887953" y="19301"/>
                  </a:lnTo>
                  <a:lnTo>
                    <a:pt x="895811" y="19276"/>
                  </a:lnTo>
                  <a:lnTo>
                    <a:pt x="903669" y="19250"/>
                  </a:lnTo>
                  <a:lnTo>
                    <a:pt x="911527" y="19223"/>
                  </a:lnTo>
                  <a:lnTo>
                    <a:pt x="919385" y="19196"/>
                  </a:lnTo>
                  <a:lnTo>
                    <a:pt x="927243" y="19168"/>
                  </a:lnTo>
                  <a:lnTo>
                    <a:pt x="935101" y="19139"/>
                  </a:lnTo>
                  <a:lnTo>
                    <a:pt x="942959" y="19110"/>
                  </a:lnTo>
                  <a:lnTo>
                    <a:pt x="950817" y="19081"/>
                  </a:lnTo>
                  <a:lnTo>
                    <a:pt x="958675" y="19051"/>
                  </a:lnTo>
                  <a:lnTo>
                    <a:pt x="966533" y="19020"/>
                  </a:lnTo>
                  <a:lnTo>
                    <a:pt x="974391" y="18989"/>
                  </a:lnTo>
                  <a:lnTo>
                    <a:pt x="982249" y="18958"/>
                  </a:lnTo>
                  <a:lnTo>
                    <a:pt x="990107" y="18926"/>
                  </a:lnTo>
                  <a:lnTo>
                    <a:pt x="997965" y="18896"/>
                  </a:lnTo>
                  <a:lnTo>
                    <a:pt x="1005823" y="18862"/>
                  </a:lnTo>
                  <a:lnTo>
                    <a:pt x="1013681" y="18826"/>
                  </a:lnTo>
                  <a:lnTo>
                    <a:pt x="1021539" y="18795"/>
                  </a:lnTo>
                  <a:lnTo>
                    <a:pt x="1029397" y="18760"/>
                  </a:lnTo>
                  <a:lnTo>
                    <a:pt x="1037254" y="18727"/>
                  </a:lnTo>
                  <a:lnTo>
                    <a:pt x="1045112" y="18697"/>
                  </a:lnTo>
                  <a:lnTo>
                    <a:pt x="1052970" y="18659"/>
                  </a:lnTo>
                  <a:lnTo>
                    <a:pt x="1060828" y="18622"/>
                  </a:lnTo>
                  <a:lnTo>
                    <a:pt x="1068686" y="18586"/>
                  </a:lnTo>
                  <a:lnTo>
                    <a:pt x="1076544" y="18546"/>
                  </a:lnTo>
                  <a:lnTo>
                    <a:pt x="1084402" y="18507"/>
                  </a:lnTo>
                  <a:lnTo>
                    <a:pt x="1092260" y="18466"/>
                  </a:lnTo>
                  <a:lnTo>
                    <a:pt x="1100118" y="18425"/>
                  </a:lnTo>
                  <a:lnTo>
                    <a:pt x="1107976" y="18383"/>
                  </a:lnTo>
                  <a:lnTo>
                    <a:pt x="1115834" y="18340"/>
                  </a:lnTo>
                  <a:lnTo>
                    <a:pt x="1123692" y="18297"/>
                  </a:lnTo>
                  <a:lnTo>
                    <a:pt x="1131550" y="18252"/>
                  </a:lnTo>
                  <a:lnTo>
                    <a:pt x="1139408" y="18207"/>
                  </a:lnTo>
                  <a:lnTo>
                    <a:pt x="1147266" y="18161"/>
                  </a:lnTo>
                  <a:lnTo>
                    <a:pt x="1155124" y="18114"/>
                  </a:lnTo>
                  <a:lnTo>
                    <a:pt x="1162982" y="18067"/>
                  </a:lnTo>
                  <a:lnTo>
                    <a:pt x="1170840" y="18018"/>
                  </a:lnTo>
                  <a:lnTo>
                    <a:pt x="1178698" y="17969"/>
                  </a:lnTo>
                  <a:lnTo>
                    <a:pt x="1186556" y="17919"/>
                  </a:lnTo>
                  <a:lnTo>
                    <a:pt x="1194414" y="17868"/>
                  </a:lnTo>
                  <a:lnTo>
                    <a:pt x="1202272" y="17816"/>
                  </a:lnTo>
                  <a:lnTo>
                    <a:pt x="1210130" y="17763"/>
                  </a:lnTo>
                  <a:lnTo>
                    <a:pt x="1217988" y="17709"/>
                  </a:lnTo>
                  <a:lnTo>
                    <a:pt x="1225846" y="17654"/>
                  </a:lnTo>
                  <a:lnTo>
                    <a:pt x="1233704" y="17596"/>
                  </a:lnTo>
                  <a:lnTo>
                    <a:pt x="1241562" y="17536"/>
                  </a:lnTo>
                  <a:lnTo>
                    <a:pt x="1249420" y="17475"/>
                  </a:lnTo>
                  <a:lnTo>
                    <a:pt x="1257278" y="17413"/>
                  </a:lnTo>
                  <a:lnTo>
                    <a:pt x="1265136" y="17350"/>
                  </a:lnTo>
                  <a:lnTo>
                    <a:pt x="1272994" y="17290"/>
                  </a:lnTo>
                  <a:lnTo>
                    <a:pt x="1280852" y="17225"/>
                  </a:lnTo>
                  <a:lnTo>
                    <a:pt x="1288710" y="17162"/>
                  </a:lnTo>
                  <a:lnTo>
                    <a:pt x="1296568" y="17101"/>
                  </a:lnTo>
                  <a:lnTo>
                    <a:pt x="1304426" y="17038"/>
                  </a:lnTo>
                  <a:lnTo>
                    <a:pt x="1312284" y="16969"/>
                  </a:lnTo>
                  <a:lnTo>
                    <a:pt x="1320142" y="16899"/>
                  </a:lnTo>
                  <a:lnTo>
                    <a:pt x="1328000" y="16828"/>
                  </a:lnTo>
                  <a:lnTo>
                    <a:pt x="1335858" y="16756"/>
                  </a:lnTo>
                  <a:lnTo>
                    <a:pt x="1343716" y="16676"/>
                  </a:lnTo>
                  <a:lnTo>
                    <a:pt x="1351574" y="16611"/>
                  </a:lnTo>
                  <a:lnTo>
                    <a:pt x="1359432" y="16543"/>
                  </a:lnTo>
                  <a:lnTo>
                    <a:pt x="1367290" y="16465"/>
                  </a:lnTo>
                  <a:lnTo>
                    <a:pt x="1375148" y="16387"/>
                  </a:lnTo>
                  <a:lnTo>
                    <a:pt x="1383006" y="16309"/>
                  </a:lnTo>
                  <a:lnTo>
                    <a:pt x="1390864" y="16230"/>
                  </a:lnTo>
                  <a:lnTo>
                    <a:pt x="1398722" y="16149"/>
                  </a:lnTo>
                  <a:lnTo>
                    <a:pt x="1406580" y="16065"/>
                  </a:lnTo>
                  <a:lnTo>
                    <a:pt x="1414438" y="15982"/>
                  </a:lnTo>
                  <a:lnTo>
                    <a:pt x="1422296" y="15891"/>
                  </a:lnTo>
                  <a:lnTo>
                    <a:pt x="1430154" y="15797"/>
                  </a:lnTo>
                  <a:lnTo>
                    <a:pt x="1438012" y="15713"/>
                  </a:lnTo>
                  <a:lnTo>
                    <a:pt x="1445870" y="15627"/>
                  </a:lnTo>
                  <a:lnTo>
                    <a:pt x="1453728" y="15539"/>
                  </a:lnTo>
                  <a:lnTo>
                    <a:pt x="1461586" y="15447"/>
                  </a:lnTo>
                  <a:lnTo>
                    <a:pt x="1469444" y="15352"/>
                  </a:lnTo>
                  <a:lnTo>
                    <a:pt x="1477302" y="15256"/>
                  </a:lnTo>
                  <a:lnTo>
                    <a:pt x="1485160" y="15158"/>
                  </a:lnTo>
                  <a:lnTo>
                    <a:pt x="1493018" y="15057"/>
                  </a:lnTo>
                  <a:lnTo>
                    <a:pt x="1500876" y="14955"/>
                  </a:lnTo>
                  <a:lnTo>
                    <a:pt x="1508734" y="14852"/>
                  </a:lnTo>
                  <a:lnTo>
                    <a:pt x="1516592" y="14746"/>
                  </a:lnTo>
                  <a:lnTo>
                    <a:pt x="1524450" y="14639"/>
                  </a:lnTo>
                  <a:lnTo>
                    <a:pt x="1532308" y="14525"/>
                  </a:lnTo>
                  <a:lnTo>
                    <a:pt x="1540166" y="14411"/>
                  </a:lnTo>
                  <a:lnTo>
                    <a:pt x="1548024" y="14297"/>
                  </a:lnTo>
                  <a:lnTo>
                    <a:pt x="1555882" y="14180"/>
                  </a:lnTo>
                  <a:lnTo>
                    <a:pt x="1563740" y="14061"/>
                  </a:lnTo>
                  <a:lnTo>
                    <a:pt x="1571598" y="13940"/>
                  </a:lnTo>
                  <a:lnTo>
                    <a:pt x="1579456" y="13817"/>
                  </a:lnTo>
                  <a:lnTo>
                    <a:pt x="1587314" y="13691"/>
                  </a:lnTo>
                  <a:lnTo>
                    <a:pt x="1595172" y="13564"/>
                  </a:lnTo>
                  <a:lnTo>
                    <a:pt x="1603030" y="13432"/>
                  </a:lnTo>
                  <a:lnTo>
                    <a:pt x="1610888" y="13291"/>
                  </a:lnTo>
                  <a:lnTo>
                    <a:pt x="1618746" y="13147"/>
                  </a:lnTo>
                  <a:lnTo>
                    <a:pt x="1626604" y="13001"/>
                  </a:lnTo>
                  <a:lnTo>
                    <a:pt x="1634462" y="12850"/>
                  </a:lnTo>
                  <a:lnTo>
                    <a:pt x="1642320" y="12713"/>
                  </a:lnTo>
                  <a:lnTo>
                    <a:pt x="1650178" y="12575"/>
                  </a:lnTo>
                  <a:lnTo>
                    <a:pt x="1658036" y="12434"/>
                  </a:lnTo>
                  <a:lnTo>
                    <a:pt x="1665894" y="12275"/>
                  </a:lnTo>
                  <a:lnTo>
                    <a:pt x="1673752" y="12112"/>
                  </a:lnTo>
                  <a:lnTo>
                    <a:pt x="1681610" y="11946"/>
                  </a:lnTo>
                  <a:lnTo>
                    <a:pt x="1689468" y="11767"/>
                  </a:lnTo>
                  <a:lnTo>
                    <a:pt x="1697326" y="11576"/>
                  </a:lnTo>
                  <a:lnTo>
                    <a:pt x="1705184" y="11413"/>
                  </a:lnTo>
                  <a:lnTo>
                    <a:pt x="1713042" y="11201"/>
                  </a:lnTo>
                  <a:lnTo>
                    <a:pt x="1720900" y="10999"/>
                  </a:lnTo>
                  <a:lnTo>
                    <a:pt x="1728758" y="10810"/>
                  </a:lnTo>
                  <a:lnTo>
                    <a:pt x="1736616" y="10617"/>
                  </a:lnTo>
                  <a:lnTo>
                    <a:pt x="1744474" y="10422"/>
                  </a:lnTo>
                  <a:lnTo>
                    <a:pt x="1752332" y="10222"/>
                  </a:lnTo>
                  <a:lnTo>
                    <a:pt x="1760190" y="10019"/>
                  </a:lnTo>
                  <a:lnTo>
                    <a:pt x="1768048" y="9823"/>
                  </a:lnTo>
                  <a:lnTo>
                    <a:pt x="1775906" y="9630"/>
                  </a:lnTo>
                  <a:lnTo>
                    <a:pt x="1783764" y="9433"/>
                  </a:lnTo>
                  <a:lnTo>
                    <a:pt x="1791622" y="9233"/>
                  </a:lnTo>
                  <a:lnTo>
                    <a:pt x="1799480" y="9030"/>
                  </a:lnTo>
                  <a:lnTo>
                    <a:pt x="1807338" y="8798"/>
                  </a:lnTo>
                  <a:lnTo>
                    <a:pt x="1815196" y="8551"/>
                  </a:lnTo>
                  <a:lnTo>
                    <a:pt x="1823054" y="8315"/>
                  </a:lnTo>
                  <a:lnTo>
                    <a:pt x="1830912" y="8091"/>
                  </a:lnTo>
                  <a:lnTo>
                    <a:pt x="1838770" y="7859"/>
                  </a:lnTo>
                  <a:lnTo>
                    <a:pt x="1846628" y="7627"/>
                  </a:lnTo>
                  <a:lnTo>
                    <a:pt x="1854486" y="7374"/>
                  </a:lnTo>
                  <a:lnTo>
                    <a:pt x="1862344" y="7117"/>
                  </a:lnTo>
                  <a:lnTo>
                    <a:pt x="1870202" y="6854"/>
                  </a:lnTo>
                  <a:lnTo>
                    <a:pt x="1878060" y="6587"/>
                  </a:lnTo>
                  <a:lnTo>
                    <a:pt x="1885918" y="6315"/>
                  </a:lnTo>
                  <a:lnTo>
                    <a:pt x="1893776" y="6026"/>
                  </a:lnTo>
                  <a:lnTo>
                    <a:pt x="1901634" y="5728"/>
                  </a:lnTo>
                  <a:lnTo>
                    <a:pt x="1909492" y="5424"/>
                  </a:lnTo>
                  <a:lnTo>
                    <a:pt x="1917350" y="5114"/>
                  </a:lnTo>
                  <a:lnTo>
                    <a:pt x="1925208" y="4797"/>
                  </a:lnTo>
                  <a:lnTo>
                    <a:pt x="1933066" y="4474"/>
                  </a:lnTo>
                  <a:lnTo>
                    <a:pt x="1940924" y="4145"/>
                  </a:lnTo>
                  <a:lnTo>
                    <a:pt x="1948782" y="3810"/>
                  </a:lnTo>
                  <a:lnTo>
                    <a:pt x="1956640" y="3517"/>
                  </a:lnTo>
                  <a:lnTo>
                    <a:pt x="1964498" y="3271"/>
                  </a:lnTo>
                  <a:lnTo>
                    <a:pt x="1972356" y="2964"/>
                  </a:lnTo>
                  <a:lnTo>
                    <a:pt x="1980214" y="2624"/>
                  </a:lnTo>
                  <a:lnTo>
                    <a:pt x="1988072" y="2263"/>
                  </a:lnTo>
                  <a:lnTo>
                    <a:pt x="1995930" y="1895"/>
                  </a:lnTo>
                  <a:lnTo>
                    <a:pt x="2003788" y="1524"/>
                  </a:lnTo>
                  <a:lnTo>
                    <a:pt x="2011646" y="1173"/>
                  </a:lnTo>
                  <a:lnTo>
                    <a:pt x="2019504" y="815"/>
                  </a:lnTo>
                  <a:lnTo>
                    <a:pt x="2027362" y="421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3608036" y="4838359"/>
              <a:ext cx="2035220" cy="1061"/>
            </a:xfrm>
            <a:custGeom>
              <a:avLst/>
              <a:pathLst>
                <a:path w="2035220" h="1061">
                  <a:moveTo>
                    <a:pt x="2035220" y="0"/>
                  </a:moveTo>
                  <a:lnTo>
                    <a:pt x="2027362" y="6"/>
                  </a:lnTo>
                  <a:lnTo>
                    <a:pt x="2019504" y="12"/>
                  </a:lnTo>
                  <a:lnTo>
                    <a:pt x="2011646" y="18"/>
                  </a:lnTo>
                  <a:lnTo>
                    <a:pt x="2003788" y="25"/>
                  </a:lnTo>
                  <a:lnTo>
                    <a:pt x="1995930" y="31"/>
                  </a:lnTo>
                  <a:lnTo>
                    <a:pt x="1988072" y="37"/>
                  </a:lnTo>
                  <a:lnTo>
                    <a:pt x="1980214" y="42"/>
                  </a:lnTo>
                  <a:lnTo>
                    <a:pt x="1972356" y="48"/>
                  </a:lnTo>
                  <a:lnTo>
                    <a:pt x="1964498" y="53"/>
                  </a:lnTo>
                  <a:lnTo>
                    <a:pt x="1956640" y="58"/>
                  </a:lnTo>
                  <a:lnTo>
                    <a:pt x="1948782" y="63"/>
                  </a:lnTo>
                  <a:lnTo>
                    <a:pt x="1940924" y="68"/>
                  </a:lnTo>
                  <a:lnTo>
                    <a:pt x="1933066" y="72"/>
                  </a:lnTo>
                  <a:lnTo>
                    <a:pt x="1925208" y="77"/>
                  </a:lnTo>
                  <a:lnTo>
                    <a:pt x="1917350" y="82"/>
                  </a:lnTo>
                  <a:lnTo>
                    <a:pt x="1909492" y="87"/>
                  </a:lnTo>
                  <a:lnTo>
                    <a:pt x="1901634" y="91"/>
                  </a:lnTo>
                  <a:lnTo>
                    <a:pt x="1893776" y="96"/>
                  </a:lnTo>
                  <a:lnTo>
                    <a:pt x="1885918" y="101"/>
                  </a:lnTo>
                  <a:lnTo>
                    <a:pt x="1878060" y="105"/>
                  </a:lnTo>
                  <a:lnTo>
                    <a:pt x="1870202" y="110"/>
                  </a:lnTo>
                  <a:lnTo>
                    <a:pt x="1862344" y="114"/>
                  </a:lnTo>
                  <a:lnTo>
                    <a:pt x="1854486" y="119"/>
                  </a:lnTo>
                  <a:lnTo>
                    <a:pt x="1846628" y="124"/>
                  </a:lnTo>
                  <a:lnTo>
                    <a:pt x="1838770" y="128"/>
                  </a:lnTo>
                  <a:lnTo>
                    <a:pt x="1830912" y="134"/>
                  </a:lnTo>
                  <a:lnTo>
                    <a:pt x="1823054" y="139"/>
                  </a:lnTo>
                  <a:lnTo>
                    <a:pt x="1815196" y="145"/>
                  </a:lnTo>
                  <a:lnTo>
                    <a:pt x="1807338" y="150"/>
                  </a:lnTo>
                  <a:lnTo>
                    <a:pt x="1799480" y="156"/>
                  </a:lnTo>
                  <a:lnTo>
                    <a:pt x="1791622" y="161"/>
                  </a:lnTo>
                  <a:lnTo>
                    <a:pt x="1783764" y="166"/>
                  </a:lnTo>
                  <a:lnTo>
                    <a:pt x="1775906" y="172"/>
                  </a:lnTo>
                  <a:lnTo>
                    <a:pt x="1768048" y="177"/>
                  </a:lnTo>
                  <a:lnTo>
                    <a:pt x="1760190" y="182"/>
                  </a:lnTo>
                  <a:lnTo>
                    <a:pt x="1752332" y="187"/>
                  </a:lnTo>
                  <a:lnTo>
                    <a:pt x="1744474" y="192"/>
                  </a:lnTo>
                  <a:lnTo>
                    <a:pt x="1736616" y="197"/>
                  </a:lnTo>
                  <a:lnTo>
                    <a:pt x="1728758" y="203"/>
                  </a:lnTo>
                  <a:lnTo>
                    <a:pt x="1720900" y="208"/>
                  </a:lnTo>
                  <a:lnTo>
                    <a:pt x="1713042" y="213"/>
                  </a:lnTo>
                  <a:lnTo>
                    <a:pt x="1705184" y="218"/>
                  </a:lnTo>
                  <a:lnTo>
                    <a:pt x="1697326" y="222"/>
                  </a:lnTo>
                  <a:lnTo>
                    <a:pt x="1689468" y="227"/>
                  </a:lnTo>
                  <a:lnTo>
                    <a:pt x="1681610" y="232"/>
                  </a:lnTo>
                  <a:lnTo>
                    <a:pt x="1673752" y="237"/>
                  </a:lnTo>
                  <a:lnTo>
                    <a:pt x="1665894" y="242"/>
                  </a:lnTo>
                  <a:lnTo>
                    <a:pt x="1658036" y="247"/>
                  </a:lnTo>
                  <a:lnTo>
                    <a:pt x="1650178" y="251"/>
                  </a:lnTo>
                  <a:lnTo>
                    <a:pt x="1642320" y="255"/>
                  </a:lnTo>
                  <a:lnTo>
                    <a:pt x="1634462" y="259"/>
                  </a:lnTo>
                  <a:lnTo>
                    <a:pt x="1626604" y="263"/>
                  </a:lnTo>
                  <a:lnTo>
                    <a:pt x="1618746" y="267"/>
                  </a:lnTo>
                  <a:lnTo>
                    <a:pt x="1610888" y="271"/>
                  </a:lnTo>
                  <a:lnTo>
                    <a:pt x="1603030" y="275"/>
                  </a:lnTo>
                  <a:lnTo>
                    <a:pt x="1595172" y="278"/>
                  </a:lnTo>
                  <a:lnTo>
                    <a:pt x="1587314" y="282"/>
                  </a:lnTo>
                  <a:lnTo>
                    <a:pt x="1579456" y="286"/>
                  </a:lnTo>
                  <a:lnTo>
                    <a:pt x="1571598" y="290"/>
                  </a:lnTo>
                  <a:lnTo>
                    <a:pt x="1563740" y="293"/>
                  </a:lnTo>
                  <a:lnTo>
                    <a:pt x="1555882" y="297"/>
                  </a:lnTo>
                  <a:lnTo>
                    <a:pt x="1548024" y="301"/>
                  </a:lnTo>
                  <a:lnTo>
                    <a:pt x="1540166" y="304"/>
                  </a:lnTo>
                  <a:lnTo>
                    <a:pt x="1532308" y="308"/>
                  </a:lnTo>
                  <a:lnTo>
                    <a:pt x="1524450" y="312"/>
                  </a:lnTo>
                  <a:lnTo>
                    <a:pt x="1516592" y="315"/>
                  </a:lnTo>
                  <a:lnTo>
                    <a:pt x="1508734" y="319"/>
                  </a:lnTo>
                  <a:lnTo>
                    <a:pt x="1500876" y="323"/>
                  </a:lnTo>
                  <a:lnTo>
                    <a:pt x="1493018" y="327"/>
                  </a:lnTo>
                  <a:lnTo>
                    <a:pt x="1485160" y="332"/>
                  </a:lnTo>
                  <a:lnTo>
                    <a:pt x="1477302" y="336"/>
                  </a:lnTo>
                  <a:lnTo>
                    <a:pt x="1469444" y="341"/>
                  </a:lnTo>
                  <a:lnTo>
                    <a:pt x="1461586" y="345"/>
                  </a:lnTo>
                  <a:lnTo>
                    <a:pt x="1453728" y="349"/>
                  </a:lnTo>
                  <a:lnTo>
                    <a:pt x="1445870" y="353"/>
                  </a:lnTo>
                  <a:lnTo>
                    <a:pt x="1438012" y="358"/>
                  </a:lnTo>
                  <a:lnTo>
                    <a:pt x="1430154" y="362"/>
                  </a:lnTo>
                  <a:lnTo>
                    <a:pt x="1422296" y="366"/>
                  </a:lnTo>
                  <a:lnTo>
                    <a:pt x="1414438" y="370"/>
                  </a:lnTo>
                  <a:lnTo>
                    <a:pt x="1406580" y="374"/>
                  </a:lnTo>
                  <a:lnTo>
                    <a:pt x="1398722" y="378"/>
                  </a:lnTo>
                  <a:lnTo>
                    <a:pt x="1390864" y="382"/>
                  </a:lnTo>
                  <a:lnTo>
                    <a:pt x="1383006" y="385"/>
                  </a:lnTo>
                  <a:lnTo>
                    <a:pt x="1375148" y="389"/>
                  </a:lnTo>
                  <a:lnTo>
                    <a:pt x="1367290" y="392"/>
                  </a:lnTo>
                  <a:lnTo>
                    <a:pt x="1359432" y="395"/>
                  </a:lnTo>
                  <a:lnTo>
                    <a:pt x="1351574" y="399"/>
                  </a:lnTo>
                  <a:lnTo>
                    <a:pt x="1343716" y="402"/>
                  </a:lnTo>
                  <a:lnTo>
                    <a:pt x="1335858" y="406"/>
                  </a:lnTo>
                  <a:lnTo>
                    <a:pt x="1328000" y="409"/>
                  </a:lnTo>
                  <a:lnTo>
                    <a:pt x="1320142" y="412"/>
                  </a:lnTo>
                  <a:lnTo>
                    <a:pt x="1312284" y="416"/>
                  </a:lnTo>
                  <a:lnTo>
                    <a:pt x="1304426" y="419"/>
                  </a:lnTo>
                  <a:lnTo>
                    <a:pt x="1296568" y="422"/>
                  </a:lnTo>
                  <a:lnTo>
                    <a:pt x="1288710" y="425"/>
                  </a:lnTo>
                  <a:lnTo>
                    <a:pt x="1280852" y="429"/>
                  </a:lnTo>
                  <a:lnTo>
                    <a:pt x="1272994" y="432"/>
                  </a:lnTo>
                  <a:lnTo>
                    <a:pt x="1265136" y="435"/>
                  </a:lnTo>
                  <a:lnTo>
                    <a:pt x="1257278" y="438"/>
                  </a:lnTo>
                  <a:lnTo>
                    <a:pt x="1249420" y="442"/>
                  </a:lnTo>
                  <a:lnTo>
                    <a:pt x="1241562" y="446"/>
                  </a:lnTo>
                  <a:lnTo>
                    <a:pt x="1233704" y="450"/>
                  </a:lnTo>
                  <a:lnTo>
                    <a:pt x="1225846" y="453"/>
                  </a:lnTo>
                  <a:lnTo>
                    <a:pt x="1217988" y="457"/>
                  </a:lnTo>
                  <a:lnTo>
                    <a:pt x="1210130" y="461"/>
                  </a:lnTo>
                  <a:lnTo>
                    <a:pt x="1202272" y="464"/>
                  </a:lnTo>
                  <a:lnTo>
                    <a:pt x="1194414" y="468"/>
                  </a:lnTo>
                  <a:lnTo>
                    <a:pt x="1186556" y="471"/>
                  </a:lnTo>
                  <a:lnTo>
                    <a:pt x="1178698" y="475"/>
                  </a:lnTo>
                  <a:lnTo>
                    <a:pt x="1170840" y="478"/>
                  </a:lnTo>
                  <a:lnTo>
                    <a:pt x="1162982" y="481"/>
                  </a:lnTo>
                  <a:lnTo>
                    <a:pt x="1155124" y="483"/>
                  </a:lnTo>
                  <a:lnTo>
                    <a:pt x="1147266" y="486"/>
                  </a:lnTo>
                  <a:lnTo>
                    <a:pt x="1139408" y="489"/>
                  </a:lnTo>
                  <a:lnTo>
                    <a:pt x="1131550" y="492"/>
                  </a:lnTo>
                  <a:lnTo>
                    <a:pt x="1123692" y="495"/>
                  </a:lnTo>
                  <a:lnTo>
                    <a:pt x="1115834" y="498"/>
                  </a:lnTo>
                  <a:lnTo>
                    <a:pt x="1107976" y="501"/>
                  </a:lnTo>
                  <a:lnTo>
                    <a:pt x="1100118" y="504"/>
                  </a:lnTo>
                  <a:lnTo>
                    <a:pt x="1092260" y="507"/>
                  </a:lnTo>
                  <a:lnTo>
                    <a:pt x="1084402" y="510"/>
                  </a:lnTo>
                  <a:lnTo>
                    <a:pt x="1076544" y="513"/>
                  </a:lnTo>
                  <a:lnTo>
                    <a:pt x="1068686" y="516"/>
                  </a:lnTo>
                  <a:lnTo>
                    <a:pt x="1060828" y="519"/>
                  </a:lnTo>
                  <a:lnTo>
                    <a:pt x="1052970" y="522"/>
                  </a:lnTo>
                  <a:lnTo>
                    <a:pt x="1045112" y="525"/>
                  </a:lnTo>
                  <a:lnTo>
                    <a:pt x="1037254" y="528"/>
                  </a:lnTo>
                  <a:lnTo>
                    <a:pt x="1029397" y="531"/>
                  </a:lnTo>
                  <a:lnTo>
                    <a:pt x="1021539" y="534"/>
                  </a:lnTo>
                  <a:lnTo>
                    <a:pt x="1013681" y="536"/>
                  </a:lnTo>
                  <a:lnTo>
                    <a:pt x="1005823" y="539"/>
                  </a:lnTo>
                  <a:lnTo>
                    <a:pt x="997965" y="542"/>
                  </a:lnTo>
                  <a:lnTo>
                    <a:pt x="990107" y="544"/>
                  </a:lnTo>
                  <a:lnTo>
                    <a:pt x="982249" y="547"/>
                  </a:lnTo>
                  <a:lnTo>
                    <a:pt x="974391" y="550"/>
                  </a:lnTo>
                  <a:lnTo>
                    <a:pt x="966533" y="552"/>
                  </a:lnTo>
                  <a:lnTo>
                    <a:pt x="958675" y="555"/>
                  </a:lnTo>
                  <a:lnTo>
                    <a:pt x="950817" y="557"/>
                  </a:lnTo>
                  <a:lnTo>
                    <a:pt x="942959" y="560"/>
                  </a:lnTo>
                  <a:lnTo>
                    <a:pt x="935101" y="563"/>
                  </a:lnTo>
                  <a:lnTo>
                    <a:pt x="927243" y="565"/>
                  </a:lnTo>
                  <a:lnTo>
                    <a:pt x="919385" y="568"/>
                  </a:lnTo>
                  <a:lnTo>
                    <a:pt x="911527" y="570"/>
                  </a:lnTo>
                  <a:lnTo>
                    <a:pt x="903669" y="573"/>
                  </a:lnTo>
                  <a:lnTo>
                    <a:pt x="895811" y="575"/>
                  </a:lnTo>
                  <a:lnTo>
                    <a:pt x="887953" y="578"/>
                  </a:lnTo>
                  <a:lnTo>
                    <a:pt x="880095" y="580"/>
                  </a:lnTo>
                  <a:lnTo>
                    <a:pt x="872237" y="583"/>
                  </a:lnTo>
                  <a:lnTo>
                    <a:pt x="864379" y="585"/>
                  </a:lnTo>
                  <a:lnTo>
                    <a:pt x="856521" y="588"/>
                  </a:lnTo>
                  <a:lnTo>
                    <a:pt x="848663" y="590"/>
                  </a:lnTo>
                  <a:lnTo>
                    <a:pt x="840805" y="593"/>
                  </a:lnTo>
                  <a:lnTo>
                    <a:pt x="832947" y="595"/>
                  </a:lnTo>
                  <a:lnTo>
                    <a:pt x="825089" y="598"/>
                  </a:lnTo>
                  <a:lnTo>
                    <a:pt x="817231" y="600"/>
                  </a:lnTo>
                  <a:lnTo>
                    <a:pt x="809373" y="603"/>
                  </a:lnTo>
                  <a:lnTo>
                    <a:pt x="801515" y="605"/>
                  </a:lnTo>
                  <a:lnTo>
                    <a:pt x="793657" y="607"/>
                  </a:lnTo>
                  <a:lnTo>
                    <a:pt x="785799" y="610"/>
                  </a:lnTo>
                  <a:lnTo>
                    <a:pt x="777941" y="612"/>
                  </a:lnTo>
                  <a:lnTo>
                    <a:pt x="770083" y="615"/>
                  </a:lnTo>
                  <a:lnTo>
                    <a:pt x="762225" y="617"/>
                  </a:lnTo>
                  <a:lnTo>
                    <a:pt x="754367" y="619"/>
                  </a:lnTo>
                  <a:lnTo>
                    <a:pt x="746509" y="621"/>
                  </a:lnTo>
                  <a:lnTo>
                    <a:pt x="738651" y="624"/>
                  </a:lnTo>
                  <a:lnTo>
                    <a:pt x="730793" y="626"/>
                  </a:lnTo>
                  <a:lnTo>
                    <a:pt x="722935" y="628"/>
                  </a:lnTo>
                  <a:lnTo>
                    <a:pt x="715077" y="630"/>
                  </a:lnTo>
                  <a:lnTo>
                    <a:pt x="707219" y="633"/>
                  </a:lnTo>
                  <a:lnTo>
                    <a:pt x="699361" y="635"/>
                  </a:lnTo>
                  <a:lnTo>
                    <a:pt x="691503" y="637"/>
                  </a:lnTo>
                  <a:lnTo>
                    <a:pt x="683645" y="639"/>
                  </a:lnTo>
                  <a:lnTo>
                    <a:pt x="675787" y="641"/>
                  </a:lnTo>
                  <a:lnTo>
                    <a:pt x="667929" y="643"/>
                  </a:lnTo>
                  <a:lnTo>
                    <a:pt x="660071" y="645"/>
                  </a:lnTo>
                  <a:lnTo>
                    <a:pt x="652213" y="648"/>
                  </a:lnTo>
                  <a:lnTo>
                    <a:pt x="644355" y="650"/>
                  </a:lnTo>
                  <a:lnTo>
                    <a:pt x="636497" y="652"/>
                  </a:lnTo>
                  <a:lnTo>
                    <a:pt x="628639" y="654"/>
                  </a:lnTo>
                  <a:lnTo>
                    <a:pt x="620781" y="656"/>
                  </a:lnTo>
                  <a:lnTo>
                    <a:pt x="612923" y="658"/>
                  </a:lnTo>
                  <a:lnTo>
                    <a:pt x="605065" y="660"/>
                  </a:lnTo>
                  <a:lnTo>
                    <a:pt x="597207" y="662"/>
                  </a:lnTo>
                  <a:lnTo>
                    <a:pt x="589349" y="664"/>
                  </a:lnTo>
                  <a:lnTo>
                    <a:pt x="581491" y="666"/>
                  </a:lnTo>
                  <a:lnTo>
                    <a:pt x="573633" y="668"/>
                  </a:lnTo>
                  <a:lnTo>
                    <a:pt x="565775" y="670"/>
                  </a:lnTo>
                  <a:lnTo>
                    <a:pt x="557917" y="672"/>
                  </a:lnTo>
                  <a:lnTo>
                    <a:pt x="550059" y="674"/>
                  </a:lnTo>
                  <a:lnTo>
                    <a:pt x="542201" y="676"/>
                  </a:lnTo>
                  <a:lnTo>
                    <a:pt x="534343" y="678"/>
                  </a:lnTo>
                  <a:lnTo>
                    <a:pt x="526485" y="680"/>
                  </a:lnTo>
                  <a:lnTo>
                    <a:pt x="518627" y="682"/>
                  </a:lnTo>
                  <a:lnTo>
                    <a:pt x="510769" y="684"/>
                  </a:lnTo>
                  <a:lnTo>
                    <a:pt x="502911" y="686"/>
                  </a:lnTo>
                  <a:lnTo>
                    <a:pt x="495053" y="688"/>
                  </a:lnTo>
                  <a:lnTo>
                    <a:pt x="487195" y="689"/>
                  </a:lnTo>
                  <a:lnTo>
                    <a:pt x="479337" y="691"/>
                  </a:lnTo>
                  <a:lnTo>
                    <a:pt x="471479" y="693"/>
                  </a:lnTo>
                  <a:lnTo>
                    <a:pt x="463621" y="695"/>
                  </a:lnTo>
                  <a:lnTo>
                    <a:pt x="455763" y="697"/>
                  </a:lnTo>
                  <a:lnTo>
                    <a:pt x="447905" y="698"/>
                  </a:lnTo>
                  <a:lnTo>
                    <a:pt x="440047" y="700"/>
                  </a:lnTo>
                  <a:lnTo>
                    <a:pt x="432189" y="706"/>
                  </a:lnTo>
                  <a:lnTo>
                    <a:pt x="424331" y="716"/>
                  </a:lnTo>
                  <a:lnTo>
                    <a:pt x="416473" y="725"/>
                  </a:lnTo>
                  <a:lnTo>
                    <a:pt x="408615" y="734"/>
                  </a:lnTo>
                  <a:lnTo>
                    <a:pt x="400757" y="743"/>
                  </a:lnTo>
                  <a:lnTo>
                    <a:pt x="392899" y="752"/>
                  </a:lnTo>
                  <a:lnTo>
                    <a:pt x="385041" y="761"/>
                  </a:lnTo>
                  <a:lnTo>
                    <a:pt x="377183" y="770"/>
                  </a:lnTo>
                  <a:lnTo>
                    <a:pt x="369325" y="779"/>
                  </a:lnTo>
                  <a:lnTo>
                    <a:pt x="361467" y="787"/>
                  </a:lnTo>
                  <a:lnTo>
                    <a:pt x="353609" y="796"/>
                  </a:lnTo>
                  <a:lnTo>
                    <a:pt x="345751" y="804"/>
                  </a:lnTo>
                  <a:lnTo>
                    <a:pt x="337893" y="812"/>
                  </a:lnTo>
                  <a:lnTo>
                    <a:pt x="330035" y="820"/>
                  </a:lnTo>
                  <a:lnTo>
                    <a:pt x="322177" y="828"/>
                  </a:lnTo>
                  <a:lnTo>
                    <a:pt x="314319" y="835"/>
                  </a:lnTo>
                  <a:lnTo>
                    <a:pt x="306461" y="843"/>
                  </a:lnTo>
                  <a:lnTo>
                    <a:pt x="298603" y="850"/>
                  </a:lnTo>
                  <a:lnTo>
                    <a:pt x="290745" y="858"/>
                  </a:lnTo>
                  <a:lnTo>
                    <a:pt x="282887" y="865"/>
                  </a:lnTo>
                  <a:lnTo>
                    <a:pt x="275029" y="871"/>
                  </a:lnTo>
                  <a:lnTo>
                    <a:pt x="267171" y="878"/>
                  </a:lnTo>
                  <a:lnTo>
                    <a:pt x="259313" y="885"/>
                  </a:lnTo>
                  <a:lnTo>
                    <a:pt x="251455" y="892"/>
                  </a:lnTo>
                  <a:lnTo>
                    <a:pt x="243597" y="898"/>
                  </a:lnTo>
                  <a:lnTo>
                    <a:pt x="235739" y="905"/>
                  </a:lnTo>
                  <a:lnTo>
                    <a:pt x="227881" y="911"/>
                  </a:lnTo>
                  <a:lnTo>
                    <a:pt x="220023" y="917"/>
                  </a:lnTo>
                  <a:lnTo>
                    <a:pt x="212165" y="924"/>
                  </a:lnTo>
                  <a:lnTo>
                    <a:pt x="204307" y="929"/>
                  </a:lnTo>
                  <a:lnTo>
                    <a:pt x="196449" y="936"/>
                  </a:lnTo>
                  <a:lnTo>
                    <a:pt x="188591" y="942"/>
                  </a:lnTo>
                  <a:lnTo>
                    <a:pt x="180733" y="949"/>
                  </a:lnTo>
                  <a:lnTo>
                    <a:pt x="172875" y="955"/>
                  </a:lnTo>
                  <a:lnTo>
                    <a:pt x="165017" y="961"/>
                  </a:lnTo>
                  <a:lnTo>
                    <a:pt x="157159" y="967"/>
                  </a:lnTo>
                  <a:lnTo>
                    <a:pt x="149301" y="972"/>
                  </a:lnTo>
                  <a:lnTo>
                    <a:pt x="141443" y="978"/>
                  </a:lnTo>
                  <a:lnTo>
                    <a:pt x="133585" y="983"/>
                  </a:lnTo>
                  <a:lnTo>
                    <a:pt x="125727" y="988"/>
                  </a:lnTo>
                  <a:lnTo>
                    <a:pt x="117869" y="993"/>
                  </a:lnTo>
                  <a:lnTo>
                    <a:pt x="110011" y="998"/>
                  </a:lnTo>
                  <a:lnTo>
                    <a:pt x="102153" y="1003"/>
                  </a:lnTo>
                  <a:lnTo>
                    <a:pt x="94295" y="1008"/>
                  </a:lnTo>
                  <a:lnTo>
                    <a:pt x="86437" y="1012"/>
                  </a:lnTo>
                  <a:lnTo>
                    <a:pt x="78579" y="1017"/>
                  </a:lnTo>
                  <a:lnTo>
                    <a:pt x="70721" y="1022"/>
                  </a:lnTo>
                  <a:lnTo>
                    <a:pt x="62863" y="1026"/>
                  </a:lnTo>
                  <a:lnTo>
                    <a:pt x="55005" y="1031"/>
                  </a:lnTo>
                  <a:lnTo>
                    <a:pt x="47147" y="1035"/>
                  </a:lnTo>
                  <a:lnTo>
                    <a:pt x="39289" y="1040"/>
                  </a:lnTo>
                  <a:lnTo>
                    <a:pt x="31431" y="1044"/>
                  </a:lnTo>
                  <a:lnTo>
                    <a:pt x="23573" y="1049"/>
                  </a:lnTo>
                  <a:lnTo>
                    <a:pt x="15715" y="1053"/>
                  </a:lnTo>
                  <a:lnTo>
                    <a:pt x="7857" y="1057"/>
                  </a:lnTo>
                  <a:lnTo>
                    <a:pt x="0" y="10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3608036" y="4832031"/>
              <a:ext cx="2035220" cy="7572"/>
            </a:xfrm>
            <a:custGeom>
              <a:avLst/>
              <a:pathLst>
                <a:path w="2035220" h="7572">
                  <a:moveTo>
                    <a:pt x="0" y="7163"/>
                  </a:moveTo>
                  <a:lnTo>
                    <a:pt x="7857" y="7163"/>
                  </a:lnTo>
                  <a:lnTo>
                    <a:pt x="15715" y="7163"/>
                  </a:lnTo>
                  <a:lnTo>
                    <a:pt x="23573" y="7163"/>
                  </a:lnTo>
                  <a:lnTo>
                    <a:pt x="31431" y="7162"/>
                  </a:lnTo>
                  <a:lnTo>
                    <a:pt x="39289" y="7162"/>
                  </a:lnTo>
                  <a:lnTo>
                    <a:pt x="47147" y="7161"/>
                  </a:lnTo>
                  <a:lnTo>
                    <a:pt x="55005" y="7160"/>
                  </a:lnTo>
                  <a:lnTo>
                    <a:pt x="62863" y="7160"/>
                  </a:lnTo>
                  <a:lnTo>
                    <a:pt x="70721" y="7159"/>
                  </a:lnTo>
                  <a:lnTo>
                    <a:pt x="78579" y="7159"/>
                  </a:lnTo>
                  <a:lnTo>
                    <a:pt x="86437" y="7158"/>
                  </a:lnTo>
                  <a:lnTo>
                    <a:pt x="94295" y="7158"/>
                  </a:lnTo>
                  <a:lnTo>
                    <a:pt x="102153" y="7157"/>
                  </a:lnTo>
                  <a:lnTo>
                    <a:pt x="110011" y="7157"/>
                  </a:lnTo>
                  <a:lnTo>
                    <a:pt x="117869" y="7157"/>
                  </a:lnTo>
                  <a:lnTo>
                    <a:pt x="125727" y="7157"/>
                  </a:lnTo>
                  <a:lnTo>
                    <a:pt x="133585" y="7157"/>
                  </a:lnTo>
                  <a:lnTo>
                    <a:pt x="141443" y="7157"/>
                  </a:lnTo>
                  <a:lnTo>
                    <a:pt x="149301" y="7156"/>
                  </a:lnTo>
                  <a:lnTo>
                    <a:pt x="157159" y="7155"/>
                  </a:lnTo>
                  <a:lnTo>
                    <a:pt x="165017" y="7154"/>
                  </a:lnTo>
                  <a:lnTo>
                    <a:pt x="172875" y="7153"/>
                  </a:lnTo>
                  <a:lnTo>
                    <a:pt x="180733" y="7152"/>
                  </a:lnTo>
                  <a:lnTo>
                    <a:pt x="188591" y="7152"/>
                  </a:lnTo>
                  <a:lnTo>
                    <a:pt x="196449" y="7151"/>
                  </a:lnTo>
                  <a:lnTo>
                    <a:pt x="204307" y="7150"/>
                  </a:lnTo>
                  <a:lnTo>
                    <a:pt x="212165" y="7150"/>
                  </a:lnTo>
                  <a:lnTo>
                    <a:pt x="220023" y="7149"/>
                  </a:lnTo>
                  <a:lnTo>
                    <a:pt x="227881" y="7149"/>
                  </a:lnTo>
                  <a:lnTo>
                    <a:pt x="235739" y="7148"/>
                  </a:lnTo>
                  <a:lnTo>
                    <a:pt x="243597" y="7148"/>
                  </a:lnTo>
                  <a:lnTo>
                    <a:pt x="251455" y="7148"/>
                  </a:lnTo>
                  <a:lnTo>
                    <a:pt x="259313" y="7147"/>
                  </a:lnTo>
                  <a:lnTo>
                    <a:pt x="267171" y="7147"/>
                  </a:lnTo>
                  <a:lnTo>
                    <a:pt x="275029" y="7146"/>
                  </a:lnTo>
                  <a:lnTo>
                    <a:pt x="282887" y="7146"/>
                  </a:lnTo>
                  <a:lnTo>
                    <a:pt x="290745" y="7145"/>
                  </a:lnTo>
                  <a:lnTo>
                    <a:pt x="298603" y="7145"/>
                  </a:lnTo>
                  <a:lnTo>
                    <a:pt x="306461" y="7144"/>
                  </a:lnTo>
                  <a:lnTo>
                    <a:pt x="314319" y="7143"/>
                  </a:lnTo>
                  <a:lnTo>
                    <a:pt x="322177" y="7141"/>
                  </a:lnTo>
                  <a:lnTo>
                    <a:pt x="330035" y="7141"/>
                  </a:lnTo>
                  <a:lnTo>
                    <a:pt x="337893" y="7141"/>
                  </a:lnTo>
                  <a:lnTo>
                    <a:pt x="345751" y="7140"/>
                  </a:lnTo>
                  <a:lnTo>
                    <a:pt x="353609" y="7139"/>
                  </a:lnTo>
                  <a:lnTo>
                    <a:pt x="361467" y="7138"/>
                  </a:lnTo>
                  <a:lnTo>
                    <a:pt x="369325" y="7137"/>
                  </a:lnTo>
                  <a:lnTo>
                    <a:pt x="377183" y="7136"/>
                  </a:lnTo>
                  <a:lnTo>
                    <a:pt x="385041" y="7135"/>
                  </a:lnTo>
                  <a:lnTo>
                    <a:pt x="392899" y="7134"/>
                  </a:lnTo>
                  <a:lnTo>
                    <a:pt x="400757" y="7133"/>
                  </a:lnTo>
                  <a:lnTo>
                    <a:pt x="408615" y="7133"/>
                  </a:lnTo>
                  <a:lnTo>
                    <a:pt x="416473" y="7131"/>
                  </a:lnTo>
                  <a:lnTo>
                    <a:pt x="424331" y="7130"/>
                  </a:lnTo>
                  <a:lnTo>
                    <a:pt x="432189" y="7128"/>
                  </a:lnTo>
                  <a:lnTo>
                    <a:pt x="440047" y="7126"/>
                  </a:lnTo>
                  <a:lnTo>
                    <a:pt x="447905" y="7125"/>
                  </a:lnTo>
                  <a:lnTo>
                    <a:pt x="455763" y="7123"/>
                  </a:lnTo>
                  <a:lnTo>
                    <a:pt x="463621" y="7120"/>
                  </a:lnTo>
                  <a:lnTo>
                    <a:pt x="471479" y="7120"/>
                  </a:lnTo>
                  <a:lnTo>
                    <a:pt x="479337" y="7118"/>
                  </a:lnTo>
                  <a:lnTo>
                    <a:pt x="487195" y="7116"/>
                  </a:lnTo>
                  <a:lnTo>
                    <a:pt x="495053" y="7115"/>
                  </a:lnTo>
                  <a:lnTo>
                    <a:pt x="502911" y="7113"/>
                  </a:lnTo>
                  <a:lnTo>
                    <a:pt x="510769" y="7112"/>
                  </a:lnTo>
                  <a:lnTo>
                    <a:pt x="518627" y="7111"/>
                  </a:lnTo>
                  <a:lnTo>
                    <a:pt x="526485" y="7107"/>
                  </a:lnTo>
                  <a:lnTo>
                    <a:pt x="534343" y="7105"/>
                  </a:lnTo>
                  <a:lnTo>
                    <a:pt x="542201" y="7104"/>
                  </a:lnTo>
                  <a:lnTo>
                    <a:pt x="550059" y="7103"/>
                  </a:lnTo>
                  <a:lnTo>
                    <a:pt x="557917" y="7100"/>
                  </a:lnTo>
                  <a:lnTo>
                    <a:pt x="565775" y="7098"/>
                  </a:lnTo>
                  <a:lnTo>
                    <a:pt x="573633" y="7097"/>
                  </a:lnTo>
                  <a:lnTo>
                    <a:pt x="581491" y="7094"/>
                  </a:lnTo>
                  <a:lnTo>
                    <a:pt x="589349" y="7091"/>
                  </a:lnTo>
                  <a:lnTo>
                    <a:pt x="597207" y="7089"/>
                  </a:lnTo>
                  <a:lnTo>
                    <a:pt x="605065" y="7086"/>
                  </a:lnTo>
                  <a:lnTo>
                    <a:pt x="612923" y="7083"/>
                  </a:lnTo>
                  <a:lnTo>
                    <a:pt x="620781" y="7080"/>
                  </a:lnTo>
                  <a:lnTo>
                    <a:pt x="628639" y="7077"/>
                  </a:lnTo>
                  <a:lnTo>
                    <a:pt x="636497" y="7074"/>
                  </a:lnTo>
                  <a:lnTo>
                    <a:pt x="644355" y="7071"/>
                  </a:lnTo>
                  <a:lnTo>
                    <a:pt x="652213" y="7069"/>
                  </a:lnTo>
                  <a:lnTo>
                    <a:pt x="660071" y="7064"/>
                  </a:lnTo>
                  <a:lnTo>
                    <a:pt x="667929" y="7060"/>
                  </a:lnTo>
                  <a:lnTo>
                    <a:pt x="675787" y="7057"/>
                  </a:lnTo>
                  <a:lnTo>
                    <a:pt x="683645" y="7052"/>
                  </a:lnTo>
                  <a:lnTo>
                    <a:pt x="691503" y="7047"/>
                  </a:lnTo>
                  <a:lnTo>
                    <a:pt x="699361" y="7044"/>
                  </a:lnTo>
                  <a:lnTo>
                    <a:pt x="707219" y="7039"/>
                  </a:lnTo>
                  <a:lnTo>
                    <a:pt x="715077" y="7034"/>
                  </a:lnTo>
                  <a:lnTo>
                    <a:pt x="722935" y="7028"/>
                  </a:lnTo>
                  <a:lnTo>
                    <a:pt x="730793" y="7023"/>
                  </a:lnTo>
                  <a:lnTo>
                    <a:pt x="738651" y="7019"/>
                  </a:lnTo>
                  <a:lnTo>
                    <a:pt x="746509" y="7014"/>
                  </a:lnTo>
                  <a:lnTo>
                    <a:pt x="754367" y="7008"/>
                  </a:lnTo>
                  <a:lnTo>
                    <a:pt x="762225" y="7001"/>
                  </a:lnTo>
                  <a:lnTo>
                    <a:pt x="770083" y="6995"/>
                  </a:lnTo>
                  <a:lnTo>
                    <a:pt x="777941" y="6989"/>
                  </a:lnTo>
                  <a:lnTo>
                    <a:pt x="785799" y="6983"/>
                  </a:lnTo>
                  <a:lnTo>
                    <a:pt x="793657" y="6976"/>
                  </a:lnTo>
                  <a:lnTo>
                    <a:pt x="801515" y="6971"/>
                  </a:lnTo>
                  <a:lnTo>
                    <a:pt x="809373" y="6965"/>
                  </a:lnTo>
                  <a:lnTo>
                    <a:pt x="817231" y="6959"/>
                  </a:lnTo>
                  <a:lnTo>
                    <a:pt x="825089" y="6953"/>
                  </a:lnTo>
                  <a:lnTo>
                    <a:pt x="832947" y="6941"/>
                  </a:lnTo>
                  <a:lnTo>
                    <a:pt x="840805" y="6933"/>
                  </a:lnTo>
                  <a:lnTo>
                    <a:pt x="848663" y="6927"/>
                  </a:lnTo>
                  <a:lnTo>
                    <a:pt x="856521" y="6921"/>
                  </a:lnTo>
                  <a:lnTo>
                    <a:pt x="864379" y="6914"/>
                  </a:lnTo>
                  <a:lnTo>
                    <a:pt x="872237" y="6907"/>
                  </a:lnTo>
                  <a:lnTo>
                    <a:pt x="880095" y="6899"/>
                  </a:lnTo>
                  <a:lnTo>
                    <a:pt x="887953" y="6887"/>
                  </a:lnTo>
                  <a:lnTo>
                    <a:pt x="895811" y="6879"/>
                  </a:lnTo>
                  <a:lnTo>
                    <a:pt x="903669" y="6872"/>
                  </a:lnTo>
                  <a:lnTo>
                    <a:pt x="911527" y="6863"/>
                  </a:lnTo>
                  <a:lnTo>
                    <a:pt x="919385" y="6855"/>
                  </a:lnTo>
                  <a:lnTo>
                    <a:pt x="927243" y="6846"/>
                  </a:lnTo>
                  <a:lnTo>
                    <a:pt x="935101" y="6836"/>
                  </a:lnTo>
                  <a:lnTo>
                    <a:pt x="942959" y="6826"/>
                  </a:lnTo>
                  <a:lnTo>
                    <a:pt x="950817" y="6815"/>
                  </a:lnTo>
                  <a:lnTo>
                    <a:pt x="958675" y="6804"/>
                  </a:lnTo>
                  <a:lnTo>
                    <a:pt x="966533" y="6793"/>
                  </a:lnTo>
                  <a:lnTo>
                    <a:pt x="974391" y="6781"/>
                  </a:lnTo>
                  <a:lnTo>
                    <a:pt x="982249" y="6771"/>
                  </a:lnTo>
                  <a:lnTo>
                    <a:pt x="990107" y="6761"/>
                  </a:lnTo>
                  <a:lnTo>
                    <a:pt x="997965" y="6750"/>
                  </a:lnTo>
                  <a:lnTo>
                    <a:pt x="1005823" y="6736"/>
                  </a:lnTo>
                  <a:lnTo>
                    <a:pt x="1013681" y="6724"/>
                  </a:lnTo>
                  <a:lnTo>
                    <a:pt x="1021539" y="6713"/>
                  </a:lnTo>
                  <a:lnTo>
                    <a:pt x="1029397" y="6701"/>
                  </a:lnTo>
                  <a:lnTo>
                    <a:pt x="1037254" y="6689"/>
                  </a:lnTo>
                  <a:lnTo>
                    <a:pt x="1045112" y="6676"/>
                  </a:lnTo>
                  <a:lnTo>
                    <a:pt x="1052970" y="6663"/>
                  </a:lnTo>
                  <a:lnTo>
                    <a:pt x="1060828" y="6645"/>
                  </a:lnTo>
                  <a:lnTo>
                    <a:pt x="1068686" y="6632"/>
                  </a:lnTo>
                  <a:lnTo>
                    <a:pt x="1076544" y="6620"/>
                  </a:lnTo>
                  <a:lnTo>
                    <a:pt x="1084402" y="6604"/>
                  </a:lnTo>
                  <a:lnTo>
                    <a:pt x="1092260" y="6589"/>
                  </a:lnTo>
                  <a:lnTo>
                    <a:pt x="1100118" y="6574"/>
                  </a:lnTo>
                  <a:lnTo>
                    <a:pt x="1107976" y="6559"/>
                  </a:lnTo>
                  <a:lnTo>
                    <a:pt x="1115834" y="6542"/>
                  </a:lnTo>
                  <a:lnTo>
                    <a:pt x="1123692" y="6524"/>
                  </a:lnTo>
                  <a:lnTo>
                    <a:pt x="1131550" y="6507"/>
                  </a:lnTo>
                  <a:lnTo>
                    <a:pt x="1139408" y="6490"/>
                  </a:lnTo>
                  <a:lnTo>
                    <a:pt x="1147266" y="6473"/>
                  </a:lnTo>
                  <a:lnTo>
                    <a:pt x="1155124" y="6457"/>
                  </a:lnTo>
                  <a:lnTo>
                    <a:pt x="1162982" y="6440"/>
                  </a:lnTo>
                  <a:lnTo>
                    <a:pt x="1170840" y="6422"/>
                  </a:lnTo>
                  <a:lnTo>
                    <a:pt x="1178698" y="6403"/>
                  </a:lnTo>
                  <a:lnTo>
                    <a:pt x="1186556" y="6385"/>
                  </a:lnTo>
                  <a:lnTo>
                    <a:pt x="1194414" y="6366"/>
                  </a:lnTo>
                  <a:lnTo>
                    <a:pt x="1202272" y="6347"/>
                  </a:lnTo>
                  <a:lnTo>
                    <a:pt x="1210130" y="6327"/>
                  </a:lnTo>
                  <a:lnTo>
                    <a:pt x="1217988" y="6307"/>
                  </a:lnTo>
                  <a:lnTo>
                    <a:pt x="1225846" y="6286"/>
                  </a:lnTo>
                  <a:lnTo>
                    <a:pt x="1233704" y="6264"/>
                  </a:lnTo>
                  <a:lnTo>
                    <a:pt x="1241562" y="6241"/>
                  </a:lnTo>
                  <a:lnTo>
                    <a:pt x="1249420" y="6218"/>
                  </a:lnTo>
                  <a:lnTo>
                    <a:pt x="1257278" y="6195"/>
                  </a:lnTo>
                  <a:lnTo>
                    <a:pt x="1265136" y="6169"/>
                  </a:lnTo>
                  <a:lnTo>
                    <a:pt x="1272994" y="6144"/>
                  </a:lnTo>
                  <a:lnTo>
                    <a:pt x="1280852" y="6119"/>
                  </a:lnTo>
                  <a:lnTo>
                    <a:pt x="1288710" y="6093"/>
                  </a:lnTo>
                  <a:lnTo>
                    <a:pt x="1296568" y="6067"/>
                  </a:lnTo>
                  <a:lnTo>
                    <a:pt x="1304426" y="6040"/>
                  </a:lnTo>
                  <a:lnTo>
                    <a:pt x="1312284" y="6014"/>
                  </a:lnTo>
                  <a:lnTo>
                    <a:pt x="1320142" y="5989"/>
                  </a:lnTo>
                  <a:lnTo>
                    <a:pt x="1328000" y="5961"/>
                  </a:lnTo>
                  <a:lnTo>
                    <a:pt x="1335858" y="5934"/>
                  </a:lnTo>
                  <a:lnTo>
                    <a:pt x="1343716" y="5912"/>
                  </a:lnTo>
                  <a:lnTo>
                    <a:pt x="1351574" y="5890"/>
                  </a:lnTo>
                  <a:lnTo>
                    <a:pt x="1359432" y="5859"/>
                  </a:lnTo>
                  <a:lnTo>
                    <a:pt x="1367290" y="5826"/>
                  </a:lnTo>
                  <a:lnTo>
                    <a:pt x="1375148" y="5791"/>
                  </a:lnTo>
                  <a:lnTo>
                    <a:pt x="1383006" y="5756"/>
                  </a:lnTo>
                  <a:lnTo>
                    <a:pt x="1390864" y="5728"/>
                  </a:lnTo>
                  <a:lnTo>
                    <a:pt x="1398722" y="5701"/>
                  </a:lnTo>
                  <a:lnTo>
                    <a:pt x="1406580" y="5673"/>
                  </a:lnTo>
                  <a:lnTo>
                    <a:pt x="1414438" y="5642"/>
                  </a:lnTo>
                  <a:lnTo>
                    <a:pt x="1422296" y="5607"/>
                  </a:lnTo>
                  <a:lnTo>
                    <a:pt x="1430154" y="5570"/>
                  </a:lnTo>
                  <a:lnTo>
                    <a:pt x="1438012" y="5533"/>
                  </a:lnTo>
                  <a:lnTo>
                    <a:pt x="1445870" y="5500"/>
                  </a:lnTo>
                  <a:lnTo>
                    <a:pt x="1453728" y="5467"/>
                  </a:lnTo>
                  <a:lnTo>
                    <a:pt x="1461586" y="5434"/>
                  </a:lnTo>
                  <a:lnTo>
                    <a:pt x="1469444" y="5400"/>
                  </a:lnTo>
                  <a:lnTo>
                    <a:pt x="1477302" y="5366"/>
                  </a:lnTo>
                  <a:lnTo>
                    <a:pt x="1485160" y="5326"/>
                  </a:lnTo>
                  <a:lnTo>
                    <a:pt x="1493018" y="5282"/>
                  </a:lnTo>
                  <a:lnTo>
                    <a:pt x="1500876" y="5242"/>
                  </a:lnTo>
                  <a:lnTo>
                    <a:pt x="1508734" y="5204"/>
                  </a:lnTo>
                  <a:lnTo>
                    <a:pt x="1516592" y="5166"/>
                  </a:lnTo>
                  <a:lnTo>
                    <a:pt x="1524450" y="5126"/>
                  </a:lnTo>
                  <a:lnTo>
                    <a:pt x="1532308" y="5082"/>
                  </a:lnTo>
                  <a:lnTo>
                    <a:pt x="1540166" y="5038"/>
                  </a:lnTo>
                  <a:lnTo>
                    <a:pt x="1548024" y="5003"/>
                  </a:lnTo>
                  <a:lnTo>
                    <a:pt x="1555882" y="4965"/>
                  </a:lnTo>
                  <a:lnTo>
                    <a:pt x="1563740" y="4923"/>
                  </a:lnTo>
                  <a:lnTo>
                    <a:pt x="1571598" y="4879"/>
                  </a:lnTo>
                  <a:lnTo>
                    <a:pt x="1579456" y="4829"/>
                  </a:lnTo>
                  <a:lnTo>
                    <a:pt x="1587314" y="4790"/>
                  </a:lnTo>
                  <a:lnTo>
                    <a:pt x="1595172" y="4746"/>
                  </a:lnTo>
                  <a:lnTo>
                    <a:pt x="1603030" y="4700"/>
                  </a:lnTo>
                  <a:lnTo>
                    <a:pt x="1610888" y="4653"/>
                  </a:lnTo>
                  <a:lnTo>
                    <a:pt x="1618746" y="4599"/>
                  </a:lnTo>
                  <a:lnTo>
                    <a:pt x="1626604" y="4543"/>
                  </a:lnTo>
                  <a:lnTo>
                    <a:pt x="1634462" y="4486"/>
                  </a:lnTo>
                  <a:lnTo>
                    <a:pt x="1642320" y="4427"/>
                  </a:lnTo>
                  <a:lnTo>
                    <a:pt x="1650178" y="4367"/>
                  </a:lnTo>
                  <a:lnTo>
                    <a:pt x="1658036" y="4306"/>
                  </a:lnTo>
                  <a:lnTo>
                    <a:pt x="1665894" y="4247"/>
                  </a:lnTo>
                  <a:lnTo>
                    <a:pt x="1673752" y="4190"/>
                  </a:lnTo>
                  <a:lnTo>
                    <a:pt x="1681610" y="4133"/>
                  </a:lnTo>
                  <a:lnTo>
                    <a:pt x="1689468" y="4074"/>
                  </a:lnTo>
                  <a:lnTo>
                    <a:pt x="1697326" y="4016"/>
                  </a:lnTo>
                  <a:lnTo>
                    <a:pt x="1705184" y="3970"/>
                  </a:lnTo>
                  <a:lnTo>
                    <a:pt x="1713042" y="3916"/>
                  </a:lnTo>
                  <a:lnTo>
                    <a:pt x="1720900" y="3850"/>
                  </a:lnTo>
                  <a:lnTo>
                    <a:pt x="1728758" y="3783"/>
                  </a:lnTo>
                  <a:lnTo>
                    <a:pt x="1736616" y="3714"/>
                  </a:lnTo>
                  <a:lnTo>
                    <a:pt x="1744474" y="3644"/>
                  </a:lnTo>
                  <a:lnTo>
                    <a:pt x="1752332" y="3573"/>
                  </a:lnTo>
                  <a:lnTo>
                    <a:pt x="1760190" y="3500"/>
                  </a:lnTo>
                  <a:lnTo>
                    <a:pt x="1768048" y="3429"/>
                  </a:lnTo>
                  <a:lnTo>
                    <a:pt x="1775906" y="3357"/>
                  </a:lnTo>
                  <a:lnTo>
                    <a:pt x="1783764" y="3285"/>
                  </a:lnTo>
                  <a:lnTo>
                    <a:pt x="1791622" y="3211"/>
                  </a:lnTo>
                  <a:lnTo>
                    <a:pt x="1799480" y="3135"/>
                  </a:lnTo>
                  <a:lnTo>
                    <a:pt x="1807338" y="3059"/>
                  </a:lnTo>
                  <a:lnTo>
                    <a:pt x="1815196" y="2976"/>
                  </a:lnTo>
                  <a:lnTo>
                    <a:pt x="1823054" y="2891"/>
                  </a:lnTo>
                  <a:lnTo>
                    <a:pt x="1830912" y="2804"/>
                  </a:lnTo>
                  <a:lnTo>
                    <a:pt x="1838770" y="2715"/>
                  </a:lnTo>
                  <a:lnTo>
                    <a:pt x="1846628" y="2625"/>
                  </a:lnTo>
                  <a:lnTo>
                    <a:pt x="1854486" y="2533"/>
                  </a:lnTo>
                  <a:lnTo>
                    <a:pt x="1862344" y="2451"/>
                  </a:lnTo>
                  <a:lnTo>
                    <a:pt x="1870202" y="2370"/>
                  </a:lnTo>
                  <a:lnTo>
                    <a:pt x="1878060" y="2288"/>
                  </a:lnTo>
                  <a:lnTo>
                    <a:pt x="1885918" y="2199"/>
                  </a:lnTo>
                  <a:lnTo>
                    <a:pt x="1893776" y="2096"/>
                  </a:lnTo>
                  <a:lnTo>
                    <a:pt x="1901634" y="1991"/>
                  </a:lnTo>
                  <a:lnTo>
                    <a:pt x="1909492" y="1884"/>
                  </a:lnTo>
                  <a:lnTo>
                    <a:pt x="1917350" y="1775"/>
                  </a:lnTo>
                  <a:lnTo>
                    <a:pt x="1925208" y="1664"/>
                  </a:lnTo>
                  <a:lnTo>
                    <a:pt x="1933066" y="1550"/>
                  </a:lnTo>
                  <a:lnTo>
                    <a:pt x="1940924" y="1434"/>
                  </a:lnTo>
                  <a:lnTo>
                    <a:pt x="1948782" y="1316"/>
                  </a:lnTo>
                  <a:lnTo>
                    <a:pt x="1956640" y="1196"/>
                  </a:lnTo>
                  <a:lnTo>
                    <a:pt x="1964498" y="1073"/>
                  </a:lnTo>
                  <a:lnTo>
                    <a:pt x="1972356" y="948"/>
                  </a:lnTo>
                  <a:lnTo>
                    <a:pt x="1980214" y="820"/>
                  </a:lnTo>
                  <a:lnTo>
                    <a:pt x="1988072" y="689"/>
                  </a:lnTo>
                  <a:lnTo>
                    <a:pt x="1995930" y="557"/>
                  </a:lnTo>
                  <a:lnTo>
                    <a:pt x="2003788" y="439"/>
                  </a:lnTo>
                  <a:lnTo>
                    <a:pt x="2011646" y="332"/>
                  </a:lnTo>
                  <a:lnTo>
                    <a:pt x="2019504" y="222"/>
                  </a:lnTo>
                  <a:lnTo>
                    <a:pt x="2027362" y="112"/>
                  </a:lnTo>
                  <a:lnTo>
                    <a:pt x="2035220" y="0"/>
                  </a:lnTo>
                  <a:lnTo>
                    <a:pt x="2035220" y="7348"/>
                  </a:lnTo>
                  <a:lnTo>
                    <a:pt x="2027362" y="7349"/>
                  </a:lnTo>
                  <a:lnTo>
                    <a:pt x="2019504" y="7350"/>
                  </a:lnTo>
                  <a:lnTo>
                    <a:pt x="2011646" y="7351"/>
                  </a:lnTo>
                  <a:lnTo>
                    <a:pt x="2003788" y="7351"/>
                  </a:lnTo>
                  <a:lnTo>
                    <a:pt x="1995930" y="7351"/>
                  </a:lnTo>
                  <a:lnTo>
                    <a:pt x="1988072" y="7350"/>
                  </a:lnTo>
                  <a:lnTo>
                    <a:pt x="1980214" y="7350"/>
                  </a:lnTo>
                  <a:lnTo>
                    <a:pt x="1972356" y="7351"/>
                  </a:lnTo>
                  <a:lnTo>
                    <a:pt x="1964498" y="7354"/>
                  </a:lnTo>
                  <a:lnTo>
                    <a:pt x="1956640" y="7353"/>
                  </a:lnTo>
                  <a:lnTo>
                    <a:pt x="1948782" y="7353"/>
                  </a:lnTo>
                  <a:lnTo>
                    <a:pt x="1940924" y="7352"/>
                  </a:lnTo>
                  <a:lnTo>
                    <a:pt x="1933066" y="7352"/>
                  </a:lnTo>
                  <a:lnTo>
                    <a:pt x="1925208" y="7352"/>
                  </a:lnTo>
                  <a:lnTo>
                    <a:pt x="1917350" y="7351"/>
                  </a:lnTo>
                  <a:lnTo>
                    <a:pt x="1909492" y="7351"/>
                  </a:lnTo>
                  <a:lnTo>
                    <a:pt x="1901634" y="7351"/>
                  </a:lnTo>
                  <a:lnTo>
                    <a:pt x="1893776" y="7350"/>
                  </a:lnTo>
                  <a:lnTo>
                    <a:pt x="1885918" y="7351"/>
                  </a:lnTo>
                  <a:lnTo>
                    <a:pt x="1878060" y="7351"/>
                  </a:lnTo>
                  <a:lnTo>
                    <a:pt x="1870202" y="7351"/>
                  </a:lnTo>
                  <a:lnTo>
                    <a:pt x="1862344" y="7351"/>
                  </a:lnTo>
                  <a:lnTo>
                    <a:pt x="1854486" y="7351"/>
                  </a:lnTo>
                  <a:lnTo>
                    <a:pt x="1846628" y="7350"/>
                  </a:lnTo>
                  <a:lnTo>
                    <a:pt x="1838770" y="7350"/>
                  </a:lnTo>
                  <a:lnTo>
                    <a:pt x="1830912" y="7350"/>
                  </a:lnTo>
                  <a:lnTo>
                    <a:pt x="1823054" y="7351"/>
                  </a:lnTo>
                  <a:lnTo>
                    <a:pt x="1815196" y="7350"/>
                  </a:lnTo>
                  <a:lnTo>
                    <a:pt x="1807338" y="7350"/>
                  </a:lnTo>
                  <a:lnTo>
                    <a:pt x="1799480" y="7350"/>
                  </a:lnTo>
                  <a:lnTo>
                    <a:pt x="1791622" y="7350"/>
                  </a:lnTo>
                  <a:lnTo>
                    <a:pt x="1783764" y="7351"/>
                  </a:lnTo>
                  <a:lnTo>
                    <a:pt x="1775906" y="7351"/>
                  </a:lnTo>
                  <a:lnTo>
                    <a:pt x="1768048" y="7352"/>
                  </a:lnTo>
                  <a:lnTo>
                    <a:pt x="1760190" y="7352"/>
                  </a:lnTo>
                  <a:lnTo>
                    <a:pt x="1752332" y="7352"/>
                  </a:lnTo>
                  <a:lnTo>
                    <a:pt x="1744474" y="7352"/>
                  </a:lnTo>
                  <a:lnTo>
                    <a:pt x="1736616" y="7352"/>
                  </a:lnTo>
                  <a:lnTo>
                    <a:pt x="1728758" y="7352"/>
                  </a:lnTo>
                  <a:lnTo>
                    <a:pt x="1720900" y="7352"/>
                  </a:lnTo>
                  <a:lnTo>
                    <a:pt x="1713042" y="7351"/>
                  </a:lnTo>
                  <a:lnTo>
                    <a:pt x="1705184" y="7352"/>
                  </a:lnTo>
                  <a:lnTo>
                    <a:pt x="1697326" y="7352"/>
                  </a:lnTo>
                  <a:lnTo>
                    <a:pt x="1689468" y="7352"/>
                  </a:lnTo>
                  <a:lnTo>
                    <a:pt x="1681610" y="7353"/>
                  </a:lnTo>
                  <a:lnTo>
                    <a:pt x="1673752" y="7353"/>
                  </a:lnTo>
                  <a:lnTo>
                    <a:pt x="1665894" y="7353"/>
                  </a:lnTo>
                  <a:lnTo>
                    <a:pt x="1658036" y="7354"/>
                  </a:lnTo>
                  <a:lnTo>
                    <a:pt x="1650178" y="7354"/>
                  </a:lnTo>
                  <a:lnTo>
                    <a:pt x="1642320" y="7354"/>
                  </a:lnTo>
                  <a:lnTo>
                    <a:pt x="1634462" y="7355"/>
                  </a:lnTo>
                  <a:lnTo>
                    <a:pt x="1626604" y="7355"/>
                  </a:lnTo>
                  <a:lnTo>
                    <a:pt x="1618746" y="7355"/>
                  </a:lnTo>
                  <a:lnTo>
                    <a:pt x="1610888" y="7355"/>
                  </a:lnTo>
                  <a:lnTo>
                    <a:pt x="1603030" y="7355"/>
                  </a:lnTo>
                  <a:lnTo>
                    <a:pt x="1595172" y="7355"/>
                  </a:lnTo>
                  <a:lnTo>
                    <a:pt x="1587314" y="7355"/>
                  </a:lnTo>
                  <a:lnTo>
                    <a:pt x="1579456" y="7355"/>
                  </a:lnTo>
                  <a:lnTo>
                    <a:pt x="1571598" y="7355"/>
                  </a:lnTo>
                  <a:lnTo>
                    <a:pt x="1563740" y="7354"/>
                  </a:lnTo>
                  <a:lnTo>
                    <a:pt x="1555882" y="7354"/>
                  </a:lnTo>
                  <a:lnTo>
                    <a:pt x="1548024" y="7354"/>
                  </a:lnTo>
                  <a:lnTo>
                    <a:pt x="1540166" y="7354"/>
                  </a:lnTo>
                  <a:lnTo>
                    <a:pt x="1532308" y="7354"/>
                  </a:lnTo>
                  <a:lnTo>
                    <a:pt x="1524450" y="7354"/>
                  </a:lnTo>
                  <a:lnTo>
                    <a:pt x="1516592" y="7354"/>
                  </a:lnTo>
                  <a:lnTo>
                    <a:pt x="1508734" y="7354"/>
                  </a:lnTo>
                  <a:lnTo>
                    <a:pt x="1500876" y="7354"/>
                  </a:lnTo>
                  <a:lnTo>
                    <a:pt x="1493018" y="7354"/>
                  </a:lnTo>
                  <a:lnTo>
                    <a:pt x="1485160" y="7354"/>
                  </a:lnTo>
                  <a:lnTo>
                    <a:pt x="1477302" y="7354"/>
                  </a:lnTo>
                  <a:lnTo>
                    <a:pt x="1469444" y="7355"/>
                  </a:lnTo>
                  <a:lnTo>
                    <a:pt x="1461586" y="7357"/>
                  </a:lnTo>
                  <a:lnTo>
                    <a:pt x="1453728" y="7357"/>
                  </a:lnTo>
                  <a:lnTo>
                    <a:pt x="1445870" y="7357"/>
                  </a:lnTo>
                  <a:lnTo>
                    <a:pt x="1438012" y="7357"/>
                  </a:lnTo>
                  <a:lnTo>
                    <a:pt x="1430154" y="7358"/>
                  </a:lnTo>
                  <a:lnTo>
                    <a:pt x="1422296" y="7358"/>
                  </a:lnTo>
                  <a:lnTo>
                    <a:pt x="1414438" y="7361"/>
                  </a:lnTo>
                  <a:lnTo>
                    <a:pt x="1406580" y="7362"/>
                  </a:lnTo>
                  <a:lnTo>
                    <a:pt x="1398722" y="7362"/>
                  </a:lnTo>
                  <a:lnTo>
                    <a:pt x="1390864" y="7363"/>
                  </a:lnTo>
                  <a:lnTo>
                    <a:pt x="1383006" y="7363"/>
                  </a:lnTo>
                  <a:lnTo>
                    <a:pt x="1375148" y="7363"/>
                  </a:lnTo>
                  <a:lnTo>
                    <a:pt x="1367290" y="7363"/>
                  </a:lnTo>
                  <a:lnTo>
                    <a:pt x="1359432" y="7363"/>
                  </a:lnTo>
                  <a:lnTo>
                    <a:pt x="1351574" y="7363"/>
                  </a:lnTo>
                  <a:lnTo>
                    <a:pt x="1343716" y="7363"/>
                  </a:lnTo>
                  <a:lnTo>
                    <a:pt x="1335858" y="7363"/>
                  </a:lnTo>
                  <a:lnTo>
                    <a:pt x="1328000" y="7364"/>
                  </a:lnTo>
                  <a:lnTo>
                    <a:pt x="1320142" y="7365"/>
                  </a:lnTo>
                  <a:lnTo>
                    <a:pt x="1312284" y="7366"/>
                  </a:lnTo>
                  <a:lnTo>
                    <a:pt x="1304426" y="7368"/>
                  </a:lnTo>
                  <a:lnTo>
                    <a:pt x="1296568" y="7368"/>
                  </a:lnTo>
                  <a:lnTo>
                    <a:pt x="1288710" y="7368"/>
                  </a:lnTo>
                  <a:lnTo>
                    <a:pt x="1280852" y="7368"/>
                  </a:lnTo>
                  <a:lnTo>
                    <a:pt x="1272994" y="7367"/>
                  </a:lnTo>
                  <a:lnTo>
                    <a:pt x="1265136" y="7367"/>
                  </a:lnTo>
                  <a:lnTo>
                    <a:pt x="1257278" y="7367"/>
                  </a:lnTo>
                  <a:lnTo>
                    <a:pt x="1249420" y="7367"/>
                  </a:lnTo>
                  <a:lnTo>
                    <a:pt x="1241562" y="7368"/>
                  </a:lnTo>
                  <a:lnTo>
                    <a:pt x="1233704" y="7370"/>
                  </a:lnTo>
                  <a:lnTo>
                    <a:pt x="1225846" y="7371"/>
                  </a:lnTo>
                  <a:lnTo>
                    <a:pt x="1217988" y="7370"/>
                  </a:lnTo>
                  <a:lnTo>
                    <a:pt x="1210130" y="7369"/>
                  </a:lnTo>
                  <a:lnTo>
                    <a:pt x="1202272" y="7369"/>
                  </a:lnTo>
                  <a:lnTo>
                    <a:pt x="1194414" y="7369"/>
                  </a:lnTo>
                  <a:lnTo>
                    <a:pt x="1186556" y="7370"/>
                  </a:lnTo>
                  <a:lnTo>
                    <a:pt x="1178698" y="7371"/>
                  </a:lnTo>
                  <a:lnTo>
                    <a:pt x="1170840" y="7371"/>
                  </a:lnTo>
                  <a:lnTo>
                    <a:pt x="1162982" y="7372"/>
                  </a:lnTo>
                  <a:lnTo>
                    <a:pt x="1155124" y="7373"/>
                  </a:lnTo>
                  <a:lnTo>
                    <a:pt x="1147266" y="7374"/>
                  </a:lnTo>
                  <a:lnTo>
                    <a:pt x="1139408" y="7374"/>
                  </a:lnTo>
                  <a:lnTo>
                    <a:pt x="1131550" y="7373"/>
                  </a:lnTo>
                  <a:lnTo>
                    <a:pt x="1123692" y="7374"/>
                  </a:lnTo>
                  <a:lnTo>
                    <a:pt x="1115834" y="7375"/>
                  </a:lnTo>
                  <a:lnTo>
                    <a:pt x="1107976" y="7376"/>
                  </a:lnTo>
                  <a:lnTo>
                    <a:pt x="1100118" y="7376"/>
                  </a:lnTo>
                  <a:lnTo>
                    <a:pt x="1092260" y="7377"/>
                  </a:lnTo>
                  <a:lnTo>
                    <a:pt x="1084402" y="7377"/>
                  </a:lnTo>
                  <a:lnTo>
                    <a:pt x="1076544" y="7377"/>
                  </a:lnTo>
                  <a:lnTo>
                    <a:pt x="1068686" y="7379"/>
                  </a:lnTo>
                  <a:lnTo>
                    <a:pt x="1060828" y="7379"/>
                  </a:lnTo>
                  <a:lnTo>
                    <a:pt x="1052970" y="7379"/>
                  </a:lnTo>
                  <a:lnTo>
                    <a:pt x="1045112" y="7380"/>
                  </a:lnTo>
                  <a:lnTo>
                    <a:pt x="1037254" y="7381"/>
                  </a:lnTo>
                  <a:lnTo>
                    <a:pt x="1029397" y="7380"/>
                  </a:lnTo>
                  <a:lnTo>
                    <a:pt x="1021539" y="7380"/>
                  </a:lnTo>
                  <a:lnTo>
                    <a:pt x="1013681" y="7381"/>
                  </a:lnTo>
                  <a:lnTo>
                    <a:pt x="1005823" y="7385"/>
                  </a:lnTo>
                  <a:lnTo>
                    <a:pt x="997965" y="7386"/>
                  </a:lnTo>
                  <a:lnTo>
                    <a:pt x="990107" y="7388"/>
                  </a:lnTo>
                  <a:lnTo>
                    <a:pt x="982249" y="7388"/>
                  </a:lnTo>
                  <a:lnTo>
                    <a:pt x="974391" y="7389"/>
                  </a:lnTo>
                  <a:lnTo>
                    <a:pt x="966533" y="7390"/>
                  </a:lnTo>
                  <a:lnTo>
                    <a:pt x="958675" y="7391"/>
                  </a:lnTo>
                  <a:lnTo>
                    <a:pt x="950817" y="7392"/>
                  </a:lnTo>
                  <a:lnTo>
                    <a:pt x="942959" y="7392"/>
                  </a:lnTo>
                  <a:lnTo>
                    <a:pt x="935101" y="7393"/>
                  </a:lnTo>
                  <a:lnTo>
                    <a:pt x="927243" y="7393"/>
                  </a:lnTo>
                  <a:lnTo>
                    <a:pt x="919385" y="7395"/>
                  </a:lnTo>
                  <a:lnTo>
                    <a:pt x="911527" y="7397"/>
                  </a:lnTo>
                  <a:lnTo>
                    <a:pt x="903669" y="7398"/>
                  </a:lnTo>
                  <a:lnTo>
                    <a:pt x="895811" y="7399"/>
                  </a:lnTo>
                  <a:lnTo>
                    <a:pt x="887953" y="7400"/>
                  </a:lnTo>
                  <a:lnTo>
                    <a:pt x="880095" y="7401"/>
                  </a:lnTo>
                  <a:lnTo>
                    <a:pt x="872237" y="7402"/>
                  </a:lnTo>
                  <a:lnTo>
                    <a:pt x="864379" y="7402"/>
                  </a:lnTo>
                  <a:lnTo>
                    <a:pt x="856521" y="7404"/>
                  </a:lnTo>
                  <a:lnTo>
                    <a:pt x="848663" y="7404"/>
                  </a:lnTo>
                  <a:lnTo>
                    <a:pt x="840805" y="7406"/>
                  </a:lnTo>
                  <a:lnTo>
                    <a:pt x="832947" y="7406"/>
                  </a:lnTo>
                  <a:lnTo>
                    <a:pt x="825089" y="7407"/>
                  </a:lnTo>
                  <a:lnTo>
                    <a:pt x="817231" y="7408"/>
                  </a:lnTo>
                  <a:lnTo>
                    <a:pt x="809373" y="7409"/>
                  </a:lnTo>
                  <a:lnTo>
                    <a:pt x="801515" y="7410"/>
                  </a:lnTo>
                  <a:lnTo>
                    <a:pt x="793657" y="7409"/>
                  </a:lnTo>
                  <a:lnTo>
                    <a:pt x="785799" y="7412"/>
                  </a:lnTo>
                  <a:lnTo>
                    <a:pt x="777941" y="7413"/>
                  </a:lnTo>
                  <a:lnTo>
                    <a:pt x="770083" y="7414"/>
                  </a:lnTo>
                  <a:lnTo>
                    <a:pt x="762225" y="7416"/>
                  </a:lnTo>
                  <a:lnTo>
                    <a:pt x="754367" y="7418"/>
                  </a:lnTo>
                  <a:lnTo>
                    <a:pt x="746509" y="7419"/>
                  </a:lnTo>
                  <a:lnTo>
                    <a:pt x="738651" y="7419"/>
                  </a:lnTo>
                  <a:lnTo>
                    <a:pt x="730793" y="7421"/>
                  </a:lnTo>
                  <a:lnTo>
                    <a:pt x="722935" y="7422"/>
                  </a:lnTo>
                  <a:lnTo>
                    <a:pt x="715077" y="7423"/>
                  </a:lnTo>
                  <a:lnTo>
                    <a:pt x="707219" y="7423"/>
                  </a:lnTo>
                  <a:lnTo>
                    <a:pt x="699361" y="7424"/>
                  </a:lnTo>
                  <a:lnTo>
                    <a:pt x="691503" y="7425"/>
                  </a:lnTo>
                  <a:lnTo>
                    <a:pt x="683645" y="7427"/>
                  </a:lnTo>
                  <a:lnTo>
                    <a:pt x="675787" y="7429"/>
                  </a:lnTo>
                  <a:lnTo>
                    <a:pt x="667929" y="7430"/>
                  </a:lnTo>
                  <a:lnTo>
                    <a:pt x="660071" y="7430"/>
                  </a:lnTo>
                  <a:lnTo>
                    <a:pt x="652213" y="7431"/>
                  </a:lnTo>
                  <a:lnTo>
                    <a:pt x="644355" y="7432"/>
                  </a:lnTo>
                  <a:lnTo>
                    <a:pt x="636497" y="7434"/>
                  </a:lnTo>
                  <a:lnTo>
                    <a:pt x="628639" y="7436"/>
                  </a:lnTo>
                  <a:lnTo>
                    <a:pt x="620781" y="7439"/>
                  </a:lnTo>
                  <a:lnTo>
                    <a:pt x="612923" y="7440"/>
                  </a:lnTo>
                  <a:lnTo>
                    <a:pt x="605065" y="7442"/>
                  </a:lnTo>
                  <a:lnTo>
                    <a:pt x="597207" y="7444"/>
                  </a:lnTo>
                  <a:lnTo>
                    <a:pt x="589349" y="7446"/>
                  </a:lnTo>
                  <a:lnTo>
                    <a:pt x="581491" y="7449"/>
                  </a:lnTo>
                  <a:lnTo>
                    <a:pt x="573633" y="7453"/>
                  </a:lnTo>
                  <a:lnTo>
                    <a:pt x="565775" y="7453"/>
                  </a:lnTo>
                  <a:lnTo>
                    <a:pt x="557917" y="7455"/>
                  </a:lnTo>
                  <a:lnTo>
                    <a:pt x="550059" y="7456"/>
                  </a:lnTo>
                  <a:lnTo>
                    <a:pt x="542201" y="7459"/>
                  </a:lnTo>
                  <a:lnTo>
                    <a:pt x="534343" y="7461"/>
                  </a:lnTo>
                  <a:lnTo>
                    <a:pt x="526485" y="7463"/>
                  </a:lnTo>
                  <a:lnTo>
                    <a:pt x="518627" y="7465"/>
                  </a:lnTo>
                  <a:lnTo>
                    <a:pt x="510769" y="7467"/>
                  </a:lnTo>
                  <a:lnTo>
                    <a:pt x="502911" y="7470"/>
                  </a:lnTo>
                  <a:lnTo>
                    <a:pt x="495053" y="7470"/>
                  </a:lnTo>
                  <a:lnTo>
                    <a:pt x="487195" y="7470"/>
                  </a:lnTo>
                  <a:lnTo>
                    <a:pt x="479337" y="7472"/>
                  </a:lnTo>
                  <a:lnTo>
                    <a:pt x="471479" y="7475"/>
                  </a:lnTo>
                  <a:lnTo>
                    <a:pt x="463621" y="7475"/>
                  </a:lnTo>
                  <a:lnTo>
                    <a:pt x="455763" y="7476"/>
                  </a:lnTo>
                  <a:lnTo>
                    <a:pt x="447905" y="7478"/>
                  </a:lnTo>
                  <a:lnTo>
                    <a:pt x="440047" y="7480"/>
                  </a:lnTo>
                  <a:lnTo>
                    <a:pt x="432189" y="7481"/>
                  </a:lnTo>
                  <a:lnTo>
                    <a:pt x="424331" y="7481"/>
                  </a:lnTo>
                  <a:lnTo>
                    <a:pt x="416473" y="7483"/>
                  </a:lnTo>
                  <a:lnTo>
                    <a:pt x="408615" y="7485"/>
                  </a:lnTo>
                  <a:lnTo>
                    <a:pt x="400757" y="7487"/>
                  </a:lnTo>
                  <a:lnTo>
                    <a:pt x="392899" y="7489"/>
                  </a:lnTo>
                  <a:lnTo>
                    <a:pt x="385041" y="7490"/>
                  </a:lnTo>
                  <a:lnTo>
                    <a:pt x="377183" y="7492"/>
                  </a:lnTo>
                  <a:lnTo>
                    <a:pt x="369325" y="7494"/>
                  </a:lnTo>
                  <a:lnTo>
                    <a:pt x="361467" y="7496"/>
                  </a:lnTo>
                  <a:lnTo>
                    <a:pt x="353609" y="7497"/>
                  </a:lnTo>
                  <a:lnTo>
                    <a:pt x="345751" y="7498"/>
                  </a:lnTo>
                  <a:lnTo>
                    <a:pt x="337893" y="7499"/>
                  </a:lnTo>
                  <a:lnTo>
                    <a:pt x="330035" y="7502"/>
                  </a:lnTo>
                  <a:lnTo>
                    <a:pt x="322177" y="7504"/>
                  </a:lnTo>
                  <a:lnTo>
                    <a:pt x="314319" y="7506"/>
                  </a:lnTo>
                  <a:lnTo>
                    <a:pt x="306461" y="7507"/>
                  </a:lnTo>
                  <a:lnTo>
                    <a:pt x="298603" y="7509"/>
                  </a:lnTo>
                  <a:lnTo>
                    <a:pt x="290745" y="7511"/>
                  </a:lnTo>
                  <a:lnTo>
                    <a:pt x="282887" y="7513"/>
                  </a:lnTo>
                  <a:lnTo>
                    <a:pt x="275029" y="7515"/>
                  </a:lnTo>
                  <a:lnTo>
                    <a:pt x="267171" y="7517"/>
                  </a:lnTo>
                  <a:lnTo>
                    <a:pt x="259313" y="7518"/>
                  </a:lnTo>
                  <a:lnTo>
                    <a:pt x="251455" y="7520"/>
                  </a:lnTo>
                  <a:lnTo>
                    <a:pt x="243597" y="7522"/>
                  </a:lnTo>
                  <a:lnTo>
                    <a:pt x="235739" y="7524"/>
                  </a:lnTo>
                  <a:lnTo>
                    <a:pt x="227881" y="7526"/>
                  </a:lnTo>
                  <a:lnTo>
                    <a:pt x="220023" y="7528"/>
                  </a:lnTo>
                  <a:lnTo>
                    <a:pt x="212165" y="7530"/>
                  </a:lnTo>
                  <a:lnTo>
                    <a:pt x="204307" y="7531"/>
                  </a:lnTo>
                  <a:lnTo>
                    <a:pt x="196449" y="7533"/>
                  </a:lnTo>
                  <a:lnTo>
                    <a:pt x="188591" y="7535"/>
                  </a:lnTo>
                  <a:lnTo>
                    <a:pt x="180733" y="7537"/>
                  </a:lnTo>
                  <a:lnTo>
                    <a:pt x="172875" y="7539"/>
                  </a:lnTo>
                  <a:lnTo>
                    <a:pt x="165017" y="7541"/>
                  </a:lnTo>
                  <a:lnTo>
                    <a:pt x="157159" y="7542"/>
                  </a:lnTo>
                  <a:lnTo>
                    <a:pt x="149301" y="7544"/>
                  </a:lnTo>
                  <a:lnTo>
                    <a:pt x="141443" y="7546"/>
                  </a:lnTo>
                  <a:lnTo>
                    <a:pt x="133585" y="7548"/>
                  </a:lnTo>
                  <a:lnTo>
                    <a:pt x="125727" y="7549"/>
                  </a:lnTo>
                  <a:lnTo>
                    <a:pt x="117869" y="7550"/>
                  </a:lnTo>
                  <a:lnTo>
                    <a:pt x="110011" y="7551"/>
                  </a:lnTo>
                  <a:lnTo>
                    <a:pt x="102153" y="7553"/>
                  </a:lnTo>
                  <a:lnTo>
                    <a:pt x="94295" y="7555"/>
                  </a:lnTo>
                  <a:lnTo>
                    <a:pt x="86437" y="7556"/>
                  </a:lnTo>
                  <a:lnTo>
                    <a:pt x="78579" y="7558"/>
                  </a:lnTo>
                  <a:lnTo>
                    <a:pt x="70721" y="7559"/>
                  </a:lnTo>
                  <a:lnTo>
                    <a:pt x="62863" y="7561"/>
                  </a:lnTo>
                  <a:lnTo>
                    <a:pt x="55005" y="7562"/>
                  </a:lnTo>
                  <a:lnTo>
                    <a:pt x="47147" y="7564"/>
                  </a:lnTo>
                  <a:lnTo>
                    <a:pt x="39289" y="7565"/>
                  </a:lnTo>
                  <a:lnTo>
                    <a:pt x="31431" y="7566"/>
                  </a:lnTo>
                  <a:lnTo>
                    <a:pt x="23573" y="7567"/>
                  </a:lnTo>
                  <a:lnTo>
                    <a:pt x="15715" y="7569"/>
                  </a:lnTo>
                  <a:lnTo>
                    <a:pt x="7857" y="7570"/>
                  </a:lnTo>
                  <a:lnTo>
                    <a:pt x="0" y="7572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3608036" y="4832031"/>
              <a:ext cx="2035220" cy="7163"/>
            </a:xfrm>
            <a:custGeom>
              <a:avLst/>
              <a:pathLst>
                <a:path w="2035220" h="7163">
                  <a:moveTo>
                    <a:pt x="0" y="7163"/>
                  </a:moveTo>
                  <a:lnTo>
                    <a:pt x="7857" y="7163"/>
                  </a:lnTo>
                  <a:lnTo>
                    <a:pt x="15715" y="7163"/>
                  </a:lnTo>
                  <a:lnTo>
                    <a:pt x="23573" y="7163"/>
                  </a:lnTo>
                  <a:lnTo>
                    <a:pt x="31431" y="7162"/>
                  </a:lnTo>
                  <a:lnTo>
                    <a:pt x="39289" y="7162"/>
                  </a:lnTo>
                  <a:lnTo>
                    <a:pt x="47147" y="7161"/>
                  </a:lnTo>
                  <a:lnTo>
                    <a:pt x="55005" y="7160"/>
                  </a:lnTo>
                  <a:lnTo>
                    <a:pt x="62863" y="7160"/>
                  </a:lnTo>
                  <a:lnTo>
                    <a:pt x="70721" y="7159"/>
                  </a:lnTo>
                  <a:lnTo>
                    <a:pt x="78579" y="7159"/>
                  </a:lnTo>
                  <a:lnTo>
                    <a:pt x="86437" y="7158"/>
                  </a:lnTo>
                  <a:lnTo>
                    <a:pt x="94295" y="7158"/>
                  </a:lnTo>
                  <a:lnTo>
                    <a:pt x="102153" y="7157"/>
                  </a:lnTo>
                  <a:lnTo>
                    <a:pt x="110011" y="7157"/>
                  </a:lnTo>
                  <a:lnTo>
                    <a:pt x="117869" y="7157"/>
                  </a:lnTo>
                  <a:lnTo>
                    <a:pt x="125727" y="7157"/>
                  </a:lnTo>
                  <a:lnTo>
                    <a:pt x="133585" y="7157"/>
                  </a:lnTo>
                  <a:lnTo>
                    <a:pt x="141443" y="7157"/>
                  </a:lnTo>
                  <a:lnTo>
                    <a:pt x="149301" y="7156"/>
                  </a:lnTo>
                  <a:lnTo>
                    <a:pt x="157159" y="7155"/>
                  </a:lnTo>
                  <a:lnTo>
                    <a:pt x="165017" y="7154"/>
                  </a:lnTo>
                  <a:lnTo>
                    <a:pt x="172875" y="7153"/>
                  </a:lnTo>
                  <a:lnTo>
                    <a:pt x="180733" y="7152"/>
                  </a:lnTo>
                  <a:lnTo>
                    <a:pt x="188591" y="7152"/>
                  </a:lnTo>
                  <a:lnTo>
                    <a:pt x="196449" y="7151"/>
                  </a:lnTo>
                  <a:lnTo>
                    <a:pt x="204307" y="7150"/>
                  </a:lnTo>
                  <a:lnTo>
                    <a:pt x="212165" y="7150"/>
                  </a:lnTo>
                  <a:lnTo>
                    <a:pt x="220023" y="7149"/>
                  </a:lnTo>
                  <a:lnTo>
                    <a:pt x="227881" y="7149"/>
                  </a:lnTo>
                  <a:lnTo>
                    <a:pt x="235739" y="7148"/>
                  </a:lnTo>
                  <a:lnTo>
                    <a:pt x="243597" y="7148"/>
                  </a:lnTo>
                  <a:lnTo>
                    <a:pt x="251455" y="7148"/>
                  </a:lnTo>
                  <a:lnTo>
                    <a:pt x="259313" y="7147"/>
                  </a:lnTo>
                  <a:lnTo>
                    <a:pt x="267171" y="7147"/>
                  </a:lnTo>
                  <a:lnTo>
                    <a:pt x="275029" y="7146"/>
                  </a:lnTo>
                  <a:lnTo>
                    <a:pt x="282887" y="7146"/>
                  </a:lnTo>
                  <a:lnTo>
                    <a:pt x="290745" y="7145"/>
                  </a:lnTo>
                  <a:lnTo>
                    <a:pt x="298603" y="7145"/>
                  </a:lnTo>
                  <a:lnTo>
                    <a:pt x="306461" y="7144"/>
                  </a:lnTo>
                  <a:lnTo>
                    <a:pt x="314319" y="7143"/>
                  </a:lnTo>
                  <a:lnTo>
                    <a:pt x="322177" y="7141"/>
                  </a:lnTo>
                  <a:lnTo>
                    <a:pt x="330035" y="7141"/>
                  </a:lnTo>
                  <a:lnTo>
                    <a:pt x="337893" y="7141"/>
                  </a:lnTo>
                  <a:lnTo>
                    <a:pt x="345751" y="7140"/>
                  </a:lnTo>
                  <a:lnTo>
                    <a:pt x="353609" y="7139"/>
                  </a:lnTo>
                  <a:lnTo>
                    <a:pt x="361467" y="7138"/>
                  </a:lnTo>
                  <a:lnTo>
                    <a:pt x="369325" y="7137"/>
                  </a:lnTo>
                  <a:lnTo>
                    <a:pt x="377183" y="7136"/>
                  </a:lnTo>
                  <a:lnTo>
                    <a:pt x="385041" y="7135"/>
                  </a:lnTo>
                  <a:lnTo>
                    <a:pt x="392899" y="7134"/>
                  </a:lnTo>
                  <a:lnTo>
                    <a:pt x="400757" y="7133"/>
                  </a:lnTo>
                  <a:lnTo>
                    <a:pt x="408615" y="7133"/>
                  </a:lnTo>
                  <a:lnTo>
                    <a:pt x="416473" y="7131"/>
                  </a:lnTo>
                  <a:lnTo>
                    <a:pt x="424331" y="7130"/>
                  </a:lnTo>
                  <a:lnTo>
                    <a:pt x="432189" y="7128"/>
                  </a:lnTo>
                  <a:lnTo>
                    <a:pt x="440047" y="7126"/>
                  </a:lnTo>
                  <a:lnTo>
                    <a:pt x="447905" y="7125"/>
                  </a:lnTo>
                  <a:lnTo>
                    <a:pt x="455763" y="7123"/>
                  </a:lnTo>
                  <a:lnTo>
                    <a:pt x="463621" y="7120"/>
                  </a:lnTo>
                  <a:lnTo>
                    <a:pt x="471479" y="7120"/>
                  </a:lnTo>
                  <a:lnTo>
                    <a:pt x="479337" y="7118"/>
                  </a:lnTo>
                  <a:lnTo>
                    <a:pt x="487195" y="7116"/>
                  </a:lnTo>
                  <a:lnTo>
                    <a:pt x="495053" y="7115"/>
                  </a:lnTo>
                  <a:lnTo>
                    <a:pt x="502911" y="7113"/>
                  </a:lnTo>
                  <a:lnTo>
                    <a:pt x="510769" y="7112"/>
                  </a:lnTo>
                  <a:lnTo>
                    <a:pt x="518627" y="7111"/>
                  </a:lnTo>
                  <a:lnTo>
                    <a:pt x="526485" y="7107"/>
                  </a:lnTo>
                  <a:lnTo>
                    <a:pt x="534343" y="7105"/>
                  </a:lnTo>
                  <a:lnTo>
                    <a:pt x="542201" y="7104"/>
                  </a:lnTo>
                  <a:lnTo>
                    <a:pt x="550059" y="7103"/>
                  </a:lnTo>
                  <a:lnTo>
                    <a:pt x="557917" y="7100"/>
                  </a:lnTo>
                  <a:lnTo>
                    <a:pt x="565775" y="7098"/>
                  </a:lnTo>
                  <a:lnTo>
                    <a:pt x="573633" y="7097"/>
                  </a:lnTo>
                  <a:lnTo>
                    <a:pt x="581491" y="7094"/>
                  </a:lnTo>
                  <a:lnTo>
                    <a:pt x="589349" y="7091"/>
                  </a:lnTo>
                  <a:lnTo>
                    <a:pt x="597207" y="7089"/>
                  </a:lnTo>
                  <a:lnTo>
                    <a:pt x="605065" y="7086"/>
                  </a:lnTo>
                  <a:lnTo>
                    <a:pt x="612923" y="7083"/>
                  </a:lnTo>
                  <a:lnTo>
                    <a:pt x="620781" y="7080"/>
                  </a:lnTo>
                  <a:lnTo>
                    <a:pt x="628639" y="7077"/>
                  </a:lnTo>
                  <a:lnTo>
                    <a:pt x="636497" y="7074"/>
                  </a:lnTo>
                  <a:lnTo>
                    <a:pt x="644355" y="7071"/>
                  </a:lnTo>
                  <a:lnTo>
                    <a:pt x="652213" y="7069"/>
                  </a:lnTo>
                  <a:lnTo>
                    <a:pt x="660071" y="7064"/>
                  </a:lnTo>
                  <a:lnTo>
                    <a:pt x="667929" y="7060"/>
                  </a:lnTo>
                  <a:lnTo>
                    <a:pt x="675787" y="7057"/>
                  </a:lnTo>
                  <a:lnTo>
                    <a:pt x="683645" y="7052"/>
                  </a:lnTo>
                  <a:lnTo>
                    <a:pt x="691503" y="7047"/>
                  </a:lnTo>
                  <a:lnTo>
                    <a:pt x="699361" y="7044"/>
                  </a:lnTo>
                  <a:lnTo>
                    <a:pt x="707219" y="7039"/>
                  </a:lnTo>
                  <a:lnTo>
                    <a:pt x="715077" y="7034"/>
                  </a:lnTo>
                  <a:lnTo>
                    <a:pt x="722935" y="7028"/>
                  </a:lnTo>
                  <a:lnTo>
                    <a:pt x="730793" y="7023"/>
                  </a:lnTo>
                  <a:lnTo>
                    <a:pt x="738651" y="7019"/>
                  </a:lnTo>
                  <a:lnTo>
                    <a:pt x="746509" y="7014"/>
                  </a:lnTo>
                  <a:lnTo>
                    <a:pt x="754367" y="7008"/>
                  </a:lnTo>
                  <a:lnTo>
                    <a:pt x="762225" y="7001"/>
                  </a:lnTo>
                  <a:lnTo>
                    <a:pt x="770083" y="6995"/>
                  </a:lnTo>
                  <a:lnTo>
                    <a:pt x="777941" y="6989"/>
                  </a:lnTo>
                  <a:lnTo>
                    <a:pt x="785799" y="6983"/>
                  </a:lnTo>
                  <a:lnTo>
                    <a:pt x="793657" y="6976"/>
                  </a:lnTo>
                  <a:lnTo>
                    <a:pt x="801515" y="6971"/>
                  </a:lnTo>
                  <a:lnTo>
                    <a:pt x="809373" y="6965"/>
                  </a:lnTo>
                  <a:lnTo>
                    <a:pt x="817231" y="6959"/>
                  </a:lnTo>
                  <a:lnTo>
                    <a:pt x="825089" y="6953"/>
                  </a:lnTo>
                  <a:lnTo>
                    <a:pt x="832947" y="6941"/>
                  </a:lnTo>
                  <a:lnTo>
                    <a:pt x="840805" y="6933"/>
                  </a:lnTo>
                  <a:lnTo>
                    <a:pt x="848663" y="6927"/>
                  </a:lnTo>
                  <a:lnTo>
                    <a:pt x="856521" y="6921"/>
                  </a:lnTo>
                  <a:lnTo>
                    <a:pt x="864379" y="6914"/>
                  </a:lnTo>
                  <a:lnTo>
                    <a:pt x="872237" y="6907"/>
                  </a:lnTo>
                  <a:lnTo>
                    <a:pt x="880095" y="6899"/>
                  </a:lnTo>
                  <a:lnTo>
                    <a:pt x="887953" y="6887"/>
                  </a:lnTo>
                  <a:lnTo>
                    <a:pt x="895811" y="6879"/>
                  </a:lnTo>
                  <a:lnTo>
                    <a:pt x="903669" y="6872"/>
                  </a:lnTo>
                  <a:lnTo>
                    <a:pt x="911527" y="6863"/>
                  </a:lnTo>
                  <a:lnTo>
                    <a:pt x="919385" y="6855"/>
                  </a:lnTo>
                  <a:lnTo>
                    <a:pt x="927243" y="6846"/>
                  </a:lnTo>
                  <a:lnTo>
                    <a:pt x="935101" y="6836"/>
                  </a:lnTo>
                  <a:lnTo>
                    <a:pt x="942959" y="6826"/>
                  </a:lnTo>
                  <a:lnTo>
                    <a:pt x="950817" y="6815"/>
                  </a:lnTo>
                  <a:lnTo>
                    <a:pt x="958675" y="6804"/>
                  </a:lnTo>
                  <a:lnTo>
                    <a:pt x="966533" y="6793"/>
                  </a:lnTo>
                  <a:lnTo>
                    <a:pt x="974391" y="6781"/>
                  </a:lnTo>
                  <a:lnTo>
                    <a:pt x="982249" y="6771"/>
                  </a:lnTo>
                  <a:lnTo>
                    <a:pt x="990107" y="6761"/>
                  </a:lnTo>
                  <a:lnTo>
                    <a:pt x="997965" y="6750"/>
                  </a:lnTo>
                  <a:lnTo>
                    <a:pt x="1005823" y="6736"/>
                  </a:lnTo>
                  <a:lnTo>
                    <a:pt x="1013681" y="6724"/>
                  </a:lnTo>
                  <a:lnTo>
                    <a:pt x="1021539" y="6713"/>
                  </a:lnTo>
                  <a:lnTo>
                    <a:pt x="1029397" y="6701"/>
                  </a:lnTo>
                  <a:lnTo>
                    <a:pt x="1037254" y="6689"/>
                  </a:lnTo>
                  <a:lnTo>
                    <a:pt x="1045112" y="6676"/>
                  </a:lnTo>
                  <a:lnTo>
                    <a:pt x="1052970" y="6663"/>
                  </a:lnTo>
                  <a:lnTo>
                    <a:pt x="1060828" y="6645"/>
                  </a:lnTo>
                  <a:lnTo>
                    <a:pt x="1068686" y="6632"/>
                  </a:lnTo>
                  <a:lnTo>
                    <a:pt x="1076544" y="6620"/>
                  </a:lnTo>
                  <a:lnTo>
                    <a:pt x="1084402" y="6604"/>
                  </a:lnTo>
                  <a:lnTo>
                    <a:pt x="1092260" y="6589"/>
                  </a:lnTo>
                  <a:lnTo>
                    <a:pt x="1100118" y="6574"/>
                  </a:lnTo>
                  <a:lnTo>
                    <a:pt x="1107976" y="6559"/>
                  </a:lnTo>
                  <a:lnTo>
                    <a:pt x="1115834" y="6542"/>
                  </a:lnTo>
                  <a:lnTo>
                    <a:pt x="1123692" y="6524"/>
                  </a:lnTo>
                  <a:lnTo>
                    <a:pt x="1131550" y="6507"/>
                  </a:lnTo>
                  <a:lnTo>
                    <a:pt x="1139408" y="6490"/>
                  </a:lnTo>
                  <a:lnTo>
                    <a:pt x="1147266" y="6473"/>
                  </a:lnTo>
                  <a:lnTo>
                    <a:pt x="1155124" y="6457"/>
                  </a:lnTo>
                  <a:lnTo>
                    <a:pt x="1162982" y="6440"/>
                  </a:lnTo>
                  <a:lnTo>
                    <a:pt x="1170840" y="6422"/>
                  </a:lnTo>
                  <a:lnTo>
                    <a:pt x="1178698" y="6403"/>
                  </a:lnTo>
                  <a:lnTo>
                    <a:pt x="1186556" y="6385"/>
                  </a:lnTo>
                  <a:lnTo>
                    <a:pt x="1194414" y="6366"/>
                  </a:lnTo>
                  <a:lnTo>
                    <a:pt x="1202272" y="6347"/>
                  </a:lnTo>
                  <a:lnTo>
                    <a:pt x="1210130" y="6327"/>
                  </a:lnTo>
                  <a:lnTo>
                    <a:pt x="1217988" y="6307"/>
                  </a:lnTo>
                  <a:lnTo>
                    <a:pt x="1225846" y="6286"/>
                  </a:lnTo>
                  <a:lnTo>
                    <a:pt x="1233704" y="6264"/>
                  </a:lnTo>
                  <a:lnTo>
                    <a:pt x="1241562" y="6241"/>
                  </a:lnTo>
                  <a:lnTo>
                    <a:pt x="1249420" y="6218"/>
                  </a:lnTo>
                  <a:lnTo>
                    <a:pt x="1257278" y="6195"/>
                  </a:lnTo>
                  <a:lnTo>
                    <a:pt x="1265136" y="6169"/>
                  </a:lnTo>
                  <a:lnTo>
                    <a:pt x="1272994" y="6144"/>
                  </a:lnTo>
                  <a:lnTo>
                    <a:pt x="1280852" y="6119"/>
                  </a:lnTo>
                  <a:lnTo>
                    <a:pt x="1288710" y="6093"/>
                  </a:lnTo>
                  <a:lnTo>
                    <a:pt x="1296568" y="6067"/>
                  </a:lnTo>
                  <a:lnTo>
                    <a:pt x="1304426" y="6040"/>
                  </a:lnTo>
                  <a:lnTo>
                    <a:pt x="1312284" y="6014"/>
                  </a:lnTo>
                  <a:lnTo>
                    <a:pt x="1320142" y="5989"/>
                  </a:lnTo>
                  <a:lnTo>
                    <a:pt x="1328000" y="5961"/>
                  </a:lnTo>
                  <a:lnTo>
                    <a:pt x="1335858" y="5934"/>
                  </a:lnTo>
                  <a:lnTo>
                    <a:pt x="1343716" y="5912"/>
                  </a:lnTo>
                  <a:lnTo>
                    <a:pt x="1351574" y="5890"/>
                  </a:lnTo>
                  <a:lnTo>
                    <a:pt x="1359432" y="5859"/>
                  </a:lnTo>
                  <a:lnTo>
                    <a:pt x="1367290" y="5826"/>
                  </a:lnTo>
                  <a:lnTo>
                    <a:pt x="1375148" y="5791"/>
                  </a:lnTo>
                  <a:lnTo>
                    <a:pt x="1383006" y="5756"/>
                  </a:lnTo>
                  <a:lnTo>
                    <a:pt x="1390864" y="5728"/>
                  </a:lnTo>
                  <a:lnTo>
                    <a:pt x="1398722" y="5701"/>
                  </a:lnTo>
                  <a:lnTo>
                    <a:pt x="1406580" y="5673"/>
                  </a:lnTo>
                  <a:lnTo>
                    <a:pt x="1414438" y="5642"/>
                  </a:lnTo>
                  <a:lnTo>
                    <a:pt x="1422296" y="5607"/>
                  </a:lnTo>
                  <a:lnTo>
                    <a:pt x="1430154" y="5570"/>
                  </a:lnTo>
                  <a:lnTo>
                    <a:pt x="1438012" y="5533"/>
                  </a:lnTo>
                  <a:lnTo>
                    <a:pt x="1445870" y="5500"/>
                  </a:lnTo>
                  <a:lnTo>
                    <a:pt x="1453728" y="5467"/>
                  </a:lnTo>
                  <a:lnTo>
                    <a:pt x="1461586" y="5434"/>
                  </a:lnTo>
                  <a:lnTo>
                    <a:pt x="1469444" y="5400"/>
                  </a:lnTo>
                  <a:lnTo>
                    <a:pt x="1477302" y="5366"/>
                  </a:lnTo>
                  <a:lnTo>
                    <a:pt x="1485160" y="5326"/>
                  </a:lnTo>
                  <a:lnTo>
                    <a:pt x="1493018" y="5282"/>
                  </a:lnTo>
                  <a:lnTo>
                    <a:pt x="1500876" y="5242"/>
                  </a:lnTo>
                  <a:lnTo>
                    <a:pt x="1508734" y="5204"/>
                  </a:lnTo>
                  <a:lnTo>
                    <a:pt x="1516592" y="5166"/>
                  </a:lnTo>
                  <a:lnTo>
                    <a:pt x="1524450" y="5126"/>
                  </a:lnTo>
                  <a:lnTo>
                    <a:pt x="1532308" y="5082"/>
                  </a:lnTo>
                  <a:lnTo>
                    <a:pt x="1540166" y="5038"/>
                  </a:lnTo>
                  <a:lnTo>
                    <a:pt x="1548024" y="5003"/>
                  </a:lnTo>
                  <a:lnTo>
                    <a:pt x="1555882" y="4965"/>
                  </a:lnTo>
                  <a:lnTo>
                    <a:pt x="1563740" y="4923"/>
                  </a:lnTo>
                  <a:lnTo>
                    <a:pt x="1571598" y="4879"/>
                  </a:lnTo>
                  <a:lnTo>
                    <a:pt x="1579456" y="4829"/>
                  </a:lnTo>
                  <a:lnTo>
                    <a:pt x="1587314" y="4790"/>
                  </a:lnTo>
                  <a:lnTo>
                    <a:pt x="1595172" y="4746"/>
                  </a:lnTo>
                  <a:lnTo>
                    <a:pt x="1603030" y="4700"/>
                  </a:lnTo>
                  <a:lnTo>
                    <a:pt x="1610888" y="4653"/>
                  </a:lnTo>
                  <a:lnTo>
                    <a:pt x="1618746" y="4599"/>
                  </a:lnTo>
                  <a:lnTo>
                    <a:pt x="1626604" y="4543"/>
                  </a:lnTo>
                  <a:lnTo>
                    <a:pt x="1634462" y="4486"/>
                  </a:lnTo>
                  <a:lnTo>
                    <a:pt x="1642320" y="4427"/>
                  </a:lnTo>
                  <a:lnTo>
                    <a:pt x="1650178" y="4367"/>
                  </a:lnTo>
                  <a:lnTo>
                    <a:pt x="1658036" y="4306"/>
                  </a:lnTo>
                  <a:lnTo>
                    <a:pt x="1665894" y="4247"/>
                  </a:lnTo>
                  <a:lnTo>
                    <a:pt x="1673752" y="4190"/>
                  </a:lnTo>
                  <a:lnTo>
                    <a:pt x="1681610" y="4133"/>
                  </a:lnTo>
                  <a:lnTo>
                    <a:pt x="1689468" y="4074"/>
                  </a:lnTo>
                  <a:lnTo>
                    <a:pt x="1697326" y="4016"/>
                  </a:lnTo>
                  <a:lnTo>
                    <a:pt x="1705184" y="3970"/>
                  </a:lnTo>
                  <a:lnTo>
                    <a:pt x="1713042" y="3916"/>
                  </a:lnTo>
                  <a:lnTo>
                    <a:pt x="1720900" y="3850"/>
                  </a:lnTo>
                  <a:lnTo>
                    <a:pt x="1728758" y="3783"/>
                  </a:lnTo>
                  <a:lnTo>
                    <a:pt x="1736616" y="3714"/>
                  </a:lnTo>
                  <a:lnTo>
                    <a:pt x="1744474" y="3644"/>
                  </a:lnTo>
                  <a:lnTo>
                    <a:pt x="1752332" y="3573"/>
                  </a:lnTo>
                  <a:lnTo>
                    <a:pt x="1760190" y="3500"/>
                  </a:lnTo>
                  <a:lnTo>
                    <a:pt x="1768048" y="3429"/>
                  </a:lnTo>
                  <a:lnTo>
                    <a:pt x="1775906" y="3357"/>
                  </a:lnTo>
                  <a:lnTo>
                    <a:pt x="1783764" y="3285"/>
                  </a:lnTo>
                  <a:lnTo>
                    <a:pt x="1791622" y="3211"/>
                  </a:lnTo>
                  <a:lnTo>
                    <a:pt x="1799480" y="3135"/>
                  </a:lnTo>
                  <a:lnTo>
                    <a:pt x="1807338" y="3059"/>
                  </a:lnTo>
                  <a:lnTo>
                    <a:pt x="1815196" y="2976"/>
                  </a:lnTo>
                  <a:lnTo>
                    <a:pt x="1823054" y="2891"/>
                  </a:lnTo>
                  <a:lnTo>
                    <a:pt x="1830912" y="2804"/>
                  </a:lnTo>
                  <a:lnTo>
                    <a:pt x="1838770" y="2715"/>
                  </a:lnTo>
                  <a:lnTo>
                    <a:pt x="1846628" y="2625"/>
                  </a:lnTo>
                  <a:lnTo>
                    <a:pt x="1854486" y="2533"/>
                  </a:lnTo>
                  <a:lnTo>
                    <a:pt x="1862344" y="2451"/>
                  </a:lnTo>
                  <a:lnTo>
                    <a:pt x="1870202" y="2370"/>
                  </a:lnTo>
                  <a:lnTo>
                    <a:pt x="1878060" y="2288"/>
                  </a:lnTo>
                  <a:lnTo>
                    <a:pt x="1885918" y="2199"/>
                  </a:lnTo>
                  <a:lnTo>
                    <a:pt x="1893776" y="2096"/>
                  </a:lnTo>
                  <a:lnTo>
                    <a:pt x="1901634" y="1991"/>
                  </a:lnTo>
                  <a:lnTo>
                    <a:pt x="1909492" y="1884"/>
                  </a:lnTo>
                  <a:lnTo>
                    <a:pt x="1917350" y="1775"/>
                  </a:lnTo>
                  <a:lnTo>
                    <a:pt x="1925208" y="1664"/>
                  </a:lnTo>
                  <a:lnTo>
                    <a:pt x="1933066" y="1550"/>
                  </a:lnTo>
                  <a:lnTo>
                    <a:pt x="1940924" y="1434"/>
                  </a:lnTo>
                  <a:lnTo>
                    <a:pt x="1948782" y="1316"/>
                  </a:lnTo>
                  <a:lnTo>
                    <a:pt x="1956640" y="1196"/>
                  </a:lnTo>
                  <a:lnTo>
                    <a:pt x="1964498" y="1073"/>
                  </a:lnTo>
                  <a:lnTo>
                    <a:pt x="1972356" y="948"/>
                  </a:lnTo>
                  <a:lnTo>
                    <a:pt x="1980214" y="820"/>
                  </a:lnTo>
                  <a:lnTo>
                    <a:pt x="1988072" y="689"/>
                  </a:lnTo>
                  <a:lnTo>
                    <a:pt x="1995930" y="557"/>
                  </a:lnTo>
                  <a:lnTo>
                    <a:pt x="2003788" y="439"/>
                  </a:lnTo>
                  <a:lnTo>
                    <a:pt x="2011646" y="332"/>
                  </a:lnTo>
                  <a:lnTo>
                    <a:pt x="2019504" y="222"/>
                  </a:lnTo>
                  <a:lnTo>
                    <a:pt x="2027362" y="112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3608036" y="4839379"/>
              <a:ext cx="2035220" cy="224"/>
            </a:xfrm>
            <a:custGeom>
              <a:avLst/>
              <a:pathLst>
                <a:path w="2035220" h="224">
                  <a:moveTo>
                    <a:pt x="2035220" y="0"/>
                  </a:moveTo>
                  <a:lnTo>
                    <a:pt x="2027362" y="1"/>
                  </a:lnTo>
                  <a:lnTo>
                    <a:pt x="2019504" y="2"/>
                  </a:lnTo>
                  <a:lnTo>
                    <a:pt x="2011646" y="3"/>
                  </a:lnTo>
                  <a:lnTo>
                    <a:pt x="2003788" y="2"/>
                  </a:lnTo>
                  <a:lnTo>
                    <a:pt x="1995930" y="2"/>
                  </a:lnTo>
                  <a:lnTo>
                    <a:pt x="1988072" y="2"/>
                  </a:lnTo>
                  <a:lnTo>
                    <a:pt x="1980214" y="2"/>
                  </a:lnTo>
                  <a:lnTo>
                    <a:pt x="1972356" y="2"/>
                  </a:lnTo>
                  <a:lnTo>
                    <a:pt x="1964498" y="5"/>
                  </a:lnTo>
                  <a:lnTo>
                    <a:pt x="1956640" y="5"/>
                  </a:lnTo>
                  <a:lnTo>
                    <a:pt x="1948782" y="4"/>
                  </a:lnTo>
                  <a:lnTo>
                    <a:pt x="1940924" y="4"/>
                  </a:lnTo>
                  <a:lnTo>
                    <a:pt x="1933066" y="4"/>
                  </a:lnTo>
                  <a:lnTo>
                    <a:pt x="1925208" y="3"/>
                  </a:lnTo>
                  <a:lnTo>
                    <a:pt x="1917350" y="3"/>
                  </a:lnTo>
                  <a:lnTo>
                    <a:pt x="1909492" y="3"/>
                  </a:lnTo>
                  <a:lnTo>
                    <a:pt x="1901634" y="2"/>
                  </a:lnTo>
                  <a:lnTo>
                    <a:pt x="1893776" y="2"/>
                  </a:lnTo>
                  <a:lnTo>
                    <a:pt x="1885918" y="2"/>
                  </a:lnTo>
                  <a:lnTo>
                    <a:pt x="1878060" y="3"/>
                  </a:lnTo>
                  <a:lnTo>
                    <a:pt x="1870202" y="3"/>
                  </a:lnTo>
                  <a:lnTo>
                    <a:pt x="1862344" y="2"/>
                  </a:lnTo>
                  <a:lnTo>
                    <a:pt x="1854486" y="2"/>
                  </a:lnTo>
                  <a:lnTo>
                    <a:pt x="1846628" y="2"/>
                  </a:lnTo>
                  <a:lnTo>
                    <a:pt x="1838770" y="2"/>
                  </a:lnTo>
                  <a:lnTo>
                    <a:pt x="1830912" y="2"/>
                  </a:lnTo>
                  <a:lnTo>
                    <a:pt x="1823054" y="2"/>
                  </a:lnTo>
                  <a:lnTo>
                    <a:pt x="1815196" y="2"/>
                  </a:lnTo>
                  <a:lnTo>
                    <a:pt x="1807338" y="2"/>
                  </a:lnTo>
                  <a:lnTo>
                    <a:pt x="1799480" y="2"/>
                  </a:lnTo>
                  <a:lnTo>
                    <a:pt x="1791622" y="2"/>
                  </a:lnTo>
                  <a:lnTo>
                    <a:pt x="1783764" y="3"/>
                  </a:lnTo>
                  <a:lnTo>
                    <a:pt x="1775906" y="3"/>
                  </a:lnTo>
                  <a:lnTo>
                    <a:pt x="1768048" y="3"/>
                  </a:lnTo>
                  <a:lnTo>
                    <a:pt x="1760190" y="3"/>
                  </a:lnTo>
                  <a:lnTo>
                    <a:pt x="1752332" y="4"/>
                  </a:lnTo>
                  <a:lnTo>
                    <a:pt x="1744474" y="4"/>
                  </a:lnTo>
                  <a:lnTo>
                    <a:pt x="1736616" y="4"/>
                  </a:lnTo>
                  <a:lnTo>
                    <a:pt x="1728758" y="4"/>
                  </a:lnTo>
                  <a:lnTo>
                    <a:pt x="1720900" y="3"/>
                  </a:lnTo>
                  <a:lnTo>
                    <a:pt x="1713042" y="3"/>
                  </a:lnTo>
                  <a:lnTo>
                    <a:pt x="1705184" y="3"/>
                  </a:lnTo>
                  <a:lnTo>
                    <a:pt x="1697326" y="4"/>
                  </a:lnTo>
                  <a:lnTo>
                    <a:pt x="1689468" y="4"/>
                  </a:lnTo>
                  <a:lnTo>
                    <a:pt x="1681610" y="5"/>
                  </a:lnTo>
                  <a:lnTo>
                    <a:pt x="1673752" y="5"/>
                  </a:lnTo>
                  <a:lnTo>
                    <a:pt x="1665894" y="5"/>
                  </a:lnTo>
                  <a:lnTo>
                    <a:pt x="1658036" y="5"/>
                  </a:lnTo>
                  <a:lnTo>
                    <a:pt x="1650178" y="5"/>
                  </a:lnTo>
                  <a:lnTo>
                    <a:pt x="1642320" y="6"/>
                  </a:lnTo>
                  <a:lnTo>
                    <a:pt x="1634462" y="7"/>
                  </a:lnTo>
                  <a:lnTo>
                    <a:pt x="1626604" y="7"/>
                  </a:lnTo>
                  <a:lnTo>
                    <a:pt x="1618746" y="7"/>
                  </a:lnTo>
                  <a:lnTo>
                    <a:pt x="1610888" y="7"/>
                  </a:lnTo>
                  <a:lnTo>
                    <a:pt x="1603030" y="6"/>
                  </a:lnTo>
                  <a:lnTo>
                    <a:pt x="1595172" y="6"/>
                  </a:lnTo>
                  <a:lnTo>
                    <a:pt x="1587314" y="6"/>
                  </a:lnTo>
                  <a:lnTo>
                    <a:pt x="1579456" y="6"/>
                  </a:lnTo>
                  <a:lnTo>
                    <a:pt x="1571598" y="6"/>
                  </a:lnTo>
                  <a:lnTo>
                    <a:pt x="1563740" y="6"/>
                  </a:lnTo>
                  <a:lnTo>
                    <a:pt x="1555882" y="6"/>
                  </a:lnTo>
                  <a:lnTo>
                    <a:pt x="1548024" y="6"/>
                  </a:lnTo>
                  <a:lnTo>
                    <a:pt x="1540166" y="6"/>
                  </a:lnTo>
                  <a:lnTo>
                    <a:pt x="1532308" y="6"/>
                  </a:lnTo>
                  <a:lnTo>
                    <a:pt x="1524450" y="6"/>
                  </a:lnTo>
                  <a:lnTo>
                    <a:pt x="1516592" y="6"/>
                  </a:lnTo>
                  <a:lnTo>
                    <a:pt x="1508734" y="6"/>
                  </a:lnTo>
                  <a:lnTo>
                    <a:pt x="1500876" y="6"/>
                  </a:lnTo>
                  <a:lnTo>
                    <a:pt x="1493018" y="5"/>
                  </a:lnTo>
                  <a:lnTo>
                    <a:pt x="1485160" y="5"/>
                  </a:lnTo>
                  <a:lnTo>
                    <a:pt x="1477302" y="5"/>
                  </a:lnTo>
                  <a:lnTo>
                    <a:pt x="1469444" y="7"/>
                  </a:lnTo>
                  <a:lnTo>
                    <a:pt x="1461586" y="9"/>
                  </a:lnTo>
                  <a:lnTo>
                    <a:pt x="1453728" y="9"/>
                  </a:lnTo>
                  <a:lnTo>
                    <a:pt x="1445870" y="9"/>
                  </a:lnTo>
                  <a:lnTo>
                    <a:pt x="1438012" y="9"/>
                  </a:lnTo>
                  <a:lnTo>
                    <a:pt x="1430154" y="9"/>
                  </a:lnTo>
                  <a:lnTo>
                    <a:pt x="1422296" y="10"/>
                  </a:lnTo>
                  <a:lnTo>
                    <a:pt x="1414438" y="13"/>
                  </a:lnTo>
                  <a:lnTo>
                    <a:pt x="1406580" y="14"/>
                  </a:lnTo>
                  <a:lnTo>
                    <a:pt x="1398722" y="14"/>
                  </a:lnTo>
                  <a:lnTo>
                    <a:pt x="1390864" y="14"/>
                  </a:lnTo>
                  <a:lnTo>
                    <a:pt x="1383006" y="14"/>
                  </a:lnTo>
                  <a:lnTo>
                    <a:pt x="1375148" y="14"/>
                  </a:lnTo>
                  <a:lnTo>
                    <a:pt x="1367290" y="14"/>
                  </a:lnTo>
                  <a:lnTo>
                    <a:pt x="1359432" y="15"/>
                  </a:lnTo>
                  <a:lnTo>
                    <a:pt x="1351574" y="15"/>
                  </a:lnTo>
                  <a:lnTo>
                    <a:pt x="1343716" y="15"/>
                  </a:lnTo>
                  <a:lnTo>
                    <a:pt x="1335858" y="15"/>
                  </a:lnTo>
                  <a:lnTo>
                    <a:pt x="1328000" y="16"/>
                  </a:lnTo>
                  <a:lnTo>
                    <a:pt x="1320142" y="17"/>
                  </a:lnTo>
                  <a:lnTo>
                    <a:pt x="1312284" y="17"/>
                  </a:lnTo>
                  <a:lnTo>
                    <a:pt x="1304426" y="20"/>
                  </a:lnTo>
                  <a:lnTo>
                    <a:pt x="1296568" y="20"/>
                  </a:lnTo>
                  <a:lnTo>
                    <a:pt x="1288710" y="20"/>
                  </a:lnTo>
                  <a:lnTo>
                    <a:pt x="1280852" y="19"/>
                  </a:lnTo>
                  <a:lnTo>
                    <a:pt x="1272994" y="19"/>
                  </a:lnTo>
                  <a:lnTo>
                    <a:pt x="1265136" y="19"/>
                  </a:lnTo>
                  <a:lnTo>
                    <a:pt x="1257278" y="19"/>
                  </a:lnTo>
                  <a:lnTo>
                    <a:pt x="1249420" y="18"/>
                  </a:lnTo>
                  <a:lnTo>
                    <a:pt x="1241562" y="20"/>
                  </a:lnTo>
                  <a:lnTo>
                    <a:pt x="1233704" y="22"/>
                  </a:lnTo>
                  <a:lnTo>
                    <a:pt x="1225846" y="22"/>
                  </a:lnTo>
                  <a:lnTo>
                    <a:pt x="1217988" y="22"/>
                  </a:lnTo>
                  <a:lnTo>
                    <a:pt x="1210130" y="21"/>
                  </a:lnTo>
                  <a:lnTo>
                    <a:pt x="1202272" y="21"/>
                  </a:lnTo>
                  <a:lnTo>
                    <a:pt x="1194414" y="21"/>
                  </a:lnTo>
                  <a:lnTo>
                    <a:pt x="1186556" y="22"/>
                  </a:lnTo>
                  <a:lnTo>
                    <a:pt x="1178698" y="22"/>
                  </a:lnTo>
                  <a:lnTo>
                    <a:pt x="1170840" y="23"/>
                  </a:lnTo>
                  <a:lnTo>
                    <a:pt x="1162982" y="24"/>
                  </a:lnTo>
                  <a:lnTo>
                    <a:pt x="1155124" y="25"/>
                  </a:lnTo>
                  <a:lnTo>
                    <a:pt x="1147266" y="25"/>
                  </a:lnTo>
                  <a:lnTo>
                    <a:pt x="1139408" y="25"/>
                  </a:lnTo>
                  <a:lnTo>
                    <a:pt x="1131550" y="25"/>
                  </a:lnTo>
                  <a:lnTo>
                    <a:pt x="1123692" y="25"/>
                  </a:lnTo>
                  <a:lnTo>
                    <a:pt x="1115834" y="26"/>
                  </a:lnTo>
                  <a:lnTo>
                    <a:pt x="1107976" y="27"/>
                  </a:lnTo>
                  <a:lnTo>
                    <a:pt x="1100118" y="28"/>
                  </a:lnTo>
                  <a:lnTo>
                    <a:pt x="1092260" y="28"/>
                  </a:lnTo>
                  <a:lnTo>
                    <a:pt x="1084402" y="29"/>
                  </a:lnTo>
                  <a:lnTo>
                    <a:pt x="1076544" y="29"/>
                  </a:lnTo>
                  <a:lnTo>
                    <a:pt x="1068686" y="31"/>
                  </a:lnTo>
                  <a:lnTo>
                    <a:pt x="1060828" y="31"/>
                  </a:lnTo>
                  <a:lnTo>
                    <a:pt x="1052970" y="30"/>
                  </a:lnTo>
                  <a:lnTo>
                    <a:pt x="1045112" y="31"/>
                  </a:lnTo>
                  <a:lnTo>
                    <a:pt x="1037254" y="32"/>
                  </a:lnTo>
                  <a:lnTo>
                    <a:pt x="1029397" y="32"/>
                  </a:lnTo>
                  <a:lnTo>
                    <a:pt x="1021539" y="32"/>
                  </a:lnTo>
                  <a:lnTo>
                    <a:pt x="1013681" y="33"/>
                  </a:lnTo>
                  <a:lnTo>
                    <a:pt x="1005823" y="37"/>
                  </a:lnTo>
                  <a:lnTo>
                    <a:pt x="997965" y="38"/>
                  </a:lnTo>
                  <a:lnTo>
                    <a:pt x="990107" y="40"/>
                  </a:lnTo>
                  <a:lnTo>
                    <a:pt x="982249" y="40"/>
                  </a:lnTo>
                  <a:lnTo>
                    <a:pt x="974391" y="41"/>
                  </a:lnTo>
                  <a:lnTo>
                    <a:pt x="966533" y="42"/>
                  </a:lnTo>
                  <a:lnTo>
                    <a:pt x="958675" y="43"/>
                  </a:lnTo>
                  <a:lnTo>
                    <a:pt x="950817" y="43"/>
                  </a:lnTo>
                  <a:lnTo>
                    <a:pt x="942959" y="44"/>
                  </a:lnTo>
                  <a:lnTo>
                    <a:pt x="935101" y="44"/>
                  </a:lnTo>
                  <a:lnTo>
                    <a:pt x="927243" y="45"/>
                  </a:lnTo>
                  <a:lnTo>
                    <a:pt x="919385" y="47"/>
                  </a:lnTo>
                  <a:lnTo>
                    <a:pt x="911527" y="48"/>
                  </a:lnTo>
                  <a:lnTo>
                    <a:pt x="903669" y="49"/>
                  </a:lnTo>
                  <a:lnTo>
                    <a:pt x="895811" y="50"/>
                  </a:lnTo>
                  <a:lnTo>
                    <a:pt x="887953" y="51"/>
                  </a:lnTo>
                  <a:lnTo>
                    <a:pt x="880095" y="52"/>
                  </a:lnTo>
                  <a:lnTo>
                    <a:pt x="872237" y="53"/>
                  </a:lnTo>
                  <a:lnTo>
                    <a:pt x="864379" y="54"/>
                  </a:lnTo>
                  <a:lnTo>
                    <a:pt x="856521" y="55"/>
                  </a:lnTo>
                  <a:lnTo>
                    <a:pt x="848663" y="56"/>
                  </a:lnTo>
                  <a:lnTo>
                    <a:pt x="840805" y="57"/>
                  </a:lnTo>
                  <a:lnTo>
                    <a:pt x="832947" y="58"/>
                  </a:lnTo>
                  <a:lnTo>
                    <a:pt x="825089" y="59"/>
                  </a:lnTo>
                  <a:lnTo>
                    <a:pt x="817231" y="60"/>
                  </a:lnTo>
                  <a:lnTo>
                    <a:pt x="809373" y="61"/>
                  </a:lnTo>
                  <a:lnTo>
                    <a:pt x="801515" y="62"/>
                  </a:lnTo>
                  <a:lnTo>
                    <a:pt x="793657" y="61"/>
                  </a:lnTo>
                  <a:lnTo>
                    <a:pt x="785799" y="63"/>
                  </a:lnTo>
                  <a:lnTo>
                    <a:pt x="777941" y="64"/>
                  </a:lnTo>
                  <a:lnTo>
                    <a:pt x="770083" y="65"/>
                  </a:lnTo>
                  <a:lnTo>
                    <a:pt x="762225" y="68"/>
                  </a:lnTo>
                  <a:lnTo>
                    <a:pt x="754367" y="70"/>
                  </a:lnTo>
                  <a:lnTo>
                    <a:pt x="746509" y="71"/>
                  </a:lnTo>
                  <a:lnTo>
                    <a:pt x="738651" y="71"/>
                  </a:lnTo>
                  <a:lnTo>
                    <a:pt x="730793" y="72"/>
                  </a:lnTo>
                  <a:lnTo>
                    <a:pt x="722935" y="74"/>
                  </a:lnTo>
                  <a:lnTo>
                    <a:pt x="715077" y="75"/>
                  </a:lnTo>
                  <a:lnTo>
                    <a:pt x="707219" y="75"/>
                  </a:lnTo>
                  <a:lnTo>
                    <a:pt x="699361" y="76"/>
                  </a:lnTo>
                  <a:lnTo>
                    <a:pt x="691503" y="77"/>
                  </a:lnTo>
                  <a:lnTo>
                    <a:pt x="683645" y="78"/>
                  </a:lnTo>
                  <a:lnTo>
                    <a:pt x="675787" y="80"/>
                  </a:lnTo>
                  <a:lnTo>
                    <a:pt x="667929" y="82"/>
                  </a:lnTo>
                  <a:lnTo>
                    <a:pt x="660071" y="82"/>
                  </a:lnTo>
                  <a:lnTo>
                    <a:pt x="652213" y="83"/>
                  </a:lnTo>
                  <a:lnTo>
                    <a:pt x="644355" y="84"/>
                  </a:lnTo>
                  <a:lnTo>
                    <a:pt x="636497" y="86"/>
                  </a:lnTo>
                  <a:lnTo>
                    <a:pt x="628639" y="88"/>
                  </a:lnTo>
                  <a:lnTo>
                    <a:pt x="620781" y="91"/>
                  </a:lnTo>
                  <a:lnTo>
                    <a:pt x="612923" y="92"/>
                  </a:lnTo>
                  <a:lnTo>
                    <a:pt x="605065" y="94"/>
                  </a:lnTo>
                  <a:lnTo>
                    <a:pt x="597207" y="95"/>
                  </a:lnTo>
                  <a:lnTo>
                    <a:pt x="589349" y="98"/>
                  </a:lnTo>
                  <a:lnTo>
                    <a:pt x="581491" y="101"/>
                  </a:lnTo>
                  <a:lnTo>
                    <a:pt x="573633" y="104"/>
                  </a:lnTo>
                  <a:lnTo>
                    <a:pt x="565775" y="105"/>
                  </a:lnTo>
                  <a:lnTo>
                    <a:pt x="557917" y="106"/>
                  </a:lnTo>
                  <a:lnTo>
                    <a:pt x="550059" y="108"/>
                  </a:lnTo>
                  <a:lnTo>
                    <a:pt x="542201" y="110"/>
                  </a:lnTo>
                  <a:lnTo>
                    <a:pt x="534343" y="113"/>
                  </a:lnTo>
                  <a:lnTo>
                    <a:pt x="526485" y="115"/>
                  </a:lnTo>
                  <a:lnTo>
                    <a:pt x="518627" y="117"/>
                  </a:lnTo>
                  <a:lnTo>
                    <a:pt x="510769" y="118"/>
                  </a:lnTo>
                  <a:lnTo>
                    <a:pt x="502911" y="121"/>
                  </a:lnTo>
                  <a:lnTo>
                    <a:pt x="495053" y="122"/>
                  </a:lnTo>
                  <a:lnTo>
                    <a:pt x="487195" y="122"/>
                  </a:lnTo>
                  <a:lnTo>
                    <a:pt x="479337" y="124"/>
                  </a:lnTo>
                  <a:lnTo>
                    <a:pt x="471479" y="126"/>
                  </a:lnTo>
                  <a:lnTo>
                    <a:pt x="463621" y="126"/>
                  </a:lnTo>
                  <a:lnTo>
                    <a:pt x="455763" y="128"/>
                  </a:lnTo>
                  <a:lnTo>
                    <a:pt x="447905" y="130"/>
                  </a:lnTo>
                  <a:lnTo>
                    <a:pt x="440047" y="131"/>
                  </a:lnTo>
                  <a:lnTo>
                    <a:pt x="432189" y="132"/>
                  </a:lnTo>
                  <a:lnTo>
                    <a:pt x="424331" y="133"/>
                  </a:lnTo>
                  <a:lnTo>
                    <a:pt x="416473" y="135"/>
                  </a:lnTo>
                  <a:lnTo>
                    <a:pt x="408615" y="137"/>
                  </a:lnTo>
                  <a:lnTo>
                    <a:pt x="400757" y="139"/>
                  </a:lnTo>
                  <a:lnTo>
                    <a:pt x="392899" y="140"/>
                  </a:lnTo>
                  <a:lnTo>
                    <a:pt x="385041" y="142"/>
                  </a:lnTo>
                  <a:lnTo>
                    <a:pt x="377183" y="144"/>
                  </a:lnTo>
                  <a:lnTo>
                    <a:pt x="369325" y="146"/>
                  </a:lnTo>
                  <a:lnTo>
                    <a:pt x="361467" y="147"/>
                  </a:lnTo>
                  <a:lnTo>
                    <a:pt x="353609" y="149"/>
                  </a:lnTo>
                  <a:lnTo>
                    <a:pt x="345751" y="149"/>
                  </a:lnTo>
                  <a:lnTo>
                    <a:pt x="337893" y="151"/>
                  </a:lnTo>
                  <a:lnTo>
                    <a:pt x="330035" y="153"/>
                  </a:lnTo>
                  <a:lnTo>
                    <a:pt x="322177" y="156"/>
                  </a:lnTo>
                  <a:lnTo>
                    <a:pt x="314319" y="158"/>
                  </a:lnTo>
                  <a:lnTo>
                    <a:pt x="306461" y="159"/>
                  </a:lnTo>
                  <a:lnTo>
                    <a:pt x="298603" y="161"/>
                  </a:lnTo>
                  <a:lnTo>
                    <a:pt x="290745" y="163"/>
                  </a:lnTo>
                  <a:lnTo>
                    <a:pt x="282887" y="165"/>
                  </a:lnTo>
                  <a:lnTo>
                    <a:pt x="275029" y="167"/>
                  </a:lnTo>
                  <a:lnTo>
                    <a:pt x="267171" y="168"/>
                  </a:lnTo>
                  <a:lnTo>
                    <a:pt x="259313" y="169"/>
                  </a:lnTo>
                  <a:lnTo>
                    <a:pt x="251455" y="172"/>
                  </a:lnTo>
                  <a:lnTo>
                    <a:pt x="243597" y="174"/>
                  </a:lnTo>
                  <a:lnTo>
                    <a:pt x="235739" y="176"/>
                  </a:lnTo>
                  <a:lnTo>
                    <a:pt x="227881" y="178"/>
                  </a:lnTo>
                  <a:lnTo>
                    <a:pt x="220023" y="179"/>
                  </a:lnTo>
                  <a:lnTo>
                    <a:pt x="212165" y="181"/>
                  </a:lnTo>
                  <a:lnTo>
                    <a:pt x="204307" y="183"/>
                  </a:lnTo>
                  <a:lnTo>
                    <a:pt x="196449" y="185"/>
                  </a:lnTo>
                  <a:lnTo>
                    <a:pt x="188591" y="186"/>
                  </a:lnTo>
                  <a:lnTo>
                    <a:pt x="180733" y="188"/>
                  </a:lnTo>
                  <a:lnTo>
                    <a:pt x="172875" y="191"/>
                  </a:lnTo>
                  <a:lnTo>
                    <a:pt x="165017" y="193"/>
                  </a:lnTo>
                  <a:lnTo>
                    <a:pt x="157159" y="194"/>
                  </a:lnTo>
                  <a:lnTo>
                    <a:pt x="149301" y="195"/>
                  </a:lnTo>
                  <a:lnTo>
                    <a:pt x="141443" y="198"/>
                  </a:lnTo>
                  <a:lnTo>
                    <a:pt x="133585" y="200"/>
                  </a:lnTo>
                  <a:lnTo>
                    <a:pt x="125727" y="201"/>
                  </a:lnTo>
                  <a:lnTo>
                    <a:pt x="117869" y="201"/>
                  </a:lnTo>
                  <a:lnTo>
                    <a:pt x="110011" y="203"/>
                  </a:lnTo>
                  <a:lnTo>
                    <a:pt x="102153" y="205"/>
                  </a:lnTo>
                  <a:lnTo>
                    <a:pt x="94295" y="206"/>
                  </a:lnTo>
                  <a:lnTo>
                    <a:pt x="86437" y="208"/>
                  </a:lnTo>
                  <a:lnTo>
                    <a:pt x="78579" y="209"/>
                  </a:lnTo>
                  <a:lnTo>
                    <a:pt x="70721" y="211"/>
                  </a:lnTo>
                  <a:lnTo>
                    <a:pt x="62863" y="212"/>
                  </a:lnTo>
                  <a:lnTo>
                    <a:pt x="55005" y="214"/>
                  </a:lnTo>
                  <a:lnTo>
                    <a:pt x="47147" y="215"/>
                  </a:lnTo>
                  <a:lnTo>
                    <a:pt x="39289" y="217"/>
                  </a:lnTo>
                  <a:lnTo>
                    <a:pt x="31431" y="218"/>
                  </a:lnTo>
                  <a:lnTo>
                    <a:pt x="23573" y="219"/>
                  </a:lnTo>
                  <a:lnTo>
                    <a:pt x="15715" y="220"/>
                  </a:lnTo>
                  <a:lnTo>
                    <a:pt x="7857" y="222"/>
                  </a:lnTo>
                  <a:lnTo>
                    <a:pt x="0" y="2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3608036" y="4839078"/>
              <a:ext cx="2035220" cy="677"/>
            </a:xfrm>
            <a:custGeom>
              <a:avLst/>
              <a:pathLst>
                <a:path w="2035220" h="677">
                  <a:moveTo>
                    <a:pt x="0" y="0"/>
                  </a:moveTo>
                  <a:lnTo>
                    <a:pt x="7857" y="6"/>
                  </a:lnTo>
                  <a:lnTo>
                    <a:pt x="15715" y="12"/>
                  </a:lnTo>
                  <a:lnTo>
                    <a:pt x="23573" y="18"/>
                  </a:lnTo>
                  <a:lnTo>
                    <a:pt x="31431" y="21"/>
                  </a:lnTo>
                  <a:lnTo>
                    <a:pt x="39289" y="27"/>
                  </a:lnTo>
                  <a:lnTo>
                    <a:pt x="47147" y="32"/>
                  </a:lnTo>
                  <a:lnTo>
                    <a:pt x="55005" y="35"/>
                  </a:lnTo>
                  <a:lnTo>
                    <a:pt x="62863" y="39"/>
                  </a:lnTo>
                  <a:lnTo>
                    <a:pt x="70721" y="45"/>
                  </a:lnTo>
                  <a:lnTo>
                    <a:pt x="78579" y="48"/>
                  </a:lnTo>
                  <a:lnTo>
                    <a:pt x="86437" y="52"/>
                  </a:lnTo>
                  <a:lnTo>
                    <a:pt x="94295" y="55"/>
                  </a:lnTo>
                  <a:lnTo>
                    <a:pt x="102153" y="58"/>
                  </a:lnTo>
                  <a:lnTo>
                    <a:pt x="110011" y="60"/>
                  </a:lnTo>
                  <a:lnTo>
                    <a:pt x="117869" y="63"/>
                  </a:lnTo>
                  <a:lnTo>
                    <a:pt x="125727" y="66"/>
                  </a:lnTo>
                  <a:lnTo>
                    <a:pt x="133585" y="69"/>
                  </a:lnTo>
                  <a:lnTo>
                    <a:pt x="141443" y="70"/>
                  </a:lnTo>
                  <a:lnTo>
                    <a:pt x="149301" y="74"/>
                  </a:lnTo>
                  <a:lnTo>
                    <a:pt x="157159" y="76"/>
                  </a:lnTo>
                  <a:lnTo>
                    <a:pt x="165017" y="78"/>
                  </a:lnTo>
                  <a:lnTo>
                    <a:pt x="172875" y="78"/>
                  </a:lnTo>
                  <a:lnTo>
                    <a:pt x="180733" y="80"/>
                  </a:lnTo>
                  <a:lnTo>
                    <a:pt x="188591" y="81"/>
                  </a:lnTo>
                  <a:lnTo>
                    <a:pt x="196449" y="83"/>
                  </a:lnTo>
                  <a:lnTo>
                    <a:pt x="204307" y="85"/>
                  </a:lnTo>
                  <a:lnTo>
                    <a:pt x="212165" y="87"/>
                  </a:lnTo>
                  <a:lnTo>
                    <a:pt x="220023" y="88"/>
                  </a:lnTo>
                  <a:lnTo>
                    <a:pt x="227881" y="89"/>
                  </a:lnTo>
                  <a:lnTo>
                    <a:pt x="235739" y="92"/>
                  </a:lnTo>
                  <a:lnTo>
                    <a:pt x="243597" y="94"/>
                  </a:lnTo>
                  <a:lnTo>
                    <a:pt x="251455" y="95"/>
                  </a:lnTo>
                  <a:lnTo>
                    <a:pt x="259313" y="96"/>
                  </a:lnTo>
                  <a:lnTo>
                    <a:pt x="267171" y="97"/>
                  </a:lnTo>
                  <a:lnTo>
                    <a:pt x="275029" y="98"/>
                  </a:lnTo>
                  <a:lnTo>
                    <a:pt x="282887" y="99"/>
                  </a:lnTo>
                  <a:lnTo>
                    <a:pt x="290745" y="100"/>
                  </a:lnTo>
                  <a:lnTo>
                    <a:pt x="298603" y="102"/>
                  </a:lnTo>
                  <a:lnTo>
                    <a:pt x="306461" y="104"/>
                  </a:lnTo>
                  <a:lnTo>
                    <a:pt x="314319" y="105"/>
                  </a:lnTo>
                  <a:lnTo>
                    <a:pt x="322177" y="105"/>
                  </a:lnTo>
                  <a:lnTo>
                    <a:pt x="330035" y="106"/>
                  </a:lnTo>
                  <a:lnTo>
                    <a:pt x="337893" y="107"/>
                  </a:lnTo>
                  <a:lnTo>
                    <a:pt x="345751" y="108"/>
                  </a:lnTo>
                  <a:lnTo>
                    <a:pt x="353609" y="109"/>
                  </a:lnTo>
                  <a:lnTo>
                    <a:pt x="361467" y="110"/>
                  </a:lnTo>
                  <a:lnTo>
                    <a:pt x="369325" y="111"/>
                  </a:lnTo>
                  <a:lnTo>
                    <a:pt x="377183" y="112"/>
                  </a:lnTo>
                  <a:lnTo>
                    <a:pt x="385041" y="114"/>
                  </a:lnTo>
                  <a:lnTo>
                    <a:pt x="392899" y="115"/>
                  </a:lnTo>
                  <a:lnTo>
                    <a:pt x="400757" y="117"/>
                  </a:lnTo>
                  <a:lnTo>
                    <a:pt x="408615" y="118"/>
                  </a:lnTo>
                  <a:lnTo>
                    <a:pt x="416473" y="119"/>
                  </a:lnTo>
                  <a:lnTo>
                    <a:pt x="424331" y="120"/>
                  </a:lnTo>
                  <a:lnTo>
                    <a:pt x="432189" y="120"/>
                  </a:lnTo>
                  <a:lnTo>
                    <a:pt x="440047" y="121"/>
                  </a:lnTo>
                  <a:lnTo>
                    <a:pt x="447905" y="121"/>
                  </a:lnTo>
                  <a:lnTo>
                    <a:pt x="455763" y="122"/>
                  </a:lnTo>
                  <a:lnTo>
                    <a:pt x="463621" y="123"/>
                  </a:lnTo>
                  <a:lnTo>
                    <a:pt x="471479" y="124"/>
                  </a:lnTo>
                  <a:lnTo>
                    <a:pt x="479337" y="124"/>
                  </a:lnTo>
                  <a:lnTo>
                    <a:pt x="487195" y="125"/>
                  </a:lnTo>
                  <a:lnTo>
                    <a:pt x="495053" y="126"/>
                  </a:lnTo>
                  <a:lnTo>
                    <a:pt x="502911" y="126"/>
                  </a:lnTo>
                  <a:lnTo>
                    <a:pt x="510769" y="126"/>
                  </a:lnTo>
                  <a:lnTo>
                    <a:pt x="518627" y="127"/>
                  </a:lnTo>
                  <a:lnTo>
                    <a:pt x="526485" y="129"/>
                  </a:lnTo>
                  <a:lnTo>
                    <a:pt x="534343" y="130"/>
                  </a:lnTo>
                  <a:lnTo>
                    <a:pt x="542201" y="131"/>
                  </a:lnTo>
                  <a:lnTo>
                    <a:pt x="550059" y="131"/>
                  </a:lnTo>
                  <a:lnTo>
                    <a:pt x="557917" y="132"/>
                  </a:lnTo>
                  <a:lnTo>
                    <a:pt x="565775" y="132"/>
                  </a:lnTo>
                  <a:lnTo>
                    <a:pt x="573633" y="133"/>
                  </a:lnTo>
                  <a:lnTo>
                    <a:pt x="581491" y="133"/>
                  </a:lnTo>
                  <a:lnTo>
                    <a:pt x="589349" y="134"/>
                  </a:lnTo>
                  <a:lnTo>
                    <a:pt x="597207" y="134"/>
                  </a:lnTo>
                  <a:lnTo>
                    <a:pt x="605065" y="134"/>
                  </a:lnTo>
                  <a:lnTo>
                    <a:pt x="612923" y="135"/>
                  </a:lnTo>
                  <a:lnTo>
                    <a:pt x="620781" y="136"/>
                  </a:lnTo>
                  <a:lnTo>
                    <a:pt x="628639" y="136"/>
                  </a:lnTo>
                  <a:lnTo>
                    <a:pt x="636497" y="137"/>
                  </a:lnTo>
                  <a:lnTo>
                    <a:pt x="644355" y="137"/>
                  </a:lnTo>
                  <a:lnTo>
                    <a:pt x="652213" y="138"/>
                  </a:lnTo>
                  <a:lnTo>
                    <a:pt x="660071" y="138"/>
                  </a:lnTo>
                  <a:lnTo>
                    <a:pt x="667929" y="139"/>
                  </a:lnTo>
                  <a:lnTo>
                    <a:pt x="675787" y="139"/>
                  </a:lnTo>
                  <a:lnTo>
                    <a:pt x="683645" y="139"/>
                  </a:lnTo>
                  <a:lnTo>
                    <a:pt x="691503" y="140"/>
                  </a:lnTo>
                  <a:lnTo>
                    <a:pt x="699361" y="140"/>
                  </a:lnTo>
                  <a:lnTo>
                    <a:pt x="707219" y="141"/>
                  </a:lnTo>
                  <a:lnTo>
                    <a:pt x="715077" y="141"/>
                  </a:lnTo>
                  <a:lnTo>
                    <a:pt x="722935" y="142"/>
                  </a:lnTo>
                  <a:lnTo>
                    <a:pt x="730793" y="142"/>
                  </a:lnTo>
                  <a:lnTo>
                    <a:pt x="738651" y="142"/>
                  </a:lnTo>
                  <a:lnTo>
                    <a:pt x="746509" y="142"/>
                  </a:lnTo>
                  <a:lnTo>
                    <a:pt x="754367" y="142"/>
                  </a:lnTo>
                  <a:lnTo>
                    <a:pt x="762225" y="143"/>
                  </a:lnTo>
                  <a:lnTo>
                    <a:pt x="770083" y="143"/>
                  </a:lnTo>
                  <a:lnTo>
                    <a:pt x="777941" y="143"/>
                  </a:lnTo>
                  <a:lnTo>
                    <a:pt x="785799" y="144"/>
                  </a:lnTo>
                  <a:lnTo>
                    <a:pt x="793657" y="144"/>
                  </a:lnTo>
                  <a:lnTo>
                    <a:pt x="801515" y="144"/>
                  </a:lnTo>
                  <a:lnTo>
                    <a:pt x="809373" y="145"/>
                  </a:lnTo>
                  <a:lnTo>
                    <a:pt x="817231" y="145"/>
                  </a:lnTo>
                  <a:lnTo>
                    <a:pt x="825089" y="145"/>
                  </a:lnTo>
                  <a:lnTo>
                    <a:pt x="832947" y="145"/>
                  </a:lnTo>
                  <a:lnTo>
                    <a:pt x="840805" y="146"/>
                  </a:lnTo>
                  <a:lnTo>
                    <a:pt x="848663" y="146"/>
                  </a:lnTo>
                  <a:lnTo>
                    <a:pt x="856521" y="146"/>
                  </a:lnTo>
                  <a:lnTo>
                    <a:pt x="864379" y="147"/>
                  </a:lnTo>
                  <a:lnTo>
                    <a:pt x="872237" y="147"/>
                  </a:lnTo>
                  <a:lnTo>
                    <a:pt x="880095" y="147"/>
                  </a:lnTo>
                  <a:lnTo>
                    <a:pt x="887953" y="148"/>
                  </a:lnTo>
                  <a:lnTo>
                    <a:pt x="895811" y="148"/>
                  </a:lnTo>
                  <a:lnTo>
                    <a:pt x="903669" y="148"/>
                  </a:lnTo>
                  <a:lnTo>
                    <a:pt x="911527" y="148"/>
                  </a:lnTo>
                  <a:lnTo>
                    <a:pt x="919385" y="149"/>
                  </a:lnTo>
                  <a:lnTo>
                    <a:pt x="927243" y="149"/>
                  </a:lnTo>
                  <a:lnTo>
                    <a:pt x="935101" y="149"/>
                  </a:lnTo>
                  <a:lnTo>
                    <a:pt x="942959" y="149"/>
                  </a:lnTo>
                  <a:lnTo>
                    <a:pt x="950817" y="149"/>
                  </a:lnTo>
                  <a:lnTo>
                    <a:pt x="958675" y="150"/>
                  </a:lnTo>
                  <a:lnTo>
                    <a:pt x="966533" y="150"/>
                  </a:lnTo>
                  <a:lnTo>
                    <a:pt x="974391" y="150"/>
                  </a:lnTo>
                  <a:lnTo>
                    <a:pt x="982249" y="150"/>
                  </a:lnTo>
                  <a:lnTo>
                    <a:pt x="990107" y="151"/>
                  </a:lnTo>
                  <a:lnTo>
                    <a:pt x="997965" y="151"/>
                  </a:lnTo>
                  <a:lnTo>
                    <a:pt x="1005823" y="151"/>
                  </a:lnTo>
                  <a:lnTo>
                    <a:pt x="1013681" y="152"/>
                  </a:lnTo>
                  <a:lnTo>
                    <a:pt x="1021539" y="152"/>
                  </a:lnTo>
                  <a:lnTo>
                    <a:pt x="1029397" y="152"/>
                  </a:lnTo>
                  <a:lnTo>
                    <a:pt x="1037254" y="153"/>
                  </a:lnTo>
                  <a:lnTo>
                    <a:pt x="1045112" y="153"/>
                  </a:lnTo>
                  <a:lnTo>
                    <a:pt x="1052970" y="153"/>
                  </a:lnTo>
                  <a:lnTo>
                    <a:pt x="1060828" y="153"/>
                  </a:lnTo>
                  <a:lnTo>
                    <a:pt x="1068686" y="154"/>
                  </a:lnTo>
                  <a:lnTo>
                    <a:pt x="1076544" y="154"/>
                  </a:lnTo>
                  <a:lnTo>
                    <a:pt x="1084402" y="154"/>
                  </a:lnTo>
                  <a:lnTo>
                    <a:pt x="1092260" y="154"/>
                  </a:lnTo>
                  <a:lnTo>
                    <a:pt x="1100118" y="154"/>
                  </a:lnTo>
                  <a:lnTo>
                    <a:pt x="1107976" y="154"/>
                  </a:lnTo>
                  <a:lnTo>
                    <a:pt x="1115834" y="155"/>
                  </a:lnTo>
                  <a:lnTo>
                    <a:pt x="1123692" y="155"/>
                  </a:lnTo>
                  <a:lnTo>
                    <a:pt x="1131550" y="155"/>
                  </a:lnTo>
                  <a:lnTo>
                    <a:pt x="1139408" y="156"/>
                  </a:lnTo>
                  <a:lnTo>
                    <a:pt x="1147266" y="156"/>
                  </a:lnTo>
                  <a:lnTo>
                    <a:pt x="1155124" y="156"/>
                  </a:lnTo>
                  <a:lnTo>
                    <a:pt x="1162982" y="156"/>
                  </a:lnTo>
                  <a:lnTo>
                    <a:pt x="1170840" y="157"/>
                  </a:lnTo>
                  <a:lnTo>
                    <a:pt x="1178698" y="157"/>
                  </a:lnTo>
                  <a:lnTo>
                    <a:pt x="1186556" y="157"/>
                  </a:lnTo>
                  <a:lnTo>
                    <a:pt x="1194414" y="157"/>
                  </a:lnTo>
                  <a:lnTo>
                    <a:pt x="1202272" y="157"/>
                  </a:lnTo>
                  <a:lnTo>
                    <a:pt x="1210130" y="158"/>
                  </a:lnTo>
                  <a:lnTo>
                    <a:pt x="1217988" y="158"/>
                  </a:lnTo>
                  <a:lnTo>
                    <a:pt x="1225846" y="158"/>
                  </a:lnTo>
                  <a:lnTo>
                    <a:pt x="1233704" y="158"/>
                  </a:lnTo>
                  <a:lnTo>
                    <a:pt x="1241562" y="159"/>
                  </a:lnTo>
                  <a:lnTo>
                    <a:pt x="1249420" y="159"/>
                  </a:lnTo>
                  <a:lnTo>
                    <a:pt x="1257278" y="159"/>
                  </a:lnTo>
                  <a:lnTo>
                    <a:pt x="1265136" y="159"/>
                  </a:lnTo>
                  <a:lnTo>
                    <a:pt x="1272994" y="159"/>
                  </a:lnTo>
                  <a:lnTo>
                    <a:pt x="1280852" y="160"/>
                  </a:lnTo>
                  <a:lnTo>
                    <a:pt x="1288710" y="160"/>
                  </a:lnTo>
                  <a:lnTo>
                    <a:pt x="1296568" y="160"/>
                  </a:lnTo>
                  <a:lnTo>
                    <a:pt x="1304426" y="160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1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1"/>
                  </a:lnTo>
                  <a:lnTo>
                    <a:pt x="1359432" y="161"/>
                  </a:lnTo>
                  <a:lnTo>
                    <a:pt x="1367290" y="161"/>
                  </a:lnTo>
                  <a:lnTo>
                    <a:pt x="1375148" y="162"/>
                  </a:lnTo>
                  <a:lnTo>
                    <a:pt x="1383006" y="162"/>
                  </a:lnTo>
                  <a:lnTo>
                    <a:pt x="1390864" y="162"/>
                  </a:lnTo>
                  <a:lnTo>
                    <a:pt x="1398722" y="162"/>
                  </a:lnTo>
                  <a:lnTo>
                    <a:pt x="1406580" y="162"/>
                  </a:lnTo>
                  <a:lnTo>
                    <a:pt x="1414438" y="162"/>
                  </a:lnTo>
                  <a:lnTo>
                    <a:pt x="1422296" y="163"/>
                  </a:lnTo>
                  <a:lnTo>
                    <a:pt x="1430154" y="163"/>
                  </a:lnTo>
                  <a:lnTo>
                    <a:pt x="1438012" y="163"/>
                  </a:lnTo>
                  <a:lnTo>
                    <a:pt x="1445870" y="163"/>
                  </a:lnTo>
                  <a:lnTo>
                    <a:pt x="1453728" y="163"/>
                  </a:lnTo>
                  <a:lnTo>
                    <a:pt x="1461586" y="163"/>
                  </a:lnTo>
                  <a:lnTo>
                    <a:pt x="1469444" y="163"/>
                  </a:lnTo>
                  <a:lnTo>
                    <a:pt x="1477302" y="163"/>
                  </a:lnTo>
                  <a:lnTo>
                    <a:pt x="1485160" y="164"/>
                  </a:lnTo>
                  <a:lnTo>
                    <a:pt x="1493018" y="164"/>
                  </a:lnTo>
                  <a:lnTo>
                    <a:pt x="1500876" y="164"/>
                  </a:lnTo>
                  <a:lnTo>
                    <a:pt x="1508734" y="164"/>
                  </a:lnTo>
                  <a:lnTo>
                    <a:pt x="1516592" y="164"/>
                  </a:lnTo>
                  <a:lnTo>
                    <a:pt x="1524450" y="164"/>
                  </a:lnTo>
                  <a:lnTo>
                    <a:pt x="1532308" y="164"/>
                  </a:lnTo>
                  <a:lnTo>
                    <a:pt x="1540166" y="164"/>
                  </a:lnTo>
                  <a:lnTo>
                    <a:pt x="1548024" y="164"/>
                  </a:lnTo>
                  <a:lnTo>
                    <a:pt x="1555882" y="165"/>
                  </a:lnTo>
                  <a:lnTo>
                    <a:pt x="1563740" y="165"/>
                  </a:lnTo>
                  <a:lnTo>
                    <a:pt x="1571598" y="165"/>
                  </a:lnTo>
                  <a:lnTo>
                    <a:pt x="1579456" y="165"/>
                  </a:lnTo>
                  <a:lnTo>
                    <a:pt x="1587314" y="166"/>
                  </a:lnTo>
                  <a:lnTo>
                    <a:pt x="1595172" y="166"/>
                  </a:lnTo>
                  <a:lnTo>
                    <a:pt x="1603030" y="166"/>
                  </a:lnTo>
                  <a:lnTo>
                    <a:pt x="1610888" y="166"/>
                  </a:lnTo>
                  <a:lnTo>
                    <a:pt x="1618746" y="166"/>
                  </a:lnTo>
                  <a:lnTo>
                    <a:pt x="1626604" y="166"/>
                  </a:lnTo>
                  <a:lnTo>
                    <a:pt x="1634462" y="166"/>
                  </a:lnTo>
                  <a:lnTo>
                    <a:pt x="1642320" y="166"/>
                  </a:lnTo>
                  <a:lnTo>
                    <a:pt x="1650178" y="166"/>
                  </a:lnTo>
                  <a:lnTo>
                    <a:pt x="1658036" y="166"/>
                  </a:lnTo>
                  <a:lnTo>
                    <a:pt x="1665894" y="166"/>
                  </a:lnTo>
                  <a:lnTo>
                    <a:pt x="1673752" y="167"/>
                  </a:lnTo>
                  <a:lnTo>
                    <a:pt x="1681610" y="167"/>
                  </a:lnTo>
                  <a:lnTo>
                    <a:pt x="1689468" y="167"/>
                  </a:lnTo>
                  <a:lnTo>
                    <a:pt x="1697326" y="167"/>
                  </a:lnTo>
                  <a:lnTo>
                    <a:pt x="1705184" y="167"/>
                  </a:lnTo>
                  <a:lnTo>
                    <a:pt x="1713042" y="167"/>
                  </a:lnTo>
                  <a:lnTo>
                    <a:pt x="1720900" y="167"/>
                  </a:lnTo>
                  <a:lnTo>
                    <a:pt x="1728758" y="167"/>
                  </a:lnTo>
                  <a:lnTo>
                    <a:pt x="1736616" y="167"/>
                  </a:lnTo>
                  <a:lnTo>
                    <a:pt x="1744474" y="167"/>
                  </a:lnTo>
                  <a:lnTo>
                    <a:pt x="1752332" y="167"/>
                  </a:lnTo>
                  <a:lnTo>
                    <a:pt x="1760190" y="167"/>
                  </a:lnTo>
                  <a:lnTo>
                    <a:pt x="1768048" y="168"/>
                  </a:lnTo>
                  <a:lnTo>
                    <a:pt x="1775906" y="168"/>
                  </a:lnTo>
                  <a:lnTo>
                    <a:pt x="1783764" y="168"/>
                  </a:lnTo>
                  <a:lnTo>
                    <a:pt x="1791622" y="168"/>
                  </a:lnTo>
                  <a:lnTo>
                    <a:pt x="1799480" y="168"/>
                  </a:lnTo>
                  <a:lnTo>
                    <a:pt x="1807338" y="168"/>
                  </a:lnTo>
                  <a:lnTo>
                    <a:pt x="1815196" y="168"/>
                  </a:lnTo>
                  <a:lnTo>
                    <a:pt x="1823054" y="168"/>
                  </a:lnTo>
                  <a:lnTo>
                    <a:pt x="1830912" y="168"/>
                  </a:lnTo>
                  <a:lnTo>
                    <a:pt x="1838770" y="168"/>
                  </a:lnTo>
                  <a:lnTo>
                    <a:pt x="1846628" y="168"/>
                  </a:lnTo>
                  <a:lnTo>
                    <a:pt x="1854486" y="168"/>
                  </a:lnTo>
                  <a:lnTo>
                    <a:pt x="1862344" y="168"/>
                  </a:lnTo>
                  <a:lnTo>
                    <a:pt x="1870202" y="168"/>
                  </a:lnTo>
                  <a:lnTo>
                    <a:pt x="1878060" y="168"/>
                  </a:lnTo>
                  <a:lnTo>
                    <a:pt x="1885918" y="168"/>
                  </a:lnTo>
                  <a:lnTo>
                    <a:pt x="1893776" y="169"/>
                  </a:lnTo>
                  <a:lnTo>
                    <a:pt x="1901634" y="169"/>
                  </a:lnTo>
                  <a:lnTo>
                    <a:pt x="1909492" y="169"/>
                  </a:lnTo>
                  <a:lnTo>
                    <a:pt x="1917350" y="169"/>
                  </a:lnTo>
                  <a:lnTo>
                    <a:pt x="1925208" y="169"/>
                  </a:lnTo>
                  <a:lnTo>
                    <a:pt x="1933066" y="169"/>
                  </a:lnTo>
                  <a:lnTo>
                    <a:pt x="1940924" y="169"/>
                  </a:lnTo>
                  <a:lnTo>
                    <a:pt x="1948782" y="169"/>
                  </a:lnTo>
                  <a:lnTo>
                    <a:pt x="1956640" y="169"/>
                  </a:lnTo>
                  <a:lnTo>
                    <a:pt x="1964498" y="169"/>
                  </a:lnTo>
                  <a:lnTo>
                    <a:pt x="1972356" y="169"/>
                  </a:lnTo>
                  <a:lnTo>
                    <a:pt x="1980214" y="169"/>
                  </a:lnTo>
                  <a:lnTo>
                    <a:pt x="1988072" y="169"/>
                  </a:lnTo>
                  <a:lnTo>
                    <a:pt x="1995930" y="170"/>
                  </a:lnTo>
                  <a:lnTo>
                    <a:pt x="2003788" y="170"/>
                  </a:lnTo>
                  <a:lnTo>
                    <a:pt x="2011646" y="170"/>
                  </a:lnTo>
                  <a:lnTo>
                    <a:pt x="2019504" y="170"/>
                  </a:lnTo>
                  <a:lnTo>
                    <a:pt x="2027362" y="170"/>
                  </a:lnTo>
                  <a:lnTo>
                    <a:pt x="2035220" y="170"/>
                  </a:lnTo>
                  <a:lnTo>
                    <a:pt x="2035220" y="677"/>
                  </a:lnTo>
                  <a:lnTo>
                    <a:pt x="2027362" y="676"/>
                  </a:lnTo>
                  <a:lnTo>
                    <a:pt x="2019504" y="676"/>
                  </a:lnTo>
                  <a:lnTo>
                    <a:pt x="2011646" y="676"/>
                  </a:lnTo>
                  <a:lnTo>
                    <a:pt x="2003788" y="676"/>
                  </a:lnTo>
                  <a:lnTo>
                    <a:pt x="1995930" y="675"/>
                  </a:lnTo>
                  <a:lnTo>
                    <a:pt x="1988072" y="675"/>
                  </a:lnTo>
                  <a:lnTo>
                    <a:pt x="1980214" y="675"/>
                  </a:lnTo>
                  <a:lnTo>
                    <a:pt x="1972356" y="674"/>
                  </a:lnTo>
                  <a:lnTo>
                    <a:pt x="1964498" y="674"/>
                  </a:lnTo>
                  <a:lnTo>
                    <a:pt x="1956640" y="674"/>
                  </a:lnTo>
                  <a:lnTo>
                    <a:pt x="1948782" y="674"/>
                  </a:lnTo>
                  <a:lnTo>
                    <a:pt x="1940924" y="673"/>
                  </a:lnTo>
                  <a:lnTo>
                    <a:pt x="1933066" y="673"/>
                  </a:lnTo>
                  <a:lnTo>
                    <a:pt x="1925208" y="673"/>
                  </a:lnTo>
                  <a:lnTo>
                    <a:pt x="1917350" y="673"/>
                  </a:lnTo>
                  <a:lnTo>
                    <a:pt x="1909492" y="673"/>
                  </a:lnTo>
                  <a:lnTo>
                    <a:pt x="1901634" y="673"/>
                  </a:lnTo>
                  <a:lnTo>
                    <a:pt x="1893776" y="672"/>
                  </a:lnTo>
                  <a:lnTo>
                    <a:pt x="1885918" y="672"/>
                  </a:lnTo>
                  <a:lnTo>
                    <a:pt x="1878060" y="672"/>
                  </a:lnTo>
                  <a:lnTo>
                    <a:pt x="1870202" y="672"/>
                  </a:lnTo>
                  <a:lnTo>
                    <a:pt x="1862344" y="672"/>
                  </a:lnTo>
                  <a:lnTo>
                    <a:pt x="1854486" y="672"/>
                  </a:lnTo>
                  <a:lnTo>
                    <a:pt x="1846628" y="671"/>
                  </a:lnTo>
                  <a:lnTo>
                    <a:pt x="1838770" y="671"/>
                  </a:lnTo>
                  <a:lnTo>
                    <a:pt x="1830912" y="671"/>
                  </a:lnTo>
                  <a:lnTo>
                    <a:pt x="1823054" y="671"/>
                  </a:lnTo>
                  <a:lnTo>
                    <a:pt x="1815196" y="671"/>
                  </a:lnTo>
                  <a:lnTo>
                    <a:pt x="1807338" y="670"/>
                  </a:lnTo>
                  <a:lnTo>
                    <a:pt x="1799480" y="670"/>
                  </a:lnTo>
                  <a:lnTo>
                    <a:pt x="1791622" y="670"/>
                  </a:lnTo>
                  <a:lnTo>
                    <a:pt x="1783764" y="670"/>
                  </a:lnTo>
                  <a:lnTo>
                    <a:pt x="1775906" y="669"/>
                  </a:lnTo>
                  <a:lnTo>
                    <a:pt x="1768048" y="669"/>
                  </a:lnTo>
                  <a:lnTo>
                    <a:pt x="1760190" y="669"/>
                  </a:lnTo>
                  <a:lnTo>
                    <a:pt x="1752332" y="669"/>
                  </a:lnTo>
                  <a:lnTo>
                    <a:pt x="1744474" y="669"/>
                  </a:lnTo>
                  <a:lnTo>
                    <a:pt x="1736616" y="668"/>
                  </a:lnTo>
                  <a:lnTo>
                    <a:pt x="1728758" y="668"/>
                  </a:lnTo>
                  <a:lnTo>
                    <a:pt x="1720900" y="668"/>
                  </a:lnTo>
                  <a:lnTo>
                    <a:pt x="1713042" y="668"/>
                  </a:lnTo>
                  <a:lnTo>
                    <a:pt x="1705184" y="667"/>
                  </a:lnTo>
                  <a:lnTo>
                    <a:pt x="1697326" y="667"/>
                  </a:lnTo>
                  <a:lnTo>
                    <a:pt x="1689468" y="667"/>
                  </a:lnTo>
                  <a:lnTo>
                    <a:pt x="1681610" y="666"/>
                  </a:lnTo>
                  <a:lnTo>
                    <a:pt x="1673752" y="666"/>
                  </a:lnTo>
                  <a:lnTo>
                    <a:pt x="1665894" y="666"/>
                  </a:lnTo>
                  <a:lnTo>
                    <a:pt x="1658036" y="666"/>
                  </a:lnTo>
                  <a:lnTo>
                    <a:pt x="1650178" y="665"/>
                  </a:lnTo>
                  <a:lnTo>
                    <a:pt x="1642320" y="665"/>
                  </a:lnTo>
                  <a:lnTo>
                    <a:pt x="1634462" y="665"/>
                  </a:lnTo>
                  <a:lnTo>
                    <a:pt x="1626604" y="664"/>
                  </a:lnTo>
                  <a:lnTo>
                    <a:pt x="1618746" y="664"/>
                  </a:lnTo>
                  <a:lnTo>
                    <a:pt x="1610888" y="664"/>
                  </a:lnTo>
                  <a:lnTo>
                    <a:pt x="1603030" y="664"/>
                  </a:lnTo>
                  <a:lnTo>
                    <a:pt x="1595172" y="663"/>
                  </a:lnTo>
                  <a:lnTo>
                    <a:pt x="1587314" y="663"/>
                  </a:lnTo>
                  <a:lnTo>
                    <a:pt x="1579456" y="663"/>
                  </a:lnTo>
                  <a:lnTo>
                    <a:pt x="1571598" y="662"/>
                  </a:lnTo>
                  <a:lnTo>
                    <a:pt x="1563740" y="662"/>
                  </a:lnTo>
                  <a:lnTo>
                    <a:pt x="1555882" y="662"/>
                  </a:lnTo>
                  <a:lnTo>
                    <a:pt x="1548024" y="661"/>
                  </a:lnTo>
                  <a:lnTo>
                    <a:pt x="1540166" y="661"/>
                  </a:lnTo>
                  <a:lnTo>
                    <a:pt x="1532308" y="660"/>
                  </a:lnTo>
                  <a:lnTo>
                    <a:pt x="1524450" y="660"/>
                  </a:lnTo>
                  <a:lnTo>
                    <a:pt x="1516592" y="660"/>
                  </a:lnTo>
                  <a:lnTo>
                    <a:pt x="1508734" y="659"/>
                  </a:lnTo>
                  <a:lnTo>
                    <a:pt x="1500876" y="659"/>
                  </a:lnTo>
                  <a:lnTo>
                    <a:pt x="1493018" y="659"/>
                  </a:lnTo>
                  <a:lnTo>
                    <a:pt x="1485160" y="658"/>
                  </a:lnTo>
                  <a:lnTo>
                    <a:pt x="1477302" y="658"/>
                  </a:lnTo>
                  <a:lnTo>
                    <a:pt x="1469444" y="657"/>
                  </a:lnTo>
                  <a:lnTo>
                    <a:pt x="1461586" y="657"/>
                  </a:lnTo>
                  <a:lnTo>
                    <a:pt x="1453728" y="656"/>
                  </a:lnTo>
                  <a:lnTo>
                    <a:pt x="1445870" y="656"/>
                  </a:lnTo>
                  <a:lnTo>
                    <a:pt x="1438012" y="656"/>
                  </a:lnTo>
                  <a:lnTo>
                    <a:pt x="1430154" y="655"/>
                  </a:lnTo>
                  <a:lnTo>
                    <a:pt x="1422296" y="655"/>
                  </a:lnTo>
                  <a:lnTo>
                    <a:pt x="1414438" y="654"/>
                  </a:lnTo>
                  <a:lnTo>
                    <a:pt x="1406580" y="654"/>
                  </a:lnTo>
                  <a:lnTo>
                    <a:pt x="1398722" y="653"/>
                  </a:lnTo>
                  <a:lnTo>
                    <a:pt x="1390864" y="653"/>
                  </a:lnTo>
                  <a:lnTo>
                    <a:pt x="1383006" y="652"/>
                  </a:lnTo>
                  <a:lnTo>
                    <a:pt x="1375148" y="652"/>
                  </a:lnTo>
                  <a:lnTo>
                    <a:pt x="1367290" y="651"/>
                  </a:lnTo>
                  <a:lnTo>
                    <a:pt x="1359432" y="651"/>
                  </a:lnTo>
                  <a:lnTo>
                    <a:pt x="1351574" y="650"/>
                  </a:lnTo>
                  <a:lnTo>
                    <a:pt x="1343716" y="650"/>
                  </a:lnTo>
                  <a:lnTo>
                    <a:pt x="1335858" y="649"/>
                  </a:lnTo>
                  <a:lnTo>
                    <a:pt x="1328000" y="648"/>
                  </a:lnTo>
                  <a:lnTo>
                    <a:pt x="1320142" y="648"/>
                  </a:lnTo>
                  <a:lnTo>
                    <a:pt x="1312284" y="647"/>
                  </a:lnTo>
                  <a:lnTo>
                    <a:pt x="1304426" y="647"/>
                  </a:lnTo>
                  <a:lnTo>
                    <a:pt x="1296568" y="646"/>
                  </a:lnTo>
                  <a:lnTo>
                    <a:pt x="1288710" y="646"/>
                  </a:lnTo>
                  <a:lnTo>
                    <a:pt x="1280852" y="645"/>
                  </a:lnTo>
                  <a:lnTo>
                    <a:pt x="1272994" y="644"/>
                  </a:lnTo>
                  <a:lnTo>
                    <a:pt x="1265136" y="644"/>
                  </a:lnTo>
                  <a:lnTo>
                    <a:pt x="1257278" y="643"/>
                  </a:lnTo>
                  <a:lnTo>
                    <a:pt x="1249420" y="642"/>
                  </a:lnTo>
                  <a:lnTo>
                    <a:pt x="1241562" y="642"/>
                  </a:lnTo>
                  <a:lnTo>
                    <a:pt x="1233704" y="641"/>
                  </a:lnTo>
                  <a:lnTo>
                    <a:pt x="1225846" y="640"/>
                  </a:lnTo>
                  <a:lnTo>
                    <a:pt x="1217988" y="640"/>
                  </a:lnTo>
                  <a:lnTo>
                    <a:pt x="1210130" y="639"/>
                  </a:lnTo>
                  <a:lnTo>
                    <a:pt x="1202272" y="638"/>
                  </a:lnTo>
                  <a:lnTo>
                    <a:pt x="1194414" y="637"/>
                  </a:lnTo>
                  <a:lnTo>
                    <a:pt x="1186556" y="637"/>
                  </a:lnTo>
                  <a:lnTo>
                    <a:pt x="1178698" y="636"/>
                  </a:lnTo>
                  <a:lnTo>
                    <a:pt x="1170840" y="635"/>
                  </a:lnTo>
                  <a:lnTo>
                    <a:pt x="1162982" y="634"/>
                  </a:lnTo>
                  <a:lnTo>
                    <a:pt x="1155124" y="634"/>
                  </a:lnTo>
                  <a:lnTo>
                    <a:pt x="1147266" y="633"/>
                  </a:lnTo>
                  <a:lnTo>
                    <a:pt x="1139408" y="633"/>
                  </a:lnTo>
                  <a:lnTo>
                    <a:pt x="1131550" y="632"/>
                  </a:lnTo>
                  <a:lnTo>
                    <a:pt x="1123692" y="632"/>
                  </a:lnTo>
                  <a:lnTo>
                    <a:pt x="1115834" y="631"/>
                  </a:lnTo>
                  <a:lnTo>
                    <a:pt x="1107976" y="630"/>
                  </a:lnTo>
                  <a:lnTo>
                    <a:pt x="1100118" y="630"/>
                  </a:lnTo>
                  <a:lnTo>
                    <a:pt x="1092260" y="629"/>
                  </a:lnTo>
                  <a:lnTo>
                    <a:pt x="1084402" y="629"/>
                  </a:lnTo>
                  <a:lnTo>
                    <a:pt x="1076544" y="628"/>
                  </a:lnTo>
                  <a:lnTo>
                    <a:pt x="1068686" y="628"/>
                  </a:lnTo>
                  <a:lnTo>
                    <a:pt x="1060828" y="627"/>
                  </a:lnTo>
                  <a:lnTo>
                    <a:pt x="1052970" y="626"/>
                  </a:lnTo>
                  <a:lnTo>
                    <a:pt x="1045112" y="626"/>
                  </a:lnTo>
                  <a:lnTo>
                    <a:pt x="1037254" y="625"/>
                  </a:lnTo>
                  <a:lnTo>
                    <a:pt x="1029397" y="625"/>
                  </a:lnTo>
                  <a:lnTo>
                    <a:pt x="1021539" y="624"/>
                  </a:lnTo>
                  <a:lnTo>
                    <a:pt x="1013681" y="623"/>
                  </a:lnTo>
                  <a:lnTo>
                    <a:pt x="1005823" y="623"/>
                  </a:lnTo>
                  <a:lnTo>
                    <a:pt x="997965" y="622"/>
                  </a:lnTo>
                  <a:lnTo>
                    <a:pt x="990107" y="622"/>
                  </a:lnTo>
                  <a:lnTo>
                    <a:pt x="982249" y="621"/>
                  </a:lnTo>
                  <a:lnTo>
                    <a:pt x="974391" y="620"/>
                  </a:lnTo>
                  <a:lnTo>
                    <a:pt x="966533" y="619"/>
                  </a:lnTo>
                  <a:lnTo>
                    <a:pt x="958675" y="619"/>
                  </a:lnTo>
                  <a:lnTo>
                    <a:pt x="950817" y="618"/>
                  </a:lnTo>
                  <a:lnTo>
                    <a:pt x="942959" y="617"/>
                  </a:lnTo>
                  <a:lnTo>
                    <a:pt x="935101" y="616"/>
                  </a:lnTo>
                  <a:lnTo>
                    <a:pt x="927243" y="616"/>
                  </a:lnTo>
                  <a:lnTo>
                    <a:pt x="919385" y="615"/>
                  </a:lnTo>
                  <a:lnTo>
                    <a:pt x="911527" y="614"/>
                  </a:lnTo>
                  <a:lnTo>
                    <a:pt x="903669" y="613"/>
                  </a:lnTo>
                  <a:lnTo>
                    <a:pt x="895811" y="613"/>
                  </a:lnTo>
                  <a:lnTo>
                    <a:pt x="887953" y="612"/>
                  </a:lnTo>
                  <a:lnTo>
                    <a:pt x="880095" y="611"/>
                  </a:lnTo>
                  <a:lnTo>
                    <a:pt x="872237" y="610"/>
                  </a:lnTo>
                  <a:lnTo>
                    <a:pt x="864379" y="610"/>
                  </a:lnTo>
                  <a:lnTo>
                    <a:pt x="856521" y="609"/>
                  </a:lnTo>
                  <a:lnTo>
                    <a:pt x="848663" y="608"/>
                  </a:lnTo>
                  <a:lnTo>
                    <a:pt x="840805" y="607"/>
                  </a:lnTo>
                  <a:lnTo>
                    <a:pt x="832947" y="605"/>
                  </a:lnTo>
                  <a:lnTo>
                    <a:pt x="825089" y="604"/>
                  </a:lnTo>
                  <a:lnTo>
                    <a:pt x="817231" y="602"/>
                  </a:lnTo>
                  <a:lnTo>
                    <a:pt x="809373" y="600"/>
                  </a:lnTo>
                  <a:lnTo>
                    <a:pt x="801515" y="599"/>
                  </a:lnTo>
                  <a:lnTo>
                    <a:pt x="793657" y="598"/>
                  </a:lnTo>
                  <a:lnTo>
                    <a:pt x="785799" y="597"/>
                  </a:lnTo>
                  <a:lnTo>
                    <a:pt x="777941" y="597"/>
                  </a:lnTo>
                  <a:lnTo>
                    <a:pt x="770083" y="596"/>
                  </a:lnTo>
                  <a:lnTo>
                    <a:pt x="762225" y="595"/>
                  </a:lnTo>
                  <a:lnTo>
                    <a:pt x="754367" y="595"/>
                  </a:lnTo>
                  <a:lnTo>
                    <a:pt x="746509" y="594"/>
                  </a:lnTo>
                  <a:lnTo>
                    <a:pt x="738651" y="593"/>
                  </a:lnTo>
                  <a:lnTo>
                    <a:pt x="730793" y="592"/>
                  </a:lnTo>
                  <a:lnTo>
                    <a:pt x="722935" y="591"/>
                  </a:lnTo>
                  <a:lnTo>
                    <a:pt x="715077" y="590"/>
                  </a:lnTo>
                  <a:lnTo>
                    <a:pt x="707219" y="588"/>
                  </a:lnTo>
                  <a:lnTo>
                    <a:pt x="699361" y="586"/>
                  </a:lnTo>
                  <a:lnTo>
                    <a:pt x="691503" y="585"/>
                  </a:lnTo>
                  <a:lnTo>
                    <a:pt x="683645" y="583"/>
                  </a:lnTo>
                  <a:lnTo>
                    <a:pt x="675787" y="582"/>
                  </a:lnTo>
                  <a:lnTo>
                    <a:pt x="667929" y="580"/>
                  </a:lnTo>
                  <a:lnTo>
                    <a:pt x="660071" y="578"/>
                  </a:lnTo>
                  <a:lnTo>
                    <a:pt x="652213" y="576"/>
                  </a:lnTo>
                  <a:lnTo>
                    <a:pt x="644355" y="575"/>
                  </a:lnTo>
                  <a:lnTo>
                    <a:pt x="636497" y="574"/>
                  </a:lnTo>
                  <a:lnTo>
                    <a:pt x="628639" y="573"/>
                  </a:lnTo>
                  <a:lnTo>
                    <a:pt x="620781" y="572"/>
                  </a:lnTo>
                  <a:lnTo>
                    <a:pt x="612923" y="571"/>
                  </a:lnTo>
                  <a:lnTo>
                    <a:pt x="605065" y="571"/>
                  </a:lnTo>
                  <a:lnTo>
                    <a:pt x="597207" y="570"/>
                  </a:lnTo>
                  <a:lnTo>
                    <a:pt x="589349" y="569"/>
                  </a:lnTo>
                  <a:lnTo>
                    <a:pt x="581491" y="567"/>
                  </a:lnTo>
                  <a:lnTo>
                    <a:pt x="573633" y="566"/>
                  </a:lnTo>
                  <a:lnTo>
                    <a:pt x="565775" y="564"/>
                  </a:lnTo>
                  <a:lnTo>
                    <a:pt x="557917" y="563"/>
                  </a:lnTo>
                  <a:lnTo>
                    <a:pt x="550059" y="560"/>
                  </a:lnTo>
                  <a:lnTo>
                    <a:pt x="542201" y="558"/>
                  </a:lnTo>
                  <a:lnTo>
                    <a:pt x="534343" y="556"/>
                  </a:lnTo>
                  <a:lnTo>
                    <a:pt x="526485" y="554"/>
                  </a:lnTo>
                  <a:lnTo>
                    <a:pt x="518627" y="552"/>
                  </a:lnTo>
                  <a:lnTo>
                    <a:pt x="510769" y="549"/>
                  </a:lnTo>
                  <a:lnTo>
                    <a:pt x="502911" y="546"/>
                  </a:lnTo>
                  <a:lnTo>
                    <a:pt x="495053" y="543"/>
                  </a:lnTo>
                  <a:lnTo>
                    <a:pt x="487195" y="541"/>
                  </a:lnTo>
                  <a:lnTo>
                    <a:pt x="479337" y="540"/>
                  </a:lnTo>
                  <a:lnTo>
                    <a:pt x="471479" y="539"/>
                  </a:lnTo>
                  <a:lnTo>
                    <a:pt x="463621" y="538"/>
                  </a:lnTo>
                  <a:lnTo>
                    <a:pt x="455763" y="536"/>
                  </a:lnTo>
                  <a:lnTo>
                    <a:pt x="447905" y="534"/>
                  </a:lnTo>
                  <a:lnTo>
                    <a:pt x="440047" y="531"/>
                  </a:lnTo>
                  <a:lnTo>
                    <a:pt x="432189" y="528"/>
                  </a:lnTo>
                  <a:lnTo>
                    <a:pt x="424331" y="527"/>
                  </a:lnTo>
                  <a:lnTo>
                    <a:pt x="416473" y="525"/>
                  </a:lnTo>
                  <a:lnTo>
                    <a:pt x="408615" y="523"/>
                  </a:lnTo>
                  <a:lnTo>
                    <a:pt x="400757" y="521"/>
                  </a:lnTo>
                  <a:lnTo>
                    <a:pt x="392899" y="518"/>
                  </a:lnTo>
                  <a:lnTo>
                    <a:pt x="385041" y="516"/>
                  </a:lnTo>
                  <a:lnTo>
                    <a:pt x="377183" y="514"/>
                  </a:lnTo>
                  <a:lnTo>
                    <a:pt x="369325" y="513"/>
                  </a:lnTo>
                  <a:lnTo>
                    <a:pt x="361467" y="512"/>
                  </a:lnTo>
                  <a:lnTo>
                    <a:pt x="353609" y="511"/>
                  </a:lnTo>
                  <a:lnTo>
                    <a:pt x="345751" y="509"/>
                  </a:lnTo>
                  <a:lnTo>
                    <a:pt x="337893" y="506"/>
                  </a:lnTo>
                  <a:lnTo>
                    <a:pt x="330035" y="505"/>
                  </a:lnTo>
                  <a:lnTo>
                    <a:pt x="322177" y="503"/>
                  </a:lnTo>
                  <a:lnTo>
                    <a:pt x="314319" y="501"/>
                  </a:lnTo>
                  <a:lnTo>
                    <a:pt x="306461" y="499"/>
                  </a:lnTo>
                  <a:lnTo>
                    <a:pt x="298603" y="497"/>
                  </a:lnTo>
                  <a:lnTo>
                    <a:pt x="290745" y="496"/>
                  </a:lnTo>
                  <a:lnTo>
                    <a:pt x="282887" y="493"/>
                  </a:lnTo>
                  <a:lnTo>
                    <a:pt x="275029" y="491"/>
                  </a:lnTo>
                  <a:lnTo>
                    <a:pt x="267171" y="489"/>
                  </a:lnTo>
                  <a:lnTo>
                    <a:pt x="259313" y="487"/>
                  </a:lnTo>
                  <a:lnTo>
                    <a:pt x="251455" y="485"/>
                  </a:lnTo>
                  <a:lnTo>
                    <a:pt x="243597" y="482"/>
                  </a:lnTo>
                  <a:lnTo>
                    <a:pt x="235739" y="480"/>
                  </a:lnTo>
                  <a:lnTo>
                    <a:pt x="227881" y="478"/>
                  </a:lnTo>
                  <a:lnTo>
                    <a:pt x="220023" y="474"/>
                  </a:lnTo>
                  <a:lnTo>
                    <a:pt x="212165" y="472"/>
                  </a:lnTo>
                  <a:lnTo>
                    <a:pt x="204307" y="470"/>
                  </a:lnTo>
                  <a:lnTo>
                    <a:pt x="196449" y="469"/>
                  </a:lnTo>
                  <a:lnTo>
                    <a:pt x="188591" y="466"/>
                  </a:lnTo>
                  <a:lnTo>
                    <a:pt x="180733" y="464"/>
                  </a:lnTo>
                  <a:lnTo>
                    <a:pt x="172875" y="462"/>
                  </a:lnTo>
                  <a:lnTo>
                    <a:pt x="165017" y="459"/>
                  </a:lnTo>
                  <a:lnTo>
                    <a:pt x="157159" y="456"/>
                  </a:lnTo>
                  <a:lnTo>
                    <a:pt x="149301" y="452"/>
                  </a:lnTo>
                  <a:lnTo>
                    <a:pt x="141443" y="450"/>
                  </a:lnTo>
                  <a:lnTo>
                    <a:pt x="133585" y="448"/>
                  </a:lnTo>
                  <a:lnTo>
                    <a:pt x="125727" y="446"/>
                  </a:lnTo>
                  <a:lnTo>
                    <a:pt x="117869" y="444"/>
                  </a:lnTo>
                  <a:lnTo>
                    <a:pt x="110011" y="443"/>
                  </a:lnTo>
                  <a:lnTo>
                    <a:pt x="102153" y="441"/>
                  </a:lnTo>
                  <a:lnTo>
                    <a:pt x="94295" y="439"/>
                  </a:lnTo>
                  <a:lnTo>
                    <a:pt x="86437" y="437"/>
                  </a:lnTo>
                  <a:lnTo>
                    <a:pt x="78579" y="437"/>
                  </a:lnTo>
                  <a:lnTo>
                    <a:pt x="70721" y="435"/>
                  </a:lnTo>
                  <a:lnTo>
                    <a:pt x="62863" y="433"/>
                  </a:lnTo>
                  <a:lnTo>
                    <a:pt x="55005" y="428"/>
                  </a:lnTo>
                  <a:lnTo>
                    <a:pt x="47147" y="426"/>
                  </a:lnTo>
                  <a:lnTo>
                    <a:pt x="39289" y="422"/>
                  </a:lnTo>
                  <a:lnTo>
                    <a:pt x="31431" y="420"/>
                  </a:lnTo>
                  <a:lnTo>
                    <a:pt x="23573" y="418"/>
                  </a:lnTo>
                  <a:lnTo>
                    <a:pt x="15715" y="416"/>
                  </a:lnTo>
                  <a:lnTo>
                    <a:pt x="7857" y="415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3608036" y="4839078"/>
              <a:ext cx="2035220" cy="170"/>
            </a:xfrm>
            <a:custGeom>
              <a:avLst/>
              <a:pathLst>
                <a:path w="2035220" h="170">
                  <a:moveTo>
                    <a:pt x="0" y="0"/>
                  </a:moveTo>
                  <a:lnTo>
                    <a:pt x="7857" y="6"/>
                  </a:lnTo>
                  <a:lnTo>
                    <a:pt x="15715" y="12"/>
                  </a:lnTo>
                  <a:lnTo>
                    <a:pt x="23573" y="18"/>
                  </a:lnTo>
                  <a:lnTo>
                    <a:pt x="31431" y="21"/>
                  </a:lnTo>
                  <a:lnTo>
                    <a:pt x="39289" y="27"/>
                  </a:lnTo>
                  <a:lnTo>
                    <a:pt x="47147" y="32"/>
                  </a:lnTo>
                  <a:lnTo>
                    <a:pt x="55005" y="35"/>
                  </a:lnTo>
                  <a:lnTo>
                    <a:pt x="62863" y="39"/>
                  </a:lnTo>
                  <a:lnTo>
                    <a:pt x="70721" y="45"/>
                  </a:lnTo>
                  <a:lnTo>
                    <a:pt x="78579" y="48"/>
                  </a:lnTo>
                  <a:lnTo>
                    <a:pt x="86437" y="52"/>
                  </a:lnTo>
                  <a:lnTo>
                    <a:pt x="94295" y="55"/>
                  </a:lnTo>
                  <a:lnTo>
                    <a:pt x="102153" y="58"/>
                  </a:lnTo>
                  <a:lnTo>
                    <a:pt x="110011" y="60"/>
                  </a:lnTo>
                  <a:lnTo>
                    <a:pt x="117869" y="63"/>
                  </a:lnTo>
                  <a:lnTo>
                    <a:pt x="125727" y="66"/>
                  </a:lnTo>
                  <a:lnTo>
                    <a:pt x="133585" y="69"/>
                  </a:lnTo>
                  <a:lnTo>
                    <a:pt x="141443" y="70"/>
                  </a:lnTo>
                  <a:lnTo>
                    <a:pt x="149301" y="74"/>
                  </a:lnTo>
                  <a:lnTo>
                    <a:pt x="157159" y="76"/>
                  </a:lnTo>
                  <a:lnTo>
                    <a:pt x="165017" y="78"/>
                  </a:lnTo>
                  <a:lnTo>
                    <a:pt x="172875" y="78"/>
                  </a:lnTo>
                  <a:lnTo>
                    <a:pt x="180733" y="80"/>
                  </a:lnTo>
                  <a:lnTo>
                    <a:pt x="188591" y="81"/>
                  </a:lnTo>
                  <a:lnTo>
                    <a:pt x="196449" y="83"/>
                  </a:lnTo>
                  <a:lnTo>
                    <a:pt x="204307" y="85"/>
                  </a:lnTo>
                  <a:lnTo>
                    <a:pt x="212165" y="87"/>
                  </a:lnTo>
                  <a:lnTo>
                    <a:pt x="220023" y="88"/>
                  </a:lnTo>
                  <a:lnTo>
                    <a:pt x="227881" y="89"/>
                  </a:lnTo>
                  <a:lnTo>
                    <a:pt x="235739" y="92"/>
                  </a:lnTo>
                  <a:lnTo>
                    <a:pt x="243597" y="94"/>
                  </a:lnTo>
                  <a:lnTo>
                    <a:pt x="251455" y="95"/>
                  </a:lnTo>
                  <a:lnTo>
                    <a:pt x="259313" y="96"/>
                  </a:lnTo>
                  <a:lnTo>
                    <a:pt x="267171" y="97"/>
                  </a:lnTo>
                  <a:lnTo>
                    <a:pt x="275029" y="98"/>
                  </a:lnTo>
                  <a:lnTo>
                    <a:pt x="282887" y="99"/>
                  </a:lnTo>
                  <a:lnTo>
                    <a:pt x="290745" y="100"/>
                  </a:lnTo>
                  <a:lnTo>
                    <a:pt x="298603" y="102"/>
                  </a:lnTo>
                  <a:lnTo>
                    <a:pt x="306461" y="104"/>
                  </a:lnTo>
                  <a:lnTo>
                    <a:pt x="314319" y="105"/>
                  </a:lnTo>
                  <a:lnTo>
                    <a:pt x="322177" y="105"/>
                  </a:lnTo>
                  <a:lnTo>
                    <a:pt x="330035" y="106"/>
                  </a:lnTo>
                  <a:lnTo>
                    <a:pt x="337893" y="107"/>
                  </a:lnTo>
                  <a:lnTo>
                    <a:pt x="345751" y="108"/>
                  </a:lnTo>
                  <a:lnTo>
                    <a:pt x="353609" y="109"/>
                  </a:lnTo>
                  <a:lnTo>
                    <a:pt x="361467" y="110"/>
                  </a:lnTo>
                  <a:lnTo>
                    <a:pt x="369325" y="111"/>
                  </a:lnTo>
                  <a:lnTo>
                    <a:pt x="377183" y="112"/>
                  </a:lnTo>
                  <a:lnTo>
                    <a:pt x="385041" y="114"/>
                  </a:lnTo>
                  <a:lnTo>
                    <a:pt x="392899" y="115"/>
                  </a:lnTo>
                  <a:lnTo>
                    <a:pt x="400757" y="117"/>
                  </a:lnTo>
                  <a:lnTo>
                    <a:pt x="408615" y="118"/>
                  </a:lnTo>
                  <a:lnTo>
                    <a:pt x="416473" y="119"/>
                  </a:lnTo>
                  <a:lnTo>
                    <a:pt x="424331" y="120"/>
                  </a:lnTo>
                  <a:lnTo>
                    <a:pt x="432189" y="120"/>
                  </a:lnTo>
                  <a:lnTo>
                    <a:pt x="440047" y="121"/>
                  </a:lnTo>
                  <a:lnTo>
                    <a:pt x="447905" y="121"/>
                  </a:lnTo>
                  <a:lnTo>
                    <a:pt x="455763" y="122"/>
                  </a:lnTo>
                  <a:lnTo>
                    <a:pt x="463621" y="123"/>
                  </a:lnTo>
                  <a:lnTo>
                    <a:pt x="471479" y="124"/>
                  </a:lnTo>
                  <a:lnTo>
                    <a:pt x="479337" y="124"/>
                  </a:lnTo>
                  <a:lnTo>
                    <a:pt x="487195" y="125"/>
                  </a:lnTo>
                  <a:lnTo>
                    <a:pt x="495053" y="126"/>
                  </a:lnTo>
                  <a:lnTo>
                    <a:pt x="502911" y="126"/>
                  </a:lnTo>
                  <a:lnTo>
                    <a:pt x="510769" y="126"/>
                  </a:lnTo>
                  <a:lnTo>
                    <a:pt x="518627" y="127"/>
                  </a:lnTo>
                  <a:lnTo>
                    <a:pt x="526485" y="129"/>
                  </a:lnTo>
                  <a:lnTo>
                    <a:pt x="534343" y="130"/>
                  </a:lnTo>
                  <a:lnTo>
                    <a:pt x="542201" y="131"/>
                  </a:lnTo>
                  <a:lnTo>
                    <a:pt x="550059" y="131"/>
                  </a:lnTo>
                  <a:lnTo>
                    <a:pt x="557917" y="132"/>
                  </a:lnTo>
                  <a:lnTo>
                    <a:pt x="565775" y="132"/>
                  </a:lnTo>
                  <a:lnTo>
                    <a:pt x="573633" y="133"/>
                  </a:lnTo>
                  <a:lnTo>
                    <a:pt x="581491" y="133"/>
                  </a:lnTo>
                  <a:lnTo>
                    <a:pt x="589349" y="134"/>
                  </a:lnTo>
                  <a:lnTo>
                    <a:pt x="597207" y="134"/>
                  </a:lnTo>
                  <a:lnTo>
                    <a:pt x="605065" y="134"/>
                  </a:lnTo>
                  <a:lnTo>
                    <a:pt x="612923" y="135"/>
                  </a:lnTo>
                  <a:lnTo>
                    <a:pt x="620781" y="136"/>
                  </a:lnTo>
                  <a:lnTo>
                    <a:pt x="628639" y="136"/>
                  </a:lnTo>
                  <a:lnTo>
                    <a:pt x="636497" y="137"/>
                  </a:lnTo>
                  <a:lnTo>
                    <a:pt x="644355" y="137"/>
                  </a:lnTo>
                  <a:lnTo>
                    <a:pt x="652213" y="138"/>
                  </a:lnTo>
                  <a:lnTo>
                    <a:pt x="660071" y="138"/>
                  </a:lnTo>
                  <a:lnTo>
                    <a:pt x="667929" y="139"/>
                  </a:lnTo>
                  <a:lnTo>
                    <a:pt x="675787" y="139"/>
                  </a:lnTo>
                  <a:lnTo>
                    <a:pt x="683645" y="139"/>
                  </a:lnTo>
                  <a:lnTo>
                    <a:pt x="691503" y="140"/>
                  </a:lnTo>
                  <a:lnTo>
                    <a:pt x="699361" y="140"/>
                  </a:lnTo>
                  <a:lnTo>
                    <a:pt x="707219" y="141"/>
                  </a:lnTo>
                  <a:lnTo>
                    <a:pt x="715077" y="141"/>
                  </a:lnTo>
                  <a:lnTo>
                    <a:pt x="722935" y="142"/>
                  </a:lnTo>
                  <a:lnTo>
                    <a:pt x="730793" y="142"/>
                  </a:lnTo>
                  <a:lnTo>
                    <a:pt x="738651" y="142"/>
                  </a:lnTo>
                  <a:lnTo>
                    <a:pt x="746509" y="142"/>
                  </a:lnTo>
                  <a:lnTo>
                    <a:pt x="754367" y="142"/>
                  </a:lnTo>
                  <a:lnTo>
                    <a:pt x="762225" y="143"/>
                  </a:lnTo>
                  <a:lnTo>
                    <a:pt x="770083" y="143"/>
                  </a:lnTo>
                  <a:lnTo>
                    <a:pt x="777941" y="143"/>
                  </a:lnTo>
                  <a:lnTo>
                    <a:pt x="785799" y="144"/>
                  </a:lnTo>
                  <a:lnTo>
                    <a:pt x="793657" y="144"/>
                  </a:lnTo>
                  <a:lnTo>
                    <a:pt x="801515" y="144"/>
                  </a:lnTo>
                  <a:lnTo>
                    <a:pt x="809373" y="145"/>
                  </a:lnTo>
                  <a:lnTo>
                    <a:pt x="817231" y="145"/>
                  </a:lnTo>
                  <a:lnTo>
                    <a:pt x="825089" y="145"/>
                  </a:lnTo>
                  <a:lnTo>
                    <a:pt x="832947" y="145"/>
                  </a:lnTo>
                  <a:lnTo>
                    <a:pt x="840805" y="146"/>
                  </a:lnTo>
                  <a:lnTo>
                    <a:pt x="848663" y="146"/>
                  </a:lnTo>
                  <a:lnTo>
                    <a:pt x="856521" y="146"/>
                  </a:lnTo>
                  <a:lnTo>
                    <a:pt x="864379" y="147"/>
                  </a:lnTo>
                  <a:lnTo>
                    <a:pt x="872237" y="147"/>
                  </a:lnTo>
                  <a:lnTo>
                    <a:pt x="880095" y="147"/>
                  </a:lnTo>
                  <a:lnTo>
                    <a:pt x="887953" y="148"/>
                  </a:lnTo>
                  <a:lnTo>
                    <a:pt x="895811" y="148"/>
                  </a:lnTo>
                  <a:lnTo>
                    <a:pt x="903669" y="148"/>
                  </a:lnTo>
                  <a:lnTo>
                    <a:pt x="911527" y="148"/>
                  </a:lnTo>
                  <a:lnTo>
                    <a:pt x="919385" y="149"/>
                  </a:lnTo>
                  <a:lnTo>
                    <a:pt x="927243" y="149"/>
                  </a:lnTo>
                  <a:lnTo>
                    <a:pt x="935101" y="149"/>
                  </a:lnTo>
                  <a:lnTo>
                    <a:pt x="942959" y="149"/>
                  </a:lnTo>
                  <a:lnTo>
                    <a:pt x="950817" y="149"/>
                  </a:lnTo>
                  <a:lnTo>
                    <a:pt x="958675" y="150"/>
                  </a:lnTo>
                  <a:lnTo>
                    <a:pt x="966533" y="150"/>
                  </a:lnTo>
                  <a:lnTo>
                    <a:pt x="974391" y="150"/>
                  </a:lnTo>
                  <a:lnTo>
                    <a:pt x="982249" y="150"/>
                  </a:lnTo>
                  <a:lnTo>
                    <a:pt x="990107" y="151"/>
                  </a:lnTo>
                  <a:lnTo>
                    <a:pt x="997965" y="151"/>
                  </a:lnTo>
                  <a:lnTo>
                    <a:pt x="1005823" y="151"/>
                  </a:lnTo>
                  <a:lnTo>
                    <a:pt x="1013681" y="152"/>
                  </a:lnTo>
                  <a:lnTo>
                    <a:pt x="1021539" y="152"/>
                  </a:lnTo>
                  <a:lnTo>
                    <a:pt x="1029397" y="152"/>
                  </a:lnTo>
                  <a:lnTo>
                    <a:pt x="1037254" y="153"/>
                  </a:lnTo>
                  <a:lnTo>
                    <a:pt x="1045112" y="153"/>
                  </a:lnTo>
                  <a:lnTo>
                    <a:pt x="1052970" y="153"/>
                  </a:lnTo>
                  <a:lnTo>
                    <a:pt x="1060828" y="153"/>
                  </a:lnTo>
                  <a:lnTo>
                    <a:pt x="1068686" y="154"/>
                  </a:lnTo>
                  <a:lnTo>
                    <a:pt x="1076544" y="154"/>
                  </a:lnTo>
                  <a:lnTo>
                    <a:pt x="1084402" y="154"/>
                  </a:lnTo>
                  <a:lnTo>
                    <a:pt x="1092260" y="154"/>
                  </a:lnTo>
                  <a:lnTo>
                    <a:pt x="1100118" y="154"/>
                  </a:lnTo>
                  <a:lnTo>
                    <a:pt x="1107976" y="154"/>
                  </a:lnTo>
                  <a:lnTo>
                    <a:pt x="1115834" y="155"/>
                  </a:lnTo>
                  <a:lnTo>
                    <a:pt x="1123692" y="155"/>
                  </a:lnTo>
                  <a:lnTo>
                    <a:pt x="1131550" y="155"/>
                  </a:lnTo>
                  <a:lnTo>
                    <a:pt x="1139408" y="156"/>
                  </a:lnTo>
                  <a:lnTo>
                    <a:pt x="1147266" y="156"/>
                  </a:lnTo>
                  <a:lnTo>
                    <a:pt x="1155124" y="156"/>
                  </a:lnTo>
                  <a:lnTo>
                    <a:pt x="1162982" y="156"/>
                  </a:lnTo>
                  <a:lnTo>
                    <a:pt x="1170840" y="157"/>
                  </a:lnTo>
                  <a:lnTo>
                    <a:pt x="1178698" y="157"/>
                  </a:lnTo>
                  <a:lnTo>
                    <a:pt x="1186556" y="157"/>
                  </a:lnTo>
                  <a:lnTo>
                    <a:pt x="1194414" y="157"/>
                  </a:lnTo>
                  <a:lnTo>
                    <a:pt x="1202272" y="157"/>
                  </a:lnTo>
                  <a:lnTo>
                    <a:pt x="1210130" y="158"/>
                  </a:lnTo>
                  <a:lnTo>
                    <a:pt x="1217988" y="158"/>
                  </a:lnTo>
                  <a:lnTo>
                    <a:pt x="1225846" y="158"/>
                  </a:lnTo>
                  <a:lnTo>
                    <a:pt x="1233704" y="158"/>
                  </a:lnTo>
                  <a:lnTo>
                    <a:pt x="1241562" y="159"/>
                  </a:lnTo>
                  <a:lnTo>
                    <a:pt x="1249420" y="159"/>
                  </a:lnTo>
                  <a:lnTo>
                    <a:pt x="1257278" y="159"/>
                  </a:lnTo>
                  <a:lnTo>
                    <a:pt x="1265136" y="159"/>
                  </a:lnTo>
                  <a:lnTo>
                    <a:pt x="1272994" y="159"/>
                  </a:lnTo>
                  <a:lnTo>
                    <a:pt x="1280852" y="160"/>
                  </a:lnTo>
                  <a:lnTo>
                    <a:pt x="1288710" y="160"/>
                  </a:lnTo>
                  <a:lnTo>
                    <a:pt x="1296568" y="160"/>
                  </a:lnTo>
                  <a:lnTo>
                    <a:pt x="1304426" y="160"/>
                  </a:lnTo>
                  <a:lnTo>
                    <a:pt x="1312284" y="160"/>
                  </a:lnTo>
                  <a:lnTo>
                    <a:pt x="1320142" y="160"/>
                  </a:lnTo>
                  <a:lnTo>
                    <a:pt x="1328000" y="161"/>
                  </a:lnTo>
                  <a:lnTo>
                    <a:pt x="1335858" y="161"/>
                  </a:lnTo>
                  <a:lnTo>
                    <a:pt x="1343716" y="161"/>
                  </a:lnTo>
                  <a:lnTo>
                    <a:pt x="1351574" y="161"/>
                  </a:lnTo>
                  <a:lnTo>
                    <a:pt x="1359432" y="161"/>
                  </a:lnTo>
                  <a:lnTo>
                    <a:pt x="1367290" y="161"/>
                  </a:lnTo>
                  <a:lnTo>
                    <a:pt x="1375148" y="162"/>
                  </a:lnTo>
                  <a:lnTo>
                    <a:pt x="1383006" y="162"/>
                  </a:lnTo>
                  <a:lnTo>
                    <a:pt x="1390864" y="162"/>
                  </a:lnTo>
                  <a:lnTo>
                    <a:pt x="1398722" y="162"/>
                  </a:lnTo>
                  <a:lnTo>
                    <a:pt x="1406580" y="162"/>
                  </a:lnTo>
                  <a:lnTo>
                    <a:pt x="1414438" y="162"/>
                  </a:lnTo>
                  <a:lnTo>
                    <a:pt x="1422296" y="163"/>
                  </a:lnTo>
                  <a:lnTo>
                    <a:pt x="1430154" y="163"/>
                  </a:lnTo>
                  <a:lnTo>
                    <a:pt x="1438012" y="163"/>
                  </a:lnTo>
                  <a:lnTo>
                    <a:pt x="1445870" y="163"/>
                  </a:lnTo>
                  <a:lnTo>
                    <a:pt x="1453728" y="163"/>
                  </a:lnTo>
                  <a:lnTo>
                    <a:pt x="1461586" y="163"/>
                  </a:lnTo>
                  <a:lnTo>
                    <a:pt x="1469444" y="163"/>
                  </a:lnTo>
                  <a:lnTo>
                    <a:pt x="1477302" y="163"/>
                  </a:lnTo>
                  <a:lnTo>
                    <a:pt x="1485160" y="164"/>
                  </a:lnTo>
                  <a:lnTo>
                    <a:pt x="1493018" y="164"/>
                  </a:lnTo>
                  <a:lnTo>
                    <a:pt x="1500876" y="164"/>
                  </a:lnTo>
                  <a:lnTo>
                    <a:pt x="1508734" y="164"/>
                  </a:lnTo>
                  <a:lnTo>
                    <a:pt x="1516592" y="164"/>
                  </a:lnTo>
                  <a:lnTo>
                    <a:pt x="1524450" y="164"/>
                  </a:lnTo>
                  <a:lnTo>
                    <a:pt x="1532308" y="164"/>
                  </a:lnTo>
                  <a:lnTo>
                    <a:pt x="1540166" y="164"/>
                  </a:lnTo>
                  <a:lnTo>
                    <a:pt x="1548024" y="164"/>
                  </a:lnTo>
                  <a:lnTo>
                    <a:pt x="1555882" y="165"/>
                  </a:lnTo>
                  <a:lnTo>
                    <a:pt x="1563740" y="165"/>
                  </a:lnTo>
                  <a:lnTo>
                    <a:pt x="1571598" y="165"/>
                  </a:lnTo>
                  <a:lnTo>
                    <a:pt x="1579456" y="165"/>
                  </a:lnTo>
                  <a:lnTo>
                    <a:pt x="1587314" y="166"/>
                  </a:lnTo>
                  <a:lnTo>
                    <a:pt x="1595172" y="166"/>
                  </a:lnTo>
                  <a:lnTo>
                    <a:pt x="1603030" y="166"/>
                  </a:lnTo>
                  <a:lnTo>
                    <a:pt x="1610888" y="166"/>
                  </a:lnTo>
                  <a:lnTo>
                    <a:pt x="1618746" y="166"/>
                  </a:lnTo>
                  <a:lnTo>
                    <a:pt x="1626604" y="166"/>
                  </a:lnTo>
                  <a:lnTo>
                    <a:pt x="1634462" y="166"/>
                  </a:lnTo>
                  <a:lnTo>
                    <a:pt x="1642320" y="166"/>
                  </a:lnTo>
                  <a:lnTo>
                    <a:pt x="1650178" y="166"/>
                  </a:lnTo>
                  <a:lnTo>
                    <a:pt x="1658036" y="166"/>
                  </a:lnTo>
                  <a:lnTo>
                    <a:pt x="1665894" y="166"/>
                  </a:lnTo>
                  <a:lnTo>
                    <a:pt x="1673752" y="167"/>
                  </a:lnTo>
                  <a:lnTo>
                    <a:pt x="1681610" y="167"/>
                  </a:lnTo>
                  <a:lnTo>
                    <a:pt x="1689468" y="167"/>
                  </a:lnTo>
                  <a:lnTo>
                    <a:pt x="1697326" y="167"/>
                  </a:lnTo>
                  <a:lnTo>
                    <a:pt x="1705184" y="167"/>
                  </a:lnTo>
                  <a:lnTo>
                    <a:pt x="1713042" y="167"/>
                  </a:lnTo>
                  <a:lnTo>
                    <a:pt x="1720900" y="167"/>
                  </a:lnTo>
                  <a:lnTo>
                    <a:pt x="1728758" y="167"/>
                  </a:lnTo>
                  <a:lnTo>
                    <a:pt x="1736616" y="167"/>
                  </a:lnTo>
                  <a:lnTo>
                    <a:pt x="1744474" y="167"/>
                  </a:lnTo>
                  <a:lnTo>
                    <a:pt x="1752332" y="167"/>
                  </a:lnTo>
                  <a:lnTo>
                    <a:pt x="1760190" y="167"/>
                  </a:lnTo>
                  <a:lnTo>
                    <a:pt x="1768048" y="168"/>
                  </a:lnTo>
                  <a:lnTo>
                    <a:pt x="1775906" y="168"/>
                  </a:lnTo>
                  <a:lnTo>
                    <a:pt x="1783764" y="168"/>
                  </a:lnTo>
                  <a:lnTo>
                    <a:pt x="1791622" y="168"/>
                  </a:lnTo>
                  <a:lnTo>
                    <a:pt x="1799480" y="168"/>
                  </a:lnTo>
                  <a:lnTo>
                    <a:pt x="1807338" y="168"/>
                  </a:lnTo>
                  <a:lnTo>
                    <a:pt x="1815196" y="168"/>
                  </a:lnTo>
                  <a:lnTo>
                    <a:pt x="1823054" y="168"/>
                  </a:lnTo>
                  <a:lnTo>
                    <a:pt x="1830912" y="168"/>
                  </a:lnTo>
                  <a:lnTo>
                    <a:pt x="1838770" y="168"/>
                  </a:lnTo>
                  <a:lnTo>
                    <a:pt x="1846628" y="168"/>
                  </a:lnTo>
                  <a:lnTo>
                    <a:pt x="1854486" y="168"/>
                  </a:lnTo>
                  <a:lnTo>
                    <a:pt x="1862344" y="168"/>
                  </a:lnTo>
                  <a:lnTo>
                    <a:pt x="1870202" y="168"/>
                  </a:lnTo>
                  <a:lnTo>
                    <a:pt x="1878060" y="168"/>
                  </a:lnTo>
                  <a:lnTo>
                    <a:pt x="1885918" y="168"/>
                  </a:lnTo>
                  <a:lnTo>
                    <a:pt x="1893776" y="169"/>
                  </a:lnTo>
                  <a:lnTo>
                    <a:pt x="1901634" y="169"/>
                  </a:lnTo>
                  <a:lnTo>
                    <a:pt x="1909492" y="169"/>
                  </a:lnTo>
                  <a:lnTo>
                    <a:pt x="1917350" y="169"/>
                  </a:lnTo>
                  <a:lnTo>
                    <a:pt x="1925208" y="169"/>
                  </a:lnTo>
                  <a:lnTo>
                    <a:pt x="1933066" y="169"/>
                  </a:lnTo>
                  <a:lnTo>
                    <a:pt x="1940924" y="169"/>
                  </a:lnTo>
                  <a:lnTo>
                    <a:pt x="1948782" y="169"/>
                  </a:lnTo>
                  <a:lnTo>
                    <a:pt x="1956640" y="169"/>
                  </a:lnTo>
                  <a:lnTo>
                    <a:pt x="1964498" y="169"/>
                  </a:lnTo>
                  <a:lnTo>
                    <a:pt x="1972356" y="169"/>
                  </a:lnTo>
                  <a:lnTo>
                    <a:pt x="1980214" y="169"/>
                  </a:lnTo>
                  <a:lnTo>
                    <a:pt x="1988072" y="169"/>
                  </a:lnTo>
                  <a:lnTo>
                    <a:pt x="1995930" y="170"/>
                  </a:lnTo>
                  <a:lnTo>
                    <a:pt x="2003788" y="170"/>
                  </a:lnTo>
                  <a:lnTo>
                    <a:pt x="2011646" y="170"/>
                  </a:lnTo>
                  <a:lnTo>
                    <a:pt x="2019504" y="170"/>
                  </a:lnTo>
                  <a:lnTo>
                    <a:pt x="2027362" y="170"/>
                  </a:lnTo>
                  <a:lnTo>
                    <a:pt x="2035220" y="1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3608036" y="4839491"/>
              <a:ext cx="2035220" cy="265"/>
            </a:xfrm>
            <a:custGeom>
              <a:avLst/>
              <a:pathLst>
                <a:path w="2035220" h="265">
                  <a:moveTo>
                    <a:pt x="2035220" y="265"/>
                  </a:moveTo>
                  <a:lnTo>
                    <a:pt x="2027362" y="264"/>
                  </a:lnTo>
                  <a:lnTo>
                    <a:pt x="2019504" y="264"/>
                  </a:lnTo>
                  <a:lnTo>
                    <a:pt x="2011646" y="264"/>
                  </a:lnTo>
                  <a:lnTo>
                    <a:pt x="2003788" y="263"/>
                  </a:lnTo>
                  <a:lnTo>
                    <a:pt x="1995930" y="263"/>
                  </a:lnTo>
                  <a:lnTo>
                    <a:pt x="1988072" y="263"/>
                  </a:lnTo>
                  <a:lnTo>
                    <a:pt x="1980214" y="263"/>
                  </a:lnTo>
                  <a:lnTo>
                    <a:pt x="1972356" y="262"/>
                  </a:lnTo>
                  <a:lnTo>
                    <a:pt x="1964498" y="262"/>
                  </a:lnTo>
                  <a:lnTo>
                    <a:pt x="1956640" y="262"/>
                  </a:lnTo>
                  <a:lnTo>
                    <a:pt x="1948782" y="261"/>
                  </a:lnTo>
                  <a:lnTo>
                    <a:pt x="1940924" y="261"/>
                  </a:lnTo>
                  <a:lnTo>
                    <a:pt x="1933066" y="261"/>
                  </a:lnTo>
                  <a:lnTo>
                    <a:pt x="1925208" y="261"/>
                  </a:lnTo>
                  <a:lnTo>
                    <a:pt x="1917350" y="261"/>
                  </a:lnTo>
                  <a:lnTo>
                    <a:pt x="1909492" y="261"/>
                  </a:lnTo>
                  <a:lnTo>
                    <a:pt x="1901634" y="260"/>
                  </a:lnTo>
                  <a:lnTo>
                    <a:pt x="1893776" y="260"/>
                  </a:lnTo>
                  <a:lnTo>
                    <a:pt x="1885918" y="260"/>
                  </a:lnTo>
                  <a:lnTo>
                    <a:pt x="1878060" y="260"/>
                  </a:lnTo>
                  <a:lnTo>
                    <a:pt x="1870202" y="260"/>
                  </a:lnTo>
                  <a:lnTo>
                    <a:pt x="1862344" y="260"/>
                  </a:lnTo>
                  <a:lnTo>
                    <a:pt x="1854486" y="259"/>
                  </a:lnTo>
                  <a:lnTo>
                    <a:pt x="1846628" y="259"/>
                  </a:lnTo>
                  <a:lnTo>
                    <a:pt x="1838770" y="259"/>
                  </a:lnTo>
                  <a:lnTo>
                    <a:pt x="1830912" y="259"/>
                  </a:lnTo>
                  <a:lnTo>
                    <a:pt x="1823054" y="259"/>
                  </a:lnTo>
                  <a:lnTo>
                    <a:pt x="1815196" y="258"/>
                  </a:lnTo>
                  <a:lnTo>
                    <a:pt x="1807338" y="258"/>
                  </a:lnTo>
                  <a:lnTo>
                    <a:pt x="1799480" y="258"/>
                  </a:lnTo>
                  <a:lnTo>
                    <a:pt x="1791622" y="258"/>
                  </a:lnTo>
                  <a:lnTo>
                    <a:pt x="1783764" y="258"/>
                  </a:lnTo>
                  <a:lnTo>
                    <a:pt x="1775906" y="257"/>
                  </a:lnTo>
                  <a:lnTo>
                    <a:pt x="1768048" y="257"/>
                  </a:lnTo>
                  <a:lnTo>
                    <a:pt x="1760190" y="257"/>
                  </a:lnTo>
                  <a:lnTo>
                    <a:pt x="1752332" y="257"/>
                  </a:lnTo>
                  <a:lnTo>
                    <a:pt x="1744474" y="256"/>
                  </a:lnTo>
                  <a:lnTo>
                    <a:pt x="1736616" y="256"/>
                  </a:lnTo>
                  <a:lnTo>
                    <a:pt x="1728758" y="256"/>
                  </a:lnTo>
                  <a:lnTo>
                    <a:pt x="1720900" y="256"/>
                  </a:lnTo>
                  <a:lnTo>
                    <a:pt x="1713042" y="255"/>
                  </a:lnTo>
                  <a:lnTo>
                    <a:pt x="1705184" y="255"/>
                  </a:lnTo>
                  <a:lnTo>
                    <a:pt x="1697326" y="255"/>
                  </a:lnTo>
                  <a:lnTo>
                    <a:pt x="1689468" y="255"/>
                  </a:lnTo>
                  <a:lnTo>
                    <a:pt x="1681610" y="254"/>
                  </a:lnTo>
                  <a:lnTo>
                    <a:pt x="1673752" y="254"/>
                  </a:lnTo>
                  <a:lnTo>
                    <a:pt x="1665894" y="254"/>
                  </a:lnTo>
                  <a:lnTo>
                    <a:pt x="1658036" y="253"/>
                  </a:lnTo>
                  <a:lnTo>
                    <a:pt x="1650178" y="253"/>
                  </a:lnTo>
                  <a:lnTo>
                    <a:pt x="1642320" y="253"/>
                  </a:lnTo>
                  <a:lnTo>
                    <a:pt x="1634462" y="253"/>
                  </a:lnTo>
                  <a:lnTo>
                    <a:pt x="1626604" y="252"/>
                  </a:lnTo>
                  <a:lnTo>
                    <a:pt x="1618746" y="252"/>
                  </a:lnTo>
                  <a:lnTo>
                    <a:pt x="1610888" y="252"/>
                  </a:lnTo>
                  <a:lnTo>
                    <a:pt x="1603030" y="251"/>
                  </a:lnTo>
                  <a:lnTo>
                    <a:pt x="1595172" y="251"/>
                  </a:lnTo>
                  <a:lnTo>
                    <a:pt x="1587314" y="251"/>
                  </a:lnTo>
                  <a:lnTo>
                    <a:pt x="1579456" y="250"/>
                  </a:lnTo>
                  <a:lnTo>
                    <a:pt x="1571598" y="250"/>
                  </a:lnTo>
                  <a:lnTo>
                    <a:pt x="1563740" y="250"/>
                  </a:lnTo>
                  <a:lnTo>
                    <a:pt x="1555882" y="249"/>
                  </a:lnTo>
                  <a:lnTo>
                    <a:pt x="1548024" y="249"/>
                  </a:lnTo>
                  <a:lnTo>
                    <a:pt x="1540166" y="249"/>
                  </a:lnTo>
                  <a:lnTo>
                    <a:pt x="1532308" y="248"/>
                  </a:lnTo>
                  <a:lnTo>
                    <a:pt x="1524450" y="248"/>
                  </a:lnTo>
                  <a:lnTo>
                    <a:pt x="1516592" y="248"/>
                  </a:lnTo>
                  <a:lnTo>
                    <a:pt x="1508734" y="247"/>
                  </a:lnTo>
                  <a:lnTo>
                    <a:pt x="1500876" y="247"/>
                  </a:lnTo>
                  <a:lnTo>
                    <a:pt x="1493018" y="246"/>
                  </a:lnTo>
                  <a:lnTo>
                    <a:pt x="1485160" y="246"/>
                  </a:lnTo>
                  <a:lnTo>
                    <a:pt x="1477302" y="246"/>
                  </a:lnTo>
                  <a:lnTo>
                    <a:pt x="1469444" y="245"/>
                  </a:lnTo>
                  <a:lnTo>
                    <a:pt x="1461586" y="245"/>
                  </a:lnTo>
                  <a:lnTo>
                    <a:pt x="1453728" y="244"/>
                  </a:lnTo>
                  <a:lnTo>
                    <a:pt x="1445870" y="244"/>
                  </a:lnTo>
                  <a:lnTo>
                    <a:pt x="1438012" y="243"/>
                  </a:lnTo>
                  <a:lnTo>
                    <a:pt x="1430154" y="243"/>
                  </a:lnTo>
                  <a:lnTo>
                    <a:pt x="1422296" y="242"/>
                  </a:lnTo>
                  <a:lnTo>
                    <a:pt x="1414438" y="242"/>
                  </a:lnTo>
                  <a:lnTo>
                    <a:pt x="1406580" y="242"/>
                  </a:lnTo>
                  <a:lnTo>
                    <a:pt x="1398722" y="241"/>
                  </a:lnTo>
                  <a:lnTo>
                    <a:pt x="1390864" y="241"/>
                  </a:lnTo>
                  <a:lnTo>
                    <a:pt x="1383006" y="240"/>
                  </a:lnTo>
                  <a:lnTo>
                    <a:pt x="1375148" y="240"/>
                  </a:lnTo>
                  <a:lnTo>
                    <a:pt x="1367290" y="239"/>
                  </a:lnTo>
                  <a:lnTo>
                    <a:pt x="1359432" y="239"/>
                  </a:lnTo>
                  <a:lnTo>
                    <a:pt x="1351574" y="238"/>
                  </a:lnTo>
                  <a:lnTo>
                    <a:pt x="1343716" y="237"/>
                  </a:lnTo>
                  <a:lnTo>
                    <a:pt x="1335858" y="237"/>
                  </a:lnTo>
                  <a:lnTo>
                    <a:pt x="1328000" y="236"/>
                  </a:lnTo>
                  <a:lnTo>
                    <a:pt x="1320142" y="236"/>
                  </a:lnTo>
                  <a:lnTo>
                    <a:pt x="1312284" y="235"/>
                  </a:lnTo>
                  <a:lnTo>
                    <a:pt x="1304426" y="235"/>
                  </a:lnTo>
                  <a:lnTo>
                    <a:pt x="1296568" y="234"/>
                  </a:lnTo>
                  <a:lnTo>
                    <a:pt x="1288710" y="233"/>
                  </a:lnTo>
                  <a:lnTo>
                    <a:pt x="1280852" y="233"/>
                  </a:lnTo>
                  <a:lnTo>
                    <a:pt x="1272994" y="232"/>
                  </a:lnTo>
                  <a:lnTo>
                    <a:pt x="1265136" y="232"/>
                  </a:lnTo>
                  <a:lnTo>
                    <a:pt x="1257278" y="231"/>
                  </a:lnTo>
                  <a:lnTo>
                    <a:pt x="1249420" y="230"/>
                  </a:lnTo>
                  <a:lnTo>
                    <a:pt x="1241562" y="230"/>
                  </a:lnTo>
                  <a:lnTo>
                    <a:pt x="1233704" y="229"/>
                  </a:lnTo>
                  <a:lnTo>
                    <a:pt x="1225846" y="228"/>
                  </a:lnTo>
                  <a:lnTo>
                    <a:pt x="1217988" y="227"/>
                  </a:lnTo>
                  <a:lnTo>
                    <a:pt x="1210130" y="227"/>
                  </a:lnTo>
                  <a:lnTo>
                    <a:pt x="1202272" y="226"/>
                  </a:lnTo>
                  <a:lnTo>
                    <a:pt x="1194414" y="225"/>
                  </a:lnTo>
                  <a:lnTo>
                    <a:pt x="1186556" y="224"/>
                  </a:lnTo>
                  <a:lnTo>
                    <a:pt x="1178698" y="224"/>
                  </a:lnTo>
                  <a:lnTo>
                    <a:pt x="1170840" y="223"/>
                  </a:lnTo>
                  <a:lnTo>
                    <a:pt x="1162982" y="222"/>
                  </a:lnTo>
                  <a:lnTo>
                    <a:pt x="1155124" y="222"/>
                  </a:lnTo>
                  <a:lnTo>
                    <a:pt x="1147266" y="221"/>
                  </a:lnTo>
                  <a:lnTo>
                    <a:pt x="1139408" y="220"/>
                  </a:lnTo>
                  <a:lnTo>
                    <a:pt x="1131550" y="220"/>
                  </a:lnTo>
                  <a:lnTo>
                    <a:pt x="1123692" y="219"/>
                  </a:lnTo>
                  <a:lnTo>
                    <a:pt x="1115834" y="219"/>
                  </a:lnTo>
                  <a:lnTo>
                    <a:pt x="1107976" y="218"/>
                  </a:lnTo>
                  <a:lnTo>
                    <a:pt x="1100118" y="218"/>
                  </a:lnTo>
                  <a:lnTo>
                    <a:pt x="1092260" y="217"/>
                  </a:lnTo>
                  <a:lnTo>
                    <a:pt x="1084402" y="217"/>
                  </a:lnTo>
                  <a:lnTo>
                    <a:pt x="1076544" y="216"/>
                  </a:lnTo>
                  <a:lnTo>
                    <a:pt x="1068686" y="215"/>
                  </a:lnTo>
                  <a:lnTo>
                    <a:pt x="1060828" y="215"/>
                  </a:lnTo>
                  <a:lnTo>
                    <a:pt x="1052970" y="214"/>
                  </a:lnTo>
                  <a:lnTo>
                    <a:pt x="1045112" y="214"/>
                  </a:lnTo>
                  <a:lnTo>
                    <a:pt x="1037254" y="213"/>
                  </a:lnTo>
                  <a:lnTo>
                    <a:pt x="1029397" y="212"/>
                  </a:lnTo>
                  <a:lnTo>
                    <a:pt x="1021539" y="212"/>
                  </a:lnTo>
                  <a:lnTo>
                    <a:pt x="1013681" y="211"/>
                  </a:lnTo>
                  <a:lnTo>
                    <a:pt x="1005823" y="211"/>
                  </a:lnTo>
                  <a:lnTo>
                    <a:pt x="997965" y="210"/>
                  </a:lnTo>
                  <a:lnTo>
                    <a:pt x="990107" y="210"/>
                  </a:lnTo>
                  <a:lnTo>
                    <a:pt x="982249" y="209"/>
                  </a:lnTo>
                  <a:lnTo>
                    <a:pt x="974391" y="208"/>
                  </a:lnTo>
                  <a:lnTo>
                    <a:pt x="966533" y="207"/>
                  </a:lnTo>
                  <a:lnTo>
                    <a:pt x="958675" y="206"/>
                  </a:lnTo>
                  <a:lnTo>
                    <a:pt x="950817" y="206"/>
                  </a:lnTo>
                  <a:lnTo>
                    <a:pt x="942959" y="205"/>
                  </a:lnTo>
                  <a:lnTo>
                    <a:pt x="935101" y="204"/>
                  </a:lnTo>
                  <a:lnTo>
                    <a:pt x="927243" y="204"/>
                  </a:lnTo>
                  <a:lnTo>
                    <a:pt x="919385" y="203"/>
                  </a:lnTo>
                  <a:lnTo>
                    <a:pt x="911527" y="202"/>
                  </a:lnTo>
                  <a:lnTo>
                    <a:pt x="903669" y="201"/>
                  </a:lnTo>
                  <a:lnTo>
                    <a:pt x="895811" y="201"/>
                  </a:lnTo>
                  <a:lnTo>
                    <a:pt x="887953" y="200"/>
                  </a:lnTo>
                  <a:lnTo>
                    <a:pt x="880095" y="199"/>
                  </a:lnTo>
                  <a:lnTo>
                    <a:pt x="872237" y="198"/>
                  </a:lnTo>
                  <a:lnTo>
                    <a:pt x="864379" y="197"/>
                  </a:lnTo>
                  <a:lnTo>
                    <a:pt x="856521" y="197"/>
                  </a:lnTo>
                  <a:lnTo>
                    <a:pt x="848663" y="196"/>
                  </a:lnTo>
                  <a:lnTo>
                    <a:pt x="840805" y="195"/>
                  </a:lnTo>
                  <a:lnTo>
                    <a:pt x="832947" y="193"/>
                  </a:lnTo>
                  <a:lnTo>
                    <a:pt x="825089" y="191"/>
                  </a:lnTo>
                  <a:lnTo>
                    <a:pt x="817231" y="190"/>
                  </a:lnTo>
                  <a:lnTo>
                    <a:pt x="809373" y="188"/>
                  </a:lnTo>
                  <a:lnTo>
                    <a:pt x="801515" y="186"/>
                  </a:lnTo>
                  <a:lnTo>
                    <a:pt x="793657" y="186"/>
                  </a:lnTo>
                  <a:lnTo>
                    <a:pt x="785799" y="185"/>
                  </a:lnTo>
                  <a:lnTo>
                    <a:pt x="777941" y="184"/>
                  </a:lnTo>
                  <a:lnTo>
                    <a:pt x="770083" y="184"/>
                  </a:lnTo>
                  <a:lnTo>
                    <a:pt x="762225" y="183"/>
                  </a:lnTo>
                  <a:lnTo>
                    <a:pt x="754367" y="182"/>
                  </a:lnTo>
                  <a:lnTo>
                    <a:pt x="746509" y="182"/>
                  </a:lnTo>
                  <a:lnTo>
                    <a:pt x="738651" y="181"/>
                  </a:lnTo>
                  <a:lnTo>
                    <a:pt x="730793" y="180"/>
                  </a:lnTo>
                  <a:lnTo>
                    <a:pt x="722935" y="179"/>
                  </a:lnTo>
                  <a:lnTo>
                    <a:pt x="715077" y="177"/>
                  </a:lnTo>
                  <a:lnTo>
                    <a:pt x="707219" y="176"/>
                  </a:lnTo>
                  <a:lnTo>
                    <a:pt x="699361" y="174"/>
                  </a:lnTo>
                  <a:lnTo>
                    <a:pt x="691503" y="173"/>
                  </a:lnTo>
                  <a:lnTo>
                    <a:pt x="683645" y="171"/>
                  </a:lnTo>
                  <a:lnTo>
                    <a:pt x="675787" y="169"/>
                  </a:lnTo>
                  <a:lnTo>
                    <a:pt x="667929" y="168"/>
                  </a:lnTo>
                  <a:lnTo>
                    <a:pt x="660071" y="166"/>
                  </a:lnTo>
                  <a:lnTo>
                    <a:pt x="652213" y="164"/>
                  </a:lnTo>
                  <a:lnTo>
                    <a:pt x="644355" y="163"/>
                  </a:lnTo>
                  <a:lnTo>
                    <a:pt x="636497" y="162"/>
                  </a:lnTo>
                  <a:lnTo>
                    <a:pt x="628639" y="161"/>
                  </a:lnTo>
                  <a:lnTo>
                    <a:pt x="620781" y="160"/>
                  </a:lnTo>
                  <a:lnTo>
                    <a:pt x="612923" y="159"/>
                  </a:lnTo>
                  <a:lnTo>
                    <a:pt x="605065" y="158"/>
                  </a:lnTo>
                  <a:lnTo>
                    <a:pt x="597207" y="158"/>
                  </a:lnTo>
                  <a:lnTo>
                    <a:pt x="589349" y="157"/>
                  </a:lnTo>
                  <a:lnTo>
                    <a:pt x="581491" y="155"/>
                  </a:lnTo>
                  <a:lnTo>
                    <a:pt x="573633" y="153"/>
                  </a:lnTo>
                  <a:lnTo>
                    <a:pt x="565775" y="152"/>
                  </a:lnTo>
                  <a:lnTo>
                    <a:pt x="557917" y="151"/>
                  </a:lnTo>
                  <a:lnTo>
                    <a:pt x="550059" y="148"/>
                  </a:lnTo>
                  <a:lnTo>
                    <a:pt x="542201" y="146"/>
                  </a:lnTo>
                  <a:lnTo>
                    <a:pt x="534343" y="144"/>
                  </a:lnTo>
                  <a:lnTo>
                    <a:pt x="526485" y="142"/>
                  </a:lnTo>
                  <a:lnTo>
                    <a:pt x="518627" y="139"/>
                  </a:lnTo>
                  <a:lnTo>
                    <a:pt x="510769" y="137"/>
                  </a:lnTo>
                  <a:lnTo>
                    <a:pt x="502911" y="134"/>
                  </a:lnTo>
                  <a:lnTo>
                    <a:pt x="495053" y="131"/>
                  </a:lnTo>
                  <a:lnTo>
                    <a:pt x="487195" y="129"/>
                  </a:lnTo>
                  <a:lnTo>
                    <a:pt x="479337" y="128"/>
                  </a:lnTo>
                  <a:lnTo>
                    <a:pt x="471479" y="127"/>
                  </a:lnTo>
                  <a:lnTo>
                    <a:pt x="463621" y="126"/>
                  </a:lnTo>
                  <a:lnTo>
                    <a:pt x="455763" y="124"/>
                  </a:lnTo>
                  <a:lnTo>
                    <a:pt x="447905" y="122"/>
                  </a:lnTo>
                  <a:lnTo>
                    <a:pt x="440047" y="119"/>
                  </a:lnTo>
                  <a:lnTo>
                    <a:pt x="432189" y="116"/>
                  </a:lnTo>
                  <a:lnTo>
                    <a:pt x="424331" y="114"/>
                  </a:lnTo>
                  <a:lnTo>
                    <a:pt x="416473" y="113"/>
                  </a:lnTo>
                  <a:lnTo>
                    <a:pt x="408615" y="111"/>
                  </a:lnTo>
                  <a:lnTo>
                    <a:pt x="400757" y="108"/>
                  </a:lnTo>
                  <a:lnTo>
                    <a:pt x="392899" y="106"/>
                  </a:lnTo>
                  <a:lnTo>
                    <a:pt x="385041" y="104"/>
                  </a:lnTo>
                  <a:lnTo>
                    <a:pt x="377183" y="102"/>
                  </a:lnTo>
                  <a:lnTo>
                    <a:pt x="369325" y="101"/>
                  </a:lnTo>
                  <a:lnTo>
                    <a:pt x="361467" y="100"/>
                  </a:lnTo>
                  <a:lnTo>
                    <a:pt x="353609" y="99"/>
                  </a:lnTo>
                  <a:lnTo>
                    <a:pt x="345751" y="97"/>
                  </a:lnTo>
                  <a:lnTo>
                    <a:pt x="337893" y="94"/>
                  </a:lnTo>
                  <a:lnTo>
                    <a:pt x="330035" y="92"/>
                  </a:lnTo>
                  <a:lnTo>
                    <a:pt x="322177" y="91"/>
                  </a:lnTo>
                  <a:lnTo>
                    <a:pt x="314319" y="89"/>
                  </a:lnTo>
                  <a:lnTo>
                    <a:pt x="306461" y="87"/>
                  </a:lnTo>
                  <a:lnTo>
                    <a:pt x="298603" y="85"/>
                  </a:lnTo>
                  <a:lnTo>
                    <a:pt x="290745" y="83"/>
                  </a:lnTo>
                  <a:lnTo>
                    <a:pt x="282887" y="81"/>
                  </a:lnTo>
                  <a:lnTo>
                    <a:pt x="275029" y="79"/>
                  </a:lnTo>
                  <a:lnTo>
                    <a:pt x="267171" y="77"/>
                  </a:lnTo>
                  <a:lnTo>
                    <a:pt x="259313" y="75"/>
                  </a:lnTo>
                  <a:lnTo>
                    <a:pt x="251455" y="73"/>
                  </a:lnTo>
                  <a:lnTo>
                    <a:pt x="243597" y="70"/>
                  </a:lnTo>
                  <a:lnTo>
                    <a:pt x="235739" y="68"/>
                  </a:lnTo>
                  <a:lnTo>
                    <a:pt x="227881" y="66"/>
                  </a:lnTo>
                  <a:lnTo>
                    <a:pt x="220023" y="62"/>
                  </a:lnTo>
                  <a:lnTo>
                    <a:pt x="212165" y="60"/>
                  </a:lnTo>
                  <a:lnTo>
                    <a:pt x="204307" y="58"/>
                  </a:lnTo>
                  <a:lnTo>
                    <a:pt x="196449" y="56"/>
                  </a:lnTo>
                  <a:lnTo>
                    <a:pt x="188591" y="54"/>
                  </a:lnTo>
                  <a:lnTo>
                    <a:pt x="180733" y="52"/>
                  </a:lnTo>
                  <a:lnTo>
                    <a:pt x="172875" y="50"/>
                  </a:lnTo>
                  <a:lnTo>
                    <a:pt x="165017" y="47"/>
                  </a:lnTo>
                  <a:lnTo>
                    <a:pt x="157159" y="44"/>
                  </a:lnTo>
                  <a:lnTo>
                    <a:pt x="149301" y="40"/>
                  </a:lnTo>
                  <a:lnTo>
                    <a:pt x="141443" y="38"/>
                  </a:lnTo>
                  <a:lnTo>
                    <a:pt x="133585" y="36"/>
                  </a:lnTo>
                  <a:lnTo>
                    <a:pt x="125727" y="34"/>
                  </a:lnTo>
                  <a:lnTo>
                    <a:pt x="117869" y="31"/>
                  </a:lnTo>
                  <a:lnTo>
                    <a:pt x="110011" y="30"/>
                  </a:lnTo>
                  <a:lnTo>
                    <a:pt x="102153" y="29"/>
                  </a:lnTo>
                  <a:lnTo>
                    <a:pt x="94295" y="27"/>
                  </a:lnTo>
                  <a:lnTo>
                    <a:pt x="86437" y="25"/>
                  </a:lnTo>
                  <a:lnTo>
                    <a:pt x="78579" y="24"/>
                  </a:lnTo>
                  <a:lnTo>
                    <a:pt x="70721" y="23"/>
                  </a:lnTo>
                  <a:lnTo>
                    <a:pt x="62863" y="21"/>
                  </a:lnTo>
                  <a:lnTo>
                    <a:pt x="55005" y="15"/>
                  </a:lnTo>
                  <a:lnTo>
                    <a:pt x="47147" y="14"/>
                  </a:lnTo>
                  <a:lnTo>
                    <a:pt x="39289" y="9"/>
                  </a:lnTo>
                  <a:lnTo>
                    <a:pt x="31431" y="8"/>
                  </a:lnTo>
                  <a:lnTo>
                    <a:pt x="23573" y="6"/>
                  </a:lnTo>
                  <a:lnTo>
                    <a:pt x="15715" y="4"/>
                  </a:lnTo>
                  <a:lnTo>
                    <a:pt x="7857" y="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3608036" y="4838537"/>
              <a:ext cx="2035220" cy="1069"/>
            </a:xfrm>
            <a:custGeom>
              <a:avLst/>
              <a:pathLst>
                <a:path w="2035220" h="1069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27"/>
                  </a:lnTo>
                  <a:lnTo>
                    <a:pt x="31431" y="36"/>
                  </a:lnTo>
                  <a:lnTo>
                    <a:pt x="39289" y="45"/>
                  </a:lnTo>
                  <a:lnTo>
                    <a:pt x="47147" y="50"/>
                  </a:lnTo>
                  <a:lnTo>
                    <a:pt x="55005" y="60"/>
                  </a:lnTo>
                  <a:lnTo>
                    <a:pt x="62863" y="72"/>
                  </a:lnTo>
                  <a:lnTo>
                    <a:pt x="70721" y="80"/>
                  </a:lnTo>
                  <a:lnTo>
                    <a:pt x="78579" y="89"/>
                  </a:lnTo>
                  <a:lnTo>
                    <a:pt x="86437" y="99"/>
                  </a:lnTo>
                  <a:lnTo>
                    <a:pt x="94295" y="106"/>
                  </a:lnTo>
                  <a:lnTo>
                    <a:pt x="102153" y="114"/>
                  </a:lnTo>
                  <a:lnTo>
                    <a:pt x="110011" y="122"/>
                  </a:lnTo>
                  <a:lnTo>
                    <a:pt x="117869" y="129"/>
                  </a:lnTo>
                  <a:lnTo>
                    <a:pt x="125727" y="134"/>
                  </a:lnTo>
                  <a:lnTo>
                    <a:pt x="133585" y="139"/>
                  </a:lnTo>
                  <a:lnTo>
                    <a:pt x="141443" y="145"/>
                  </a:lnTo>
                  <a:lnTo>
                    <a:pt x="149301" y="154"/>
                  </a:lnTo>
                  <a:lnTo>
                    <a:pt x="157159" y="163"/>
                  </a:lnTo>
                  <a:lnTo>
                    <a:pt x="165017" y="173"/>
                  </a:lnTo>
                  <a:lnTo>
                    <a:pt x="172875" y="181"/>
                  </a:lnTo>
                  <a:lnTo>
                    <a:pt x="180733" y="187"/>
                  </a:lnTo>
                  <a:lnTo>
                    <a:pt x="188591" y="194"/>
                  </a:lnTo>
                  <a:lnTo>
                    <a:pt x="196449" y="202"/>
                  </a:lnTo>
                  <a:lnTo>
                    <a:pt x="204307" y="212"/>
                  </a:lnTo>
                  <a:lnTo>
                    <a:pt x="212165" y="220"/>
                  </a:lnTo>
                  <a:lnTo>
                    <a:pt x="220023" y="226"/>
                  </a:lnTo>
                  <a:lnTo>
                    <a:pt x="227881" y="233"/>
                  </a:lnTo>
                  <a:lnTo>
                    <a:pt x="235739" y="239"/>
                  </a:lnTo>
                  <a:lnTo>
                    <a:pt x="243597" y="246"/>
                  </a:lnTo>
                  <a:lnTo>
                    <a:pt x="251455" y="253"/>
                  </a:lnTo>
                  <a:lnTo>
                    <a:pt x="259313" y="258"/>
                  </a:lnTo>
                  <a:lnTo>
                    <a:pt x="267171" y="264"/>
                  </a:lnTo>
                  <a:lnTo>
                    <a:pt x="275029" y="270"/>
                  </a:lnTo>
                  <a:lnTo>
                    <a:pt x="282887" y="276"/>
                  </a:lnTo>
                  <a:lnTo>
                    <a:pt x="290745" y="282"/>
                  </a:lnTo>
                  <a:lnTo>
                    <a:pt x="298603" y="288"/>
                  </a:lnTo>
                  <a:lnTo>
                    <a:pt x="306461" y="294"/>
                  </a:lnTo>
                  <a:lnTo>
                    <a:pt x="314319" y="298"/>
                  </a:lnTo>
                  <a:lnTo>
                    <a:pt x="322177" y="305"/>
                  </a:lnTo>
                  <a:lnTo>
                    <a:pt x="330035" y="308"/>
                  </a:lnTo>
                  <a:lnTo>
                    <a:pt x="337893" y="313"/>
                  </a:lnTo>
                  <a:lnTo>
                    <a:pt x="345751" y="322"/>
                  </a:lnTo>
                  <a:lnTo>
                    <a:pt x="353609" y="330"/>
                  </a:lnTo>
                  <a:lnTo>
                    <a:pt x="361467" y="336"/>
                  </a:lnTo>
                  <a:lnTo>
                    <a:pt x="369325" y="341"/>
                  </a:lnTo>
                  <a:lnTo>
                    <a:pt x="377183" y="344"/>
                  </a:lnTo>
                  <a:lnTo>
                    <a:pt x="385041" y="346"/>
                  </a:lnTo>
                  <a:lnTo>
                    <a:pt x="392899" y="348"/>
                  </a:lnTo>
                  <a:lnTo>
                    <a:pt x="400757" y="352"/>
                  </a:lnTo>
                  <a:lnTo>
                    <a:pt x="408615" y="354"/>
                  </a:lnTo>
                  <a:lnTo>
                    <a:pt x="416473" y="355"/>
                  </a:lnTo>
                  <a:lnTo>
                    <a:pt x="424331" y="359"/>
                  </a:lnTo>
                  <a:lnTo>
                    <a:pt x="432189" y="361"/>
                  </a:lnTo>
                  <a:lnTo>
                    <a:pt x="440047" y="365"/>
                  </a:lnTo>
                  <a:lnTo>
                    <a:pt x="447905" y="367"/>
                  </a:lnTo>
                  <a:lnTo>
                    <a:pt x="455763" y="368"/>
                  </a:lnTo>
                  <a:lnTo>
                    <a:pt x="463621" y="371"/>
                  </a:lnTo>
                  <a:lnTo>
                    <a:pt x="471479" y="373"/>
                  </a:lnTo>
                  <a:lnTo>
                    <a:pt x="479337" y="376"/>
                  </a:lnTo>
                  <a:lnTo>
                    <a:pt x="487195" y="377"/>
                  </a:lnTo>
                  <a:lnTo>
                    <a:pt x="495053" y="380"/>
                  </a:lnTo>
                  <a:lnTo>
                    <a:pt x="502911" y="382"/>
                  </a:lnTo>
                  <a:lnTo>
                    <a:pt x="510769" y="383"/>
                  </a:lnTo>
                  <a:lnTo>
                    <a:pt x="518627" y="387"/>
                  </a:lnTo>
                  <a:lnTo>
                    <a:pt x="526485" y="389"/>
                  </a:lnTo>
                  <a:lnTo>
                    <a:pt x="534343" y="391"/>
                  </a:lnTo>
                  <a:lnTo>
                    <a:pt x="542201" y="393"/>
                  </a:lnTo>
                  <a:lnTo>
                    <a:pt x="550059" y="394"/>
                  </a:lnTo>
                  <a:lnTo>
                    <a:pt x="557917" y="396"/>
                  </a:lnTo>
                  <a:lnTo>
                    <a:pt x="565775" y="397"/>
                  </a:lnTo>
                  <a:lnTo>
                    <a:pt x="573633" y="398"/>
                  </a:lnTo>
                  <a:lnTo>
                    <a:pt x="581491" y="398"/>
                  </a:lnTo>
                  <a:lnTo>
                    <a:pt x="589349" y="401"/>
                  </a:lnTo>
                  <a:lnTo>
                    <a:pt x="597207" y="403"/>
                  </a:lnTo>
                  <a:lnTo>
                    <a:pt x="605065" y="407"/>
                  </a:lnTo>
                  <a:lnTo>
                    <a:pt x="612923" y="412"/>
                  </a:lnTo>
                  <a:lnTo>
                    <a:pt x="620781" y="416"/>
                  </a:lnTo>
                  <a:lnTo>
                    <a:pt x="628639" y="418"/>
                  </a:lnTo>
                  <a:lnTo>
                    <a:pt x="636497" y="419"/>
                  </a:lnTo>
                  <a:lnTo>
                    <a:pt x="644355" y="419"/>
                  </a:lnTo>
                  <a:lnTo>
                    <a:pt x="652213" y="420"/>
                  </a:lnTo>
                  <a:lnTo>
                    <a:pt x="660071" y="423"/>
                  </a:lnTo>
                  <a:lnTo>
                    <a:pt x="667929" y="424"/>
                  </a:lnTo>
                  <a:lnTo>
                    <a:pt x="675787" y="425"/>
                  </a:lnTo>
                  <a:lnTo>
                    <a:pt x="683645" y="426"/>
                  </a:lnTo>
                  <a:lnTo>
                    <a:pt x="691503" y="428"/>
                  </a:lnTo>
                  <a:lnTo>
                    <a:pt x="699361" y="429"/>
                  </a:lnTo>
                  <a:lnTo>
                    <a:pt x="707219" y="432"/>
                  </a:lnTo>
                  <a:lnTo>
                    <a:pt x="715077" y="434"/>
                  </a:lnTo>
                  <a:lnTo>
                    <a:pt x="722935" y="436"/>
                  </a:lnTo>
                  <a:lnTo>
                    <a:pt x="730793" y="436"/>
                  </a:lnTo>
                  <a:lnTo>
                    <a:pt x="738651" y="437"/>
                  </a:lnTo>
                  <a:lnTo>
                    <a:pt x="746509" y="439"/>
                  </a:lnTo>
                  <a:lnTo>
                    <a:pt x="754367" y="441"/>
                  </a:lnTo>
                  <a:lnTo>
                    <a:pt x="762225" y="441"/>
                  </a:lnTo>
                  <a:lnTo>
                    <a:pt x="770083" y="441"/>
                  </a:lnTo>
                  <a:lnTo>
                    <a:pt x="777941" y="443"/>
                  </a:lnTo>
                  <a:lnTo>
                    <a:pt x="785799" y="442"/>
                  </a:lnTo>
                  <a:lnTo>
                    <a:pt x="793657" y="441"/>
                  </a:lnTo>
                  <a:lnTo>
                    <a:pt x="801515" y="442"/>
                  </a:lnTo>
                  <a:lnTo>
                    <a:pt x="809373" y="442"/>
                  </a:lnTo>
                  <a:lnTo>
                    <a:pt x="817231" y="444"/>
                  </a:lnTo>
                  <a:lnTo>
                    <a:pt x="825089" y="445"/>
                  </a:lnTo>
                  <a:lnTo>
                    <a:pt x="832947" y="446"/>
                  </a:lnTo>
                  <a:lnTo>
                    <a:pt x="840805" y="446"/>
                  </a:lnTo>
                  <a:lnTo>
                    <a:pt x="848663" y="448"/>
                  </a:lnTo>
                  <a:lnTo>
                    <a:pt x="856521" y="449"/>
                  </a:lnTo>
                  <a:lnTo>
                    <a:pt x="864379" y="450"/>
                  </a:lnTo>
                  <a:lnTo>
                    <a:pt x="872237" y="451"/>
                  </a:lnTo>
                  <a:lnTo>
                    <a:pt x="880095" y="452"/>
                  </a:lnTo>
                  <a:lnTo>
                    <a:pt x="887953" y="454"/>
                  </a:lnTo>
                  <a:lnTo>
                    <a:pt x="895811" y="454"/>
                  </a:lnTo>
                  <a:lnTo>
                    <a:pt x="903669" y="455"/>
                  </a:lnTo>
                  <a:lnTo>
                    <a:pt x="911527" y="456"/>
                  </a:lnTo>
                  <a:lnTo>
                    <a:pt x="919385" y="457"/>
                  </a:lnTo>
                  <a:lnTo>
                    <a:pt x="927243" y="456"/>
                  </a:lnTo>
                  <a:lnTo>
                    <a:pt x="935101" y="457"/>
                  </a:lnTo>
                  <a:lnTo>
                    <a:pt x="942959" y="457"/>
                  </a:lnTo>
                  <a:lnTo>
                    <a:pt x="950817" y="457"/>
                  </a:lnTo>
                  <a:lnTo>
                    <a:pt x="958675" y="459"/>
                  </a:lnTo>
                  <a:lnTo>
                    <a:pt x="966533" y="458"/>
                  </a:lnTo>
                  <a:lnTo>
                    <a:pt x="974391" y="459"/>
                  </a:lnTo>
                  <a:lnTo>
                    <a:pt x="982249" y="459"/>
                  </a:lnTo>
                  <a:lnTo>
                    <a:pt x="990107" y="459"/>
                  </a:lnTo>
                  <a:lnTo>
                    <a:pt x="997965" y="459"/>
                  </a:lnTo>
                  <a:lnTo>
                    <a:pt x="1005823" y="457"/>
                  </a:lnTo>
                  <a:lnTo>
                    <a:pt x="1013681" y="457"/>
                  </a:lnTo>
                  <a:lnTo>
                    <a:pt x="1021539" y="454"/>
                  </a:lnTo>
                  <a:lnTo>
                    <a:pt x="1029397" y="454"/>
                  </a:lnTo>
                  <a:lnTo>
                    <a:pt x="1037254" y="455"/>
                  </a:lnTo>
                  <a:lnTo>
                    <a:pt x="1045112" y="456"/>
                  </a:lnTo>
                  <a:lnTo>
                    <a:pt x="1052970" y="457"/>
                  </a:lnTo>
                  <a:lnTo>
                    <a:pt x="1060828" y="458"/>
                  </a:lnTo>
                  <a:lnTo>
                    <a:pt x="1068686" y="457"/>
                  </a:lnTo>
                  <a:lnTo>
                    <a:pt x="1076544" y="457"/>
                  </a:lnTo>
                  <a:lnTo>
                    <a:pt x="1084402" y="455"/>
                  </a:lnTo>
                  <a:lnTo>
                    <a:pt x="1092260" y="454"/>
                  </a:lnTo>
                  <a:lnTo>
                    <a:pt x="1100118" y="453"/>
                  </a:lnTo>
                  <a:lnTo>
                    <a:pt x="1107976" y="452"/>
                  </a:lnTo>
                  <a:lnTo>
                    <a:pt x="1115834" y="451"/>
                  </a:lnTo>
                  <a:lnTo>
                    <a:pt x="1123692" y="452"/>
                  </a:lnTo>
                  <a:lnTo>
                    <a:pt x="1131550" y="452"/>
                  </a:lnTo>
                  <a:lnTo>
                    <a:pt x="1139408" y="452"/>
                  </a:lnTo>
                  <a:lnTo>
                    <a:pt x="1147266" y="453"/>
                  </a:lnTo>
                  <a:lnTo>
                    <a:pt x="1155124" y="452"/>
                  </a:lnTo>
                  <a:lnTo>
                    <a:pt x="1162982" y="452"/>
                  </a:lnTo>
                  <a:lnTo>
                    <a:pt x="1170840" y="452"/>
                  </a:lnTo>
                  <a:lnTo>
                    <a:pt x="1178698" y="452"/>
                  </a:lnTo>
                  <a:lnTo>
                    <a:pt x="1186556" y="450"/>
                  </a:lnTo>
                  <a:lnTo>
                    <a:pt x="1194414" y="449"/>
                  </a:lnTo>
                  <a:lnTo>
                    <a:pt x="1202272" y="450"/>
                  </a:lnTo>
                  <a:lnTo>
                    <a:pt x="1210130" y="450"/>
                  </a:lnTo>
                  <a:lnTo>
                    <a:pt x="1217988" y="450"/>
                  </a:lnTo>
                  <a:lnTo>
                    <a:pt x="1225846" y="449"/>
                  </a:lnTo>
                  <a:lnTo>
                    <a:pt x="1233704" y="448"/>
                  </a:lnTo>
                  <a:lnTo>
                    <a:pt x="1241562" y="446"/>
                  </a:lnTo>
                  <a:lnTo>
                    <a:pt x="1249420" y="446"/>
                  </a:lnTo>
                  <a:lnTo>
                    <a:pt x="1257278" y="445"/>
                  </a:lnTo>
                  <a:lnTo>
                    <a:pt x="1265136" y="445"/>
                  </a:lnTo>
                  <a:lnTo>
                    <a:pt x="1272994" y="444"/>
                  </a:lnTo>
                  <a:lnTo>
                    <a:pt x="1280852" y="443"/>
                  </a:lnTo>
                  <a:lnTo>
                    <a:pt x="1288710" y="443"/>
                  </a:lnTo>
                  <a:lnTo>
                    <a:pt x="1296568" y="443"/>
                  </a:lnTo>
                  <a:lnTo>
                    <a:pt x="1304426" y="444"/>
                  </a:lnTo>
                  <a:lnTo>
                    <a:pt x="1312284" y="444"/>
                  </a:lnTo>
                  <a:lnTo>
                    <a:pt x="1320142" y="444"/>
                  </a:lnTo>
                  <a:lnTo>
                    <a:pt x="1328000" y="444"/>
                  </a:lnTo>
                  <a:lnTo>
                    <a:pt x="1335858" y="442"/>
                  </a:lnTo>
                  <a:lnTo>
                    <a:pt x="1343716" y="442"/>
                  </a:lnTo>
                  <a:lnTo>
                    <a:pt x="1351574" y="440"/>
                  </a:lnTo>
                  <a:lnTo>
                    <a:pt x="1359432" y="439"/>
                  </a:lnTo>
                  <a:lnTo>
                    <a:pt x="1367290" y="439"/>
                  </a:lnTo>
                  <a:lnTo>
                    <a:pt x="1375148" y="439"/>
                  </a:lnTo>
                  <a:lnTo>
                    <a:pt x="1383006" y="438"/>
                  </a:lnTo>
                  <a:lnTo>
                    <a:pt x="1390864" y="438"/>
                  </a:lnTo>
                  <a:lnTo>
                    <a:pt x="1398722" y="437"/>
                  </a:lnTo>
                  <a:lnTo>
                    <a:pt x="1406580" y="436"/>
                  </a:lnTo>
                  <a:lnTo>
                    <a:pt x="1414438" y="435"/>
                  </a:lnTo>
                  <a:lnTo>
                    <a:pt x="1422296" y="434"/>
                  </a:lnTo>
                  <a:lnTo>
                    <a:pt x="1430154" y="433"/>
                  </a:lnTo>
                  <a:lnTo>
                    <a:pt x="1438012" y="433"/>
                  </a:lnTo>
                  <a:lnTo>
                    <a:pt x="1445870" y="433"/>
                  </a:lnTo>
                  <a:lnTo>
                    <a:pt x="1453728" y="432"/>
                  </a:lnTo>
                  <a:lnTo>
                    <a:pt x="1461586" y="430"/>
                  </a:lnTo>
                  <a:lnTo>
                    <a:pt x="1469444" y="428"/>
                  </a:lnTo>
                  <a:lnTo>
                    <a:pt x="1477302" y="427"/>
                  </a:lnTo>
                  <a:lnTo>
                    <a:pt x="1485160" y="426"/>
                  </a:lnTo>
                  <a:lnTo>
                    <a:pt x="1493018" y="424"/>
                  </a:lnTo>
                  <a:lnTo>
                    <a:pt x="1500876" y="423"/>
                  </a:lnTo>
                  <a:lnTo>
                    <a:pt x="1508734" y="422"/>
                  </a:lnTo>
                  <a:lnTo>
                    <a:pt x="1516592" y="421"/>
                  </a:lnTo>
                  <a:lnTo>
                    <a:pt x="1524450" y="420"/>
                  </a:lnTo>
                  <a:lnTo>
                    <a:pt x="1532308" y="419"/>
                  </a:lnTo>
                  <a:lnTo>
                    <a:pt x="1540166" y="419"/>
                  </a:lnTo>
                  <a:lnTo>
                    <a:pt x="1548024" y="419"/>
                  </a:lnTo>
                  <a:lnTo>
                    <a:pt x="1555882" y="419"/>
                  </a:lnTo>
                  <a:lnTo>
                    <a:pt x="1563740" y="417"/>
                  </a:lnTo>
                  <a:lnTo>
                    <a:pt x="1571598" y="416"/>
                  </a:lnTo>
                  <a:lnTo>
                    <a:pt x="1579456" y="415"/>
                  </a:lnTo>
                  <a:lnTo>
                    <a:pt x="1587314" y="414"/>
                  </a:lnTo>
                  <a:lnTo>
                    <a:pt x="1595172" y="413"/>
                  </a:lnTo>
                  <a:lnTo>
                    <a:pt x="1603030" y="413"/>
                  </a:lnTo>
                  <a:lnTo>
                    <a:pt x="1610888" y="413"/>
                  </a:lnTo>
                  <a:lnTo>
                    <a:pt x="1618746" y="412"/>
                  </a:lnTo>
                  <a:lnTo>
                    <a:pt x="1626604" y="411"/>
                  </a:lnTo>
                  <a:lnTo>
                    <a:pt x="1634462" y="410"/>
                  </a:lnTo>
                  <a:lnTo>
                    <a:pt x="1642320" y="409"/>
                  </a:lnTo>
                  <a:lnTo>
                    <a:pt x="1650178" y="407"/>
                  </a:lnTo>
                  <a:lnTo>
                    <a:pt x="1658036" y="405"/>
                  </a:lnTo>
                  <a:lnTo>
                    <a:pt x="1665894" y="403"/>
                  </a:lnTo>
                  <a:lnTo>
                    <a:pt x="1673752" y="402"/>
                  </a:lnTo>
                  <a:lnTo>
                    <a:pt x="1681610" y="402"/>
                  </a:lnTo>
                  <a:lnTo>
                    <a:pt x="1689468" y="402"/>
                  </a:lnTo>
                  <a:lnTo>
                    <a:pt x="1697326" y="402"/>
                  </a:lnTo>
                  <a:lnTo>
                    <a:pt x="1705184" y="401"/>
                  </a:lnTo>
                  <a:lnTo>
                    <a:pt x="1713042" y="401"/>
                  </a:lnTo>
                  <a:lnTo>
                    <a:pt x="1720900" y="401"/>
                  </a:lnTo>
                  <a:lnTo>
                    <a:pt x="1728758" y="400"/>
                  </a:lnTo>
                  <a:lnTo>
                    <a:pt x="1736616" y="399"/>
                  </a:lnTo>
                  <a:lnTo>
                    <a:pt x="1744474" y="398"/>
                  </a:lnTo>
                  <a:lnTo>
                    <a:pt x="1752332" y="396"/>
                  </a:lnTo>
                  <a:lnTo>
                    <a:pt x="1760190" y="396"/>
                  </a:lnTo>
                  <a:lnTo>
                    <a:pt x="1768048" y="395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2"/>
                  </a:lnTo>
                  <a:lnTo>
                    <a:pt x="1799480" y="391"/>
                  </a:lnTo>
                  <a:lnTo>
                    <a:pt x="1807338" y="390"/>
                  </a:lnTo>
                  <a:lnTo>
                    <a:pt x="1815196" y="389"/>
                  </a:lnTo>
                  <a:lnTo>
                    <a:pt x="1823054" y="387"/>
                  </a:lnTo>
                  <a:lnTo>
                    <a:pt x="1830912" y="386"/>
                  </a:lnTo>
                  <a:lnTo>
                    <a:pt x="1838770" y="385"/>
                  </a:lnTo>
                  <a:lnTo>
                    <a:pt x="1846628" y="384"/>
                  </a:lnTo>
                  <a:lnTo>
                    <a:pt x="1854486" y="383"/>
                  </a:lnTo>
                  <a:lnTo>
                    <a:pt x="1862344" y="381"/>
                  </a:lnTo>
                  <a:lnTo>
                    <a:pt x="1870202" y="380"/>
                  </a:lnTo>
                  <a:lnTo>
                    <a:pt x="1878060" y="379"/>
                  </a:lnTo>
                  <a:lnTo>
                    <a:pt x="1885918" y="378"/>
                  </a:lnTo>
                  <a:lnTo>
                    <a:pt x="1893776" y="376"/>
                  </a:lnTo>
                  <a:lnTo>
                    <a:pt x="1901634" y="374"/>
                  </a:lnTo>
                  <a:lnTo>
                    <a:pt x="1909492" y="373"/>
                  </a:lnTo>
                  <a:lnTo>
                    <a:pt x="1917350" y="372"/>
                  </a:lnTo>
                  <a:lnTo>
                    <a:pt x="1925208" y="370"/>
                  </a:lnTo>
                  <a:lnTo>
                    <a:pt x="1933066" y="369"/>
                  </a:lnTo>
                  <a:lnTo>
                    <a:pt x="1940924" y="368"/>
                  </a:lnTo>
                  <a:lnTo>
                    <a:pt x="1948782" y="366"/>
                  </a:lnTo>
                  <a:lnTo>
                    <a:pt x="1956640" y="365"/>
                  </a:lnTo>
                  <a:lnTo>
                    <a:pt x="1964498" y="364"/>
                  </a:lnTo>
                  <a:lnTo>
                    <a:pt x="1972356" y="363"/>
                  </a:lnTo>
                  <a:lnTo>
                    <a:pt x="1980214" y="362"/>
                  </a:lnTo>
                  <a:lnTo>
                    <a:pt x="1988072" y="361"/>
                  </a:lnTo>
                  <a:lnTo>
                    <a:pt x="1995930" y="360"/>
                  </a:lnTo>
                  <a:lnTo>
                    <a:pt x="2003788" y="358"/>
                  </a:lnTo>
                  <a:lnTo>
                    <a:pt x="2011646" y="357"/>
                  </a:lnTo>
                  <a:lnTo>
                    <a:pt x="2019504" y="355"/>
                  </a:lnTo>
                  <a:lnTo>
                    <a:pt x="2027362" y="354"/>
                  </a:lnTo>
                  <a:lnTo>
                    <a:pt x="2035220" y="352"/>
                  </a:lnTo>
                  <a:lnTo>
                    <a:pt x="2035220" y="1069"/>
                  </a:lnTo>
                  <a:lnTo>
                    <a:pt x="2027362" y="1068"/>
                  </a:lnTo>
                  <a:lnTo>
                    <a:pt x="2019504" y="1067"/>
                  </a:lnTo>
                  <a:lnTo>
                    <a:pt x="2011646" y="1066"/>
                  </a:lnTo>
                  <a:lnTo>
                    <a:pt x="2003788" y="1065"/>
                  </a:lnTo>
                  <a:lnTo>
                    <a:pt x="1995930" y="1064"/>
                  </a:lnTo>
                  <a:lnTo>
                    <a:pt x="1988072" y="1063"/>
                  </a:lnTo>
                  <a:lnTo>
                    <a:pt x="1980214" y="1062"/>
                  </a:lnTo>
                  <a:lnTo>
                    <a:pt x="1972356" y="1060"/>
                  </a:lnTo>
                  <a:lnTo>
                    <a:pt x="1964498" y="1059"/>
                  </a:lnTo>
                  <a:lnTo>
                    <a:pt x="1956640" y="1058"/>
                  </a:lnTo>
                  <a:lnTo>
                    <a:pt x="1948782" y="1057"/>
                  </a:lnTo>
                  <a:lnTo>
                    <a:pt x="1940924" y="1057"/>
                  </a:lnTo>
                  <a:lnTo>
                    <a:pt x="1933066" y="1056"/>
                  </a:lnTo>
                  <a:lnTo>
                    <a:pt x="1925208" y="1055"/>
                  </a:lnTo>
                  <a:lnTo>
                    <a:pt x="1917350" y="1054"/>
                  </a:lnTo>
                  <a:lnTo>
                    <a:pt x="1909492" y="1053"/>
                  </a:lnTo>
                  <a:lnTo>
                    <a:pt x="1901634" y="1052"/>
                  </a:lnTo>
                  <a:lnTo>
                    <a:pt x="1893776" y="1051"/>
                  </a:lnTo>
                  <a:lnTo>
                    <a:pt x="1885918" y="1050"/>
                  </a:lnTo>
                  <a:lnTo>
                    <a:pt x="1878060" y="1050"/>
                  </a:lnTo>
                  <a:lnTo>
                    <a:pt x="1870202" y="1049"/>
                  </a:lnTo>
                  <a:lnTo>
                    <a:pt x="1862344" y="1048"/>
                  </a:lnTo>
                  <a:lnTo>
                    <a:pt x="1854486" y="1046"/>
                  </a:lnTo>
                  <a:lnTo>
                    <a:pt x="1846628" y="1045"/>
                  </a:lnTo>
                  <a:lnTo>
                    <a:pt x="1838770" y="1044"/>
                  </a:lnTo>
                  <a:lnTo>
                    <a:pt x="1830912" y="1043"/>
                  </a:lnTo>
                  <a:lnTo>
                    <a:pt x="1823054" y="1043"/>
                  </a:lnTo>
                  <a:lnTo>
                    <a:pt x="1815196" y="1042"/>
                  </a:lnTo>
                  <a:lnTo>
                    <a:pt x="1807338" y="1041"/>
                  </a:lnTo>
                  <a:lnTo>
                    <a:pt x="1799480" y="1040"/>
                  </a:lnTo>
                  <a:lnTo>
                    <a:pt x="1791622" y="1039"/>
                  </a:lnTo>
                  <a:lnTo>
                    <a:pt x="1783764" y="1038"/>
                  </a:lnTo>
                  <a:lnTo>
                    <a:pt x="1775906" y="1037"/>
                  </a:lnTo>
                  <a:lnTo>
                    <a:pt x="1768048" y="1036"/>
                  </a:lnTo>
                  <a:lnTo>
                    <a:pt x="1760190" y="1035"/>
                  </a:lnTo>
                  <a:lnTo>
                    <a:pt x="1752332" y="1034"/>
                  </a:lnTo>
                  <a:lnTo>
                    <a:pt x="1744474" y="1033"/>
                  </a:lnTo>
                  <a:lnTo>
                    <a:pt x="1736616" y="1032"/>
                  </a:lnTo>
                  <a:lnTo>
                    <a:pt x="1728758" y="1031"/>
                  </a:lnTo>
                  <a:lnTo>
                    <a:pt x="1720900" y="1030"/>
                  </a:lnTo>
                  <a:lnTo>
                    <a:pt x="1713042" y="1029"/>
                  </a:lnTo>
                  <a:lnTo>
                    <a:pt x="1705184" y="1028"/>
                  </a:lnTo>
                  <a:lnTo>
                    <a:pt x="1697326" y="1027"/>
                  </a:lnTo>
                  <a:lnTo>
                    <a:pt x="1689468" y="1026"/>
                  </a:lnTo>
                  <a:lnTo>
                    <a:pt x="1681610" y="1024"/>
                  </a:lnTo>
                  <a:lnTo>
                    <a:pt x="1673752" y="1023"/>
                  </a:lnTo>
                  <a:lnTo>
                    <a:pt x="1665894" y="1022"/>
                  </a:lnTo>
                  <a:lnTo>
                    <a:pt x="1658036" y="1021"/>
                  </a:lnTo>
                  <a:lnTo>
                    <a:pt x="1650178" y="1019"/>
                  </a:lnTo>
                  <a:lnTo>
                    <a:pt x="1642320" y="1018"/>
                  </a:lnTo>
                  <a:lnTo>
                    <a:pt x="1634462" y="1016"/>
                  </a:lnTo>
                  <a:lnTo>
                    <a:pt x="1626604" y="1016"/>
                  </a:lnTo>
                  <a:lnTo>
                    <a:pt x="1618746" y="1015"/>
                  </a:lnTo>
                  <a:lnTo>
                    <a:pt x="1610888" y="1014"/>
                  </a:lnTo>
                  <a:lnTo>
                    <a:pt x="1603030" y="1012"/>
                  </a:lnTo>
                  <a:lnTo>
                    <a:pt x="1595172" y="1011"/>
                  </a:lnTo>
                  <a:lnTo>
                    <a:pt x="1587314" y="1010"/>
                  </a:lnTo>
                  <a:lnTo>
                    <a:pt x="1579456" y="1009"/>
                  </a:lnTo>
                  <a:lnTo>
                    <a:pt x="1571598" y="1007"/>
                  </a:lnTo>
                  <a:lnTo>
                    <a:pt x="1563740" y="1006"/>
                  </a:lnTo>
                  <a:lnTo>
                    <a:pt x="1555882" y="1005"/>
                  </a:lnTo>
                  <a:lnTo>
                    <a:pt x="1548024" y="1003"/>
                  </a:lnTo>
                  <a:lnTo>
                    <a:pt x="1540166" y="1002"/>
                  </a:lnTo>
                  <a:lnTo>
                    <a:pt x="1532308" y="1002"/>
                  </a:lnTo>
                  <a:lnTo>
                    <a:pt x="1524450" y="1001"/>
                  </a:lnTo>
                  <a:lnTo>
                    <a:pt x="1516592" y="1000"/>
                  </a:lnTo>
                  <a:lnTo>
                    <a:pt x="1508734" y="999"/>
                  </a:lnTo>
                  <a:lnTo>
                    <a:pt x="1500876" y="998"/>
                  </a:lnTo>
                  <a:lnTo>
                    <a:pt x="1493018" y="997"/>
                  </a:lnTo>
                  <a:lnTo>
                    <a:pt x="1485160" y="995"/>
                  </a:lnTo>
                  <a:lnTo>
                    <a:pt x="1477302" y="994"/>
                  </a:lnTo>
                  <a:lnTo>
                    <a:pt x="1469444" y="992"/>
                  </a:lnTo>
                  <a:lnTo>
                    <a:pt x="1461586" y="990"/>
                  </a:lnTo>
                  <a:lnTo>
                    <a:pt x="1453728" y="988"/>
                  </a:lnTo>
                  <a:lnTo>
                    <a:pt x="1445870" y="987"/>
                  </a:lnTo>
                  <a:lnTo>
                    <a:pt x="1438012" y="986"/>
                  </a:lnTo>
                  <a:lnTo>
                    <a:pt x="1430154" y="985"/>
                  </a:lnTo>
                  <a:lnTo>
                    <a:pt x="1422296" y="984"/>
                  </a:lnTo>
                  <a:lnTo>
                    <a:pt x="1414438" y="983"/>
                  </a:lnTo>
                  <a:lnTo>
                    <a:pt x="1406580" y="982"/>
                  </a:lnTo>
                  <a:lnTo>
                    <a:pt x="1398722" y="981"/>
                  </a:lnTo>
                  <a:lnTo>
                    <a:pt x="1390864" y="980"/>
                  </a:lnTo>
                  <a:lnTo>
                    <a:pt x="1383006" y="979"/>
                  </a:lnTo>
                  <a:lnTo>
                    <a:pt x="1375148" y="978"/>
                  </a:lnTo>
                  <a:lnTo>
                    <a:pt x="1367290" y="977"/>
                  </a:lnTo>
                  <a:lnTo>
                    <a:pt x="1359432" y="975"/>
                  </a:lnTo>
                  <a:lnTo>
                    <a:pt x="1351574" y="974"/>
                  </a:lnTo>
                  <a:lnTo>
                    <a:pt x="1343716" y="973"/>
                  </a:lnTo>
                  <a:lnTo>
                    <a:pt x="1335858" y="972"/>
                  </a:lnTo>
                  <a:lnTo>
                    <a:pt x="1328000" y="970"/>
                  </a:lnTo>
                  <a:lnTo>
                    <a:pt x="1320142" y="968"/>
                  </a:lnTo>
                  <a:lnTo>
                    <a:pt x="1312284" y="966"/>
                  </a:lnTo>
                  <a:lnTo>
                    <a:pt x="1304426" y="964"/>
                  </a:lnTo>
                  <a:lnTo>
                    <a:pt x="1296568" y="962"/>
                  </a:lnTo>
                  <a:lnTo>
                    <a:pt x="1288710" y="960"/>
                  </a:lnTo>
                  <a:lnTo>
                    <a:pt x="1280852" y="959"/>
                  </a:lnTo>
                  <a:lnTo>
                    <a:pt x="1272994" y="957"/>
                  </a:lnTo>
                  <a:lnTo>
                    <a:pt x="1265136" y="955"/>
                  </a:lnTo>
                  <a:lnTo>
                    <a:pt x="1257278" y="953"/>
                  </a:lnTo>
                  <a:lnTo>
                    <a:pt x="1249420" y="951"/>
                  </a:lnTo>
                  <a:lnTo>
                    <a:pt x="1241562" y="949"/>
                  </a:lnTo>
                  <a:lnTo>
                    <a:pt x="1233704" y="947"/>
                  </a:lnTo>
                  <a:lnTo>
                    <a:pt x="1225846" y="945"/>
                  </a:lnTo>
                  <a:lnTo>
                    <a:pt x="1217988" y="942"/>
                  </a:lnTo>
                  <a:lnTo>
                    <a:pt x="1210130" y="940"/>
                  </a:lnTo>
                  <a:lnTo>
                    <a:pt x="1202272" y="939"/>
                  </a:lnTo>
                  <a:lnTo>
                    <a:pt x="1194414" y="936"/>
                  </a:lnTo>
                  <a:lnTo>
                    <a:pt x="1186556" y="934"/>
                  </a:lnTo>
                  <a:lnTo>
                    <a:pt x="1178698" y="933"/>
                  </a:lnTo>
                  <a:lnTo>
                    <a:pt x="1170840" y="931"/>
                  </a:lnTo>
                  <a:lnTo>
                    <a:pt x="1162982" y="929"/>
                  </a:lnTo>
                  <a:lnTo>
                    <a:pt x="1155124" y="928"/>
                  </a:lnTo>
                  <a:lnTo>
                    <a:pt x="1147266" y="926"/>
                  </a:lnTo>
                  <a:lnTo>
                    <a:pt x="1139408" y="924"/>
                  </a:lnTo>
                  <a:lnTo>
                    <a:pt x="1131550" y="922"/>
                  </a:lnTo>
                  <a:lnTo>
                    <a:pt x="1123692" y="919"/>
                  </a:lnTo>
                  <a:lnTo>
                    <a:pt x="1115834" y="917"/>
                  </a:lnTo>
                  <a:lnTo>
                    <a:pt x="1107976" y="915"/>
                  </a:lnTo>
                  <a:lnTo>
                    <a:pt x="1100118" y="914"/>
                  </a:lnTo>
                  <a:lnTo>
                    <a:pt x="1092260" y="912"/>
                  </a:lnTo>
                  <a:lnTo>
                    <a:pt x="1084402" y="910"/>
                  </a:lnTo>
                  <a:lnTo>
                    <a:pt x="1076544" y="909"/>
                  </a:lnTo>
                  <a:lnTo>
                    <a:pt x="1068686" y="908"/>
                  </a:lnTo>
                  <a:lnTo>
                    <a:pt x="1060828" y="905"/>
                  </a:lnTo>
                  <a:lnTo>
                    <a:pt x="1052970" y="903"/>
                  </a:lnTo>
                  <a:lnTo>
                    <a:pt x="1045112" y="901"/>
                  </a:lnTo>
                  <a:lnTo>
                    <a:pt x="1037254" y="898"/>
                  </a:lnTo>
                  <a:lnTo>
                    <a:pt x="1029397" y="896"/>
                  </a:lnTo>
                  <a:lnTo>
                    <a:pt x="1021539" y="893"/>
                  </a:lnTo>
                  <a:lnTo>
                    <a:pt x="1013681" y="890"/>
                  </a:lnTo>
                  <a:lnTo>
                    <a:pt x="1005823" y="889"/>
                  </a:lnTo>
                  <a:lnTo>
                    <a:pt x="997965" y="887"/>
                  </a:lnTo>
                  <a:lnTo>
                    <a:pt x="990107" y="886"/>
                  </a:lnTo>
                  <a:lnTo>
                    <a:pt x="982249" y="885"/>
                  </a:lnTo>
                  <a:lnTo>
                    <a:pt x="974391" y="883"/>
                  </a:lnTo>
                  <a:lnTo>
                    <a:pt x="966533" y="882"/>
                  </a:lnTo>
                  <a:lnTo>
                    <a:pt x="958675" y="879"/>
                  </a:lnTo>
                  <a:lnTo>
                    <a:pt x="950817" y="876"/>
                  </a:lnTo>
                  <a:lnTo>
                    <a:pt x="942959" y="874"/>
                  </a:lnTo>
                  <a:lnTo>
                    <a:pt x="935101" y="873"/>
                  </a:lnTo>
                  <a:lnTo>
                    <a:pt x="927243" y="871"/>
                  </a:lnTo>
                  <a:lnTo>
                    <a:pt x="919385" y="869"/>
                  </a:lnTo>
                  <a:lnTo>
                    <a:pt x="911527" y="867"/>
                  </a:lnTo>
                  <a:lnTo>
                    <a:pt x="903669" y="866"/>
                  </a:lnTo>
                  <a:lnTo>
                    <a:pt x="895811" y="864"/>
                  </a:lnTo>
                  <a:lnTo>
                    <a:pt x="887953" y="862"/>
                  </a:lnTo>
                  <a:lnTo>
                    <a:pt x="880095" y="860"/>
                  </a:lnTo>
                  <a:lnTo>
                    <a:pt x="872237" y="858"/>
                  </a:lnTo>
                  <a:lnTo>
                    <a:pt x="864379" y="858"/>
                  </a:lnTo>
                  <a:lnTo>
                    <a:pt x="856521" y="856"/>
                  </a:lnTo>
                  <a:lnTo>
                    <a:pt x="848663" y="854"/>
                  </a:lnTo>
                  <a:lnTo>
                    <a:pt x="840805" y="852"/>
                  </a:lnTo>
                  <a:lnTo>
                    <a:pt x="832947" y="850"/>
                  </a:lnTo>
                  <a:lnTo>
                    <a:pt x="825089" y="847"/>
                  </a:lnTo>
                  <a:lnTo>
                    <a:pt x="817231" y="845"/>
                  </a:lnTo>
                  <a:lnTo>
                    <a:pt x="809373" y="843"/>
                  </a:lnTo>
                  <a:lnTo>
                    <a:pt x="801515" y="841"/>
                  </a:lnTo>
                  <a:lnTo>
                    <a:pt x="793657" y="839"/>
                  </a:lnTo>
                  <a:lnTo>
                    <a:pt x="785799" y="837"/>
                  </a:lnTo>
                  <a:lnTo>
                    <a:pt x="777941" y="835"/>
                  </a:lnTo>
                  <a:lnTo>
                    <a:pt x="770083" y="833"/>
                  </a:lnTo>
                  <a:lnTo>
                    <a:pt x="762225" y="831"/>
                  </a:lnTo>
                  <a:lnTo>
                    <a:pt x="754367" y="829"/>
                  </a:lnTo>
                  <a:lnTo>
                    <a:pt x="746509" y="827"/>
                  </a:lnTo>
                  <a:lnTo>
                    <a:pt x="738651" y="824"/>
                  </a:lnTo>
                  <a:lnTo>
                    <a:pt x="730793" y="822"/>
                  </a:lnTo>
                  <a:lnTo>
                    <a:pt x="722935" y="821"/>
                  </a:lnTo>
                  <a:lnTo>
                    <a:pt x="715077" y="818"/>
                  </a:lnTo>
                  <a:lnTo>
                    <a:pt x="707219" y="816"/>
                  </a:lnTo>
                  <a:lnTo>
                    <a:pt x="699361" y="814"/>
                  </a:lnTo>
                  <a:lnTo>
                    <a:pt x="691503" y="810"/>
                  </a:lnTo>
                  <a:lnTo>
                    <a:pt x="683645" y="808"/>
                  </a:lnTo>
                  <a:lnTo>
                    <a:pt x="675787" y="807"/>
                  </a:lnTo>
                  <a:lnTo>
                    <a:pt x="667929" y="805"/>
                  </a:lnTo>
                  <a:lnTo>
                    <a:pt x="660071" y="803"/>
                  </a:lnTo>
                  <a:lnTo>
                    <a:pt x="652213" y="802"/>
                  </a:lnTo>
                  <a:lnTo>
                    <a:pt x="644355" y="801"/>
                  </a:lnTo>
                  <a:lnTo>
                    <a:pt x="636497" y="801"/>
                  </a:lnTo>
                  <a:lnTo>
                    <a:pt x="628639" y="800"/>
                  </a:lnTo>
                  <a:lnTo>
                    <a:pt x="620781" y="799"/>
                  </a:lnTo>
                  <a:lnTo>
                    <a:pt x="612923" y="798"/>
                  </a:lnTo>
                  <a:lnTo>
                    <a:pt x="605065" y="797"/>
                  </a:lnTo>
                  <a:lnTo>
                    <a:pt x="597207" y="794"/>
                  </a:lnTo>
                  <a:lnTo>
                    <a:pt x="589349" y="793"/>
                  </a:lnTo>
                  <a:lnTo>
                    <a:pt x="581491" y="792"/>
                  </a:lnTo>
                  <a:lnTo>
                    <a:pt x="573633" y="791"/>
                  </a:lnTo>
                  <a:lnTo>
                    <a:pt x="565775" y="790"/>
                  </a:lnTo>
                  <a:lnTo>
                    <a:pt x="557917" y="788"/>
                  </a:lnTo>
                  <a:lnTo>
                    <a:pt x="550059" y="786"/>
                  </a:lnTo>
                  <a:lnTo>
                    <a:pt x="542201" y="783"/>
                  </a:lnTo>
                  <a:lnTo>
                    <a:pt x="534343" y="780"/>
                  </a:lnTo>
                  <a:lnTo>
                    <a:pt x="526485" y="777"/>
                  </a:lnTo>
                  <a:lnTo>
                    <a:pt x="518627" y="774"/>
                  </a:lnTo>
                  <a:lnTo>
                    <a:pt x="510769" y="774"/>
                  </a:lnTo>
                  <a:lnTo>
                    <a:pt x="502911" y="772"/>
                  </a:lnTo>
                  <a:lnTo>
                    <a:pt x="495053" y="771"/>
                  </a:lnTo>
                  <a:lnTo>
                    <a:pt x="487195" y="771"/>
                  </a:lnTo>
                  <a:lnTo>
                    <a:pt x="479337" y="768"/>
                  </a:lnTo>
                  <a:lnTo>
                    <a:pt x="471479" y="766"/>
                  </a:lnTo>
                  <a:lnTo>
                    <a:pt x="463621" y="766"/>
                  </a:lnTo>
                  <a:lnTo>
                    <a:pt x="455763" y="766"/>
                  </a:lnTo>
                  <a:lnTo>
                    <a:pt x="447905" y="762"/>
                  </a:lnTo>
                  <a:lnTo>
                    <a:pt x="440047" y="761"/>
                  </a:lnTo>
                  <a:lnTo>
                    <a:pt x="432189" y="758"/>
                  </a:lnTo>
                  <a:lnTo>
                    <a:pt x="424331" y="758"/>
                  </a:lnTo>
                  <a:lnTo>
                    <a:pt x="416473" y="756"/>
                  </a:lnTo>
                  <a:lnTo>
                    <a:pt x="408615" y="754"/>
                  </a:lnTo>
                  <a:lnTo>
                    <a:pt x="400757" y="754"/>
                  </a:lnTo>
                  <a:lnTo>
                    <a:pt x="392899" y="753"/>
                  </a:lnTo>
                  <a:lnTo>
                    <a:pt x="385041" y="753"/>
                  </a:lnTo>
                  <a:lnTo>
                    <a:pt x="377183" y="751"/>
                  </a:lnTo>
                  <a:lnTo>
                    <a:pt x="369325" y="749"/>
                  </a:lnTo>
                  <a:lnTo>
                    <a:pt x="361467" y="747"/>
                  </a:lnTo>
                  <a:lnTo>
                    <a:pt x="353609" y="745"/>
                  </a:lnTo>
                  <a:lnTo>
                    <a:pt x="345751" y="743"/>
                  </a:lnTo>
                  <a:lnTo>
                    <a:pt x="337893" y="741"/>
                  </a:lnTo>
                  <a:lnTo>
                    <a:pt x="330035" y="741"/>
                  </a:lnTo>
                  <a:lnTo>
                    <a:pt x="322177" y="739"/>
                  </a:lnTo>
                  <a:lnTo>
                    <a:pt x="314319" y="739"/>
                  </a:lnTo>
                  <a:lnTo>
                    <a:pt x="306461" y="739"/>
                  </a:lnTo>
                  <a:lnTo>
                    <a:pt x="298603" y="738"/>
                  </a:lnTo>
                  <a:lnTo>
                    <a:pt x="290745" y="737"/>
                  </a:lnTo>
                  <a:lnTo>
                    <a:pt x="282887" y="736"/>
                  </a:lnTo>
                  <a:lnTo>
                    <a:pt x="275029" y="734"/>
                  </a:lnTo>
                  <a:lnTo>
                    <a:pt x="267171" y="732"/>
                  </a:lnTo>
                  <a:lnTo>
                    <a:pt x="259313" y="731"/>
                  </a:lnTo>
                  <a:lnTo>
                    <a:pt x="251455" y="731"/>
                  </a:lnTo>
                  <a:lnTo>
                    <a:pt x="243597" y="731"/>
                  </a:lnTo>
                  <a:lnTo>
                    <a:pt x="235739" y="731"/>
                  </a:lnTo>
                  <a:lnTo>
                    <a:pt x="227881" y="731"/>
                  </a:lnTo>
                  <a:lnTo>
                    <a:pt x="220023" y="731"/>
                  </a:lnTo>
                  <a:lnTo>
                    <a:pt x="212165" y="731"/>
                  </a:lnTo>
                  <a:lnTo>
                    <a:pt x="204307" y="730"/>
                  </a:lnTo>
                  <a:lnTo>
                    <a:pt x="196449" y="730"/>
                  </a:lnTo>
                  <a:lnTo>
                    <a:pt x="188591" y="730"/>
                  </a:lnTo>
                  <a:lnTo>
                    <a:pt x="180733" y="730"/>
                  </a:lnTo>
                  <a:lnTo>
                    <a:pt x="172875" y="729"/>
                  </a:lnTo>
                  <a:lnTo>
                    <a:pt x="165017" y="727"/>
                  </a:lnTo>
                  <a:lnTo>
                    <a:pt x="157159" y="727"/>
                  </a:lnTo>
                  <a:lnTo>
                    <a:pt x="149301" y="728"/>
                  </a:lnTo>
                  <a:lnTo>
                    <a:pt x="141443" y="727"/>
                  </a:lnTo>
                  <a:lnTo>
                    <a:pt x="133585" y="726"/>
                  </a:lnTo>
                  <a:lnTo>
                    <a:pt x="125727" y="725"/>
                  </a:lnTo>
                  <a:lnTo>
                    <a:pt x="117869" y="725"/>
                  </a:lnTo>
                  <a:lnTo>
                    <a:pt x="110011" y="725"/>
                  </a:lnTo>
                  <a:lnTo>
                    <a:pt x="102153" y="724"/>
                  </a:lnTo>
                  <a:lnTo>
                    <a:pt x="94295" y="724"/>
                  </a:lnTo>
                  <a:lnTo>
                    <a:pt x="86437" y="723"/>
                  </a:lnTo>
                  <a:lnTo>
                    <a:pt x="78579" y="724"/>
                  </a:lnTo>
                  <a:lnTo>
                    <a:pt x="70721" y="725"/>
                  </a:lnTo>
                  <a:lnTo>
                    <a:pt x="62863" y="725"/>
                  </a:lnTo>
                  <a:lnTo>
                    <a:pt x="55005" y="725"/>
                  </a:lnTo>
                  <a:lnTo>
                    <a:pt x="47147" y="723"/>
                  </a:lnTo>
                  <a:lnTo>
                    <a:pt x="39289" y="722"/>
                  </a:lnTo>
                  <a:lnTo>
                    <a:pt x="31431" y="722"/>
                  </a:lnTo>
                  <a:lnTo>
                    <a:pt x="23573" y="722"/>
                  </a:lnTo>
                  <a:lnTo>
                    <a:pt x="15715" y="723"/>
                  </a:lnTo>
                  <a:lnTo>
                    <a:pt x="7857" y="722"/>
                  </a:lnTo>
                  <a:lnTo>
                    <a:pt x="0" y="722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3608036" y="4838537"/>
              <a:ext cx="2035220" cy="459"/>
            </a:xfrm>
            <a:custGeom>
              <a:avLst/>
              <a:pathLst>
                <a:path w="2035220" h="459">
                  <a:moveTo>
                    <a:pt x="0" y="0"/>
                  </a:moveTo>
                  <a:lnTo>
                    <a:pt x="7857" y="9"/>
                  </a:lnTo>
                  <a:lnTo>
                    <a:pt x="15715" y="18"/>
                  </a:lnTo>
                  <a:lnTo>
                    <a:pt x="23573" y="27"/>
                  </a:lnTo>
                  <a:lnTo>
                    <a:pt x="31431" y="36"/>
                  </a:lnTo>
                  <a:lnTo>
                    <a:pt x="39289" y="45"/>
                  </a:lnTo>
                  <a:lnTo>
                    <a:pt x="47147" y="50"/>
                  </a:lnTo>
                  <a:lnTo>
                    <a:pt x="55005" y="60"/>
                  </a:lnTo>
                  <a:lnTo>
                    <a:pt x="62863" y="72"/>
                  </a:lnTo>
                  <a:lnTo>
                    <a:pt x="70721" y="80"/>
                  </a:lnTo>
                  <a:lnTo>
                    <a:pt x="78579" y="89"/>
                  </a:lnTo>
                  <a:lnTo>
                    <a:pt x="86437" y="99"/>
                  </a:lnTo>
                  <a:lnTo>
                    <a:pt x="94295" y="106"/>
                  </a:lnTo>
                  <a:lnTo>
                    <a:pt x="102153" y="114"/>
                  </a:lnTo>
                  <a:lnTo>
                    <a:pt x="110011" y="122"/>
                  </a:lnTo>
                  <a:lnTo>
                    <a:pt x="117869" y="129"/>
                  </a:lnTo>
                  <a:lnTo>
                    <a:pt x="125727" y="134"/>
                  </a:lnTo>
                  <a:lnTo>
                    <a:pt x="133585" y="139"/>
                  </a:lnTo>
                  <a:lnTo>
                    <a:pt x="141443" y="145"/>
                  </a:lnTo>
                  <a:lnTo>
                    <a:pt x="149301" y="154"/>
                  </a:lnTo>
                  <a:lnTo>
                    <a:pt x="157159" y="163"/>
                  </a:lnTo>
                  <a:lnTo>
                    <a:pt x="165017" y="173"/>
                  </a:lnTo>
                  <a:lnTo>
                    <a:pt x="172875" y="181"/>
                  </a:lnTo>
                  <a:lnTo>
                    <a:pt x="180733" y="187"/>
                  </a:lnTo>
                  <a:lnTo>
                    <a:pt x="188591" y="194"/>
                  </a:lnTo>
                  <a:lnTo>
                    <a:pt x="196449" y="202"/>
                  </a:lnTo>
                  <a:lnTo>
                    <a:pt x="204307" y="212"/>
                  </a:lnTo>
                  <a:lnTo>
                    <a:pt x="212165" y="220"/>
                  </a:lnTo>
                  <a:lnTo>
                    <a:pt x="220023" y="226"/>
                  </a:lnTo>
                  <a:lnTo>
                    <a:pt x="227881" y="233"/>
                  </a:lnTo>
                  <a:lnTo>
                    <a:pt x="235739" y="239"/>
                  </a:lnTo>
                  <a:lnTo>
                    <a:pt x="243597" y="246"/>
                  </a:lnTo>
                  <a:lnTo>
                    <a:pt x="251455" y="253"/>
                  </a:lnTo>
                  <a:lnTo>
                    <a:pt x="259313" y="258"/>
                  </a:lnTo>
                  <a:lnTo>
                    <a:pt x="267171" y="264"/>
                  </a:lnTo>
                  <a:lnTo>
                    <a:pt x="275029" y="270"/>
                  </a:lnTo>
                  <a:lnTo>
                    <a:pt x="282887" y="276"/>
                  </a:lnTo>
                  <a:lnTo>
                    <a:pt x="290745" y="282"/>
                  </a:lnTo>
                  <a:lnTo>
                    <a:pt x="298603" y="288"/>
                  </a:lnTo>
                  <a:lnTo>
                    <a:pt x="306461" y="294"/>
                  </a:lnTo>
                  <a:lnTo>
                    <a:pt x="314319" y="298"/>
                  </a:lnTo>
                  <a:lnTo>
                    <a:pt x="322177" y="305"/>
                  </a:lnTo>
                  <a:lnTo>
                    <a:pt x="330035" y="308"/>
                  </a:lnTo>
                  <a:lnTo>
                    <a:pt x="337893" y="313"/>
                  </a:lnTo>
                  <a:lnTo>
                    <a:pt x="345751" y="322"/>
                  </a:lnTo>
                  <a:lnTo>
                    <a:pt x="353609" y="330"/>
                  </a:lnTo>
                  <a:lnTo>
                    <a:pt x="361467" y="336"/>
                  </a:lnTo>
                  <a:lnTo>
                    <a:pt x="369325" y="341"/>
                  </a:lnTo>
                  <a:lnTo>
                    <a:pt x="377183" y="344"/>
                  </a:lnTo>
                  <a:lnTo>
                    <a:pt x="385041" y="346"/>
                  </a:lnTo>
                  <a:lnTo>
                    <a:pt x="392899" y="348"/>
                  </a:lnTo>
                  <a:lnTo>
                    <a:pt x="400757" y="352"/>
                  </a:lnTo>
                  <a:lnTo>
                    <a:pt x="408615" y="354"/>
                  </a:lnTo>
                  <a:lnTo>
                    <a:pt x="416473" y="355"/>
                  </a:lnTo>
                  <a:lnTo>
                    <a:pt x="424331" y="359"/>
                  </a:lnTo>
                  <a:lnTo>
                    <a:pt x="432189" y="361"/>
                  </a:lnTo>
                  <a:lnTo>
                    <a:pt x="440047" y="365"/>
                  </a:lnTo>
                  <a:lnTo>
                    <a:pt x="447905" y="367"/>
                  </a:lnTo>
                  <a:lnTo>
                    <a:pt x="455763" y="368"/>
                  </a:lnTo>
                  <a:lnTo>
                    <a:pt x="463621" y="371"/>
                  </a:lnTo>
                  <a:lnTo>
                    <a:pt x="471479" y="373"/>
                  </a:lnTo>
                  <a:lnTo>
                    <a:pt x="479337" y="376"/>
                  </a:lnTo>
                  <a:lnTo>
                    <a:pt x="487195" y="377"/>
                  </a:lnTo>
                  <a:lnTo>
                    <a:pt x="495053" y="380"/>
                  </a:lnTo>
                  <a:lnTo>
                    <a:pt x="502911" y="382"/>
                  </a:lnTo>
                  <a:lnTo>
                    <a:pt x="510769" y="383"/>
                  </a:lnTo>
                  <a:lnTo>
                    <a:pt x="518627" y="387"/>
                  </a:lnTo>
                  <a:lnTo>
                    <a:pt x="526485" y="389"/>
                  </a:lnTo>
                  <a:lnTo>
                    <a:pt x="534343" y="391"/>
                  </a:lnTo>
                  <a:lnTo>
                    <a:pt x="542201" y="393"/>
                  </a:lnTo>
                  <a:lnTo>
                    <a:pt x="550059" y="394"/>
                  </a:lnTo>
                  <a:lnTo>
                    <a:pt x="557917" y="396"/>
                  </a:lnTo>
                  <a:lnTo>
                    <a:pt x="565775" y="397"/>
                  </a:lnTo>
                  <a:lnTo>
                    <a:pt x="573633" y="398"/>
                  </a:lnTo>
                  <a:lnTo>
                    <a:pt x="581491" y="398"/>
                  </a:lnTo>
                  <a:lnTo>
                    <a:pt x="589349" y="401"/>
                  </a:lnTo>
                  <a:lnTo>
                    <a:pt x="597207" y="403"/>
                  </a:lnTo>
                  <a:lnTo>
                    <a:pt x="605065" y="407"/>
                  </a:lnTo>
                  <a:lnTo>
                    <a:pt x="612923" y="412"/>
                  </a:lnTo>
                  <a:lnTo>
                    <a:pt x="620781" y="416"/>
                  </a:lnTo>
                  <a:lnTo>
                    <a:pt x="628639" y="418"/>
                  </a:lnTo>
                  <a:lnTo>
                    <a:pt x="636497" y="419"/>
                  </a:lnTo>
                  <a:lnTo>
                    <a:pt x="644355" y="419"/>
                  </a:lnTo>
                  <a:lnTo>
                    <a:pt x="652213" y="420"/>
                  </a:lnTo>
                  <a:lnTo>
                    <a:pt x="660071" y="423"/>
                  </a:lnTo>
                  <a:lnTo>
                    <a:pt x="667929" y="424"/>
                  </a:lnTo>
                  <a:lnTo>
                    <a:pt x="675787" y="425"/>
                  </a:lnTo>
                  <a:lnTo>
                    <a:pt x="683645" y="426"/>
                  </a:lnTo>
                  <a:lnTo>
                    <a:pt x="691503" y="428"/>
                  </a:lnTo>
                  <a:lnTo>
                    <a:pt x="699361" y="429"/>
                  </a:lnTo>
                  <a:lnTo>
                    <a:pt x="707219" y="432"/>
                  </a:lnTo>
                  <a:lnTo>
                    <a:pt x="715077" y="434"/>
                  </a:lnTo>
                  <a:lnTo>
                    <a:pt x="722935" y="436"/>
                  </a:lnTo>
                  <a:lnTo>
                    <a:pt x="730793" y="436"/>
                  </a:lnTo>
                  <a:lnTo>
                    <a:pt x="738651" y="437"/>
                  </a:lnTo>
                  <a:lnTo>
                    <a:pt x="746509" y="439"/>
                  </a:lnTo>
                  <a:lnTo>
                    <a:pt x="754367" y="441"/>
                  </a:lnTo>
                  <a:lnTo>
                    <a:pt x="762225" y="441"/>
                  </a:lnTo>
                  <a:lnTo>
                    <a:pt x="770083" y="441"/>
                  </a:lnTo>
                  <a:lnTo>
                    <a:pt x="777941" y="443"/>
                  </a:lnTo>
                  <a:lnTo>
                    <a:pt x="785799" y="442"/>
                  </a:lnTo>
                  <a:lnTo>
                    <a:pt x="793657" y="441"/>
                  </a:lnTo>
                  <a:lnTo>
                    <a:pt x="801515" y="442"/>
                  </a:lnTo>
                  <a:lnTo>
                    <a:pt x="809373" y="442"/>
                  </a:lnTo>
                  <a:lnTo>
                    <a:pt x="817231" y="444"/>
                  </a:lnTo>
                  <a:lnTo>
                    <a:pt x="825089" y="445"/>
                  </a:lnTo>
                  <a:lnTo>
                    <a:pt x="832947" y="446"/>
                  </a:lnTo>
                  <a:lnTo>
                    <a:pt x="840805" y="446"/>
                  </a:lnTo>
                  <a:lnTo>
                    <a:pt x="848663" y="448"/>
                  </a:lnTo>
                  <a:lnTo>
                    <a:pt x="856521" y="449"/>
                  </a:lnTo>
                  <a:lnTo>
                    <a:pt x="864379" y="450"/>
                  </a:lnTo>
                  <a:lnTo>
                    <a:pt x="872237" y="451"/>
                  </a:lnTo>
                  <a:lnTo>
                    <a:pt x="880095" y="452"/>
                  </a:lnTo>
                  <a:lnTo>
                    <a:pt x="887953" y="454"/>
                  </a:lnTo>
                  <a:lnTo>
                    <a:pt x="895811" y="454"/>
                  </a:lnTo>
                  <a:lnTo>
                    <a:pt x="903669" y="455"/>
                  </a:lnTo>
                  <a:lnTo>
                    <a:pt x="911527" y="456"/>
                  </a:lnTo>
                  <a:lnTo>
                    <a:pt x="919385" y="457"/>
                  </a:lnTo>
                  <a:lnTo>
                    <a:pt x="927243" y="456"/>
                  </a:lnTo>
                  <a:lnTo>
                    <a:pt x="935101" y="457"/>
                  </a:lnTo>
                  <a:lnTo>
                    <a:pt x="942959" y="457"/>
                  </a:lnTo>
                  <a:lnTo>
                    <a:pt x="950817" y="457"/>
                  </a:lnTo>
                  <a:lnTo>
                    <a:pt x="958675" y="459"/>
                  </a:lnTo>
                  <a:lnTo>
                    <a:pt x="966533" y="458"/>
                  </a:lnTo>
                  <a:lnTo>
                    <a:pt x="974391" y="459"/>
                  </a:lnTo>
                  <a:lnTo>
                    <a:pt x="982249" y="459"/>
                  </a:lnTo>
                  <a:lnTo>
                    <a:pt x="990107" y="459"/>
                  </a:lnTo>
                  <a:lnTo>
                    <a:pt x="997965" y="459"/>
                  </a:lnTo>
                  <a:lnTo>
                    <a:pt x="1005823" y="457"/>
                  </a:lnTo>
                  <a:lnTo>
                    <a:pt x="1013681" y="457"/>
                  </a:lnTo>
                  <a:lnTo>
                    <a:pt x="1021539" y="454"/>
                  </a:lnTo>
                  <a:lnTo>
                    <a:pt x="1029397" y="454"/>
                  </a:lnTo>
                  <a:lnTo>
                    <a:pt x="1037254" y="455"/>
                  </a:lnTo>
                  <a:lnTo>
                    <a:pt x="1045112" y="456"/>
                  </a:lnTo>
                  <a:lnTo>
                    <a:pt x="1052970" y="457"/>
                  </a:lnTo>
                  <a:lnTo>
                    <a:pt x="1060828" y="458"/>
                  </a:lnTo>
                  <a:lnTo>
                    <a:pt x="1068686" y="457"/>
                  </a:lnTo>
                  <a:lnTo>
                    <a:pt x="1076544" y="457"/>
                  </a:lnTo>
                  <a:lnTo>
                    <a:pt x="1084402" y="455"/>
                  </a:lnTo>
                  <a:lnTo>
                    <a:pt x="1092260" y="454"/>
                  </a:lnTo>
                  <a:lnTo>
                    <a:pt x="1100118" y="453"/>
                  </a:lnTo>
                  <a:lnTo>
                    <a:pt x="1107976" y="452"/>
                  </a:lnTo>
                  <a:lnTo>
                    <a:pt x="1115834" y="451"/>
                  </a:lnTo>
                  <a:lnTo>
                    <a:pt x="1123692" y="452"/>
                  </a:lnTo>
                  <a:lnTo>
                    <a:pt x="1131550" y="452"/>
                  </a:lnTo>
                  <a:lnTo>
                    <a:pt x="1139408" y="452"/>
                  </a:lnTo>
                  <a:lnTo>
                    <a:pt x="1147266" y="453"/>
                  </a:lnTo>
                  <a:lnTo>
                    <a:pt x="1155124" y="452"/>
                  </a:lnTo>
                  <a:lnTo>
                    <a:pt x="1162982" y="452"/>
                  </a:lnTo>
                  <a:lnTo>
                    <a:pt x="1170840" y="452"/>
                  </a:lnTo>
                  <a:lnTo>
                    <a:pt x="1178698" y="452"/>
                  </a:lnTo>
                  <a:lnTo>
                    <a:pt x="1186556" y="450"/>
                  </a:lnTo>
                  <a:lnTo>
                    <a:pt x="1194414" y="449"/>
                  </a:lnTo>
                  <a:lnTo>
                    <a:pt x="1202272" y="450"/>
                  </a:lnTo>
                  <a:lnTo>
                    <a:pt x="1210130" y="450"/>
                  </a:lnTo>
                  <a:lnTo>
                    <a:pt x="1217988" y="450"/>
                  </a:lnTo>
                  <a:lnTo>
                    <a:pt x="1225846" y="449"/>
                  </a:lnTo>
                  <a:lnTo>
                    <a:pt x="1233704" y="448"/>
                  </a:lnTo>
                  <a:lnTo>
                    <a:pt x="1241562" y="446"/>
                  </a:lnTo>
                  <a:lnTo>
                    <a:pt x="1249420" y="446"/>
                  </a:lnTo>
                  <a:lnTo>
                    <a:pt x="1257278" y="445"/>
                  </a:lnTo>
                  <a:lnTo>
                    <a:pt x="1265136" y="445"/>
                  </a:lnTo>
                  <a:lnTo>
                    <a:pt x="1272994" y="444"/>
                  </a:lnTo>
                  <a:lnTo>
                    <a:pt x="1280852" y="443"/>
                  </a:lnTo>
                  <a:lnTo>
                    <a:pt x="1288710" y="443"/>
                  </a:lnTo>
                  <a:lnTo>
                    <a:pt x="1296568" y="443"/>
                  </a:lnTo>
                  <a:lnTo>
                    <a:pt x="1304426" y="444"/>
                  </a:lnTo>
                  <a:lnTo>
                    <a:pt x="1312284" y="444"/>
                  </a:lnTo>
                  <a:lnTo>
                    <a:pt x="1320142" y="444"/>
                  </a:lnTo>
                  <a:lnTo>
                    <a:pt x="1328000" y="444"/>
                  </a:lnTo>
                  <a:lnTo>
                    <a:pt x="1335858" y="442"/>
                  </a:lnTo>
                  <a:lnTo>
                    <a:pt x="1343716" y="442"/>
                  </a:lnTo>
                  <a:lnTo>
                    <a:pt x="1351574" y="440"/>
                  </a:lnTo>
                  <a:lnTo>
                    <a:pt x="1359432" y="439"/>
                  </a:lnTo>
                  <a:lnTo>
                    <a:pt x="1367290" y="439"/>
                  </a:lnTo>
                  <a:lnTo>
                    <a:pt x="1375148" y="439"/>
                  </a:lnTo>
                  <a:lnTo>
                    <a:pt x="1383006" y="438"/>
                  </a:lnTo>
                  <a:lnTo>
                    <a:pt x="1390864" y="438"/>
                  </a:lnTo>
                  <a:lnTo>
                    <a:pt x="1398722" y="437"/>
                  </a:lnTo>
                  <a:lnTo>
                    <a:pt x="1406580" y="436"/>
                  </a:lnTo>
                  <a:lnTo>
                    <a:pt x="1414438" y="435"/>
                  </a:lnTo>
                  <a:lnTo>
                    <a:pt x="1422296" y="434"/>
                  </a:lnTo>
                  <a:lnTo>
                    <a:pt x="1430154" y="433"/>
                  </a:lnTo>
                  <a:lnTo>
                    <a:pt x="1438012" y="433"/>
                  </a:lnTo>
                  <a:lnTo>
                    <a:pt x="1445870" y="433"/>
                  </a:lnTo>
                  <a:lnTo>
                    <a:pt x="1453728" y="432"/>
                  </a:lnTo>
                  <a:lnTo>
                    <a:pt x="1461586" y="430"/>
                  </a:lnTo>
                  <a:lnTo>
                    <a:pt x="1469444" y="428"/>
                  </a:lnTo>
                  <a:lnTo>
                    <a:pt x="1477302" y="427"/>
                  </a:lnTo>
                  <a:lnTo>
                    <a:pt x="1485160" y="426"/>
                  </a:lnTo>
                  <a:lnTo>
                    <a:pt x="1493018" y="424"/>
                  </a:lnTo>
                  <a:lnTo>
                    <a:pt x="1500876" y="423"/>
                  </a:lnTo>
                  <a:lnTo>
                    <a:pt x="1508734" y="422"/>
                  </a:lnTo>
                  <a:lnTo>
                    <a:pt x="1516592" y="421"/>
                  </a:lnTo>
                  <a:lnTo>
                    <a:pt x="1524450" y="420"/>
                  </a:lnTo>
                  <a:lnTo>
                    <a:pt x="1532308" y="419"/>
                  </a:lnTo>
                  <a:lnTo>
                    <a:pt x="1540166" y="419"/>
                  </a:lnTo>
                  <a:lnTo>
                    <a:pt x="1548024" y="419"/>
                  </a:lnTo>
                  <a:lnTo>
                    <a:pt x="1555882" y="419"/>
                  </a:lnTo>
                  <a:lnTo>
                    <a:pt x="1563740" y="417"/>
                  </a:lnTo>
                  <a:lnTo>
                    <a:pt x="1571598" y="416"/>
                  </a:lnTo>
                  <a:lnTo>
                    <a:pt x="1579456" y="415"/>
                  </a:lnTo>
                  <a:lnTo>
                    <a:pt x="1587314" y="414"/>
                  </a:lnTo>
                  <a:lnTo>
                    <a:pt x="1595172" y="413"/>
                  </a:lnTo>
                  <a:lnTo>
                    <a:pt x="1603030" y="413"/>
                  </a:lnTo>
                  <a:lnTo>
                    <a:pt x="1610888" y="413"/>
                  </a:lnTo>
                  <a:lnTo>
                    <a:pt x="1618746" y="412"/>
                  </a:lnTo>
                  <a:lnTo>
                    <a:pt x="1626604" y="411"/>
                  </a:lnTo>
                  <a:lnTo>
                    <a:pt x="1634462" y="410"/>
                  </a:lnTo>
                  <a:lnTo>
                    <a:pt x="1642320" y="409"/>
                  </a:lnTo>
                  <a:lnTo>
                    <a:pt x="1650178" y="407"/>
                  </a:lnTo>
                  <a:lnTo>
                    <a:pt x="1658036" y="405"/>
                  </a:lnTo>
                  <a:lnTo>
                    <a:pt x="1665894" y="403"/>
                  </a:lnTo>
                  <a:lnTo>
                    <a:pt x="1673752" y="402"/>
                  </a:lnTo>
                  <a:lnTo>
                    <a:pt x="1681610" y="402"/>
                  </a:lnTo>
                  <a:lnTo>
                    <a:pt x="1689468" y="402"/>
                  </a:lnTo>
                  <a:lnTo>
                    <a:pt x="1697326" y="402"/>
                  </a:lnTo>
                  <a:lnTo>
                    <a:pt x="1705184" y="401"/>
                  </a:lnTo>
                  <a:lnTo>
                    <a:pt x="1713042" y="401"/>
                  </a:lnTo>
                  <a:lnTo>
                    <a:pt x="1720900" y="401"/>
                  </a:lnTo>
                  <a:lnTo>
                    <a:pt x="1728758" y="400"/>
                  </a:lnTo>
                  <a:lnTo>
                    <a:pt x="1736616" y="399"/>
                  </a:lnTo>
                  <a:lnTo>
                    <a:pt x="1744474" y="398"/>
                  </a:lnTo>
                  <a:lnTo>
                    <a:pt x="1752332" y="396"/>
                  </a:lnTo>
                  <a:lnTo>
                    <a:pt x="1760190" y="396"/>
                  </a:lnTo>
                  <a:lnTo>
                    <a:pt x="1768048" y="395"/>
                  </a:lnTo>
                  <a:lnTo>
                    <a:pt x="1775906" y="394"/>
                  </a:lnTo>
                  <a:lnTo>
                    <a:pt x="1783764" y="394"/>
                  </a:lnTo>
                  <a:lnTo>
                    <a:pt x="1791622" y="392"/>
                  </a:lnTo>
                  <a:lnTo>
                    <a:pt x="1799480" y="391"/>
                  </a:lnTo>
                  <a:lnTo>
                    <a:pt x="1807338" y="390"/>
                  </a:lnTo>
                  <a:lnTo>
                    <a:pt x="1815196" y="389"/>
                  </a:lnTo>
                  <a:lnTo>
                    <a:pt x="1823054" y="387"/>
                  </a:lnTo>
                  <a:lnTo>
                    <a:pt x="1830912" y="386"/>
                  </a:lnTo>
                  <a:lnTo>
                    <a:pt x="1838770" y="385"/>
                  </a:lnTo>
                  <a:lnTo>
                    <a:pt x="1846628" y="384"/>
                  </a:lnTo>
                  <a:lnTo>
                    <a:pt x="1854486" y="383"/>
                  </a:lnTo>
                  <a:lnTo>
                    <a:pt x="1862344" y="381"/>
                  </a:lnTo>
                  <a:lnTo>
                    <a:pt x="1870202" y="380"/>
                  </a:lnTo>
                  <a:lnTo>
                    <a:pt x="1878060" y="379"/>
                  </a:lnTo>
                  <a:lnTo>
                    <a:pt x="1885918" y="378"/>
                  </a:lnTo>
                  <a:lnTo>
                    <a:pt x="1893776" y="376"/>
                  </a:lnTo>
                  <a:lnTo>
                    <a:pt x="1901634" y="374"/>
                  </a:lnTo>
                  <a:lnTo>
                    <a:pt x="1909492" y="373"/>
                  </a:lnTo>
                  <a:lnTo>
                    <a:pt x="1917350" y="372"/>
                  </a:lnTo>
                  <a:lnTo>
                    <a:pt x="1925208" y="370"/>
                  </a:lnTo>
                  <a:lnTo>
                    <a:pt x="1933066" y="369"/>
                  </a:lnTo>
                  <a:lnTo>
                    <a:pt x="1940924" y="368"/>
                  </a:lnTo>
                  <a:lnTo>
                    <a:pt x="1948782" y="366"/>
                  </a:lnTo>
                  <a:lnTo>
                    <a:pt x="1956640" y="365"/>
                  </a:lnTo>
                  <a:lnTo>
                    <a:pt x="1964498" y="364"/>
                  </a:lnTo>
                  <a:lnTo>
                    <a:pt x="1972356" y="363"/>
                  </a:lnTo>
                  <a:lnTo>
                    <a:pt x="1980214" y="362"/>
                  </a:lnTo>
                  <a:lnTo>
                    <a:pt x="1988072" y="361"/>
                  </a:lnTo>
                  <a:lnTo>
                    <a:pt x="1995930" y="360"/>
                  </a:lnTo>
                  <a:lnTo>
                    <a:pt x="2003788" y="358"/>
                  </a:lnTo>
                  <a:lnTo>
                    <a:pt x="2011646" y="357"/>
                  </a:lnTo>
                  <a:lnTo>
                    <a:pt x="2019504" y="355"/>
                  </a:lnTo>
                  <a:lnTo>
                    <a:pt x="2027362" y="354"/>
                  </a:lnTo>
                  <a:lnTo>
                    <a:pt x="2035220" y="3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3608036" y="4839259"/>
              <a:ext cx="2035220" cy="347"/>
            </a:xfrm>
            <a:custGeom>
              <a:avLst/>
              <a:pathLst>
                <a:path w="2035220" h="347">
                  <a:moveTo>
                    <a:pt x="2035220" y="347"/>
                  </a:moveTo>
                  <a:lnTo>
                    <a:pt x="2027362" y="346"/>
                  </a:lnTo>
                  <a:lnTo>
                    <a:pt x="2019504" y="345"/>
                  </a:lnTo>
                  <a:lnTo>
                    <a:pt x="2011646" y="343"/>
                  </a:lnTo>
                  <a:lnTo>
                    <a:pt x="2003788" y="342"/>
                  </a:lnTo>
                  <a:lnTo>
                    <a:pt x="1995930" y="341"/>
                  </a:lnTo>
                  <a:lnTo>
                    <a:pt x="1988072" y="340"/>
                  </a:lnTo>
                  <a:lnTo>
                    <a:pt x="1980214" y="339"/>
                  </a:lnTo>
                  <a:lnTo>
                    <a:pt x="1972356" y="338"/>
                  </a:lnTo>
                  <a:lnTo>
                    <a:pt x="1964498" y="337"/>
                  </a:lnTo>
                  <a:lnTo>
                    <a:pt x="1956640" y="336"/>
                  </a:lnTo>
                  <a:lnTo>
                    <a:pt x="1948782" y="335"/>
                  </a:lnTo>
                  <a:lnTo>
                    <a:pt x="1940924" y="334"/>
                  </a:lnTo>
                  <a:lnTo>
                    <a:pt x="1933066" y="333"/>
                  </a:lnTo>
                  <a:lnTo>
                    <a:pt x="1925208" y="333"/>
                  </a:lnTo>
                  <a:lnTo>
                    <a:pt x="1917350" y="332"/>
                  </a:lnTo>
                  <a:lnTo>
                    <a:pt x="1909492" y="331"/>
                  </a:lnTo>
                  <a:lnTo>
                    <a:pt x="1901634" y="330"/>
                  </a:lnTo>
                  <a:lnTo>
                    <a:pt x="1893776" y="329"/>
                  </a:lnTo>
                  <a:lnTo>
                    <a:pt x="1885918" y="328"/>
                  </a:lnTo>
                  <a:lnTo>
                    <a:pt x="1878060" y="327"/>
                  </a:lnTo>
                  <a:lnTo>
                    <a:pt x="1870202" y="326"/>
                  </a:lnTo>
                  <a:lnTo>
                    <a:pt x="1862344" y="325"/>
                  </a:lnTo>
                  <a:lnTo>
                    <a:pt x="1854486" y="324"/>
                  </a:lnTo>
                  <a:lnTo>
                    <a:pt x="1846628" y="323"/>
                  </a:lnTo>
                  <a:lnTo>
                    <a:pt x="1838770" y="322"/>
                  </a:lnTo>
                  <a:lnTo>
                    <a:pt x="1830912" y="321"/>
                  </a:lnTo>
                  <a:lnTo>
                    <a:pt x="1823054" y="320"/>
                  </a:lnTo>
                  <a:lnTo>
                    <a:pt x="1815196" y="319"/>
                  </a:lnTo>
                  <a:lnTo>
                    <a:pt x="1807338" y="318"/>
                  </a:lnTo>
                  <a:lnTo>
                    <a:pt x="1799480" y="317"/>
                  </a:lnTo>
                  <a:lnTo>
                    <a:pt x="1791622" y="316"/>
                  </a:lnTo>
                  <a:lnTo>
                    <a:pt x="1783764" y="315"/>
                  </a:lnTo>
                  <a:lnTo>
                    <a:pt x="1775906" y="314"/>
                  </a:lnTo>
                  <a:lnTo>
                    <a:pt x="1768048" y="313"/>
                  </a:lnTo>
                  <a:lnTo>
                    <a:pt x="1760190" y="312"/>
                  </a:lnTo>
                  <a:lnTo>
                    <a:pt x="1752332" y="312"/>
                  </a:lnTo>
                  <a:lnTo>
                    <a:pt x="1744474" y="310"/>
                  </a:lnTo>
                  <a:lnTo>
                    <a:pt x="1736616" y="309"/>
                  </a:lnTo>
                  <a:lnTo>
                    <a:pt x="1728758" y="308"/>
                  </a:lnTo>
                  <a:lnTo>
                    <a:pt x="1720900" y="307"/>
                  </a:lnTo>
                  <a:lnTo>
                    <a:pt x="1713042" y="307"/>
                  </a:lnTo>
                  <a:lnTo>
                    <a:pt x="1705184" y="306"/>
                  </a:lnTo>
                  <a:lnTo>
                    <a:pt x="1697326" y="305"/>
                  </a:lnTo>
                  <a:lnTo>
                    <a:pt x="1689468" y="303"/>
                  </a:lnTo>
                  <a:lnTo>
                    <a:pt x="1681610" y="302"/>
                  </a:lnTo>
                  <a:lnTo>
                    <a:pt x="1673752" y="301"/>
                  </a:lnTo>
                  <a:lnTo>
                    <a:pt x="1665894" y="299"/>
                  </a:lnTo>
                  <a:lnTo>
                    <a:pt x="1658036" y="298"/>
                  </a:lnTo>
                  <a:lnTo>
                    <a:pt x="1650178" y="297"/>
                  </a:lnTo>
                  <a:lnTo>
                    <a:pt x="1642320" y="295"/>
                  </a:lnTo>
                  <a:lnTo>
                    <a:pt x="1634462" y="294"/>
                  </a:lnTo>
                  <a:lnTo>
                    <a:pt x="1626604" y="293"/>
                  </a:lnTo>
                  <a:lnTo>
                    <a:pt x="1618746" y="292"/>
                  </a:lnTo>
                  <a:lnTo>
                    <a:pt x="1610888" y="291"/>
                  </a:lnTo>
                  <a:lnTo>
                    <a:pt x="1603030" y="290"/>
                  </a:lnTo>
                  <a:lnTo>
                    <a:pt x="1595172" y="289"/>
                  </a:lnTo>
                  <a:lnTo>
                    <a:pt x="1587314" y="287"/>
                  </a:lnTo>
                  <a:lnTo>
                    <a:pt x="1579456" y="286"/>
                  </a:lnTo>
                  <a:lnTo>
                    <a:pt x="1571598" y="285"/>
                  </a:lnTo>
                  <a:lnTo>
                    <a:pt x="1563740" y="284"/>
                  </a:lnTo>
                  <a:lnTo>
                    <a:pt x="1555882" y="282"/>
                  </a:lnTo>
                  <a:lnTo>
                    <a:pt x="1548024" y="281"/>
                  </a:lnTo>
                  <a:lnTo>
                    <a:pt x="1540166" y="280"/>
                  </a:lnTo>
                  <a:lnTo>
                    <a:pt x="1532308" y="279"/>
                  </a:lnTo>
                  <a:lnTo>
                    <a:pt x="1524450" y="278"/>
                  </a:lnTo>
                  <a:lnTo>
                    <a:pt x="1516592" y="278"/>
                  </a:lnTo>
                  <a:lnTo>
                    <a:pt x="1508734" y="277"/>
                  </a:lnTo>
                  <a:lnTo>
                    <a:pt x="1500876" y="276"/>
                  </a:lnTo>
                  <a:lnTo>
                    <a:pt x="1493018" y="275"/>
                  </a:lnTo>
                  <a:lnTo>
                    <a:pt x="1485160" y="273"/>
                  </a:lnTo>
                  <a:lnTo>
                    <a:pt x="1477302" y="271"/>
                  </a:lnTo>
                  <a:lnTo>
                    <a:pt x="1469444" y="269"/>
                  </a:lnTo>
                  <a:lnTo>
                    <a:pt x="1461586" y="268"/>
                  </a:lnTo>
                  <a:lnTo>
                    <a:pt x="1453728" y="266"/>
                  </a:lnTo>
                  <a:lnTo>
                    <a:pt x="1445870" y="265"/>
                  </a:lnTo>
                  <a:lnTo>
                    <a:pt x="1438012" y="264"/>
                  </a:lnTo>
                  <a:lnTo>
                    <a:pt x="1430154" y="263"/>
                  </a:lnTo>
                  <a:lnTo>
                    <a:pt x="1422296" y="262"/>
                  </a:lnTo>
                  <a:lnTo>
                    <a:pt x="1414438" y="261"/>
                  </a:lnTo>
                  <a:lnTo>
                    <a:pt x="1406580" y="260"/>
                  </a:lnTo>
                  <a:lnTo>
                    <a:pt x="1398722" y="259"/>
                  </a:lnTo>
                  <a:lnTo>
                    <a:pt x="1390864" y="258"/>
                  </a:lnTo>
                  <a:lnTo>
                    <a:pt x="1383006" y="257"/>
                  </a:lnTo>
                  <a:lnTo>
                    <a:pt x="1375148" y="256"/>
                  </a:lnTo>
                  <a:lnTo>
                    <a:pt x="1367290" y="255"/>
                  </a:lnTo>
                  <a:lnTo>
                    <a:pt x="1359432" y="253"/>
                  </a:lnTo>
                  <a:lnTo>
                    <a:pt x="1351574" y="252"/>
                  </a:lnTo>
                  <a:lnTo>
                    <a:pt x="1343716" y="251"/>
                  </a:lnTo>
                  <a:lnTo>
                    <a:pt x="1335858" y="249"/>
                  </a:lnTo>
                  <a:lnTo>
                    <a:pt x="1328000" y="247"/>
                  </a:lnTo>
                  <a:lnTo>
                    <a:pt x="1320142" y="245"/>
                  </a:lnTo>
                  <a:lnTo>
                    <a:pt x="1312284" y="243"/>
                  </a:lnTo>
                  <a:lnTo>
                    <a:pt x="1304426" y="241"/>
                  </a:lnTo>
                  <a:lnTo>
                    <a:pt x="1296568" y="240"/>
                  </a:lnTo>
                  <a:lnTo>
                    <a:pt x="1288710" y="238"/>
                  </a:lnTo>
                  <a:lnTo>
                    <a:pt x="1280852" y="236"/>
                  </a:lnTo>
                  <a:lnTo>
                    <a:pt x="1272994" y="234"/>
                  </a:lnTo>
                  <a:lnTo>
                    <a:pt x="1265136" y="233"/>
                  </a:lnTo>
                  <a:lnTo>
                    <a:pt x="1257278" y="231"/>
                  </a:lnTo>
                  <a:lnTo>
                    <a:pt x="1249420" y="229"/>
                  </a:lnTo>
                  <a:lnTo>
                    <a:pt x="1241562" y="227"/>
                  </a:lnTo>
                  <a:lnTo>
                    <a:pt x="1233704" y="225"/>
                  </a:lnTo>
                  <a:lnTo>
                    <a:pt x="1225846" y="222"/>
                  </a:lnTo>
                  <a:lnTo>
                    <a:pt x="1217988" y="220"/>
                  </a:lnTo>
                  <a:lnTo>
                    <a:pt x="1210130" y="218"/>
                  </a:lnTo>
                  <a:lnTo>
                    <a:pt x="1202272" y="216"/>
                  </a:lnTo>
                  <a:lnTo>
                    <a:pt x="1194414" y="214"/>
                  </a:lnTo>
                  <a:lnTo>
                    <a:pt x="1186556" y="212"/>
                  </a:lnTo>
                  <a:lnTo>
                    <a:pt x="1178698" y="210"/>
                  </a:lnTo>
                  <a:lnTo>
                    <a:pt x="1170840" y="209"/>
                  </a:lnTo>
                  <a:lnTo>
                    <a:pt x="1162982" y="207"/>
                  </a:lnTo>
                  <a:lnTo>
                    <a:pt x="1155124" y="205"/>
                  </a:lnTo>
                  <a:lnTo>
                    <a:pt x="1147266" y="204"/>
                  </a:lnTo>
                  <a:lnTo>
                    <a:pt x="1139408" y="202"/>
                  </a:lnTo>
                  <a:lnTo>
                    <a:pt x="1131550" y="199"/>
                  </a:lnTo>
                  <a:lnTo>
                    <a:pt x="1123692" y="197"/>
                  </a:lnTo>
                  <a:lnTo>
                    <a:pt x="1115834" y="194"/>
                  </a:lnTo>
                  <a:lnTo>
                    <a:pt x="1107976" y="193"/>
                  </a:lnTo>
                  <a:lnTo>
                    <a:pt x="1100118" y="192"/>
                  </a:lnTo>
                  <a:lnTo>
                    <a:pt x="1092260" y="189"/>
                  </a:lnTo>
                  <a:lnTo>
                    <a:pt x="1084402" y="188"/>
                  </a:lnTo>
                  <a:lnTo>
                    <a:pt x="1076544" y="187"/>
                  </a:lnTo>
                  <a:lnTo>
                    <a:pt x="1068686" y="185"/>
                  </a:lnTo>
                  <a:lnTo>
                    <a:pt x="1060828" y="183"/>
                  </a:lnTo>
                  <a:lnTo>
                    <a:pt x="1052970" y="181"/>
                  </a:lnTo>
                  <a:lnTo>
                    <a:pt x="1045112" y="178"/>
                  </a:lnTo>
                  <a:lnTo>
                    <a:pt x="1037254" y="176"/>
                  </a:lnTo>
                  <a:lnTo>
                    <a:pt x="1029397" y="173"/>
                  </a:lnTo>
                  <a:lnTo>
                    <a:pt x="1021539" y="171"/>
                  </a:lnTo>
                  <a:lnTo>
                    <a:pt x="1013681" y="168"/>
                  </a:lnTo>
                  <a:lnTo>
                    <a:pt x="1005823" y="166"/>
                  </a:lnTo>
                  <a:lnTo>
                    <a:pt x="997965" y="165"/>
                  </a:lnTo>
                  <a:lnTo>
                    <a:pt x="990107" y="164"/>
                  </a:lnTo>
                  <a:lnTo>
                    <a:pt x="982249" y="163"/>
                  </a:lnTo>
                  <a:lnTo>
                    <a:pt x="974391" y="161"/>
                  </a:lnTo>
                  <a:lnTo>
                    <a:pt x="966533" y="160"/>
                  </a:lnTo>
                  <a:lnTo>
                    <a:pt x="958675" y="157"/>
                  </a:lnTo>
                  <a:lnTo>
                    <a:pt x="950817" y="154"/>
                  </a:lnTo>
                  <a:lnTo>
                    <a:pt x="942959" y="152"/>
                  </a:lnTo>
                  <a:lnTo>
                    <a:pt x="935101" y="150"/>
                  </a:lnTo>
                  <a:lnTo>
                    <a:pt x="927243" y="148"/>
                  </a:lnTo>
                  <a:lnTo>
                    <a:pt x="919385" y="147"/>
                  </a:lnTo>
                  <a:lnTo>
                    <a:pt x="911527" y="145"/>
                  </a:lnTo>
                  <a:lnTo>
                    <a:pt x="903669" y="144"/>
                  </a:lnTo>
                  <a:lnTo>
                    <a:pt x="895811" y="141"/>
                  </a:lnTo>
                  <a:lnTo>
                    <a:pt x="887953" y="140"/>
                  </a:lnTo>
                  <a:lnTo>
                    <a:pt x="880095" y="138"/>
                  </a:lnTo>
                  <a:lnTo>
                    <a:pt x="872237" y="136"/>
                  </a:lnTo>
                  <a:lnTo>
                    <a:pt x="864379" y="135"/>
                  </a:lnTo>
                  <a:lnTo>
                    <a:pt x="856521" y="134"/>
                  </a:lnTo>
                  <a:lnTo>
                    <a:pt x="848663" y="132"/>
                  </a:lnTo>
                  <a:lnTo>
                    <a:pt x="840805" y="130"/>
                  </a:lnTo>
                  <a:lnTo>
                    <a:pt x="832947" y="127"/>
                  </a:lnTo>
                  <a:lnTo>
                    <a:pt x="825089" y="125"/>
                  </a:lnTo>
                  <a:lnTo>
                    <a:pt x="817231" y="123"/>
                  </a:lnTo>
                  <a:lnTo>
                    <a:pt x="809373" y="121"/>
                  </a:lnTo>
                  <a:lnTo>
                    <a:pt x="801515" y="119"/>
                  </a:lnTo>
                  <a:lnTo>
                    <a:pt x="793657" y="117"/>
                  </a:lnTo>
                  <a:lnTo>
                    <a:pt x="785799" y="115"/>
                  </a:lnTo>
                  <a:lnTo>
                    <a:pt x="777941" y="113"/>
                  </a:lnTo>
                  <a:lnTo>
                    <a:pt x="770083" y="111"/>
                  </a:lnTo>
                  <a:lnTo>
                    <a:pt x="762225" y="109"/>
                  </a:lnTo>
                  <a:lnTo>
                    <a:pt x="754367" y="107"/>
                  </a:lnTo>
                  <a:lnTo>
                    <a:pt x="746509" y="104"/>
                  </a:lnTo>
                  <a:lnTo>
                    <a:pt x="738651" y="101"/>
                  </a:lnTo>
                  <a:lnTo>
                    <a:pt x="730793" y="100"/>
                  </a:lnTo>
                  <a:lnTo>
                    <a:pt x="722935" y="98"/>
                  </a:lnTo>
                  <a:lnTo>
                    <a:pt x="715077" y="96"/>
                  </a:lnTo>
                  <a:lnTo>
                    <a:pt x="707219" y="94"/>
                  </a:lnTo>
                  <a:lnTo>
                    <a:pt x="699361" y="91"/>
                  </a:lnTo>
                  <a:lnTo>
                    <a:pt x="691503" y="88"/>
                  </a:lnTo>
                  <a:lnTo>
                    <a:pt x="683645" y="85"/>
                  </a:lnTo>
                  <a:lnTo>
                    <a:pt x="675787" y="84"/>
                  </a:lnTo>
                  <a:lnTo>
                    <a:pt x="667929" y="82"/>
                  </a:lnTo>
                  <a:lnTo>
                    <a:pt x="660071" y="80"/>
                  </a:lnTo>
                  <a:lnTo>
                    <a:pt x="652213" y="80"/>
                  </a:lnTo>
                  <a:lnTo>
                    <a:pt x="644355" y="79"/>
                  </a:lnTo>
                  <a:lnTo>
                    <a:pt x="636497" y="78"/>
                  </a:lnTo>
                  <a:lnTo>
                    <a:pt x="628639" y="77"/>
                  </a:lnTo>
                  <a:lnTo>
                    <a:pt x="620781" y="77"/>
                  </a:lnTo>
                  <a:lnTo>
                    <a:pt x="612923" y="76"/>
                  </a:lnTo>
                  <a:lnTo>
                    <a:pt x="605065" y="75"/>
                  </a:lnTo>
                  <a:lnTo>
                    <a:pt x="597207" y="72"/>
                  </a:lnTo>
                  <a:lnTo>
                    <a:pt x="589349" y="71"/>
                  </a:lnTo>
                  <a:lnTo>
                    <a:pt x="581491" y="70"/>
                  </a:lnTo>
                  <a:lnTo>
                    <a:pt x="573633" y="69"/>
                  </a:lnTo>
                  <a:lnTo>
                    <a:pt x="565775" y="68"/>
                  </a:lnTo>
                  <a:lnTo>
                    <a:pt x="557917" y="66"/>
                  </a:lnTo>
                  <a:lnTo>
                    <a:pt x="550059" y="63"/>
                  </a:lnTo>
                  <a:lnTo>
                    <a:pt x="542201" y="60"/>
                  </a:lnTo>
                  <a:lnTo>
                    <a:pt x="534343" y="58"/>
                  </a:lnTo>
                  <a:lnTo>
                    <a:pt x="526485" y="55"/>
                  </a:lnTo>
                  <a:lnTo>
                    <a:pt x="518627" y="52"/>
                  </a:lnTo>
                  <a:lnTo>
                    <a:pt x="510769" y="52"/>
                  </a:lnTo>
                  <a:lnTo>
                    <a:pt x="502911" y="50"/>
                  </a:lnTo>
                  <a:lnTo>
                    <a:pt x="495053" y="49"/>
                  </a:lnTo>
                  <a:lnTo>
                    <a:pt x="487195" y="49"/>
                  </a:lnTo>
                  <a:lnTo>
                    <a:pt x="479337" y="46"/>
                  </a:lnTo>
                  <a:lnTo>
                    <a:pt x="471479" y="44"/>
                  </a:lnTo>
                  <a:lnTo>
                    <a:pt x="463621" y="44"/>
                  </a:lnTo>
                  <a:lnTo>
                    <a:pt x="455763" y="43"/>
                  </a:lnTo>
                  <a:lnTo>
                    <a:pt x="447905" y="40"/>
                  </a:lnTo>
                  <a:lnTo>
                    <a:pt x="440047" y="39"/>
                  </a:lnTo>
                  <a:lnTo>
                    <a:pt x="432189" y="36"/>
                  </a:lnTo>
                  <a:lnTo>
                    <a:pt x="424331" y="35"/>
                  </a:lnTo>
                  <a:lnTo>
                    <a:pt x="416473" y="33"/>
                  </a:lnTo>
                  <a:lnTo>
                    <a:pt x="408615" y="32"/>
                  </a:lnTo>
                  <a:lnTo>
                    <a:pt x="400757" y="31"/>
                  </a:lnTo>
                  <a:lnTo>
                    <a:pt x="392899" y="31"/>
                  </a:lnTo>
                  <a:lnTo>
                    <a:pt x="385041" y="30"/>
                  </a:lnTo>
                  <a:lnTo>
                    <a:pt x="377183" y="29"/>
                  </a:lnTo>
                  <a:lnTo>
                    <a:pt x="369325" y="27"/>
                  </a:lnTo>
                  <a:lnTo>
                    <a:pt x="361467" y="25"/>
                  </a:lnTo>
                  <a:lnTo>
                    <a:pt x="353609" y="22"/>
                  </a:lnTo>
                  <a:lnTo>
                    <a:pt x="345751" y="20"/>
                  </a:lnTo>
                  <a:lnTo>
                    <a:pt x="337893" y="19"/>
                  </a:lnTo>
                  <a:lnTo>
                    <a:pt x="330035" y="18"/>
                  </a:lnTo>
                  <a:lnTo>
                    <a:pt x="322177" y="17"/>
                  </a:lnTo>
                  <a:lnTo>
                    <a:pt x="314319" y="17"/>
                  </a:lnTo>
                  <a:lnTo>
                    <a:pt x="306461" y="17"/>
                  </a:lnTo>
                  <a:lnTo>
                    <a:pt x="298603" y="15"/>
                  </a:lnTo>
                  <a:lnTo>
                    <a:pt x="290745" y="15"/>
                  </a:lnTo>
                  <a:lnTo>
                    <a:pt x="282887" y="13"/>
                  </a:lnTo>
                  <a:lnTo>
                    <a:pt x="275029" y="11"/>
                  </a:lnTo>
                  <a:lnTo>
                    <a:pt x="267171" y="9"/>
                  </a:lnTo>
                  <a:lnTo>
                    <a:pt x="259313" y="9"/>
                  </a:lnTo>
                  <a:lnTo>
                    <a:pt x="251455" y="9"/>
                  </a:lnTo>
                  <a:lnTo>
                    <a:pt x="243597" y="9"/>
                  </a:lnTo>
                  <a:lnTo>
                    <a:pt x="235739" y="9"/>
                  </a:lnTo>
                  <a:lnTo>
                    <a:pt x="227881" y="9"/>
                  </a:lnTo>
                  <a:lnTo>
                    <a:pt x="220023" y="8"/>
                  </a:lnTo>
                  <a:lnTo>
                    <a:pt x="212165" y="8"/>
                  </a:lnTo>
                  <a:lnTo>
                    <a:pt x="204307" y="8"/>
                  </a:lnTo>
                  <a:lnTo>
                    <a:pt x="196449" y="8"/>
                  </a:lnTo>
                  <a:lnTo>
                    <a:pt x="188591" y="7"/>
                  </a:lnTo>
                  <a:lnTo>
                    <a:pt x="180733" y="7"/>
                  </a:lnTo>
                  <a:lnTo>
                    <a:pt x="172875" y="6"/>
                  </a:lnTo>
                  <a:lnTo>
                    <a:pt x="165017" y="5"/>
                  </a:lnTo>
                  <a:lnTo>
                    <a:pt x="157159" y="5"/>
                  </a:lnTo>
                  <a:lnTo>
                    <a:pt x="149301" y="5"/>
                  </a:lnTo>
                  <a:lnTo>
                    <a:pt x="141443" y="5"/>
                  </a:lnTo>
                  <a:lnTo>
                    <a:pt x="133585" y="4"/>
                  </a:lnTo>
                  <a:lnTo>
                    <a:pt x="125727" y="2"/>
                  </a:lnTo>
                  <a:lnTo>
                    <a:pt x="117869" y="3"/>
                  </a:lnTo>
                  <a:lnTo>
                    <a:pt x="110011" y="2"/>
                  </a:lnTo>
                  <a:lnTo>
                    <a:pt x="102153" y="2"/>
                  </a:lnTo>
                  <a:lnTo>
                    <a:pt x="94295" y="2"/>
                  </a:lnTo>
                  <a:lnTo>
                    <a:pt x="86437" y="1"/>
                  </a:lnTo>
                  <a:lnTo>
                    <a:pt x="78579" y="2"/>
                  </a:lnTo>
                  <a:lnTo>
                    <a:pt x="70721" y="2"/>
                  </a:lnTo>
                  <a:lnTo>
                    <a:pt x="62863" y="3"/>
                  </a:lnTo>
                  <a:lnTo>
                    <a:pt x="55005" y="2"/>
                  </a:lnTo>
                  <a:lnTo>
                    <a:pt x="47147" y="1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3608036" y="4790220"/>
              <a:ext cx="2035220" cy="49429"/>
            </a:xfrm>
            <a:custGeom>
              <a:avLst/>
              <a:pathLst>
                <a:path w="2035220" h="49429">
                  <a:moveTo>
                    <a:pt x="0" y="48800"/>
                  </a:moveTo>
                  <a:lnTo>
                    <a:pt x="7857" y="48803"/>
                  </a:lnTo>
                  <a:lnTo>
                    <a:pt x="15715" y="48809"/>
                  </a:lnTo>
                  <a:lnTo>
                    <a:pt x="23573" y="48810"/>
                  </a:lnTo>
                  <a:lnTo>
                    <a:pt x="31431" y="48815"/>
                  </a:lnTo>
                  <a:lnTo>
                    <a:pt x="39289" y="48819"/>
                  </a:lnTo>
                  <a:lnTo>
                    <a:pt x="47147" y="48822"/>
                  </a:lnTo>
                  <a:lnTo>
                    <a:pt x="55005" y="48827"/>
                  </a:lnTo>
                  <a:lnTo>
                    <a:pt x="62863" y="48827"/>
                  </a:lnTo>
                  <a:lnTo>
                    <a:pt x="70721" y="48833"/>
                  </a:lnTo>
                  <a:lnTo>
                    <a:pt x="78579" y="48837"/>
                  </a:lnTo>
                  <a:lnTo>
                    <a:pt x="86437" y="48836"/>
                  </a:lnTo>
                  <a:lnTo>
                    <a:pt x="94295" y="48839"/>
                  </a:lnTo>
                  <a:lnTo>
                    <a:pt x="102153" y="48837"/>
                  </a:lnTo>
                  <a:lnTo>
                    <a:pt x="110011" y="48837"/>
                  </a:lnTo>
                  <a:lnTo>
                    <a:pt x="117869" y="48834"/>
                  </a:lnTo>
                  <a:lnTo>
                    <a:pt x="125727" y="48835"/>
                  </a:lnTo>
                  <a:lnTo>
                    <a:pt x="133585" y="48835"/>
                  </a:lnTo>
                  <a:lnTo>
                    <a:pt x="141443" y="48835"/>
                  </a:lnTo>
                  <a:lnTo>
                    <a:pt x="149301" y="48834"/>
                  </a:lnTo>
                  <a:lnTo>
                    <a:pt x="157159" y="48834"/>
                  </a:lnTo>
                  <a:lnTo>
                    <a:pt x="165017" y="48832"/>
                  </a:lnTo>
                  <a:lnTo>
                    <a:pt x="172875" y="48832"/>
                  </a:lnTo>
                  <a:lnTo>
                    <a:pt x="180733" y="48829"/>
                  </a:lnTo>
                  <a:lnTo>
                    <a:pt x="188591" y="48826"/>
                  </a:lnTo>
                  <a:lnTo>
                    <a:pt x="196449" y="48826"/>
                  </a:lnTo>
                  <a:lnTo>
                    <a:pt x="204307" y="48823"/>
                  </a:lnTo>
                  <a:lnTo>
                    <a:pt x="212165" y="48820"/>
                  </a:lnTo>
                  <a:lnTo>
                    <a:pt x="220023" y="48818"/>
                  </a:lnTo>
                  <a:lnTo>
                    <a:pt x="227881" y="48817"/>
                  </a:lnTo>
                  <a:lnTo>
                    <a:pt x="235739" y="48813"/>
                  </a:lnTo>
                  <a:lnTo>
                    <a:pt x="243597" y="48813"/>
                  </a:lnTo>
                  <a:lnTo>
                    <a:pt x="251455" y="48808"/>
                  </a:lnTo>
                  <a:lnTo>
                    <a:pt x="259313" y="48803"/>
                  </a:lnTo>
                  <a:lnTo>
                    <a:pt x="267171" y="48798"/>
                  </a:lnTo>
                  <a:lnTo>
                    <a:pt x="275029" y="48791"/>
                  </a:lnTo>
                  <a:lnTo>
                    <a:pt x="282887" y="48786"/>
                  </a:lnTo>
                  <a:lnTo>
                    <a:pt x="290745" y="48784"/>
                  </a:lnTo>
                  <a:lnTo>
                    <a:pt x="298603" y="48777"/>
                  </a:lnTo>
                  <a:lnTo>
                    <a:pt x="306461" y="48774"/>
                  </a:lnTo>
                  <a:lnTo>
                    <a:pt x="314319" y="48764"/>
                  </a:lnTo>
                  <a:lnTo>
                    <a:pt x="322177" y="48759"/>
                  </a:lnTo>
                  <a:lnTo>
                    <a:pt x="330035" y="48749"/>
                  </a:lnTo>
                  <a:lnTo>
                    <a:pt x="337893" y="48733"/>
                  </a:lnTo>
                  <a:lnTo>
                    <a:pt x="345751" y="48727"/>
                  </a:lnTo>
                  <a:lnTo>
                    <a:pt x="353609" y="48722"/>
                  </a:lnTo>
                  <a:lnTo>
                    <a:pt x="361467" y="48712"/>
                  </a:lnTo>
                  <a:lnTo>
                    <a:pt x="369325" y="48704"/>
                  </a:lnTo>
                  <a:lnTo>
                    <a:pt x="377183" y="48697"/>
                  </a:lnTo>
                  <a:lnTo>
                    <a:pt x="385041" y="48685"/>
                  </a:lnTo>
                  <a:lnTo>
                    <a:pt x="392899" y="48674"/>
                  </a:lnTo>
                  <a:lnTo>
                    <a:pt x="400757" y="48666"/>
                  </a:lnTo>
                  <a:lnTo>
                    <a:pt x="408615" y="48659"/>
                  </a:lnTo>
                  <a:lnTo>
                    <a:pt x="416473" y="48650"/>
                  </a:lnTo>
                  <a:lnTo>
                    <a:pt x="424331" y="48639"/>
                  </a:lnTo>
                  <a:lnTo>
                    <a:pt x="432189" y="48631"/>
                  </a:lnTo>
                  <a:lnTo>
                    <a:pt x="440047" y="48620"/>
                  </a:lnTo>
                  <a:lnTo>
                    <a:pt x="447905" y="48612"/>
                  </a:lnTo>
                  <a:lnTo>
                    <a:pt x="455763" y="48597"/>
                  </a:lnTo>
                  <a:lnTo>
                    <a:pt x="463621" y="48586"/>
                  </a:lnTo>
                  <a:lnTo>
                    <a:pt x="471479" y="48575"/>
                  </a:lnTo>
                  <a:lnTo>
                    <a:pt x="479337" y="48563"/>
                  </a:lnTo>
                  <a:lnTo>
                    <a:pt x="487195" y="48559"/>
                  </a:lnTo>
                  <a:lnTo>
                    <a:pt x="495053" y="48547"/>
                  </a:lnTo>
                  <a:lnTo>
                    <a:pt x="502911" y="48536"/>
                  </a:lnTo>
                  <a:lnTo>
                    <a:pt x="510769" y="48523"/>
                  </a:lnTo>
                  <a:lnTo>
                    <a:pt x="518627" y="48506"/>
                  </a:lnTo>
                  <a:lnTo>
                    <a:pt x="526485" y="48496"/>
                  </a:lnTo>
                  <a:lnTo>
                    <a:pt x="534343" y="48480"/>
                  </a:lnTo>
                  <a:lnTo>
                    <a:pt x="542201" y="48467"/>
                  </a:lnTo>
                  <a:lnTo>
                    <a:pt x="550059" y="48454"/>
                  </a:lnTo>
                  <a:lnTo>
                    <a:pt x="557917" y="48438"/>
                  </a:lnTo>
                  <a:lnTo>
                    <a:pt x="565775" y="48420"/>
                  </a:lnTo>
                  <a:lnTo>
                    <a:pt x="573633" y="48403"/>
                  </a:lnTo>
                  <a:lnTo>
                    <a:pt x="581491" y="48392"/>
                  </a:lnTo>
                  <a:lnTo>
                    <a:pt x="589349" y="48378"/>
                  </a:lnTo>
                  <a:lnTo>
                    <a:pt x="597207" y="48361"/>
                  </a:lnTo>
                  <a:lnTo>
                    <a:pt x="605065" y="48345"/>
                  </a:lnTo>
                  <a:lnTo>
                    <a:pt x="612923" y="48326"/>
                  </a:lnTo>
                  <a:lnTo>
                    <a:pt x="620781" y="48304"/>
                  </a:lnTo>
                  <a:lnTo>
                    <a:pt x="628639" y="48281"/>
                  </a:lnTo>
                  <a:lnTo>
                    <a:pt x="636497" y="48258"/>
                  </a:lnTo>
                  <a:lnTo>
                    <a:pt x="644355" y="48233"/>
                  </a:lnTo>
                  <a:lnTo>
                    <a:pt x="652213" y="48203"/>
                  </a:lnTo>
                  <a:lnTo>
                    <a:pt x="660071" y="48184"/>
                  </a:lnTo>
                  <a:lnTo>
                    <a:pt x="667929" y="48160"/>
                  </a:lnTo>
                  <a:lnTo>
                    <a:pt x="675787" y="48134"/>
                  </a:lnTo>
                  <a:lnTo>
                    <a:pt x="683645" y="48107"/>
                  </a:lnTo>
                  <a:lnTo>
                    <a:pt x="691503" y="48079"/>
                  </a:lnTo>
                  <a:lnTo>
                    <a:pt x="699361" y="48053"/>
                  </a:lnTo>
                  <a:lnTo>
                    <a:pt x="707219" y="48029"/>
                  </a:lnTo>
                  <a:lnTo>
                    <a:pt x="715077" y="48005"/>
                  </a:lnTo>
                  <a:lnTo>
                    <a:pt x="722935" y="47980"/>
                  </a:lnTo>
                  <a:lnTo>
                    <a:pt x="730793" y="47955"/>
                  </a:lnTo>
                  <a:lnTo>
                    <a:pt x="738651" y="47922"/>
                  </a:lnTo>
                  <a:lnTo>
                    <a:pt x="746509" y="47898"/>
                  </a:lnTo>
                  <a:lnTo>
                    <a:pt x="754367" y="47872"/>
                  </a:lnTo>
                  <a:lnTo>
                    <a:pt x="762225" y="47845"/>
                  </a:lnTo>
                  <a:lnTo>
                    <a:pt x="770083" y="47810"/>
                  </a:lnTo>
                  <a:lnTo>
                    <a:pt x="777941" y="47775"/>
                  </a:lnTo>
                  <a:lnTo>
                    <a:pt x="785799" y="47740"/>
                  </a:lnTo>
                  <a:lnTo>
                    <a:pt x="793657" y="47704"/>
                  </a:lnTo>
                  <a:lnTo>
                    <a:pt x="801515" y="47676"/>
                  </a:lnTo>
                  <a:lnTo>
                    <a:pt x="809373" y="47650"/>
                  </a:lnTo>
                  <a:lnTo>
                    <a:pt x="817231" y="47610"/>
                  </a:lnTo>
                  <a:lnTo>
                    <a:pt x="825089" y="47570"/>
                  </a:lnTo>
                  <a:lnTo>
                    <a:pt x="832947" y="47543"/>
                  </a:lnTo>
                  <a:lnTo>
                    <a:pt x="840805" y="47494"/>
                  </a:lnTo>
                  <a:lnTo>
                    <a:pt x="848663" y="47456"/>
                  </a:lnTo>
                  <a:lnTo>
                    <a:pt x="856521" y="47421"/>
                  </a:lnTo>
                  <a:lnTo>
                    <a:pt x="864379" y="47385"/>
                  </a:lnTo>
                  <a:lnTo>
                    <a:pt x="872237" y="47349"/>
                  </a:lnTo>
                  <a:lnTo>
                    <a:pt x="880095" y="47312"/>
                  </a:lnTo>
                  <a:lnTo>
                    <a:pt x="887953" y="47275"/>
                  </a:lnTo>
                  <a:lnTo>
                    <a:pt x="895811" y="47240"/>
                  </a:lnTo>
                  <a:lnTo>
                    <a:pt x="903669" y="47204"/>
                  </a:lnTo>
                  <a:lnTo>
                    <a:pt x="911527" y="47168"/>
                  </a:lnTo>
                  <a:lnTo>
                    <a:pt x="919385" y="47128"/>
                  </a:lnTo>
                  <a:lnTo>
                    <a:pt x="927243" y="47078"/>
                  </a:lnTo>
                  <a:lnTo>
                    <a:pt x="935101" y="47038"/>
                  </a:lnTo>
                  <a:lnTo>
                    <a:pt x="942959" y="47000"/>
                  </a:lnTo>
                  <a:lnTo>
                    <a:pt x="950817" y="46961"/>
                  </a:lnTo>
                  <a:lnTo>
                    <a:pt x="958675" y="46922"/>
                  </a:lnTo>
                  <a:lnTo>
                    <a:pt x="966533" y="46882"/>
                  </a:lnTo>
                  <a:lnTo>
                    <a:pt x="974391" y="46842"/>
                  </a:lnTo>
                  <a:lnTo>
                    <a:pt x="982249" y="46801"/>
                  </a:lnTo>
                  <a:lnTo>
                    <a:pt x="990107" y="46759"/>
                  </a:lnTo>
                  <a:lnTo>
                    <a:pt x="997965" y="46717"/>
                  </a:lnTo>
                  <a:lnTo>
                    <a:pt x="1005823" y="46672"/>
                  </a:lnTo>
                  <a:lnTo>
                    <a:pt x="1013681" y="46626"/>
                  </a:lnTo>
                  <a:lnTo>
                    <a:pt x="1021539" y="46579"/>
                  </a:lnTo>
                  <a:lnTo>
                    <a:pt x="1029397" y="46530"/>
                  </a:lnTo>
                  <a:lnTo>
                    <a:pt x="1037254" y="46481"/>
                  </a:lnTo>
                  <a:lnTo>
                    <a:pt x="1045112" y="46431"/>
                  </a:lnTo>
                  <a:lnTo>
                    <a:pt x="1052970" y="46381"/>
                  </a:lnTo>
                  <a:lnTo>
                    <a:pt x="1060828" y="46329"/>
                  </a:lnTo>
                  <a:lnTo>
                    <a:pt x="1068686" y="46276"/>
                  </a:lnTo>
                  <a:lnTo>
                    <a:pt x="1076544" y="46222"/>
                  </a:lnTo>
                  <a:lnTo>
                    <a:pt x="1084402" y="46167"/>
                  </a:lnTo>
                  <a:lnTo>
                    <a:pt x="1092260" y="46109"/>
                  </a:lnTo>
                  <a:lnTo>
                    <a:pt x="1100118" y="46040"/>
                  </a:lnTo>
                  <a:lnTo>
                    <a:pt x="1107976" y="45959"/>
                  </a:lnTo>
                  <a:lnTo>
                    <a:pt x="1115834" y="45875"/>
                  </a:lnTo>
                  <a:lnTo>
                    <a:pt x="1123692" y="45790"/>
                  </a:lnTo>
                  <a:lnTo>
                    <a:pt x="1131550" y="45702"/>
                  </a:lnTo>
                  <a:lnTo>
                    <a:pt x="1139408" y="45612"/>
                  </a:lnTo>
                  <a:lnTo>
                    <a:pt x="1147266" y="45527"/>
                  </a:lnTo>
                  <a:lnTo>
                    <a:pt x="1155124" y="45454"/>
                  </a:lnTo>
                  <a:lnTo>
                    <a:pt x="1162982" y="45380"/>
                  </a:lnTo>
                  <a:lnTo>
                    <a:pt x="1170840" y="45305"/>
                  </a:lnTo>
                  <a:lnTo>
                    <a:pt x="1178698" y="45229"/>
                  </a:lnTo>
                  <a:lnTo>
                    <a:pt x="1186556" y="45133"/>
                  </a:lnTo>
                  <a:lnTo>
                    <a:pt x="1194414" y="45028"/>
                  </a:lnTo>
                  <a:lnTo>
                    <a:pt x="1202272" y="44927"/>
                  </a:lnTo>
                  <a:lnTo>
                    <a:pt x="1210130" y="44821"/>
                  </a:lnTo>
                  <a:lnTo>
                    <a:pt x="1217988" y="44710"/>
                  </a:lnTo>
                  <a:lnTo>
                    <a:pt x="1225846" y="44597"/>
                  </a:lnTo>
                  <a:lnTo>
                    <a:pt x="1233704" y="44480"/>
                  </a:lnTo>
                  <a:lnTo>
                    <a:pt x="1241562" y="44361"/>
                  </a:lnTo>
                  <a:lnTo>
                    <a:pt x="1249420" y="44238"/>
                  </a:lnTo>
                  <a:lnTo>
                    <a:pt x="1257278" y="44113"/>
                  </a:lnTo>
                  <a:lnTo>
                    <a:pt x="1265136" y="43985"/>
                  </a:lnTo>
                  <a:lnTo>
                    <a:pt x="1272994" y="43859"/>
                  </a:lnTo>
                  <a:lnTo>
                    <a:pt x="1280852" y="43769"/>
                  </a:lnTo>
                  <a:lnTo>
                    <a:pt x="1288710" y="43680"/>
                  </a:lnTo>
                  <a:lnTo>
                    <a:pt x="1296568" y="43555"/>
                  </a:lnTo>
                  <a:lnTo>
                    <a:pt x="1304426" y="43436"/>
                  </a:lnTo>
                  <a:lnTo>
                    <a:pt x="1312284" y="43324"/>
                  </a:lnTo>
                  <a:lnTo>
                    <a:pt x="1320142" y="43210"/>
                  </a:lnTo>
                  <a:lnTo>
                    <a:pt x="1328000" y="43094"/>
                  </a:lnTo>
                  <a:lnTo>
                    <a:pt x="1335858" y="42976"/>
                  </a:lnTo>
                  <a:lnTo>
                    <a:pt x="1343716" y="42855"/>
                  </a:lnTo>
                  <a:lnTo>
                    <a:pt x="1351574" y="42732"/>
                  </a:lnTo>
                  <a:lnTo>
                    <a:pt x="1359432" y="42607"/>
                  </a:lnTo>
                  <a:lnTo>
                    <a:pt x="1367290" y="42480"/>
                  </a:lnTo>
                  <a:lnTo>
                    <a:pt x="1375148" y="42350"/>
                  </a:lnTo>
                  <a:lnTo>
                    <a:pt x="1383006" y="42218"/>
                  </a:lnTo>
                  <a:lnTo>
                    <a:pt x="1390864" y="42084"/>
                  </a:lnTo>
                  <a:lnTo>
                    <a:pt x="1398722" y="41948"/>
                  </a:lnTo>
                  <a:lnTo>
                    <a:pt x="1406580" y="41765"/>
                  </a:lnTo>
                  <a:lnTo>
                    <a:pt x="1414438" y="41565"/>
                  </a:lnTo>
                  <a:lnTo>
                    <a:pt x="1422296" y="41359"/>
                  </a:lnTo>
                  <a:lnTo>
                    <a:pt x="1430154" y="41149"/>
                  </a:lnTo>
                  <a:lnTo>
                    <a:pt x="1438012" y="40932"/>
                  </a:lnTo>
                  <a:lnTo>
                    <a:pt x="1445870" y="40710"/>
                  </a:lnTo>
                  <a:lnTo>
                    <a:pt x="1453728" y="40481"/>
                  </a:lnTo>
                  <a:lnTo>
                    <a:pt x="1461586" y="40247"/>
                  </a:lnTo>
                  <a:lnTo>
                    <a:pt x="1469444" y="40006"/>
                  </a:lnTo>
                  <a:lnTo>
                    <a:pt x="1477302" y="39759"/>
                  </a:lnTo>
                  <a:lnTo>
                    <a:pt x="1485160" y="39577"/>
                  </a:lnTo>
                  <a:lnTo>
                    <a:pt x="1493018" y="39393"/>
                  </a:lnTo>
                  <a:lnTo>
                    <a:pt x="1500876" y="39206"/>
                  </a:lnTo>
                  <a:lnTo>
                    <a:pt x="1508734" y="39015"/>
                  </a:lnTo>
                  <a:lnTo>
                    <a:pt x="1516592" y="38821"/>
                  </a:lnTo>
                  <a:lnTo>
                    <a:pt x="1524450" y="38529"/>
                  </a:lnTo>
                  <a:lnTo>
                    <a:pt x="1532308" y="38211"/>
                  </a:lnTo>
                  <a:lnTo>
                    <a:pt x="1540166" y="37883"/>
                  </a:lnTo>
                  <a:lnTo>
                    <a:pt x="1548024" y="37546"/>
                  </a:lnTo>
                  <a:lnTo>
                    <a:pt x="1555882" y="37199"/>
                  </a:lnTo>
                  <a:lnTo>
                    <a:pt x="1563740" y="36841"/>
                  </a:lnTo>
                  <a:lnTo>
                    <a:pt x="1571598" y="36472"/>
                  </a:lnTo>
                  <a:lnTo>
                    <a:pt x="1579456" y="36093"/>
                  </a:lnTo>
                  <a:lnTo>
                    <a:pt x="1587314" y="35702"/>
                  </a:lnTo>
                  <a:lnTo>
                    <a:pt x="1595172" y="35299"/>
                  </a:lnTo>
                  <a:lnTo>
                    <a:pt x="1603030" y="34886"/>
                  </a:lnTo>
                  <a:lnTo>
                    <a:pt x="1610888" y="34465"/>
                  </a:lnTo>
                  <a:lnTo>
                    <a:pt x="1618746" y="34163"/>
                  </a:lnTo>
                  <a:lnTo>
                    <a:pt x="1626604" y="33857"/>
                  </a:lnTo>
                  <a:lnTo>
                    <a:pt x="1634462" y="33544"/>
                  </a:lnTo>
                  <a:lnTo>
                    <a:pt x="1642320" y="33225"/>
                  </a:lnTo>
                  <a:lnTo>
                    <a:pt x="1650178" y="32899"/>
                  </a:lnTo>
                  <a:lnTo>
                    <a:pt x="1658036" y="32567"/>
                  </a:lnTo>
                  <a:lnTo>
                    <a:pt x="1665894" y="32229"/>
                  </a:lnTo>
                  <a:lnTo>
                    <a:pt x="1673752" y="31883"/>
                  </a:lnTo>
                  <a:lnTo>
                    <a:pt x="1681610" y="31531"/>
                  </a:lnTo>
                  <a:lnTo>
                    <a:pt x="1689468" y="31171"/>
                  </a:lnTo>
                  <a:lnTo>
                    <a:pt x="1697326" y="30805"/>
                  </a:lnTo>
                  <a:lnTo>
                    <a:pt x="1705184" y="30431"/>
                  </a:lnTo>
                  <a:lnTo>
                    <a:pt x="1713042" y="30049"/>
                  </a:lnTo>
                  <a:lnTo>
                    <a:pt x="1720900" y="29638"/>
                  </a:lnTo>
                  <a:lnTo>
                    <a:pt x="1728758" y="29153"/>
                  </a:lnTo>
                  <a:lnTo>
                    <a:pt x="1736616" y="28656"/>
                  </a:lnTo>
                  <a:lnTo>
                    <a:pt x="1744474" y="28147"/>
                  </a:lnTo>
                  <a:lnTo>
                    <a:pt x="1752332" y="27626"/>
                  </a:lnTo>
                  <a:lnTo>
                    <a:pt x="1760190" y="27092"/>
                  </a:lnTo>
                  <a:lnTo>
                    <a:pt x="1768048" y="26545"/>
                  </a:lnTo>
                  <a:lnTo>
                    <a:pt x="1775906" y="25984"/>
                  </a:lnTo>
                  <a:lnTo>
                    <a:pt x="1783764" y="25467"/>
                  </a:lnTo>
                  <a:lnTo>
                    <a:pt x="1791622" y="24953"/>
                  </a:lnTo>
                  <a:lnTo>
                    <a:pt x="1799480" y="24427"/>
                  </a:lnTo>
                  <a:lnTo>
                    <a:pt x="1807338" y="23892"/>
                  </a:lnTo>
                  <a:lnTo>
                    <a:pt x="1815196" y="23347"/>
                  </a:lnTo>
                  <a:lnTo>
                    <a:pt x="1823054" y="22790"/>
                  </a:lnTo>
                  <a:lnTo>
                    <a:pt x="1830912" y="22222"/>
                  </a:lnTo>
                  <a:lnTo>
                    <a:pt x="1838770" y="21607"/>
                  </a:lnTo>
                  <a:lnTo>
                    <a:pt x="1846628" y="20837"/>
                  </a:lnTo>
                  <a:lnTo>
                    <a:pt x="1854486" y="20233"/>
                  </a:lnTo>
                  <a:lnTo>
                    <a:pt x="1862344" y="19617"/>
                  </a:lnTo>
                  <a:lnTo>
                    <a:pt x="1870202" y="18989"/>
                  </a:lnTo>
                  <a:lnTo>
                    <a:pt x="1878060" y="18347"/>
                  </a:lnTo>
                  <a:lnTo>
                    <a:pt x="1885918" y="17680"/>
                  </a:lnTo>
                  <a:lnTo>
                    <a:pt x="1893776" y="16896"/>
                  </a:lnTo>
                  <a:lnTo>
                    <a:pt x="1901634" y="16094"/>
                  </a:lnTo>
                  <a:lnTo>
                    <a:pt x="1909492" y="15274"/>
                  </a:lnTo>
                  <a:lnTo>
                    <a:pt x="1917350" y="14434"/>
                  </a:lnTo>
                  <a:lnTo>
                    <a:pt x="1925208" y="13575"/>
                  </a:lnTo>
                  <a:lnTo>
                    <a:pt x="1933066" y="12694"/>
                  </a:lnTo>
                  <a:lnTo>
                    <a:pt x="1940924" y="11792"/>
                  </a:lnTo>
                  <a:lnTo>
                    <a:pt x="1948782" y="10869"/>
                  </a:lnTo>
                  <a:lnTo>
                    <a:pt x="1956640" y="9924"/>
                  </a:lnTo>
                  <a:lnTo>
                    <a:pt x="1964498" y="8957"/>
                  </a:lnTo>
                  <a:lnTo>
                    <a:pt x="1972356" y="7966"/>
                  </a:lnTo>
                  <a:lnTo>
                    <a:pt x="1980214" y="6952"/>
                  </a:lnTo>
                  <a:lnTo>
                    <a:pt x="1988072" y="5914"/>
                  </a:lnTo>
                  <a:lnTo>
                    <a:pt x="1995930" y="4954"/>
                  </a:lnTo>
                  <a:lnTo>
                    <a:pt x="2003788" y="4000"/>
                  </a:lnTo>
                  <a:lnTo>
                    <a:pt x="2011646" y="3030"/>
                  </a:lnTo>
                  <a:lnTo>
                    <a:pt x="2019504" y="2040"/>
                  </a:lnTo>
                  <a:lnTo>
                    <a:pt x="2027362" y="1030"/>
                  </a:lnTo>
                  <a:lnTo>
                    <a:pt x="2035220" y="0"/>
                  </a:lnTo>
                  <a:lnTo>
                    <a:pt x="2035220" y="49429"/>
                  </a:lnTo>
                  <a:lnTo>
                    <a:pt x="2027362" y="49428"/>
                  </a:lnTo>
                  <a:lnTo>
                    <a:pt x="2019504" y="49428"/>
                  </a:lnTo>
                  <a:lnTo>
                    <a:pt x="2011646" y="49427"/>
                  </a:lnTo>
                  <a:lnTo>
                    <a:pt x="2003788" y="49427"/>
                  </a:lnTo>
                  <a:lnTo>
                    <a:pt x="1995930" y="49427"/>
                  </a:lnTo>
                  <a:lnTo>
                    <a:pt x="1988072" y="49427"/>
                  </a:lnTo>
                  <a:lnTo>
                    <a:pt x="1980214" y="49427"/>
                  </a:lnTo>
                  <a:lnTo>
                    <a:pt x="1972356" y="49427"/>
                  </a:lnTo>
                  <a:lnTo>
                    <a:pt x="1964498" y="49426"/>
                  </a:lnTo>
                  <a:lnTo>
                    <a:pt x="1956640" y="49426"/>
                  </a:lnTo>
                  <a:lnTo>
                    <a:pt x="1948782" y="49426"/>
                  </a:lnTo>
                  <a:lnTo>
                    <a:pt x="1940924" y="49426"/>
                  </a:lnTo>
                  <a:lnTo>
                    <a:pt x="1933066" y="49426"/>
                  </a:lnTo>
                  <a:lnTo>
                    <a:pt x="1925208" y="49426"/>
                  </a:lnTo>
                  <a:lnTo>
                    <a:pt x="1917350" y="49425"/>
                  </a:lnTo>
                  <a:lnTo>
                    <a:pt x="1909492" y="49425"/>
                  </a:lnTo>
                  <a:lnTo>
                    <a:pt x="1901634" y="49425"/>
                  </a:lnTo>
                  <a:lnTo>
                    <a:pt x="1893776" y="49425"/>
                  </a:lnTo>
                  <a:lnTo>
                    <a:pt x="1885918" y="49425"/>
                  </a:lnTo>
                  <a:lnTo>
                    <a:pt x="1878060" y="49424"/>
                  </a:lnTo>
                  <a:lnTo>
                    <a:pt x="1870202" y="49424"/>
                  </a:lnTo>
                  <a:lnTo>
                    <a:pt x="1862344" y="49424"/>
                  </a:lnTo>
                  <a:lnTo>
                    <a:pt x="1854486" y="49424"/>
                  </a:lnTo>
                  <a:lnTo>
                    <a:pt x="1846628" y="49424"/>
                  </a:lnTo>
                  <a:lnTo>
                    <a:pt x="1838770" y="49423"/>
                  </a:lnTo>
                  <a:lnTo>
                    <a:pt x="1830912" y="49423"/>
                  </a:lnTo>
                  <a:lnTo>
                    <a:pt x="1823054" y="49423"/>
                  </a:lnTo>
                  <a:lnTo>
                    <a:pt x="1815196" y="49423"/>
                  </a:lnTo>
                  <a:lnTo>
                    <a:pt x="1807338" y="49423"/>
                  </a:lnTo>
                  <a:lnTo>
                    <a:pt x="1799480" y="49422"/>
                  </a:lnTo>
                  <a:lnTo>
                    <a:pt x="1791622" y="49422"/>
                  </a:lnTo>
                  <a:lnTo>
                    <a:pt x="1783764" y="49422"/>
                  </a:lnTo>
                  <a:lnTo>
                    <a:pt x="1775906" y="49422"/>
                  </a:lnTo>
                  <a:lnTo>
                    <a:pt x="1768048" y="49421"/>
                  </a:lnTo>
                  <a:lnTo>
                    <a:pt x="1760190" y="49421"/>
                  </a:lnTo>
                  <a:lnTo>
                    <a:pt x="1752332" y="49421"/>
                  </a:lnTo>
                  <a:lnTo>
                    <a:pt x="1744474" y="49421"/>
                  </a:lnTo>
                  <a:lnTo>
                    <a:pt x="1736616" y="49420"/>
                  </a:lnTo>
                  <a:lnTo>
                    <a:pt x="1728758" y="49420"/>
                  </a:lnTo>
                  <a:lnTo>
                    <a:pt x="1720900" y="49420"/>
                  </a:lnTo>
                  <a:lnTo>
                    <a:pt x="1713042" y="49420"/>
                  </a:lnTo>
                  <a:lnTo>
                    <a:pt x="1705184" y="49420"/>
                  </a:lnTo>
                  <a:lnTo>
                    <a:pt x="1697326" y="49420"/>
                  </a:lnTo>
                  <a:lnTo>
                    <a:pt x="1689468" y="49419"/>
                  </a:lnTo>
                  <a:lnTo>
                    <a:pt x="1681610" y="49419"/>
                  </a:lnTo>
                  <a:lnTo>
                    <a:pt x="1673752" y="49419"/>
                  </a:lnTo>
                  <a:lnTo>
                    <a:pt x="1665894" y="49419"/>
                  </a:lnTo>
                  <a:lnTo>
                    <a:pt x="1658036" y="49418"/>
                  </a:lnTo>
                  <a:lnTo>
                    <a:pt x="1650178" y="49418"/>
                  </a:lnTo>
                  <a:lnTo>
                    <a:pt x="1642320" y="49418"/>
                  </a:lnTo>
                  <a:lnTo>
                    <a:pt x="1634462" y="49418"/>
                  </a:lnTo>
                  <a:lnTo>
                    <a:pt x="1626604" y="49418"/>
                  </a:lnTo>
                  <a:lnTo>
                    <a:pt x="1618746" y="49418"/>
                  </a:lnTo>
                  <a:lnTo>
                    <a:pt x="1610888" y="49417"/>
                  </a:lnTo>
                  <a:lnTo>
                    <a:pt x="1603030" y="49417"/>
                  </a:lnTo>
                  <a:lnTo>
                    <a:pt x="1595172" y="49417"/>
                  </a:lnTo>
                  <a:lnTo>
                    <a:pt x="1587314" y="49417"/>
                  </a:lnTo>
                  <a:lnTo>
                    <a:pt x="1579456" y="49417"/>
                  </a:lnTo>
                  <a:lnTo>
                    <a:pt x="1571598" y="49416"/>
                  </a:lnTo>
                  <a:lnTo>
                    <a:pt x="1563740" y="49416"/>
                  </a:lnTo>
                  <a:lnTo>
                    <a:pt x="1555882" y="49416"/>
                  </a:lnTo>
                  <a:lnTo>
                    <a:pt x="1548024" y="49416"/>
                  </a:lnTo>
                  <a:lnTo>
                    <a:pt x="1540166" y="49416"/>
                  </a:lnTo>
                  <a:lnTo>
                    <a:pt x="1532308" y="49415"/>
                  </a:lnTo>
                  <a:lnTo>
                    <a:pt x="1524450" y="49415"/>
                  </a:lnTo>
                  <a:lnTo>
                    <a:pt x="1516592" y="49415"/>
                  </a:lnTo>
                  <a:lnTo>
                    <a:pt x="1508734" y="49415"/>
                  </a:lnTo>
                  <a:lnTo>
                    <a:pt x="1500876" y="49414"/>
                  </a:lnTo>
                  <a:lnTo>
                    <a:pt x="1493018" y="49414"/>
                  </a:lnTo>
                  <a:lnTo>
                    <a:pt x="1485160" y="49414"/>
                  </a:lnTo>
                  <a:lnTo>
                    <a:pt x="1477302" y="49413"/>
                  </a:lnTo>
                  <a:lnTo>
                    <a:pt x="1469444" y="49413"/>
                  </a:lnTo>
                  <a:lnTo>
                    <a:pt x="1461586" y="49413"/>
                  </a:lnTo>
                  <a:lnTo>
                    <a:pt x="1453728" y="49412"/>
                  </a:lnTo>
                  <a:lnTo>
                    <a:pt x="1445870" y="49412"/>
                  </a:lnTo>
                  <a:lnTo>
                    <a:pt x="1438012" y="49411"/>
                  </a:lnTo>
                  <a:lnTo>
                    <a:pt x="1430154" y="49411"/>
                  </a:lnTo>
                  <a:lnTo>
                    <a:pt x="1422296" y="49410"/>
                  </a:lnTo>
                  <a:lnTo>
                    <a:pt x="1414438" y="49409"/>
                  </a:lnTo>
                  <a:lnTo>
                    <a:pt x="1406580" y="49409"/>
                  </a:lnTo>
                  <a:lnTo>
                    <a:pt x="1398722" y="49409"/>
                  </a:lnTo>
                  <a:lnTo>
                    <a:pt x="1390864" y="49409"/>
                  </a:lnTo>
                  <a:lnTo>
                    <a:pt x="1383006" y="49409"/>
                  </a:lnTo>
                  <a:lnTo>
                    <a:pt x="1375148" y="49409"/>
                  </a:lnTo>
                  <a:lnTo>
                    <a:pt x="1367290" y="49408"/>
                  </a:lnTo>
                  <a:lnTo>
                    <a:pt x="1359432" y="49408"/>
                  </a:lnTo>
                  <a:lnTo>
                    <a:pt x="1351574" y="49407"/>
                  </a:lnTo>
                  <a:lnTo>
                    <a:pt x="1343716" y="49407"/>
                  </a:lnTo>
                  <a:lnTo>
                    <a:pt x="1335858" y="49406"/>
                  </a:lnTo>
                  <a:lnTo>
                    <a:pt x="1328000" y="49406"/>
                  </a:lnTo>
                  <a:lnTo>
                    <a:pt x="1320142" y="49406"/>
                  </a:lnTo>
                  <a:lnTo>
                    <a:pt x="1312284" y="49406"/>
                  </a:lnTo>
                  <a:lnTo>
                    <a:pt x="1304426" y="49406"/>
                  </a:lnTo>
                  <a:lnTo>
                    <a:pt x="1296568" y="49405"/>
                  </a:lnTo>
                  <a:lnTo>
                    <a:pt x="1288710" y="49405"/>
                  </a:lnTo>
                  <a:lnTo>
                    <a:pt x="1280852" y="49405"/>
                  </a:lnTo>
                  <a:lnTo>
                    <a:pt x="1272994" y="49404"/>
                  </a:lnTo>
                  <a:lnTo>
                    <a:pt x="1265136" y="49404"/>
                  </a:lnTo>
                  <a:lnTo>
                    <a:pt x="1257278" y="49403"/>
                  </a:lnTo>
                  <a:lnTo>
                    <a:pt x="1249420" y="49402"/>
                  </a:lnTo>
                  <a:lnTo>
                    <a:pt x="1241562" y="49402"/>
                  </a:lnTo>
                  <a:lnTo>
                    <a:pt x="1233704" y="49401"/>
                  </a:lnTo>
                  <a:lnTo>
                    <a:pt x="1225846" y="49401"/>
                  </a:lnTo>
                  <a:lnTo>
                    <a:pt x="1217988" y="49400"/>
                  </a:lnTo>
                  <a:lnTo>
                    <a:pt x="1210130" y="49400"/>
                  </a:lnTo>
                  <a:lnTo>
                    <a:pt x="1202272" y="49399"/>
                  </a:lnTo>
                  <a:lnTo>
                    <a:pt x="1194414" y="49399"/>
                  </a:lnTo>
                  <a:lnTo>
                    <a:pt x="1186556" y="49398"/>
                  </a:lnTo>
                  <a:lnTo>
                    <a:pt x="1178698" y="49397"/>
                  </a:lnTo>
                  <a:lnTo>
                    <a:pt x="1170840" y="49397"/>
                  </a:lnTo>
                  <a:lnTo>
                    <a:pt x="1162982" y="49396"/>
                  </a:lnTo>
                  <a:lnTo>
                    <a:pt x="1155124" y="49396"/>
                  </a:lnTo>
                  <a:lnTo>
                    <a:pt x="1147266" y="49395"/>
                  </a:lnTo>
                  <a:lnTo>
                    <a:pt x="1139408" y="49395"/>
                  </a:lnTo>
                  <a:lnTo>
                    <a:pt x="1131550" y="49394"/>
                  </a:lnTo>
                  <a:lnTo>
                    <a:pt x="1123692" y="49393"/>
                  </a:lnTo>
                  <a:lnTo>
                    <a:pt x="1115834" y="49393"/>
                  </a:lnTo>
                  <a:lnTo>
                    <a:pt x="1107976" y="49392"/>
                  </a:lnTo>
                  <a:lnTo>
                    <a:pt x="1100118" y="49392"/>
                  </a:lnTo>
                  <a:lnTo>
                    <a:pt x="1092260" y="49393"/>
                  </a:lnTo>
                  <a:lnTo>
                    <a:pt x="1084402" y="49393"/>
                  </a:lnTo>
                  <a:lnTo>
                    <a:pt x="1076544" y="49392"/>
                  </a:lnTo>
                  <a:lnTo>
                    <a:pt x="1068686" y="49391"/>
                  </a:lnTo>
                  <a:lnTo>
                    <a:pt x="1060828" y="49390"/>
                  </a:lnTo>
                  <a:lnTo>
                    <a:pt x="1052970" y="49389"/>
                  </a:lnTo>
                  <a:lnTo>
                    <a:pt x="1045112" y="49388"/>
                  </a:lnTo>
                  <a:lnTo>
                    <a:pt x="1037254" y="49387"/>
                  </a:lnTo>
                  <a:lnTo>
                    <a:pt x="1029397" y="49386"/>
                  </a:lnTo>
                  <a:lnTo>
                    <a:pt x="1021539" y="49385"/>
                  </a:lnTo>
                  <a:lnTo>
                    <a:pt x="1013681" y="49384"/>
                  </a:lnTo>
                  <a:lnTo>
                    <a:pt x="1005823" y="49383"/>
                  </a:lnTo>
                  <a:lnTo>
                    <a:pt x="997965" y="49383"/>
                  </a:lnTo>
                  <a:lnTo>
                    <a:pt x="990107" y="49382"/>
                  </a:lnTo>
                  <a:lnTo>
                    <a:pt x="982249" y="49381"/>
                  </a:lnTo>
                  <a:lnTo>
                    <a:pt x="974391" y="49380"/>
                  </a:lnTo>
                  <a:lnTo>
                    <a:pt x="966533" y="49379"/>
                  </a:lnTo>
                  <a:lnTo>
                    <a:pt x="958675" y="49378"/>
                  </a:lnTo>
                  <a:lnTo>
                    <a:pt x="950817" y="49377"/>
                  </a:lnTo>
                  <a:lnTo>
                    <a:pt x="942959" y="49376"/>
                  </a:lnTo>
                  <a:lnTo>
                    <a:pt x="935101" y="49375"/>
                  </a:lnTo>
                  <a:lnTo>
                    <a:pt x="927243" y="49374"/>
                  </a:lnTo>
                  <a:lnTo>
                    <a:pt x="919385" y="49373"/>
                  </a:lnTo>
                  <a:lnTo>
                    <a:pt x="911527" y="49372"/>
                  </a:lnTo>
                  <a:lnTo>
                    <a:pt x="903669" y="49372"/>
                  </a:lnTo>
                  <a:lnTo>
                    <a:pt x="895811" y="49371"/>
                  </a:lnTo>
                  <a:lnTo>
                    <a:pt x="887953" y="49370"/>
                  </a:lnTo>
                  <a:lnTo>
                    <a:pt x="880095" y="49369"/>
                  </a:lnTo>
                  <a:lnTo>
                    <a:pt x="872237" y="49367"/>
                  </a:lnTo>
                  <a:lnTo>
                    <a:pt x="864379" y="49366"/>
                  </a:lnTo>
                  <a:lnTo>
                    <a:pt x="856521" y="49365"/>
                  </a:lnTo>
                  <a:lnTo>
                    <a:pt x="848663" y="49364"/>
                  </a:lnTo>
                  <a:lnTo>
                    <a:pt x="840805" y="49363"/>
                  </a:lnTo>
                  <a:lnTo>
                    <a:pt x="832947" y="49361"/>
                  </a:lnTo>
                  <a:lnTo>
                    <a:pt x="825089" y="49360"/>
                  </a:lnTo>
                  <a:lnTo>
                    <a:pt x="817231" y="49359"/>
                  </a:lnTo>
                  <a:lnTo>
                    <a:pt x="809373" y="49357"/>
                  </a:lnTo>
                  <a:lnTo>
                    <a:pt x="801515" y="49356"/>
                  </a:lnTo>
                  <a:lnTo>
                    <a:pt x="793657" y="49355"/>
                  </a:lnTo>
                  <a:lnTo>
                    <a:pt x="785799" y="49353"/>
                  </a:lnTo>
                  <a:lnTo>
                    <a:pt x="777941" y="49352"/>
                  </a:lnTo>
                  <a:lnTo>
                    <a:pt x="770083" y="49351"/>
                  </a:lnTo>
                  <a:lnTo>
                    <a:pt x="762225" y="49349"/>
                  </a:lnTo>
                  <a:lnTo>
                    <a:pt x="754367" y="49348"/>
                  </a:lnTo>
                  <a:lnTo>
                    <a:pt x="746509" y="49347"/>
                  </a:lnTo>
                  <a:lnTo>
                    <a:pt x="738651" y="49346"/>
                  </a:lnTo>
                  <a:lnTo>
                    <a:pt x="730793" y="49346"/>
                  </a:lnTo>
                  <a:lnTo>
                    <a:pt x="722935" y="49345"/>
                  </a:lnTo>
                  <a:lnTo>
                    <a:pt x="715077" y="49344"/>
                  </a:lnTo>
                  <a:lnTo>
                    <a:pt x="707219" y="49343"/>
                  </a:lnTo>
                  <a:lnTo>
                    <a:pt x="699361" y="49341"/>
                  </a:lnTo>
                  <a:lnTo>
                    <a:pt x="691503" y="49339"/>
                  </a:lnTo>
                  <a:lnTo>
                    <a:pt x="683645" y="49338"/>
                  </a:lnTo>
                  <a:lnTo>
                    <a:pt x="675787" y="49337"/>
                  </a:lnTo>
                  <a:lnTo>
                    <a:pt x="667929" y="49337"/>
                  </a:lnTo>
                  <a:lnTo>
                    <a:pt x="660071" y="49337"/>
                  </a:lnTo>
                  <a:lnTo>
                    <a:pt x="652213" y="49336"/>
                  </a:lnTo>
                  <a:lnTo>
                    <a:pt x="644355" y="49334"/>
                  </a:lnTo>
                  <a:lnTo>
                    <a:pt x="636497" y="49333"/>
                  </a:lnTo>
                  <a:lnTo>
                    <a:pt x="628639" y="49333"/>
                  </a:lnTo>
                  <a:lnTo>
                    <a:pt x="620781" y="49332"/>
                  </a:lnTo>
                  <a:lnTo>
                    <a:pt x="612923" y="49330"/>
                  </a:lnTo>
                  <a:lnTo>
                    <a:pt x="605065" y="49329"/>
                  </a:lnTo>
                  <a:lnTo>
                    <a:pt x="597207" y="49328"/>
                  </a:lnTo>
                  <a:lnTo>
                    <a:pt x="589349" y="49326"/>
                  </a:lnTo>
                  <a:lnTo>
                    <a:pt x="581491" y="49325"/>
                  </a:lnTo>
                  <a:lnTo>
                    <a:pt x="573633" y="49323"/>
                  </a:lnTo>
                  <a:lnTo>
                    <a:pt x="565775" y="49322"/>
                  </a:lnTo>
                  <a:lnTo>
                    <a:pt x="557917" y="49320"/>
                  </a:lnTo>
                  <a:lnTo>
                    <a:pt x="550059" y="49319"/>
                  </a:lnTo>
                  <a:lnTo>
                    <a:pt x="542201" y="49317"/>
                  </a:lnTo>
                  <a:lnTo>
                    <a:pt x="534343" y="49315"/>
                  </a:lnTo>
                  <a:lnTo>
                    <a:pt x="526485" y="49314"/>
                  </a:lnTo>
                  <a:lnTo>
                    <a:pt x="518627" y="49314"/>
                  </a:lnTo>
                  <a:lnTo>
                    <a:pt x="510769" y="49313"/>
                  </a:lnTo>
                  <a:lnTo>
                    <a:pt x="502911" y="49314"/>
                  </a:lnTo>
                  <a:lnTo>
                    <a:pt x="495053" y="49313"/>
                  </a:lnTo>
                  <a:lnTo>
                    <a:pt x="487195" y="49311"/>
                  </a:lnTo>
                  <a:lnTo>
                    <a:pt x="479337" y="49306"/>
                  </a:lnTo>
                  <a:lnTo>
                    <a:pt x="471479" y="49303"/>
                  </a:lnTo>
                  <a:lnTo>
                    <a:pt x="463621" y="49301"/>
                  </a:lnTo>
                  <a:lnTo>
                    <a:pt x="455763" y="49300"/>
                  </a:lnTo>
                  <a:lnTo>
                    <a:pt x="447905" y="49298"/>
                  </a:lnTo>
                  <a:lnTo>
                    <a:pt x="440047" y="49297"/>
                  </a:lnTo>
                  <a:lnTo>
                    <a:pt x="432189" y="49297"/>
                  </a:lnTo>
                  <a:lnTo>
                    <a:pt x="424331" y="49294"/>
                  </a:lnTo>
                  <a:lnTo>
                    <a:pt x="416473" y="49293"/>
                  </a:lnTo>
                  <a:lnTo>
                    <a:pt x="408615" y="49292"/>
                  </a:lnTo>
                  <a:lnTo>
                    <a:pt x="400757" y="49290"/>
                  </a:lnTo>
                  <a:lnTo>
                    <a:pt x="392899" y="49289"/>
                  </a:lnTo>
                  <a:lnTo>
                    <a:pt x="385041" y="49288"/>
                  </a:lnTo>
                  <a:lnTo>
                    <a:pt x="377183" y="49287"/>
                  </a:lnTo>
                  <a:lnTo>
                    <a:pt x="369325" y="49286"/>
                  </a:lnTo>
                  <a:lnTo>
                    <a:pt x="361467" y="49285"/>
                  </a:lnTo>
                  <a:lnTo>
                    <a:pt x="353609" y="49284"/>
                  </a:lnTo>
                  <a:lnTo>
                    <a:pt x="345751" y="49282"/>
                  </a:lnTo>
                  <a:lnTo>
                    <a:pt x="337893" y="49281"/>
                  </a:lnTo>
                  <a:lnTo>
                    <a:pt x="330035" y="49278"/>
                  </a:lnTo>
                  <a:lnTo>
                    <a:pt x="322177" y="49277"/>
                  </a:lnTo>
                  <a:lnTo>
                    <a:pt x="314319" y="49278"/>
                  </a:lnTo>
                  <a:lnTo>
                    <a:pt x="306461" y="49277"/>
                  </a:lnTo>
                  <a:lnTo>
                    <a:pt x="298603" y="49276"/>
                  </a:lnTo>
                  <a:lnTo>
                    <a:pt x="290745" y="49274"/>
                  </a:lnTo>
                  <a:lnTo>
                    <a:pt x="282887" y="49275"/>
                  </a:lnTo>
                  <a:lnTo>
                    <a:pt x="275029" y="49274"/>
                  </a:lnTo>
                  <a:lnTo>
                    <a:pt x="267171" y="49272"/>
                  </a:lnTo>
                  <a:lnTo>
                    <a:pt x="259313" y="49270"/>
                  </a:lnTo>
                  <a:lnTo>
                    <a:pt x="251455" y="49269"/>
                  </a:lnTo>
                  <a:lnTo>
                    <a:pt x="243597" y="49268"/>
                  </a:lnTo>
                  <a:lnTo>
                    <a:pt x="235739" y="49268"/>
                  </a:lnTo>
                  <a:lnTo>
                    <a:pt x="227881" y="49267"/>
                  </a:lnTo>
                  <a:lnTo>
                    <a:pt x="220023" y="49266"/>
                  </a:lnTo>
                  <a:lnTo>
                    <a:pt x="212165" y="49264"/>
                  </a:lnTo>
                  <a:lnTo>
                    <a:pt x="204307" y="49261"/>
                  </a:lnTo>
                  <a:lnTo>
                    <a:pt x="196449" y="49259"/>
                  </a:lnTo>
                  <a:lnTo>
                    <a:pt x="188591" y="49263"/>
                  </a:lnTo>
                  <a:lnTo>
                    <a:pt x="180733" y="49264"/>
                  </a:lnTo>
                  <a:lnTo>
                    <a:pt x="172875" y="49264"/>
                  </a:lnTo>
                  <a:lnTo>
                    <a:pt x="165017" y="49262"/>
                  </a:lnTo>
                  <a:lnTo>
                    <a:pt x="157159" y="49262"/>
                  </a:lnTo>
                  <a:lnTo>
                    <a:pt x="149301" y="49261"/>
                  </a:lnTo>
                  <a:lnTo>
                    <a:pt x="141443" y="49261"/>
                  </a:lnTo>
                  <a:lnTo>
                    <a:pt x="133585" y="49262"/>
                  </a:lnTo>
                  <a:lnTo>
                    <a:pt x="125727" y="49261"/>
                  </a:lnTo>
                  <a:lnTo>
                    <a:pt x="117869" y="49259"/>
                  </a:lnTo>
                  <a:lnTo>
                    <a:pt x="110011" y="49255"/>
                  </a:lnTo>
                  <a:lnTo>
                    <a:pt x="102153" y="49255"/>
                  </a:lnTo>
                  <a:lnTo>
                    <a:pt x="94295" y="49255"/>
                  </a:lnTo>
                  <a:lnTo>
                    <a:pt x="86437" y="49255"/>
                  </a:lnTo>
                  <a:lnTo>
                    <a:pt x="78579" y="49257"/>
                  </a:lnTo>
                  <a:lnTo>
                    <a:pt x="70721" y="49260"/>
                  </a:lnTo>
                  <a:lnTo>
                    <a:pt x="62863" y="49260"/>
                  </a:lnTo>
                  <a:lnTo>
                    <a:pt x="55005" y="49260"/>
                  </a:lnTo>
                  <a:lnTo>
                    <a:pt x="47147" y="49261"/>
                  </a:lnTo>
                  <a:lnTo>
                    <a:pt x="39289" y="49261"/>
                  </a:lnTo>
                  <a:lnTo>
                    <a:pt x="31431" y="49261"/>
                  </a:lnTo>
                  <a:lnTo>
                    <a:pt x="23573" y="49261"/>
                  </a:lnTo>
                  <a:lnTo>
                    <a:pt x="15715" y="49261"/>
                  </a:lnTo>
                  <a:lnTo>
                    <a:pt x="7857" y="49263"/>
                  </a:lnTo>
                  <a:lnTo>
                    <a:pt x="0" y="49265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3608036" y="4790220"/>
              <a:ext cx="2035220" cy="48839"/>
            </a:xfrm>
            <a:custGeom>
              <a:avLst/>
              <a:pathLst>
                <a:path w="2035220" h="48839">
                  <a:moveTo>
                    <a:pt x="0" y="48800"/>
                  </a:moveTo>
                  <a:lnTo>
                    <a:pt x="7857" y="48803"/>
                  </a:lnTo>
                  <a:lnTo>
                    <a:pt x="15715" y="48809"/>
                  </a:lnTo>
                  <a:lnTo>
                    <a:pt x="23573" y="48810"/>
                  </a:lnTo>
                  <a:lnTo>
                    <a:pt x="31431" y="48815"/>
                  </a:lnTo>
                  <a:lnTo>
                    <a:pt x="39289" y="48819"/>
                  </a:lnTo>
                  <a:lnTo>
                    <a:pt x="47147" y="48822"/>
                  </a:lnTo>
                  <a:lnTo>
                    <a:pt x="55005" y="48827"/>
                  </a:lnTo>
                  <a:lnTo>
                    <a:pt x="62863" y="48827"/>
                  </a:lnTo>
                  <a:lnTo>
                    <a:pt x="70721" y="48833"/>
                  </a:lnTo>
                  <a:lnTo>
                    <a:pt x="78579" y="48837"/>
                  </a:lnTo>
                  <a:lnTo>
                    <a:pt x="86437" y="48836"/>
                  </a:lnTo>
                  <a:lnTo>
                    <a:pt x="94295" y="48839"/>
                  </a:lnTo>
                  <a:lnTo>
                    <a:pt x="102153" y="48837"/>
                  </a:lnTo>
                  <a:lnTo>
                    <a:pt x="110011" y="48837"/>
                  </a:lnTo>
                  <a:lnTo>
                    <a:pt x="117869" y="48834"/>
                  </a:lnTo>
                  <a:lnTo>
                    <a:pt x="125727" y="48835"/>
                  </a:lnTo>
                  <a:lnTo>
                    <a:pt x="133585" y="48835"/>
                  </a:lnTo>
                  <a:lnTo>
                    <a:pt x="141443" y="48835"/>
                  </a:lnTo>
                  <a:lnTo>
                    <a:pt x="149301" y="48834"/>
                  </a:lnTo>
                  <a:lnTo>
                    <a:pt x="157159" y="48834"/>
                  </a:lnTo>
                  <a:lnTo>
                    <a:pt x="165017" y="48832"/>
                  </a:lnTo>
                  <a:lnTo>
                    <a:pt x="172875" y="48832"/>
                  </a:lnTo>
                  <a:lnTo>
                    <a:pt x="180733" y="48829"/>
                  </a:lnTo>
                  <a:lnTo>
                    <a:pt x="188591" y="48826"/>
                  </a:lnTo>
                  <a:lnTo>
                    <a:pt x="196449" y="48826"/>
                  </a:lnTo>
                  <a:lnTo>
                    <a:pt x="204307" y="48823"/>
                  </a:lnTo>
                  <a:lnTo>
                    <a:pt x="212165" y="48820"/>
                  </a:lnTo>
                  <a:lnTo>
                    <a:pt x="220023" y="48818"/>
                  </a:lnTo>
                  <a:lnTo>
                    <a:pt x="227881" y="48817"/>
                  </a:lnTo>
                  <a:lnTo>
                    <a:pt x="235739" y="48813"/>
                  </a:lnTo>
                  <a:lnTo>
                    <a:pt x="243597" y="48813"/>
                  </a:lnTo>
                  <a:lnTo>
                    <a:pt x="251455" y="48808"/>
                  </a:lnTo>
                  <a:lnTo>
                    <a:pt x="259313" y="48803"/>
                  </a:lnTo>
                  <a:lnTo>
                    <a:pt x="267171" y="48798"/>
                  </a:lnTo>
                  <a:lnTo>
                    <a:pt x="275029" y="48791"/>
                  </a:lnTo>
                  <a:lnTo>
                    <a:pt x="282887" y="48786"/>
                  </a:lnTo>
                  <a:lnTo>
                    <a:pt x="290745" y="48784"/>
                  </a:lnTo>
                  <a:lnTo>
                    <a:pt x="298603" y="48777"/>
                  </a:lnTo>
                  <a:lnTo>
                    <a:pt x="306461" y="48774"/>
                  </a:lnTo>
                  <a:lnTo>
                    <a:pt x="314319" y="48764"/>
                  </a:lnTo>
                  <a:lnTo>
                    <a:pt x="322177" y="48759"/>
                  </a:lnTo>
                  <a:lnTo>
                    <a:pt x="330035" y="48749"/>
                  </a:lnTo>
                  <a:lnTo>
                    <a:pt x="337893" y="48733"/>
                  </a:lnTo>
                  <a:lnTo>
                    <a:pt x="345751" y="48727"/>
                  </a:lnTo>
                  <a:lnTo>
                    <a:pt x="353609" y="48722"/>
                  </a:lnTo>
                  <a:lnTo>
                    <a:pt x="361467" y="48712"/>
                  </a:lnTo>
                  <a:lnTo>
                    <a:pt x="369325" y="48704"/>
                  </a:lnTo>
                  <a:lnTo>
                    <a:pt x="377183" y="48697"/>
                  </a:lnTo>
                  <a:lnTo>
                    <a:pt x="385041" y="48685"/>
                  </a:lnTo>
                  <a:lnTo>
                    <a:pt x="392899" y="48674"/>
                  </a:lnTo>
                  <a:lnTo>
                    <a:pt x="400757" y="48666"/>
                  </a:lnTo>
                  <a:lnTo>
                    <a:pt x="408615" y="48659"/>
                  </a:lnTo>
                  <a:lnTo>
                    <a:pt x="416473" y="48650"/>
                  </a:lnTo>
                  <a:lnTo>
                    <a:pt x="424331" y="48639"/>
                  </a:lnTo>
                  <a:lnTo>
                    <a:pt x="432189" y="48631"/>
                  </a:lnTo>
                  <a:lnTo>
                    <a:pt x="440047" y="48620"/>
                  </a:lnTo>
                  <a:lnTo>
                    <a:pt x="447905" y="48612"/>
                  </a:lnTo>
                  <a:lnTo>
                    <a:pt x="455763" y="48597"/>
                  </a:lnTo>
                  <a:lnTo>
                    <a:pt x="463621" y="48586"/>
                  </a:lnTo>
                  <a:lnTo>
                    <a:pt x="471479" y="48575"/>
                  </a:lnTo>
                  <a:lnTo>
                    <a:pt x="479337" y="48563"/>
                  </a:lnTo>
                  <a:lnTo>
                    <a:pt x="487195" y="48559"/>
                  </a:lnTo>
                  <a:lnTo>
                    <a:pt x="495053" y="48547"/>
                  </a:lnTo>
                  <a:lnTo>
                    <a:pt x="502911" y="48536"/>
                  </a:lnTo>
                  <a:lnTo>
                    <a:pt x="510769" y="48523"/>
                  </a:lnTo>
                  <a:lnTo>
                    <a:pt x="518627" y="48506"/>
                  </a:lnTo>
                  <a:lnTo>
                    <a:pt x="526485" y="48496"/>
                  </a:lnTo>
                  <a:lnTo>
                    <a:pt x="534343" y="48480"/>
                  </a:lnTo>
                  <a:lnTo>
                    <a:pt x="542201" y="48467"/>
                  </a:lnTo>
                  <a:lnTo>
                    <a:pt x="550059" y="48454"/>
                  </a:lnTo>
                  <a:lnTo>
                    <a:pt x="557917" y="48438"/>
                  </a:lnTo>
                  <a:lnTo>
                    <a:pt x="565775" y="48420"/>
                  </a:lnTo>
                  <a:lnTo>
                    <a:pt x="573633" y="48403"/>
                  </a:lnTo>
                  <a:lnTo>
                    <a:pt x="581491" y="48392"/>
                  </a:lnTo>
                  <a:lnTo>
                    <a:pt x="589349" y="48378"/>
                  </a:lnTo>
                  <a:lnTo>
                    <a:pt x="597207" y="48361"/>
                  </a:lnTo>
                  <a:lnTo>
                    <a:pt x="605065" y="48345"/>
                  </a:lnTo>
                  <a:lnTo>
                    <a:pt x="612923" y="48326"/>
                  </a:lnTo>
                  <a:lnTo>
                    <a:pt x="620781" y="48304"/>
                  </a:lnTo>
                  <a:lnTo>
                    <a:pt x="628639" y="48281"/>
                  </a:lnTo>
                  <a:lnTo>
                    <a:pt x="636497" y="48258"/>
                  </a:lnTo>
                  <a:lnTo>
                    <a:pt x="644355" y="48233"/>
                  </a:lnTo>
                  <a:lnTo>
                    <a:pt x="652213" y="48203"/>
                  </a:lnTo>
                  <a:lnTo>
                    <a:pt x="660071" y="48184"/>
                  </a:lnTo>
                  <a:lnTo>
                    <a:pt x="667929" y="48160"/>
                  </a:lnTo>
                  <a:lnTo>
                    <a:pt x="675787" y="48134"/>
                  </a:lnTo>
                  <a:lnTo>
                    <a:pt x="683645" y="48107"/>
                  </a:lnTo>
                  <a:lnTo>
                    <a:pt x="691503" y="48079"/>
                  </a:lnTo>
                  <a:lnTo>
                    <a:pt x="699361" y="48053"/>
                  </a:lnTo>
                  <a:lnTo>
                    <a:pt x="707219" y="48029"/>
                  </a:lnTo>
                  <a:lnTo>
                    <a:pt x="715077" y="48005"/>
                  </a:lnTo>
                  <a:lnTo>
                    <a:pt x="722935" y="47980"/>
                  </a:lnTo>
                  <a:lnTo>
                    <a:pt x="730793" y="47955"/>
                  </a:lnTo>
                  <a:lnTo>
                    <a:pt x="738651" y="47922"/>
                  </a:lnTo>
                  <a:lnTo>
                    <a:pt x="746509" y="47898"/>
                  </a:lnTo>
                  <a:lnTo>
                    <a:pt x="754367" y="47872"/>
                  </a:lnTo>
                  <a:lnTo>
                    <a:pt x="762225" y="47845"/>
                  </a:lnTo>
                  <a:lnTo>
                    <a:pt x="770083" y="47810"/>
                  </a:lnTo>
                  <a:lnTo>
                    <a:pt x="777941" y="47775"/>
                  </a:lnTo>
                  <a:lnTo>
                    <a:pt x="785799" y="47740"/>
                  </a:lnTo>
                  <a:lnTo>
                    <a:pt x="793657" y="47704"/>
                  </a:lnTo>
                  <a:lnTo>
                    <a:pt x="801515" y="47676"/>
                  </a:lnTo>
                  <a:lnTo>
                    <a:pt x="809373" y="47650"/>
                  </a:lnTo>
                  <a:lnTo>
                    <a:pt x="817231" y="47610"/>
                  </a:lnTo>
                  <a:lnTo>
                    <a:pt x="825089" y="47570"/>
                  </a:lnTo>
                  <a:lnTo>
                    <a:pt x="832947" y="47543"/>
                  </a:lnTo>
                  <a:lnTo>
                    <a:pt x="840805" y="47494"/>
                  </a:lnTo>
                  <a:lnTo>
                    <a:pt x="848663" y="47456"/>
                  </a:lnTo>
                  <a:lnTo>
                    <a:pt x="856521" y="47421"/>
                  </a:lnTo>
                  <a:lnTo>
                    <a:pt x="864379" y="47385"/>
                  </a:lnTo>
                  <a:lnTo>
                    <a:pt x="872237" y="47349"/>
                  </a:lnTo>
                  <a:lnTo>
                    <a:pt x="880095" y="47312"/>
                  </a:lnTo>
                  <a:lnTo>
                    <a:pt x="887953" y="47275"/>
                  </a:lnTo>
                  <a:lnTo>
                    <a:pt x="895811" y="47240"/>
                  </a:lnTo>
                  <a:lnTo>
                    <a:pt x="903669" y="47204"/>
                  </a:lnTo>
                  <a:lnTo>
                    <a:pt x="911527" y="47168"/>
                  </a:lnTo>
                  <a:lnTo>
                    <a:pt x="919385" y="47128"/>
                  </a:lnTo>
                  <a:lnTo>
                    <a:pt x="927243" y="47078"/>
                  </a:lnTo>
                  <a:lnTo>
                    <a:pt x="935101" y="47038"/>
                  </a:lnTo>
                  <a:lnTo>
                    <a:pt x="942959" y="47000"/>
                  </a:lnTo>
                  <a:lnTo>
                    <a:pt x="950817" y="46961"/>
                  </a:lnTo>
                  <a:lnTo>
                    <a:pt x="958675" y="46922"/>
                  </a:lnTo>
                  <a:lnTo>
                    <a:pt x="966533" y="46882"/>
                  </a:lnTo>
                  <a:lnTo>
                    <a:pt x="974391" y="46842"/>
                  </a:lnTo>
                  <a:lnTo>
                    <a:pt x="982249" y="46801"/>
                  </a:lnTo>
                  <a:lnTo>
                    <a:pt x="990107" y="46759"/>
                  </a:lnTo>
                  <a:lnTo>
                    <a:pt x="997965" y="46717"/>
                  </a:lnTo>
                  <a:lnTo>
                    <a:pt x="1005823" y="46672"/>
                  </a:lnTo>
                  <a:lnTo>
                    <a:pt x="1013681" y="46626"/>
                  </a:lnTo>
                  <a:lnTo>
                    <a:pt x="1021539" y="46579"/>
                  </a:lnTo>
                  <a:lnTo>
                    <a:pt x="1029397" y="46530"/>
                  </a:lnTo>
                  <a:lnTo>
                    <a:pt x="1037254" y="46481"/>
                  </a:lnTo>
                  <a:lnTo>
                    <a:pt x="1045112" y="46431"/>
                  </a:lnTo>
                  <a:lnTo>
                    <a:pt x="1052970" y="46381"/>
                  </a:lnTo>
                  <a:lnTo>
                    <a:pt x="1060828" y="46329"/>
                  </a:lnTo>
                  <a:lnTo>
                    <a:pt x="1068686" y="46276"/>
                  </a:lnTo>
                  <a:lnTo>
                    <a:pt x="1076544" y="46222"/>
                  </a:lnTo>
                  <a:lnTo>
                    <a:pt x="1084402" y="46167"/>
                  </a:lnTo>
                  <a:lnTo>
                    <a:pt x="1092260" y="46109"/>
                  </a:lnTo>
                  <a:lnTo>
                    <a:pt x="1100118" y="46040"/>
                  </a:lnTo>
                  <a:lnTo>
                    <a:pt x="1107976" y="45959"/>
                  </a:lnTo>
                  <a:lnTo>
                    <a:pt x="1115834" y="45875"/>
                  </a:lnTo>
                  <a:lnTo>
                    <a:pt x="1123692" y="45790"/>
                  </a:lnTo>
                  <a:lnTo>
                    <a:pt x="1131550" y="45702"/>
                  </a:lnTo>
                  <a:lnTo>
                    <a:pt x="1139408" y="45612"/>
                  </a:lnTo>
                  <a:lnTo>
                    <a:pt x="1147266" y="45527"/>
                  </a:lnTo>
                  <a:lnTo>
                    <a:pt x="1155124" y="45454"/>
                  </a:lnTo>
                  <a:lnTo>
                    <a:pt x="1162982" y="45380"/>
                  </a:lnTo>
                  <a:lnTo>
                    <a:pt x="1170840" y="45305"/>
                  </a:lnTo>
                  <a:lnTo>
                    <a:pt x="1178698" y="45229"/>
                  </a:lnTo>
                  <a:lnTo>
                    <a:pt x="1186556" y="45133"/>
                  </a:lnTo>
                  <a:lnTo>
                    <a:pt x="1194414" y="45028"/>
                  </a:lnTo>
                  <a:lnTo>
                    <a:pt x="1202272" y="44927"/>
                  </a:lnTo>
                  <a:lnTo>
                    <a:pt x="1210130" y="44821"/>
                  </a:lnTo>
                  <a:lnTo>
                    <a:pt x="1217988" y="44710"/>
                  </a:lnTo>
                  <a:lnTo>
                    <a:pt x="1225846" y="44597"/>
                  </a:lnTo>
                  <a:lnTo>
                    <a:pt x="1233704" y="44480"/>
                  </a:lnTo>
                  <a:lnTo>
                    <a:pt x="1241562" y="44361"/>
                  </a:lnTo>
                  <a:lnTo>
                    <a:pt x="1249420" y="44238"/>
                  </a:lnTo>
                  <a:lnTo>
                    <a:pt x="1257278" y="44113"/>
                  </a:lnTo>
                  <a:lnTo>
                    <a:pt x="1265136" y="43985"/>
                  </a:lnTo>
                  <a:lnTo>
                    <a:pt x="1272994" y="43859"/>
                  </a:lnTo>
                  <a:lnTo>
                    <a:pt x="1280852" y="43769"/>
                  </a:lnTo>
                  <a:lnTo>
                    <a:pt x="1288710" y="43680"/>
                  </a:lnTo>
                  <a:lnTo>
                    <a:pt x="1296568" y="43555"/>
                  </a:lnTo>
                  <a:lnTo>
                    <a:pt x="1304426" y="43436"/>
                  </a:lnTo>
                  <a:lnTo>
                    <a:pt x="1312284" y="43324"/>
                  </a:lnTo>
                  <a:lnTo>
                    <a:pt x="1320142" y="43210"/>
                  </a:lnTo>
                  <a:lnTo>
                    <a:pt x="1328000" y="43094"/>
                  </a:lnTo>
                  <a:lnTo>
                    <a:pt x="1335858" y="42976"/>
                  </a:lnTo>
                  <a:lnTo>
                    <a:pt x="1343716" y="42855"/>
                  </a:lnTo>
                  <a:lnTo>
                    <a:pt x="1351574" y="42732"/>
                  </a:lnTo>
                  <a:lnTo>
                    <a:pt x="1359432" y="42607"/>
                  </a:lnTo>
                  <a:lnTo>
                    <a:pt x="1367290" y="42480"/>
                  </a:lnTo>
                  <a:lnTo>
                    <a:pt x="1375148" y="42350"/>
                  </a:lnTo>
                  <a:lnTo>
                    <a:pt x="1383006" y="42218"/>
                  </a:lnTo>
                  <a:lnTo>
                    <a:pt x="1390864" y="42084"/>
                  </a:lnTo>
                  <a:lnTo>
                    <a:pt x="1398722" y="41948"/>
                  </a:lnTo>
                  <a:lnTo>
                    <a:pt x="1406580" y="41765"/>
                  </a:lnTo>
                  <a:lnTo>
                    <a:pt x="1414438" y="41565"/>
                  </a:lnTo>
                  <a:lnTo>
                    <a:pt x="1422296" y="41359"/>
                  </a:lnTo>
                  <a:lnTo>
                    <a:pt x="1430154" y="41149"/>
                  </a:lnTo>
                  <a:lnTo>
                    <a:pt x="1438012" y="40932"/>
                  </a:lnTo>
                  <a:lnTo>
                    <a:pt x="1445870" y="40710"/>
                  </a:lnTo>
                  <a:lnTo>
                    <a:pt x="1453728" y="40481"/>
                  </a:lnTo>
                  <a:lnTo>
                    <a:pt x="1461586" y="40247"/>
                  </a:lnTo>
                  <a:lnTo>
                    <a:pt x="1469444" y="40006"/>
                  </a:lnTo>
                  <a:lnTo>
                    <a:pt x="1477302" y="39759"/>
                  </a:lnTo>
                  <a:lnTo>
                    <a:pt x="1485160" y="39577"/>
                  </a:lnTo>
                  <a:lnTo>
                    <a:pt x="1493018" y="39393"/>
                  </a:lnTo>
                  <a:lnTo>
                    <a:pt x="1500876" y="39206"/>
                  </a:lnTo>
                  <a:lnTo>
                    <a:pt x="1508734" y="39015"/>
                  </a:lnTo>
                  <a:lnTo>
                    <a:pt x="1516592" y="38821"/>
                  </a:lnTo>
                  <a:lnTo>
                    <a:pt x="1524450" y="38529"/>
                  </a:lnTo>
                  <a:lnTo>
                    <a:pt x="1532308" y="38211"/>
                  </a:lnTo>
                  <a:lnTo>
                    <a:pt x="1540166" y="37883"/>
                  </a:lnTo>
                  <a:lnTo>
                    <a:pt x="1548024" y="37546"/>
                  </a:lnTo>
                  <a:lnTo>
                    <a:pt x="1555882" y="37199"/>
                  </a:lnTo>
                  <a:lnTo>
                    <a:pt x="1563740" y="36841"/>
                  </a:lnTo>
                  <a:lnTo>
                    <a:pt x="1571598" y="36472"/>
                  </a:lnTo>
                  <a:lnTo>
                    <a:pt x="1579456" y="36093"/>
                  </a:lnTo>
                  <a:lnTo>
                    <a:pt x="1587314" y="35702"/>
                  </a:lnTo>
                  <a:lnTo>
                    <a:pt x="1595172" y="35299"/>
                  </a:lnTo>
                  <a:lnTo>
                    <a:pt x="1603030" y="34886"/>
                  </a:lnTo>
                  <a:lnTo>
                    <a:pt x="1610888" y="34465"/>
                  </a:lnTo>
                  <a:lnTo>
                    <a:pt x="1618746" y="34163"/>
                  </a:lnTo>
                  <a:lnTo>
                    <a:pt x="1626604" y="33857"/>
                  </a:lnTo>
                  <a:lnTo>
                    <a:pt x="1634462" y="33544"/>
                  </a:lnTo>
                  <a:lnTo>
                    <a:pt x="1642320" y="33225"/>
                  </a:lnTo>
                  <a:lnTo>
                    <a:pt x="1650178" y="32899"/>
                  </a:lnTo>
                  <a:lnTo>
                    <a:pt x="1658036" y="32567"/>
                  </a:lnTo>
                  <a:lnTo>
                    <a:pt x="1665894" y="32229"/>
                  </a:lnTo>
                  <a:lnTo>
                    <a:pt x="1673752" y="31883"/>
                  </a:lnTo>
                  <a:lnTo>
                    <a:pt x="1681610" y="31531"/>
                  </a:lnTo>
                  <a:lnTo>
                    <a:pt x="1689468" y="31171"/>
                  </a:lnTo>
                  <a:lnTo>
                    <a:pt x="1697326" y="30805"/>
                  </a:lnTo>
                  <a:lnTo>
                    <a:pt x="1705184" y="30431"/>
                  </a:lnTo>
                  <a:lnTo>
                    <a:pt x="1713042" y="30049"/>
                  </a:lnTo>
                  <a:lnTo>
                    <a:pt x="1720900" y="29638"/>
                  </a:lnTo>
                  <a:lnTo>
                    <a:pt x="1728758" y="29153"/>
                  </a:lnTo>
                  <a:lnTo>
                    <a:pt x="1736616" y="28656"/>
                  </a:lnTo>
                  <a:lnTo>
                    <a:pt x="1744474" y="28147"/>
                  </a:lnTo>
                  <a:lnTo>
                    <a:pt x="1752332" y="27626"/>
                  </a:lnTo>
                  <a:lnTo>
                    <a:pt x="1760190" y="27092"/>
                  </a:lnTo>
                  <a:lnTo>
                    <a:pt x="1768048" y="26545"/>
                  </a:lnTo>
                  <a:lnTo>
                    <a:pt x="1775906" y="25984"/>
                  </a:lnTo>
                  <a:lnTo>
                    <a:pt x="1783764" y="25467"/>
                  </a:lnTo>
                  <a:lnTo>
                    <a:pt x="1791622" y="24953"/>
                  </a:lnTo>
                  <a:lnTo>
                    <a:pt x="1799480" y="24427"/>
                  </a:lnTo>
                  <a:lnTo>
                    <a:pt x="1807338" y="23892"/>
                  </a:lnTo>
                  <a:lnTo>
                    <a:pt x="1815196" y="23347"/>
                  </a:lnTo>
                  <a:lnTo>
                    <a:pt x="1823054" y="22790"/>
                  </a:lnTo>
                  <a:lnTo>
                    <a:pt x="1830912" y="22222"/>
                  </a:lnTo>
                  <a:lnTo>
                    <a:pt x="1838770" y="21607"/>
                  </a:lnTo>
                  <a:lnTo>
                    <a:pt x="1846628" y="20837"/>
                  </a:lnTo>
                  <a:lnTo>
                    <a:pt x="1854486" y="20233"/>
                  </a:lnTo>
                  <a:lnTo>
                    <a:pt x="1862344" y="19617"/>
                  </a:lnTo>
                  <a:lnTo>
                    <a:pt x="1870202" y="18989"/>
                  </a:lnTo>
                  <a:lnTo>
                    <a:pt x="1878060" y="18347"/>
                  </a:lnTo>
                  <a:lnTo>
                    <a:pt x="1885918" y="17680"/>
                  </a:lnTo>
                  <a:lnTo>
                    <a:pt x="1893776" y="16896"/>
                  </a:lnTo>
                  <a:lnTo>
                    <a:pt x="1901634" y="16094"/>
                  </a:lnTo>
                  <a:lnTo>
                    <a:pt x="1909492" y="15274"/>
                  </a:lnTo>
                  <a:lnTo>
                    <a:pt x="1917350" y="14434"/>
                  </a:lnTo>
                  <a:lnTo>
                    <a:pt x="1925208" y="13575"/>
                  </a:lnTo>
                  <a:lnTo>
                    <a:pt x="1933066" y="12694"/>
                  </a:lnTo>
                  <a:lnTo>
                    <a:pt x="1940924" y="11792"/>
                  </a:lnTo>
                  <a:lnTo>
                    <a:pt x="1948782" y="10869"/>
                  </a:lnTo>
                  <a:lnTo>
                    <a:pt x="1956640" y="9924"/>
                  </a:lnTo>
                  <a:lnTo>
                    <a:pt x="1964498" y="8957"/>
                  </a:lnTo>
                  <a:lnTo>
                    <a:pt x="1972356" y="7966"/>
                  </a:lnTo>
                  <a:lnTo>
                    <a:pt x="1980214" y="6952"/>
                  </a:lnTo>
                  <a:lnTo>
                    <a:pt x="1988072" y="5914"/>
                  </a:lnTo>
                  <a:lnTo>
                    <a:pt x="1995930" y="4954"/>
                  </a:lnTo>
                  <a:lnTo>
                    <a:pt x="2003788" y="4000"/>
                  </a:lnTo>
                  <a:lnTo>
                    <a:pt x="2011646" y="3030"/>
                  </a:lnTo>
                  <a:lnTo>
                    <a:pt x="2019504" y="2040"/>
                  </a:lnTo>
                  <a:lnTo>
                    <a:pt x="2027362" y="103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3608036" y="4839475"/>
              <a:ext cx="2035220" cy="174"/>
            </a:xfrm>
            <a:custGeom>
              <a:avLst/>
              <a:pathLst>
                <a:path w="2035220" h="174">
                  <a:moveTo>
                    <a:pt x="2035220" y="174"/>
                  </a:moveTo>
                  <a:lnTo>
                    <a:pt x="2027362" y="173"/>
                  </a:lnTo>
                  <a:lnTo>
                    <a:pt x="2019504" y="173"/>
                  </a:lnTo>
                  <a:lnTo>
                    <a:pt x="2011646" y="172"/>
                  </a:lnTo>
                  <a:lnTo>
                    <a:pt x="2003788" y="172"/>
                  </a:lnTo>
                  <a:lnTo>
                    <a:pt x="1995930" y="172"/>
                  </a:lnTo>
                  <a:lnTo>
                    <a:pt x="1988072" y="172"/>
                  </a:lnTo>
                  <a:lnTo>
                    <a:pt x="1980214" y="172"/>
                  </a:lnTo>
                  <a:lnTo>
                    <a:pt x="1972356" y="171"/>
                  </a:lnTo>
                  <a:lnTo>
                    <a:pt x="1964498" y="171"/>
                  </a:lnTo>
                  <a:lnTo>
                    <a:pt x="1956640" y="171"/>
                  </a:lnTo>
                  <a:lnTo>
                    <a:pt x="1948782" y="171"/>
                  </a:lnTo>
                  <a:lnTo>
                    <a:pt x="1940924" y="171"/>
                  </a:lnTo>
                  <a:lnTo>
                    <a:pt x="1933066" y="171"/>
                  </a:lnTo>
                  <a:lnTo>
                    <a:pt x="1925208" y="170"/>
                  </a:lnTo>
                  <a:lnTo>
                    <a:pt x="1917350" y="170"/>
                  </a:lnTo>
                  <a:lnTo>
                    <a:pt x="1909492" y="170"/>
                  </a:lnTo>
                  <a:lnTo>
                    <a:pt x="1901634" y="170"/>
                  </a:lnTo>
                  <a:lnTo>
                    <a:pt x="1893776" y="170"/>
                  </a:lnTo>
                  <a:lnTo>
                    <a:pt x="1885918" y="169"/>
                  </a:lnTo>
                  <a:lnTo>
                    <a:pt x="1878060" y="169"/>
                  </a:lnTo>
                  <a:lnTo>
                    <a:pt x="1870202" y="169"/>
                  </a:lnTo>
                  <a:lnTo>
                    <a:pt x="1862344" y="169"/>
                  </a:lnTo>
                  <a:lnTo>
                    <a:pt x="1854486" y="169"/>
                  </a:lnTo>
                  <a:lnTo>
                    <a:pt x="1846628" y="168"/>
                  </a:lnTo>
                  <a:lnTo>
                    <a:pt x="1838770" y="168"/>
                  </a:lnTo>
                  <a:lnTo>
                    <a:pt x="1830912" y="168"/>
                  </a:lnTo>
                  <a:lnTo>
                    <a:pt x="1823054" y="168"/>
                  </a:lnTo>
                  <a:lnTo>
                    <a:pt x="1815196" y="168"/>
                  </a:lnTo>
                  <a:lnTo>
                    <a:pt x="1807338" y="168"/>
                  </a:lnTo>
                  <a:lnTo>
                    <a:pt x="1799480" y="167"/>
                  </a:lnTo>
                  <a:lnTo>
                    <a:pt x="1791622" y="167"/>
                  </a:lnTo>
                  <a:lnTo>
                    <a:pt x="1783764" y="167"/>
                  </a:lnTo>
                  <a:lnTo>
                    <a:pt x="1775906" y="167"/>
                  </a:lnTo>
                  <a:lnTo>
                    <a:pt x="1768048" y="166"/>
                  </a:lnTo>
                  <a:lnTo>
                    <a:pt x="1760190" y="166"/>
                  </a:lnTo>
                  <a:lnTo>
                    <a:pt x="1752332" y="166"/>
                  </a:lnTo>
                  <a:lnTo>
                    <a:pt x="1744474" y="166"/>
                  </a:lnTo>
                  <a:lnTo>
                    <a:pt x="1736616" y="165"/>
                  </a:lnTo>
                  <a:lnTo>
                    <a:pt x="1728758" y="165"/>
                  </a:lnTo>
                  <a:lnTo>
                    <a:pt x="1720900" y="165"/>
                  </a:lnTo>
                  <a:lnTo>
                    <a:pt x="1713042" y="165"/>
                  </a:lnTo>
                  <a:lnTo>
                    <a:pt x="1705184" y="165"/>
                  </a:lnTo>
                  <a:lnTo>
                    <a:pt x="1697326" y="164"/>
                  </a:lnTo>
                  <a:lnTo>
                    <a:pt x="1689468" y="164"/>
                  </a:lnTo>
                  <a:lnTo>
                    <a:pt x="1681610" y="164"/>
                  </a:lnTo>
                  <a:lnTo>
                    <a:pt x="1673752" y="164"/>
                  </a:lnTo>
                  <a:lnTo>
                    <a:pt x="1665894" y="163"/>
                  </a:lnTo>
                  <a:lnTo>
                    <a:pt x="1658036" y="163"/>
                  </a:lnTo>
                  <a:lnTo>
                    <a:pt x="1650178" y="163"/>
                  </a:lnTo>
                  <a:lnTo>
                    <a:pt x="1642320" y="163"/>
                  </a:lnTo>
                  <a:lnTo>
                    <a:pt x="1634462" y="163"/>
                  </a:lnTo>
                  <a:lnTo>
                    <a:pt x="1626604" y="163"/>
                  </a:lnTo>
                  <a:lnTo>
                    <a:pt x="1618746" y="162"/>
                  </a:lnTo>
                  <a:lnTo>
                    <a:pt x="1610888" y="162"/>
                  </a:lnTo>
                  <a:lnTo>
                    <a:pt x="1603030" y="162"/>
                  </a:lnTo>
                  <a:lnTo>
                    <a:pt x="1595172" y="162"/>
                  </a:lnTo>
                  <a:lnTo>
                    <a:pt x="1587314" y="162"/>
                  </a:lnTo>
                  <a:lnTo>
                    <a:pt x="1579456" y="162"/>
                  </a:lnTo>
                  <a:lnTo>
                    <a:pt x="1571598" y="161"/>
                  </a:lnTo>
                  <a:lnTo>
                    <a:pt x="1563740" y="161"/>
                  </a:lnTo>
                  <a:lnTo>
                    <a:pt x="1555882" y="161"/>
                  </a:lnTo>
                  <a:lnTo>
                    <a:pt x="1548024" y="161"/>
                  </a:lnTo>
                  <a:lnTo>
                    <a:pt x="1540166" y="161"/>
                  </a:lnTo>
                  <a:lnTo>
                    <a:pt x="1532308" y="160"/>
                  </a:lnTo>
                  <a:lnTo>
                    <a:pt x="1524450" y="160"/>
                  </a:lnTo>
                  <a:lnTo>
                    <a:pt x="1516592" y="160"/>
                  </a:lnTo>
                  <a:lnTo>
                    <a:pt x="1508734" y="160"/>
                  </a:lnTo>
                  <a:lnTo>
                    <a:pt x="1500876" y="159"/>
                  </a:lnTo>
                  <a:lnTo>
                    <a:pt x="1493018" y="159"/>
                  </a:lnTo>
                  <a:lnTo>
                    <a:pt x="1485160" y="159"/>
                  </a:lnTo>
                  <a:lnTo>
                    <a:pt x="1477302" y="158"/>
                  </a:lnTo>
                  <a:lnTo>
                    <a:pt x="1469444" y="158"/>
                  </a:lnTo>
                  <a:lnTo>
                    <a:pt x="1461586" y="158"/>
                  </a:lnTo>
                  <a:lnTo>
                    <a:pt x="1453728" y="157"/>
                  </a:lnTo>
                  <a:lnTo>
                    <a:pt x="1445870" y="157"/>
                  </a:lnTo>
                  <a:lnTo>
                    <a:pt x="1438012" y="156"/>
                  </a:lnTo>
                  <a:lnTo>
                    <a:pt x="1430154" y="156"/>
                  </a:lnTo>
                  <a:lnTo>
                    <a:pt x="1422296" y="155"/>
                  </a:lnTo>
                  <a:lnTo>
                    <a:pt x="1414438" y="154"/>
                  </a:lnTo>
                  <a:lnTo>
                    <a:pt x="1406580" y="154"/>
                  </a:lnTo>
                  <a:lnTo>
                    <a:pt x="1398722" y="154"/>
                  </a:lnTo>
                  <a:lnTo>
                    <a:pt x="1390864" y="154"/>
                  </a:lnTo>
                  <a:lnTo>
                    <a:pt x="1383006" y="154"/>
                  </a:lnTo>
                  <a:lnTo>
                    <a:pt x="1375148" y="154"/>
                  </a:lnTo>
                  <a:lnTo>
                    <a:pt x="1367290" y="153"/>
                  </a:lnTo>
                  <a:lnTo>
                    <a:pt x="1359432" y="153"/>
                  </a:lnTo>
                  <a:lnTo>
                    <a:pt x="1351574" y="152"/>
                  </a:lnTo>
                  <a:lnTo>
                    <a:pt x="1343716" y="152"/>
                  </a:lnTo>
                  <a:lnTo>
                    <a:pt x="1335858" y="151"/>
                  </a:lnTo>
                  <a:lnTo>
                    <a:pt x="1328000" y="151"/>
                  </a:lnTo>
                  <a:lnTo>
                    <a:pt x="1320142" y="151"/>
                  </a:lnTo>
                  <a:lnTo>
                    <a:pt x="1312284" y="151"/>
                  </a:lnTo>
                  <a:lnTo>
                    <a:pt x="1304426" y="150"/>
                  </a:lnTo>
                  <a:lnTo>
                    <a:pt x="1296568" y="150"/>
                  </a:lnTo>
                  <a:lnTo>
                    <a:pt x="1288710" y="150"/>
                  </a:lnTo>
                  <a:lnTo>
                    <a:pt x="1280852" y="149"/>
                  </a:lnTo>
                  <a:lnTo>
                    <a:pt x="1272994" y="149"/>
                  </a:lnTo>
                  <a:lnTo>
                    <a:pt x="1265136" y="148"/>
                  </a:lnTo>
                  <a:lnTo>
                    <a:pt x="1257278" y="148"/>
                  </a:lnTo>
                  <a:lnTo>
                    <a:pt x="1249420" y="147"/>
                  </a:lnTo>
                  <a:lnTo>
                    <a:pt x="1241562" y="147"/>
                  </a:lnTo>
                  <a:lnTo>
                    <a:pt x="1233704" y="146"/>
                  </a:lnTo>
                  <a:lnTo>
                    <a:pt x="1225846" y="146"/>
                  </a:lnTo>
                  <a:lnTo>
                    <a:pt x="1217988" y="145"/>
                  </a:lnTo>
                  <a:lnTo>
                    <a:pt x="1210130" y="145"/>
                  </a:lnTo>
                  <a:lnTo>
                    <a:pt x="1202272" y="144"/>
                  </a:lnTo>
                  <a:lnTo>
                    <a:pt x="1194414" y="143"/>
                  </a:lnTo>
                  <a:lnTo>
                    <a:pt x="1186556" y="143"/>
                  </a:lnTo>
                  <a:lnTo>
                    <a:pt x="1178698" y="142"/>
                  </a:lnTo>
                  <a:lnTo>
                    <a:pt x="1170840" y="142"/>
                  </a:lnTo>
                  <a:lnTo>
                    <a:pt x="1162982" y="141"/>
                  </a:lnTo>
                  <a:lnTo>
                    <a:pt x="1155124" y="141"/>
                  </a:lnTo>
                  <a:lnTo>
                    <a:pt x="1147266" y="140"/>
                  </a:lnTo>
                  <a:lnTo>
                    <a:pt x="1139408" y="139"/>
                  </a:lnTo>
                  <a:lnTo>
                    <a:pt x="1131550" y="139"/>
                  </a:lnTo>
                  <a:lnTo>
                    <a:pt x="1123692" y="138"/>
                  </a:lnTo>
                  <a:lnTo>
                    <a:pt x="1115834" y="138"/>
                  </a:lnTo>
                  <a:lnTo>
                    <a:pt x="1107976" y="137"/>
                  </a:lnTo>
                  <a:lnTo>
                    <a:pt x="1100118" y="137"/>
                  </a:lnTo>
                  <a:lnTo>
                    <a:pt x="1092260" y="137"/>
                  </a:lnTo>
                  <a:lnTo>
                    <a:pt x="1084402" y="138"/>
                  </a:lnTo>
                  <a:lnTo>
                    <a:pt x="1076544" y="137"/>
                  </a:lnTo>
                  <a:lnTo>
                    <a:pt x="1068686" y="136"/>
                  </a:lnTo>
                  <a:lnTo>
                    <a:pt x="1060828" y="135"/>
                  </a:lnTo>
                  <a:lnTo>
                    <a:pt x="1052970" y="134"/>
                  </a:lnTo>
                  <a:lnTo>
                    <a:pt x="1045112" y="133"/>
                  </a:lnTo>
                  <a:lnTo>
                    <a:pt x="1037254" y="132"/>
                  </a:lnTo>
                  <a:lnTo>
                    <a:pt x="1029397" y="131"/>
                  </a:lnTo>
                  <a:lnTo>
                    <a:pt x="1021539" y="130"/>
                  </a:lnTo>
                  <a:lnTo>
                    <a:pt x="1013681" y="129"/>
                  </a:lnTo>
                  <a:lnTo>
                    <a:pt x="1005823" y="128"/>
                  </a:lnTo>
                  <a:lnTo>
                    <a:pt x="997965" y="127"/>
                  </a:lnTo>
                  <a:lnTo>
                    <a:pt x="990107" y="127"/>
                  </a:lnTo>
                  <a:lnTo>
                    <a:pt x="982249" y="126"/>
                  </a:lnTo>
                  <a:lnTo>
                    <a:pt x="974391" y="125"/>
                  </a:lnTo>
                  <a:lnTo>
                    <a:pt x="966533" y="124"/>
                  </a:lnTo>
                  <a:lnTo>
                    <a:pt x="958675" y="123"/>
                  </a:lnTo>
                  <a:lnTo>
                    <a:pt x="950817" y="122"/>
                  </a:lnTo>
                  <a:lnTo>
                    <a:pt x="942959" y="121"/>
                  </a:lnTo>
                  <a:lnTo>
                    <a:pt x="935101" y="120"/>
                  </a:lnTo>
                  <a:lnTo>
                    <a:pt x="927243" y="119"/>
                  </a:lnTo>
                  <a:lnTo>
                    <a:pt x="919385" y="118"/>
                  </a:lnTo>
                  <a:lnTo>
                    <a:pt x="911527" y="117"/>
                  </a:lnTo>
                  <a:lnTo>
                    <a:pt x="903669" y="117"/>
                  </a:lnTo>
                  <a:lnTo>
                    <a:pt x="895811" y="116"/>
                  </a:lnTo>
                  <a:lnTo>
                    <a:pt x="887953" y="115"/>
                  </a:lnTo>
                  <a:lnTo>
                    <a:pt x="880095" y="113"/>
                  </a:lnTo>
                  <a:lnTo>
                    <a:pt x="872237" y="112"/>
                  </a:lnTo>
                  <a:lnTo>
                    <a:pt x="864379" y="111"/>
                  </a:lnTo>
                  <a:lnTo>
                    <a:pt x="856521" y="110"/>
                  </a:lnTo>
                  <a:lnTo>
                    <a:pt x="848663" y="109"/>
                  </a:lnTo>
                  <a:lnTo>
                    <a:pt x="840805" y="107"/>
                  </a:lnTo>
                  <a:lnTo>
                    <a:pt x="832947" y="106"/>
                  </a:lnTo>
                  <a:lnTo>
                    <a:pt x="825089" y="105"/>
                  </a:lnTo>
                  <a:lnTo>
                    <a:pt x="817231" y="104"/>
                  </a:lnTo>
                  <a:lnTo>
                    <a:pt x="809373" y="102"/>
                  </a:lnTo>
                  <a:lnTo>
                    <a:pt x="801515" y="101"/>
                  </a:lnTo>
                  <a:lnTo>
                    <a:pt x="793657" y="99"/>
                  </a:lnTo>
                  <a:lnTo>
                    <a:pt x="785799" y="98"/>
                  </a:lnTo>
                  <a:lnTo>
                    <a:pt x="777941" y="97"/>
                  </a:lnTo>
                  <a:lnTo>
                    <a:pt x="770083" y="95"/>
                  </a:lnTo>
                  <a:lnTo>
                    <a:pt x="762225" y="94"/>
                  </a:lnTo>
                  <a:lnTo>
                    <a:pt x="754367" y="93"/>
                  </a:lnTo>
                  <a:lnTo>
                    <a:pt x="746509" y="92"/>
                  </a:lnTo>
                  <a:lnTo>
                    <a:pt x="738651" y="91"/>
                  </a:lnTo>
                  <a:lnTo>
                    <a:pt x="730793" y="91"/>
                  </a:lnTo>
                  <a:lnTo>
                    <a:pt x="722935" y="90"/>
                  </a:lnTo>
                  <a:lnTo>
                    <a:pt x="715077" y="89"/>
                  </a:lnTo>
                  <a:lnTo>
                    <a:pt x="707219" y="88"/>
                  </a:lnTo>
                  <a:lnTo>
                    <a:pt x="699361" y="86"/>
                  </a:lnTo>
                  <a:lnTo>
                    <a:pt x="691503" y="84"/>
                  </a:lnTo>
                  <a:lnTo>
                    <a:pt x="683645" y="83"/>
                  </a:lnTo>
                  <a:lnTo>
                    <a:pt x="675787" y="82"/>
                  </a:lnTo>
                  <a:lnTo>
                    <a:pt x="667929" y="82"/>
                  </a:lnTo>
                  <a:lnTo>
                    <a:pt x="660071" y="82"/>
                  </a:lnTo>
                  <a:lnTo>
                    <a:pt x="652213" y="81"/>
                  </a:lnTo>
                  <a:lnTo>
                    <a:pt x="644355" y="79"/>
                  </a:lnTo>
                  <a:lnTo>
                    <a:pt x="636497" y="78"/>
                  </a:lnTo>
                  <a:lnTo>
                    <a:pt x="628639" y="78"/>
                  </a:lnTo>
                  <a:lnTo>
                    <a:pt x="620781" y="77"/>
                  </a:lnTo>
                  <a:lnTo>
                    <a:pt x="612923" y="75"/>
                  </a:lnTo>
                  <a:lnTo>
                    <a:pt x="605065" y="74"/>
                  </a:lnTo>
                  <a:lnTo>
                    <a:pt x="597207" y="72"/>
                  </a:lnTo>
                  <a:lnTo>
                    <a:pt x="589349" y="71"/>
                  </a:lnTo>
                  <a:lnTo>
                    <a:pt x="581491" y="70"/>
                  </a:lnTo>
                  <a:lnTo>
                    <a:pt x="573633" y="68"/>
                  </a:lnTo>
                  <a:lnTo>
                    <a:pt x="565775" y="67"/>
                  </a:lnTo>
                  <a:lnTo>
                    <a:pt x="557917" y="65"/>
                  </a:lnTo>
                  <a:lnTo>
                    <a:pt x="550059" y="64"/>
                  </a:lnTo>
                  <a:lnTo>
                    <a:pt x="542201" y="62"/>
                  </a:lnTo>
                  <a:lnTo>
                    <a:pt x="534343" y="60"/>
                  </a:lnTo>
                  <a:lnTo>
                    <a:pt x="526485" y="59"/>
                  </a:lnTo>
                  <a:lnTo>
                    <a:pt x="518627" y="59"/>
                  </a:lnTo>
                  <a:lnTo>
                    <a:pt x="510769" y="58"/>
                  </a:lnTo>
                  <a:lnTo>
                    <a:pt x="502911" y="59"/>
                  </a:lnTo>
                  <a:lnTo>
                    <a:pt x="495053" y="58"/>
                  </a:lnTo>
                  <a:lnTo>
                    <a:pt x="487195" y="55"/>
                  </a:lnTo>
                  <a:lnTo>
                    <a:pt x="479337" y="51"/>
                  </a:lnTo>
                  <a:lnTo>
                    <a:pt x="471479" y="48"/>
                  </a:lnTo>
                  <a:lnTo>
                    <a:pt x="463621" y="46"/>
                  </a:lnTo>
                  <a:lnTo>
                    <a:pt x="455763" y="44"/>
                  </a:lnTo>
                  <a:lnTo>
                    <a:pt x="447905" y="43"/>
                  </a:lnTo>
                  <a:lnTo>
                    <a:pt x="440047" y="42"/>
                  </a:lnTo>
                  <a:lnTo>
                    <a:pt x="432189" y="42"/>
                  </a:lnTo>
                  <a:lnTo>
                    <a:pt x="424331" y="39"/>
                  </a:lnTo>
                  <a:lnTo>
                    <a:pt x="416473" y="38"/>
                  </a:lnTo>
                  <a:lnTo>
                    <a:pt x="408615" y="36"/>
                  </a:lnTo>
                  <a:lnTo>
                    <a:pt x="400757" y="35"/>
                  </a:lnTo>
                  <a:lnTo>
                    <a:pt x="392899" y="34"/>
                  </a:lnTo>
                  <a:lnTo>
                    <a:pt x="385041" y="33"/>
                  </a:lnTo>
                  <a:lnTo>
                    <a:pt x="377183" y="32"/>
                  </a:lnTo>
                  <a:lnTo>
                    <a:pt x="369325" y="31"/>
                  </a:lnTo>
                  <a:lnTo>
                    <a:pt x="361467" y="30"/>
                  </a:lnTo>
                  <a:lnTo>
                    <a:pt x="353609" y="29"/>
                  </a:lnTo>
                  <a:lnTo>
                    <a:pt x="345751" y="27"/>
                  </a:lnTo>
                  <a:lnTo>
                    <a:pt x="337893" y="25"/>
                  </a:lnTo>
                  <a:lnTo>
                    <a:pt x="330035" y="23"/>
                  </a:lnTo>
                  <a:lnTo>
                    <a:pt x="322177" y="22"/>
                  </a:lnTo>
                  <a:lnTo>
                    <a:pt x="314319" y="23"/>
                  </a:lnTo>
                  <a:lnTo>
                    <a:pt x="306461" y="22"/>
                  </a:lnTo>
                  <a:lnTo>
                    <a:pt x="298603" y="21"/>
                  </a:lnTo>
                  <a:lnTo>
                    <a:pt x="290745" y="19"/>
                  </a:lnTo>
                  <a:lnTo>
                    <a:pt x="282887" y="20"/>
                  </a:lnTo>
                  <a:lnTo>
                    <a:pt x="275029" y="19"/>
                  </a:lnTo>
                  <a:lnTo>
                    <a:pt x="267171" y="17"/>
                  </a:lnTo>
                  <a:lnTo>
                    <a:pt x="259313" y="15"/>
                  </a:lnTo>
                  <a:lnTo>
                    <a:pt x="251455" y="14"/>
                  </a:lnTo>
                  <a:lnTo>
                    <a:pt x="243597" y="12"/>
                  </a:lnTo>
                  <a:lnTo>
                    <a:pt x="235739" y="13"/>
                  </a:lnTo>
                  <a:lnTo>
                    <a:pt x="227881" y="12"/>
                  </a:lnTo>
                  <a:lnTo>
                    <a:pt x="220023" y="11"/>
                  </a:lnTo>
                  <a:lnTo>
                    <a:pt x="212165" y="9"/>
                  </a:lnTo>
                  <a:lnTo>
                    <a:pt x="204307" y="6"/>
                  </a:lnTo>
                  <a:lnTo>
                    <a:pt x="196449" y="4"/>
                  </a:lnTo>
                  <a:lnTo>
                    <a:pt x="188591" y="8"/>
                  </a:lnTo>
                  <a:lnTo>
                    <a:pt x="180733" y="9"/>
                  </a:lnTo>
                  <a:lnTo>
                    <a:pt x="172875" y="9"/>
                  </a:lnTo>
                  <a:lnTo>
                    <a:pt x="165017" y="7"/>
                  </a:lnTo>
                  <a:lnTo>
                    <a:pt x="157159" y="7"/>
                  </a:lnTo>
                  <a:lnTo>
                    <a:pt x="149301" y="6"/>
                  </a:lnTo>
                  <a:lnTo>
                    <a:pt x="141443" y="6"/>
                  </a:lnTo>
                  <a:lnTo>
                    <a:pt x="133585" y="7"/>
                  </a:lnTo>
                  <a:lnTo>
                    <a:pt x="125727" y="6"/>
                  </a:lnTo>
                  <a:lnTo>
                    <a:pt x="117869" y="4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2"/>
                  </a:lnTo>
                  <a:lnTo>
                    <a:pt x="70721" y="5"/>
                  </a:lnTo>
                  <a:lnTo>
                    <a:pt x="62863" y="4"/>
                  </a:lnTo>
                  <a:lnTo>
                    <a:pt x="55005" y="5"/>
                  </a:lnTo>
                  <a:lnTo>
                    <a:pt x="47147" y="6"/>
                  </a:lnTo>
                  <a:lnTo>
                    <a:pt x="39289" y="5"/>
                  </a:lnTo>
                  <a:lnTo>
                    <a:pt x="31431" y="6"/>
                  </a:lnTo>
                  <a:lnTo>
                    <a:pt x="23573" y="6"/>
                  </a:lnTo>
                  <a:lnTo>
                    <a:pt x="15715" y="6"/>
                  </a:lnTo>
                  <a:lnTo>
                    <a:pt x="7857" y="8"/>
                  </a:lnTo>
                  <a:lnTo>
                    <a:pt x="0" y="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3608036" y="4834497"/>
              <a:ext cx="2035220" cy="4749"/>
            </a:xfrm>
            <a:custGeom>
              <a:avLst/>
              <a:pathLst>
                <a:path w="2035220" h="4749">
                  <a:moveTo>
                    <a:pt x="0" y="4749"/>
                  </a:moveTo>
                  <a:lnTo>
                    <a:pt x="7857" y="4747"/>
                  </a:lnTo>
                  <a:lnTo>
                    <a:pt x="15715" y="4744"/>
                  </a:lnTo>
                  <a:lnTo>
                    <a:pt x="23573" y="4742"/>
                  </a:lnTo>
                  <a:lnTo>
                    <a:pt x="31431" y="4739"/>
                  </a:lnTo>
                  <a:lnTo>
                    <a:pt x="39289" y="4737"/>
                  </a:lnTo>
                  <a:lnTo>
                    <a:pt x="47147" y="4734"/>
                  </a:lnTo>
                  <a:lnTo>
                    <a:pt x="55005" y="4732"/>
                  </a:lnTo>
                  <a:lnTo>
                    <a:pt x="62863" y="4729"/>
                  </a:lnTo>
                  <a:lnTo>
                    <a:pt x="70721" y="4727"/>
                  </a:lnTo>
                  <a:lnTo>
                    <a:pt x="78579" y="4724"/>
                  </a:lnTo>
                  <a:lnTo>
                    <a:pt x="86437" y="4722"/>
                  </a:lnTo>
                  <a:lnTo>
                    <a:pt x="94295" y="4719"/>
                  </a:lnTo>
                  <a:lnTo>
                    <a:pt x="102153" y="4716"/>
                  </a:lnTo>
                  <a:lnTo>
                    <a:pt x="110011" y="4714"/>
                  </a:lnTo>
                  <a:lnTo>
                    <a:pt x="117869" y="4711"/>
                  </a:lnTo>
                  <a:lnTo>
                    <a:pt x="125727" y="4708"/>
                  </a:lnTo>
                  <a:lnTo>
                    <a:pt x="133585" y="4705"/>
                  </a:lnTo>
                  <a:lnTo>
                    <a:pt x="141443" y="4702"/>
                  </a:lnTo>
                  <a:lnTo>
                    <a:pt x="149301" y="4700"/>
                  </a:lnTo>
                  <a:lnTo>
                    <a:pt x="157159" y="4697"/>
                  </a:lnTo>
                  <a:lnTo>
                    <a:pt x="165017" y="4694"/>
                  </a:lnTo>
                  <a:lnTo>
                    <a:pt x="172875" y="4691"/>
                  </a:lnTo>
                  <a:lnTo>
                    <a:pt x="180733" y="4687"/>
                  </a:lnTo>
                  <a:lnTo>
                    <a:pt x="188591" y="4684"/>
                  </a:lnTo>
                  <a:lnTo>
                    <a:pt x="196449" y="4681"/>
                  </a:lnTo>
                  <a:lnTo>
                    <a:pt x="204307" y="4678"/>
                  </a:lnTo>
                  <a:lnTo>
                    <a:pt x="212165" y="4675"/>
                  </a:lnTo>
                  <a:lnTo>
                    <a:pt x="220023" y="4672"/>
                  </a:lnTo>
                  <a:lnTo>
                    <a:pt x="227881" y="4668"/>
                  </a:lnTo>
                  <a:lnTo>
                    <a:pt x="235739" y="4665"/>
                  </a:lnTo>
                  <a:lnTo>
                    <a:pt x="243597" y="4662"/>
                  </a:lnTo>
                  <a:lnTo>
                    <a:pt x="251455" y="4658"/>
                  </a:lnTo>
                  <a:lnTo>
                    <a:pt x="259313" y="4655"/>
                  </a:lnTo>
                  <a:lnTo>
                    <a:pt x="267171" y="4651"/>
                  </a:lnTo>
                  <a:lnTo>
                    <a:pt x="275029" y="4647"/>
                  </a:lnTo>
                  <a:lnTo>
                    <a:pt x="282887" y="4644"/>
                  </a:lnTo>
                  <a:lnTo>
                    <a:pt x="290745" y="4640"/>
                  </a:lnTo>
                  <a:lnTo>
                    <a:pt x="298603" y="4637"/>
                  </a:lnTo>
                  <a:lnTo>
                    <a:pt x="306461" y="4633"/>
                  </a:lnTo>
                  <a:lnTo>
                    <a:pt x="314319" y="4629"/>
                  </a:lnTo>
                  <a:lnTo>
                    <a:pt x="322177" y="4625"/>
                  </a:lnTo>
                  <a:lnTo>
                    <a:pt x="330035" y="4621"/>
                  </a:lnTo>
                  <a:lnTo>
                    <a:pt x="337893" y="4617"/>
                  </a:lnTo>
                  <a:lnTo>
                    <a:pt x="345751" y="4613"/>
                  </a:lnTo>
                  <a:lnTo>
                    <a:pt x="353609" y="4609"/>
                  </a:lnTo>
                  <a:lnTo>
                    <a:pt x="361467" y="4605"/>
                  </a:lnTo>
                  <a:lnTo>
                    <a:pt x="369325" y="4601"/>
                  </a:lnTo>
                  <a:lnTo>
                    <a:pt x="377183" y="4597"/>
                  </a:lnTo>
                  <a:lnTo>
                    <a:pt x="385041" y="4593"/>
                  </a:lnTo>
                  <a:lnTo>
                    <a:pt x="392899" y="4588"/>
                  </a:lnTo>
                  <a:lnTo>
                    <a:pt x="400757" y="4584"/>
                  </a:lnTo>
                  <a:lnTo>
                    <a:pt x="408615" y="4580"/>
                  </a:lnTo>
                  <a:lnTo>
                    <a:pt x="416473" y="4575"/>
                  </a:lnTo>
                  <a:lnTo>
                    <a:pt x="424331" y="4571"/>
                  </a:lnTo>
                  <a:lnTo>
                    <a:pt x="432189" y="4566"/>
                  </a:lnTo>
                  <a:lnTo>
                    <a:pt x="440047" y="4561"/>
                  </a:lnTo>
                  <a:lnTo>
                    <a:pt x="447905" y="4557"/>
                  </a:lnTo>
                  <a:lnTo>
                    <a:pt x="455763" y="4552"/>
                  </a:lnTo>
                  <a:lnTo>
                    <a:pt x="463621" y="4547"/>
                  </a:lnTo>
                  <a:lnTo>
                    <a:pt x="471479" y="4542"/>
                  </a:lnTo>
                  <a:lnTo>
                    <a:pt x="479337" y="4537"/>
                  </a:lnTo>
                  <a:lnTo>
                    <a:pt x="487195" y="4532"/>
                  </a:lnTo>
                  <a:lnTo>
                    <a:pt x="495053" y="4527"/>
                  </a:lnTo>
                  <a:lnTo>
                    <a:pt x="502911" y="4522"/>
                  </a:lnTo>
                  <a:lnTo>
                    <a:pt x="510769" y="4517"/>
                  </a:lnTo>
                  <a:lnTo>
                    <a:pt x="518627" y="4512"/>
                  </a:lnTo>
                  <a:lnTo>
                    <a:pt x="526485" y="4506"/>
                  </a:lnTo>
                  <a:lnTo>
                    <a:pt x="534343" y="4501"/>
                  </a:lnTo>
                  <a:lnTo>
                    <a:pt x="542201" y="4495"/>
                  </a:lnTo>
                  <a:lnTo>
                    <a:pt x="550059" y="4490"/>
                  </a:lnTo>
                  <a:lnTo>
                    <a:pt x="557917" y="4484"/>
                  </a:lnTo>
                  <a:lnTo>
                    <a:pt x="565775" y="4479"/>
                  </a:lnTo>
                  <a:lnTo>
                    <a:pt x="573633" y="4473"/>
                  </a:lnTo>
                  <a:lnTo>
                    <a:pt x="581491" y="4467"/>
                  </a:lnTo>
                  <a:lnTo>
                    <a:pt x="589349" y="4461"/>
                  </a:lnTo>
                  <a:lnTo>
                    <a:pt x="597207" y="4455"/>
                  </a:lnTo>
                  <a:lnTo>
                    <a:pt x="605065" y="4449"/>
                  </a:lnTo>
                  <a:lnTo>
                    <a:pt x="612923" y="4443"/>
                  </a:lnTo>
                  <a:lnTo>
                    <a:pt x="620781" y="4436"/>
                  </a:lnTo>
                  <a:lnTo>
                    <a:pt x="628639" y="4430"/>
                  </a:lnTo>
                  <a:lnTo>
                    <a:pt x="636497" y="4424"/>
                  </a:lnTo>
                  <a:lnTo>
                    <a:pt x="644355" y="4418"/>
                  </a:lnTo>
                  <a:lnTo>
                    <a:pt x="652213" y="4411"/>
                  </a:lnTo>
                  <a:lnTo>
                    <a:pt x="660071" y="4404"/>
                  </a:lnTo>
                  <a:lnTo>
                    <a:pt x="667929" y="4397"/>
                  </a:lnTo>
                  <a:lnTo>
                    <a:pt x="675787" y="4390"/>
                  </a:lnTo>
                  <a:lnTo>
                    <a:pt x="683645" y="4383"/>
                  </a:lnTo>
                  <a:lnTo>
                    <a:pt x="691503" y="4376"/>
                  </a:lnTo>
                  <a:lnTo>
                    <a:pt x="699361" y="4369"/>
                  </a:lnTo>
                  <a:lnTo>
                    <a:pt x="707219" y="4362"/>
                  </a:lnTo>
                  <a:lnTo>
                    <a:pt x="715077" y="4355"/>
                  </a:lnTo>
                  <a:lnTo>
                    <a:pt x="722935" y="4347"/>
                  </a:lnTo>
                  <a:lnTo>
                    <a:pt x="730793" y="4340"/>
                  </a:lnTo>
                  <a:lnTo>
                    <a:pt x="738651" y="4332"/>
                  </a:lnTo>
                  <a:lnTo>
                    <a:pt x="746509" y="4324"/>
                  </a:lnTo>
                  <a:lnTo>
                    <a:pt x="754367" y="4316"/>
                  </a:lnTo>
                  <a:lnTo>
                    <a:pt x="762225" y="4308"/>
                  </a:lnTo>
                  <a:lnTo>
                    <a:pt x="770083" y="4300"/>
                  </a:lnTo>
                  <a:lnTo>
                    <a:pt x="777941" y="4292"/>
                  </a:lnTo>
                  <a:lnTo>
                    <a:pt x="785799" y="4284"/>
                  </a:lnTo>
                  <a:lnTo>
                    <a:pt x="793657" y="4276"/>
                  </a:lnTo>
                  <a:lnTo>
                    <a:pt x="801515" y="4267"/>
                  </a:lnTo>
                  <a:lnTo>
                    <a:pt x="809373" y="4258"/>
                  </a:lnTo>
                  <a:lnTo>
                    <a:pt x="817231" y="4250"/>
                  </a:lnTo>
                  <a:lnTo>
                    <a:pt x="825089" y="4241"/>
                  </a:lnTo>
                  <a:lnTo>
                    <a:pt x="832947" y="4232"/>
                  </a:lnTo>
                  <a:lnTo>
                    <a:pt x="840805" y="4223"/>
                  </a:lnTo>
                  <a:lnTo>
                    <a:pt x="848663" y="4214"/>
                  </a:lnTo>
                  <a:lnTo>
                    <a:pt x="856521" y="4204"/>
                  </a:lnTo>
                  <a:lnTo>
                    <a:pt x="864379" y="4195"/>
                  </a:lnTo>
                  <a:lnTo>
                    <a:pt x="872237" y="4185"/>
                  </a:lnTo>
                  <a:lnTo>
                    <a:pt x="880095" y="4175"/>
                  </a:lnTo>
                  <a:lnTo>
                    <a:pt x="887953" y="4165"/>
                  </a:lnTo>
                  <a:lnTo>
                    <a:pt x="895811" y="4155"/>
                  </a:lnTo>
                  <a:lnTo>
                    <a:pt x="903669" y="4145"/>
                  </a:lnTo>
                  <a:lnTo>
                    <a:pt x="911527" y="4135"/>
                  </a:lnTo>
                  <a:lnTo>
                    <a:pt x="919385" y="4125"/>
                  </a:lnTo>
                  <a:lnTo>
                    <a:pt x="927243" y="4114"/>
                  </a:lnTo>
                  <a:lnTo>
                    <a:pt x="935101" y="4104"/>
                  </a:lnTo>
                  <a:lnTo>
                    <a:pt x="942959" y="4093"/>
                  </a:lnTo>
                  <a:lnTo>
                    <a:pt x="950817" y="4082"/>
                  </a:lnTo>
                  <a:lnTo>
                    <a:pt x="958675" y="4072"/>
                  </a:lnTo>
                  <a:lnTo>
                    <a:pt x="966533" y="4060"/>
                  </a:lnTo>
                  <a:lnTo>
                    <a:pt x="974391" y="4049"/>
                  </a:lnTo>
                  <a:lnTo>
                    <a:pt x="982249" y="4037"/>
                  </a:lnTo>
                  <a:lnTo>
                    <a:pt x="990107" y="4026"/>
                  </a:lnTo>
                  <a:lnTo>
                    <a:pt x="997965" y="4015"/>
                  </a:lnTo>
                  <a:lnTo>
                    <a:pt x="1005823" y="4003"/>
                  </a:lnTo>
                  <a:lnTo>
                    <a:pt x="1013681" y="3991"/>
                  </a:lnTo>
                  <a:lnTo>
                    <a:pt x="1021539" y="3979"/>
                  </a:lnTo>
                  <a:lnTo>
                    <a:pt x="1029397" y="3967"/>
                  </a:lnTo>
                  <a:lnTo>
                    <a:pt x="1037254" y="3954"/>
                  </a:lnTo>
                  <a:lnTo>
                    <a:pt x="1045112" y="3941"/>
                  </a:lnTo>
                  <a:lnTo>
                    <a:pt x="1052970" y="3928"/>
                  </a:lnTo>
                  <a:lnTo>
                    <a:pt x="1060828" y="3915"/>
                  </a:lnTo>
                  <a:lnTo>
                    <a:pt x="1068686" y="3902"/>
                  </a:lnTo>
                  <a:lnTo>
                    <a:pt x="1076544" y="3888"/>
                  </a:lnTo>
                  <a:lnTo>
                    <a:pt x="1084402" y="3875"/>
                  </a:lnTo>
                  <a:lnTo>
                    <a:pt x="1092260" y="3861"/>
                  </a:lnTo>
                  <a:lnTo>
                    <a:pt x="1100118" y="3847"/>
                  </a:lnTo>
                  <a:lnTo>
                    <a:pt x="1107976" y="3834"/>
                  </a:lnTo>
                  <a:lnTo>
                    <a:pt x="1115834" y="3819"/>
                  </a:lnTo>
                  <a:lnTo>
                    <a:pt x="1123692" y="3804"/>
                  </a:lnTo>
                  <a:lnTo>
                    <a:pt x="1131550" y="3789"/>
                  </a:lnTo>
                  <a:lnTo>
                    <a:pt x="1139408" y="3774"/>
                  </a:lnTo>
                  <a:lnTo>
                    <a:pt x="1147266" y="3758"/>
                  </a:lnTo>
                  <a:lnTo>
                    <a:pt x="1155124" y="3742"/>
                  </a:lnTo>
                  <a:lnTo>
                    <a:pt x="1162982" y="3728"/>
                  </a:lnTo>
                  <a:lnTo>
                    <a:pt x="1170840" y="3712"/>
                  </a:lnTo>
                  <a:lnTo>
                    <a:pt x="1178698" y="3697"/>
                  </a:lnTo>
                  <a:lnTo>
                    <a:pt x="1186556" y="3680"/>
                  </a:lnTo>
                  <a:lnTo>
                    <a:pt x="1194414" y="3664"/>
                  </a:lnTo>
                  <a:lnTo>
                    <a:pt x="1202272" y="3648"/>
                  </a:lnTo>
                  <a:lnTo>
                    <a:pt x="1210130" y="3633"/>
                  </a:lnTo>
                  <a:lnTo>
                    <a:pt x="1217988" y="3616"/>
                  </a:lnTo>
                  <a:lnTo>
                    <a:pt x="1225846" y="3599"/>
                  </a:lnTo>
                  <a:lnTo>
                    <a:pt x="1233704" y="3582"/>
                  </a:lnTo>
                  <a:lnTo>
                    <a:pt x="1241562" y="3564"/>
                  </a:lnTo>
                  <a:lnTo>
                    <a:pt x="1249420" y="3547"/>
                  </a:lnTo>
                  <a:lnTo>
                    <a:pt x="1257278" y="3529"/>
                  </a:lnTo>
                  <a:lnTo>
                    <a:pt x="1265136" y="3511"/>
                  </a:lnTo>
                  <a:lnTo>
                    <a:pt x="1272994" y="3492"/>
                  </a:lnTo>
                  <a:lnTo>
                    <a:pt x="1280852" y="3474"/>
                  </a:lnTo>
                  <a:lnTo>
                    <a:pt x="1288710" y="3456"/>
                  </a:lnTo>
                  <a:lnTo>
                    <a:pt x="1296568" y="3437"/>
                  </a:lnTo>
                  <a:lnTo>
                    <a:pt x="1304426" y="3417"/>
                  </a:lnTo>
                  <a:lnTo>
                    <a:pt x="1312284" y="3398"/>
                  </a:lnTo>
                  <a:lnTo>
                    <a:pt x="1320142" y="3377"/>
                  </a:lnTo>
                  <a:lnTo>
                    <a:pt x="1328000" y="3356"/>
                  </a:lnTo>
                  <a:lnTo>
                    <a:pt x="1335858" y="3335"/>
                  </a:lnTo>
                  <a:lnTo>
                    <a:pt x="1343716" y="3314"/>
                  </a:lnTo>
                  <a:lnTo>
                    <a:pt x="1351574" y="3294"/>
                  </a:lnTo>
                  <a:lnTo>
                    <a:pt x="1359432" y="3274"/>
                  </a:lnTo>
                  <a:lnTo>
                    <a:pt x="1367290" y="3253"/>
                  </a:lnTo>
                  <a:lnTo>
                    <a:pt x="1375148" y="3230"/>
                  </a:lnTo>
                  <a:lnTo>
                    <a:pt x="1383006" y="3208"/>
                  </a:lnTo>
                  <a:lnTo>
                    <a:pt x="1390864" y="3186"/>
                  </a:lnTo>
                  <a:lnTo>
                    <a:pt x="1398722" y="3163"/>
                  </a:lnTo>
                  <a:lnTo>
                    <a:pt x="1406580" y="3139"/>
                  </a:lnTo>
                  <a:lnTo>
                    <a:pt x="1414438" y="3116"/>
                  </a:lnTo>
                  <a:lnTo>
                    <a:pt x="1422296" y="3094"/>
                  </a:lnTo>
                  <a:lnTo>
                    <a:pt x="1430154" y="3073"/>
                  </a:lnTo>
                  <a:lnTo>
                    <a:pt x="1438012" y="3049"/>
                  </a:lnTo>
                  <a:lnTo>
                    <a:pt x="1445870" y="3024"/>
                  </a:lnTo>
                  <a:lnTo>
                    <a:pt x="1453728" y="2999"/>
                  </a:lnTo>
                  <a:lnTo>
                    <a:pt x="1461586" y="2976"/>
                  </a:lnTo>
                  <a:lnTo>
                    <a:pt x="1469444" y="2951"/>
                  </a:lnTo>
                  <a:lnTo>
                    <a:pt x="1477302" y="2925"/>
                  </a:lnTo>
                  <a:lnTo>
                    <a:pt x="1485160" y="2900"/>
                  </a:lnTo>
                  <a:lnTo>
                    <a:pt x="1493018" y="2875"/>
                  </a:lnTo>
                  <a:lnTo>
                    <a:pt x="1500876" y="2849"/>
                  </a:lnTo>
                  <a:lnTo>
                    <a:pt x="1508734" y="2824"/>
                  </a:lnTo>
                  <a:lnTo>
                    <a:pt x="1516592" y="2795"/>
                  </a:lnTo>
                  <a:lnTo>
                    <a:pt x="1524450" y="2765"/>
                  </a:lnTo>
                  <a:lnTo>
                    <a:pt x="1532308" y="2735"/>
                  </a:lnTo>
                  <a:lnTo>
                    <a:pt x="1540166" y="2707"/>
                  </a:lnTo>
                  <a:lnTo>
                    <a:pt x="1548024" y="2680"/>
                  </a:lnTo>
                  <a:lnTo>
                    <a:pt x="1555882" y="2650"/>
                  </a:lnTo>
                  <a:lnTo>
                    <a:pt x="1563740" y="2619"/>
                  </a:lnTo>
                  <a:lnTo>
                    <a:pt x="1571598" y="2589"/>
                  </a:lnTo>
                  <a:lnTo>
                    <a:pt x="1579456" y="2558"/>
                  </a:lnTo>
                  <a:lnTo>
                    <a:pt x="1587314" y="2526"/>
                  </a:lnTo>
                  <a:lnTo>
                    <a:pt x="1595172" y="2496"/>
                  </a:lnTo>
                  <a:lnTo>
                    <a:pt x="1603030" y="2468"/>
                  </a:lnTo>
                  <a:lnTo>
                    <a:pt x="1610888" y="2437"/>
                  </a:lnTo>
                  <a:lnTo>
                    <a:pt x="1618746" y="2405"/>
                  </a:lnTo>
                  <a:lnTo>
                    <a:pt x="1626604" y="2374"/>
                  </a:lnTo>
                  <a:lnTo>
                    <a:pt x="1634462" y="2339"/>
                  </a:lnTo>
                  <a:lnTo>
                    <a:pt x="1642320" y="2305"/>
                  </a:lnTo>
                  <a:lnTo>
                    <a:pt x="1650178" y="2269"/>
                  </a:lnTo>
                  <a:lnTo>
                    <a:pt x="1658036" y="2234"/>
                  </a:lnTo>
                  <a:lnTo>
                    <a:pt x="1665894" y="2199"/>
                  </a:lnTo>
                  <a:lnTo>
                    <a:pt x="1673752" y="2163"/>
                  </a:lnTo>
                  <a:lnTo>
                    <a:pt x="1681610" y="2126"/>
                  </a:lnTo>
                  <a:lnTo>
                    <a:pt x="1689468" y="2092"/>
                  </a:lnTo>
                  <a:lnTo>
                    <a:pt x="1697326" y="2057"/>
                  </a:lnTo>
                  <a:lnTo>
                    <a:pt x="1705184" y="2023"/>
                  </a:lnTo>
                  <a:lnTo>
                    <a:pt x="1713042" y="1988"/>
                  </a:lnTo>
                  <a:lnTo>
                    <a:pt x="1720900" y="1951"/>
                  </a:lnTo>
                  <a:lnTo>
                    <a:pt x="1728758" y="1916"/>
                  </a:lnTo>
                  <a:lnTo>
                    <a:pt x="1736616" y="1879"/>
                  </a:lnTo>
                  <a:lnTo>
                    <a:pt x="1744474" y="1841"/>
                  </a:lnTo>
                  <a:lnTo>
                    <a:pt x="1752332" y="1801"/>
                  </a:lnTo>
                  <a:lnTo>
                    <a:pt x="1760190" y="1761"/>
                  </a:lnTo>
                  <a:lnTo>
                    <a:pt x="1768048" y="1723"/>
                  </a:lnTo>
                  <a:lnTo>
                    <a:pt x="1775906" y="1685"/>
                  </a:lnTo>
                  <a:lnTo>
                    <a:pt x="1783764" y="1641"/>
                  </a:lnTo>
                  <a:lnTo>
                    <a:pt x="1791622" y="1597"/>
                  </a:lnTo>
                  <a:lnTo>
                    <a:pt x="1799480" y="1553"/>
                  </a:lnTo>
                  <a:lnTo>
                    <a:pt x="1807338" y="1510"/>
                  </a:lnTo>
                  <a:lnTo>
                    <a:pt x="1815196" y="1467"/>
                  </a:lnTo>
                  <a:lnTo>
                    <a:pt x="1823054" y="1424"/>
                  </a:lnTo>
                  <a:lnTo>
                    <a:pt x="1830912" y="1378"/>
                  </a:lnTo>
                  <a:lnTo>
                    <a:pt x="1838770" y="1335"/>
                  </a:lnTo>
                  <a:lnTo>
                    <a:pt x="1846628" y="1289"/>
                  </a:lnTo>
                  <a:lnTo>
                    <a:pt x="1854486" y="1243"/>
                  </a:lnTo>
                  <a:lnTo>
                    <a:pt x="1862344" y="1196"/>
                  </a:lnTo>
                  <a:lnTo>
                    <a:pt x="1870202" y="1147"/>
                  </a:lnTo>
                  <a:lnTo>
                    <a:pt x="1878060" y="1095"/>
                  </a:lnTo>
                  <a:lnTo>
                    <a:pt x="1885918" y="1040"/>
                  </a:lnTo>
                  <a:lnTo>
                    <a:pt x="1893776" y="986"/>
                  </a:lnTo>
                  <a:lnTo>
                    <a:pt x="1901634" y="937"/>
                  </a:lnTo>
                  <a:lnTo>
                    <a:pt x="1909492" y="883"/>
                  </a:lnTo>
                  <a:lnTo>
                    <a:pt x="1917350" y="834"/>
                  </a:lnTo>
                  <a:lnTo>
                    <a:pt x="1925208" y="784"/>
                  </a:lnTo>
                  <a:lnTo>
                    <a:pt x="1933066" y="734"/>
                  </a:lnTo>
                  <a:lnTo>
                    <a:pt x="1940924" y="680"/>
                  </a:lnTo>
                  <a:lnTo>
                    <a:pt x="1948782" y="625"/>
                  </a:lnTo>
                  <a:lnTo>
                    <a:pt x="1956640" y="571"/>
                  </a:lnTo>
                  <a:lnTo>
                    <a:pt x="1964498" y="517"/>
                  </a:lnTo>
                  <a:lnTo>
                    <a:pt x="1972356" y="463"/>
                  </a:lnTo>
                  <a:lnTo>
                    <a:pt x="1980214" y="414"/>
                  </a:lnTo>
                  <a:lnTo>
                    <a:pt x="1988072" y="358"/>
                  </a:lnTo>
                  <a:lnTo>
                    <a:pt x="1995930" y="299"/>
                  </a:lnTo>
                  <a:lnTo>
                    <a:pt x="2003788" y="243"/>
                  </a:lnTo>
                  <a:lnTo>
                    <a:pt x="2011646" y="184"/>
                  </a:lnTo>
                  <a:lnTo>
                    <a:pt x="2019504" y="121"/>
                  </a:lnTo>
                  <a:lnTo>
                    <a:pt x="2027362" y="5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3608036" y="4838539"/>
              <a:ext cx="2035220" cy="802"/>
            </a:xfrm>
            <a:custGeom>
              <a:avLst/>
              <a:pathLst>
                <a:path w="2035220" h="802">
                  <a:moveTo>
                    <a:pt x="0" y="802"/>
                  </a:moveTo>
                  <a:lnTo>
                    <a:pt x="7857" y="801"/>
                  </a:lnTo>
                  <a:lnTo>
                    <a:pt x="15715" y="800"/>
                  </a:lnTo>
                  <a:lnTo>
                    <a:pt x="23573" y="799"/>
                  </a:lnTo>
                  <a:lnTo>
                    <a:pt x="31431" y="799"/>
                  </a:lnTo>
                  <a:lnTo>
                    <a:pt x="39289" y="798"/>
                  </a:lnTo>
                  <a:lnTo>
                    <a:pt x="47147" y="797"/>
                  </a:lnTo>
                  <a:lnTo>
                    <a:pt x="55005" y="796"/>
                  </a:lnTo>
                  <a:lnTo>
                    <a:pt x="62863" y="795"/>
                  </a:lnTo>
                  <a:lnTo>
                    <a:pt x="70721" y="795"/>
                  </a:lnTo>
                  <a:lnTo>
                    <a:pt x="78579" y="794"/>
                  </a:lnTo>
                  <a:lnTo>
                    <a:pt x="86437" y="793"/>
                  </a:lnTo>
                  <a:lnTo>
                    <a:pt x="94295" y="792"/>
                  </a:lnTo>
                  <a:lnTo>
                    <a:pt x="102153" y="791"/>
                  </a:lnTo>
                  <a:lnTo>
                    <a:pt x="110011" y="790"/>
                  </a:lnTo>
                  <a:lnTo>
                    <a:pt x="117869" y="790"/>
                  </a:lnTo>
                  <a:lnTo>
                    <a:pt x="125727" y="789"/>
                  </a:lnTo>
                  <a:lnTo>
                    <a:pt x="133585" y="788"/>
                  </a:lnTo>
                  <a:lnTo>
                    <a:pt x="141443" y="787"/>
                  </a:lnTo>
                  <a:lnTo>
                    <a:pt x="149301" y="786"/>
                  </a:lnTo>
                  <a:lnTo>
                    <a:pt x="157159" y="785"/>
                  </a:lnTo>
                  <a:lnTo>
                    <a:pt x="165017" y="784"/>
                  </a:lnTo>
                  <a:lnTo>
                    <a:pt x="172875" y="783"/>
                  </a:lnTo>
                  <a:lnTo>
                    <a:pt x="180733" y="782"/>
                  </a:lnTo>
                  <a:lnTo>
                    <a:pt x="188591" y="782"/>
                  </a:lnTo>
                  <a:lnTo>
                    <a:pt x="196449" y="780"/>
                  </a:lnTo>
                  <a:lnTo>
                    <a:pt x="204307" y="779"/>
                  </a:lnTo>
                  <a:lnTo>
                    <a:pt x="212165" y="779"/>
                  </a:lnTo>
                  <a:lnTo>
                    <a:pt x="220023" y="778"/>
                  </a:lnTo>
                  <a:lnTo>
                    <a:pt x="227881" y="777"/>
                  </a:lnTo>
                  <a:lnTo>
                    <a:pt x="235739" y="776"/>
                  </a:lnTo>
                  <a:lnTo>
                    <a:pt x="243597" y="775"/>
                  </a:lnTo>
                  <a:lnTo>
                    <a:pt x="251455" y="774"/>
                  </a:lnTo>
                  <a:lnTo>
                    <a:pt x="259313" y="772"/>
                  </a:lnTo>
                  <a:lnTo>
                    <a:pt x="267171" y="771"/>
                  </a:lnTo>
                  <a:lnTo>
                    <a:pt x="275029" y="770"/>
                  </a:lnTo>
                  <a:lnTo>
                    <a:pt x="282887" y="769"/>
                  </a:lnTo>
                  <a:lnTo>
                    <a:pt x="290745" y="768"/>
                  </a:lnTo>
                  <a:lnTo>
                    <a:pt x="298603" y="766"/>
                  </a:lnTo>
                  <a:lnTo>
                    <a:pt x="306461" y="765"/>
                  </a:lnTo>
                  <a:lnTo>
                    <a:pt x="314319" y="764"/>
                  </a:lnTo>
                  <a:lnTo>
                    <a:pt x="322177" y="763"/>
                  </a:lnTo>
                  <a:lnTo>
                    <a:pt x="330035" y="761"/>
                  </a:lnTo>
                  <a:lnTo>
                    <a:pt x="337893" y="760"/>
                  </a:lnTo>
                  <a:lnTo>
                    <a:pt x="345751" y="759"/>
                  </a:lnTo>
                  <a:lnTo>
                    <a:pt x="353609" y="758"/>
                  </a:lnTo>
                  <a:lnTo>
                    <a:pt x="361467" y="757"/>
                  </a:lnTo>
                  <a:lnTo>
                    <a:pt x="369325" y="755"/>
                  </a:lnTo>
                  <a:lnTo>
                    <a:pt x="377183" y="754"/>
                  </a:lnTo>
                  <a:lnTo>
                    <a:pt x="385041" y="753"/>
                  </a:lnTo>
                  <a:lnTo>
                    <a:pt x="392899" y="752"/>
                  </a:lnTo>
                  <a:lnTo>
                    <a:pt x="400757" y="751"/>
                  </a:lnTo>
                  <a:lnTo>
                    <a:pt x="408615" y="749"/>
                  </a:lnTo>
                  <a:lnTo>
                    <a:pt x="416473" y="748"/>
                  </a:lnTo>
                  <a:lnTo>
                    <a:pt x="424331" y="746"/>
                  </a:lnTo>
                  <a:lnTo>
                    <a:pt x="432189" y="745"/>
                  </a:lnTo>
                  <a:lnTo>
                    <a:pt x="440047" y="743"/>
                  </a:lnTo>
                  <a:lnTo>
                    <a:pt x="447905" y="742"/>
                  </a:lnTo>
                  <a:lnTo>
                    <a:pt x="455763" y="741"/>
                  </a:lnTo>
                  <a:lnTo>
                    <a:pt x="463621" y="739"/>
                  </a:lnTo>
                  <a:lnTo>
                    <a:pt x="471479" y="738"/>
                  </a:lnTo>
                  <a:lnTo>
                    <a:pt x="479337" y="736"/>
                  </a:lnTo>
                  <a:lnTo>
                    <a:pt x="487195" y="735"/>
                  </a:lnTo>
                  <a:lnTo>
                    <a:pt x="495053" y="733"/>
                  </a:lnTo>
                  <a:lnTo>
                    <a:pt x="502911" y="732"/>
                  </a:lnTo>
                  <a:lnTo>
                    <a:pt x="510769" y="730"/>
                  </a:lnTo>
                  <a:lnTo>
                    <a:pt x="518627" y="729"/>
                  </a:lnTo>
                  <a:lnTo>
                    <a:pt x="526485" y="728"/>
                  </a:lnTo>
                  <a:lnTo>
                    <a:pt x="534343" y="727"/>
                  </a:lnTo>
                  <a:lnTo>
                    <a:pt x="542201" y="725"/>
                  </a:lnTo>
                  <a:lnTo>
                    <a:pt x="550059" y="724"/>
                  </a:lnTo>
                  <a:lnTo>
                    <a:pt x="557917" y="723"/>
                  </a:lnTo>
                  <a:lnTo>
                    <a:pt x="565775" y="721"/>
                  </a:lnTo>
                  <a:lnTo>
                    <a:pt x="573633" y="720"/>
                  </a:lnTo>
                  <a:lnTo>
                    <a:pt x="581491" y="718"/>
                  </a:lnTo>
                  <a:lnTo>
                    <a:pt x="589349" y="717"/>
                  </a:lnTo>
                  <a:lnTo>
                    <a:pt x="597207" y="715"/>
                  </a:lnTo>
                  <a:lnTo>
                    <a:pt x="605065" y="714"/>
                  </a:lnTo>
                  <a:lnTo>
                    <a:pt x="612923" y="712"/>
                  </a:lnTo>
                  <a:lnTo>
                    <a:pt x="620781" y="710"/>
                  </a:lnTo>
                  <a:lnTo>
                    <a:pt x="628639" y="709"/>
                  </a:lnTo>
                  <a:lnTo>
                    <a:pt x="636497" y="707"/>
                  </a:lnTo>
                  <a:lnTo>
                    <a:pt x="644355" y="705"/>
                  </a:lnTo>
                  <a:lnTo>
                    <a:pt x="652213" y="704"/>
                  </a:lnTo>
                  <a:lnTo>
                    <a:pt x="660071" y="701"/>
                  </a:lnTo>
                  <a:lnTo>
                    <a:pt x="667929" y="700"/>
                  </a:lnTo>
                  <a:lnTo>
                    <a:pt x="675787" y="699"/>
                  </a:lnTo>
                  <a:lnTo>
                    <a:pt x="683645" y="697"/>
                  </a:lnTo>
                  <a:lnTo>
                    <a:pt x="691503" y="695"/>
                  </a:lnTo>
                  <a:lnTo>
                    <a:pt x="699361" y="694"/>
                  </a:lnTo>
                  <a:lnTo>
                    <a:pt x="707219" y="692"/>
                  </a:lnTo>
                  <a:lnTo>
                    <a:pt x="715077" y="690"/>
                  </a:lnTo>
                  <a:lnTo>
                    <a:pt x="722935" y="688"/>
                  </a:lnTo>
                  <a:lnTo>
                    <a:pt x="730793" y="686"/>
                  </a:lnTo>
                  <a:lnTo>
                    <a:pt x="738651" y="685"/>
                  </a:lnTo>
                  <a:lnTo>
                    <a:pt x="746509" y="683"/>
                  </a:lnTo>
                  <a:lnTo>
                    <a:pt x="754367" y="681"/>
                  </a:lnTo>
                  <a:lnTo>
                    <a:pt x="762225" y="679"/>
                  </a:lnTo>
                  <a:lnTo>
                    <a:pt x="770083" y="677"/>
                  </a:lnTo>
                  <a:lnTo>
                    <a:pt x="777941" y="675"/>
                  </a:lnTo>
                  <a:lnTo>
                    <a:pt x="785799" y="672"/>
                  </a:lnTo>
                  <a:lnTo>
                    <a:pt x="793657" y="670"/>
                  </a:lnTo>
                  <a:lnTo>
                    <a:pt x="801515" y="667"/>
                  </a:lnTo>
                  <a:lnTo>
                    <a:pt x="809373" y="665"/>
                  </a:lnTo>
                  <a:lnTo>
                    <a:pt x="817231" y="664"/>
                  </a:lnTo>
                  <a:lnTo>
                    <a:pt x="825089" y="662"/>
                  </a:lnTo>
                  <a:lnTo>
                    <a:pt x="832947" y="660"/>
                  </a:lnTo>
                  <a:lnTo>
                    <a:pt x="840805" y="659"/>
                  </a:lnTo>
                  <a:lnTo>
                    <a:pt x="848663" y="656"/>
                  </a:lnTo>
                  <a:lnTo>
                    <a:pt x="856521" y="653"/>
                  </a:lnTo>
                  <a:lnTo>
                    <a:pt x="864379" y="652"/>
                  </a:lnTo>
                  <a:lnTo>
                    <a:pt x="872237" y="651"/>
                  </a:lnTo>
                  <a:lnTo>
                    <a:pt x="880095" y="648"/>
                  </a:lnTo>
                  <a:lnTo>
                    <a:pt x="887953" y="646"/>
                  </a:lnTo>
                  <a:lnTo>
                    <a:pt x="895811" y="643"/>
                  </a:lnTo>
                  <a:lnTo>
                    <a:pt x="903669" y="641"/>
                  </a:lnTo>
                  <a:lnTo>
                    <a:pt x="911527" y="639"/>
                  </a:lnTo>
                  <a:lnTo>
                    <a:pt x="919385" y="637"/>
                  </a:lnTo>
                  <a:lnTo>
                    <a:pt x="927243" y="635"/>
                  </a:lnTo>
                  <a:lnTo>
                    <a:pt x="935101" y="632"/>
                  </a:lnTo>
                  <a:lnTo>
                    <a:pt x="942959" y="629"/>
                  </a:lnTo>
                  <a:lnTo>
                    <a:pt x="950817" y="627"/>
                  </a:lnTo>
                  <a:lnTo>
                    <a:pt x="958675" y="624"/>
                  </a:lnTo>
                  <a:lnTo>
                    <a:pt x="966533" y="622"/>
                  </a:lnTo>
                  <a:lnTo>
                    <a:pt x="974391" y="620"/>
                  </a:lnTo>
                  <a:lnTo>
                    <a:pt x="982249" y="617"/>
                  </a:lnTo>
                  <a:lnTo>
                    <a:pt x="990107" y="614"/>
                  </a:lnTo>
                  <a:lnTo>
                    <a:pt x="997965" y="612"/>
                  </a:lnTo>
                  <a:lnTo>
                    <a:pt x="1005823" y="608"/>
                  </a:lnTo>
                  <a:lnTo>
                    <a:pt x="1013681" y="606"/>
                  </a:lnTo>
                  <a:lnTo>
                    <a:pt x="1021539" y="604"/>
                  </a:lnTo>
                  <a:lnTo>
                    <a:pt x="1029397" y="602"/>
                  </a:lnTo>
                  <a:lnTo>
                    <a:pt x="1037254" y="600"/>
                  </a:lnTo>
                  <a:lnTo>
                    <a:pt x="1045112" y="597"/>
                  </a:lnTo>
                  <a:lnTo>
                    <a:pt x="1052970" y="593"/>
                  </a:lnTo>
                  <a:lnTo>
                    <a:pt x="1060828" y="590"/>
                  </a:lnTo>
                  <a:lnTo>
                    <a:pt x="1068686" y="588"/>
                  </a:lnTo>
                  <a:lnTo>
                    <a:pt x="1076544" y="586"/>
                  </a:lnTo>
                  <a:lnTo>
                    <a:pt x="1084402" y="583"/>
                  </a:lnTo>
                  <a:lnTo>
                    <a:pt x="1092260" y="581"/>
                  </a:lnTo>
                  <a:lnTo>
                    <a:pt x="1100118" y="579"/>
                  </a:lnTo>
                  <a:lnTo>
                    <a:pt x="1107976" y="576"/>
                  </a:lnTo>
                  <a:lnTo>
                    <a:pt x="1115834" y="573"/>
                  </a:lnTo>
                  <a:lnTo>
                    <a:pt x="1123692" y="569"/>
                  </a:lnTo>
                  <a:lnTo>
                    <a:pt x="1131550" y="566"/>
                  </a:lnTo>
                  <a:lnTo>
                    <a:pt x="1139408" y="563"/>
                  </a:lnTo>
                  <a:lnTo>
                    <a:pt x="1147266" y="559"/>
                  </a:lnTo>
                  <a:lnTo>
                    <a:pt x="1155124" y="556"/>
                  </a:lnTo>
                  <a:lnTo>
                    <a:pt x="1162982" y="553"/>
                  </a:lnTo>
                  <a:lnTo>
                    <a:pt x="1170840" y="551"/>
                  </a:lnTo>
                  <a:lnTo>
                    <a:pt x="1178698" y="548"/>
                  </a:lnTo>
                  <a:lnTo>
                    <a:pt x="1186556" y="545"/>
                  </a:lnTo>
                  <a:lnTo>
                    <a:pt x="1194414" y="542"/>
                  </a:lnTo>
                  <a:lnTo>
                    <a:pt x="1202272" y="539"/>
                  </a:lnTo>
                  <a:lnTo>
                    <a:pt x="1210130" y="534"/>
                  </a:lnTo>
                  <a:lnTo>
                    <a:pt x="1217988" y="530"/>
                  </a:lnTo>
                  <a:lnTo>
                    <a:pt x="1225846" y="527"/>
                  </a:lnTo>
                  <a:lnTo>
                    <a:pt x="1233704" y="524"/>
                  </a:lnTo>
                  <a:lnTo>
                    <a:pt x="1241562" y="522"/>
                  </a:lnTo>
                  <a:lnTo>
                    <a:pt x="1249420" y="519"/>
                  </a:lnTo>
                  <a:lnTo>
                    <a:pt x="1257278" y="516"/>
                  </a:lnTo>
                  <a:lnTo>
                    <a:pt x="1265136" y="514"/>
                  </a:lnTo>
                  <a:lnTo>
                    <a:pt x="1272994" y="511"/>
                  </a:lnTo>
                  <a:lnTo>
                    <a:pt x="1280852" y="507"/>
                  </a:lnTo>
                  <a:lnTo>
                    <a:pt x="1288710" y="504"/>
                  </a:lnTo>
                  <a:lnTo>
                    <a:pt x="1296568" y="501"/>
                  </a:lnTo>
                  <a:lnTo>
                    <a:pt x="1304426" y="498"/>
                  </a:lnTo>
                  <a:lnTo>
                    <a:pt x="1312284" y="495"/>
                  </a:lnTo>
                  <a:lnTo>
                    <a:pt x="1320142" y="492"/>
                  </a:lnTo>
                  <a:lnTo>
                    <a:pt x="1328000" y="488"/>
                  </a:lnTo>
                  <a:lnTo>
                    <a:pt x="1335858" y="485"/>
                  </a:lnTo>
                  <a:lnTo>
                    <a:pt x="1343716" y="482"/>
                  </a:lnTo>
                  <a:lnTo>
                    <a:pt x="1351574" y="478"/>
                  </a:lnTo>
                  <a:lnTo>
                    <a:pt x="1359432" y="474"/>
                  </a:lnTo>
                  <a:lnTo>
                    <a:pt x="1367290" y="469"/>
                  </a:lnTo>
                  <a:lnTo>
                    <a:pt x="1375148" y="466"/>
                  </a:lnTo>
                  <a:lnTo>
                    <a:pt x="1383006" y="463"/>
                  </a:lnTo>
                  <a:lnTo>
                    <a:pt x="1390864" y="461"/>
                  </a:lnTo>
                  <a:lnTo>
                    <a:pt x="1398722" y="457"/>
                  </a:lnTo>
                  <a:lnTo>
                    <a:pt x="1406580" y="453"/>
                  </a:lnTo>
                  <a:lnTo>
                    <a:pt x="1414438" y="449"/>
                  </a:lnTo>
                  <a:lnTo>
                    <a:pt x="1422296" y="445"/>
                  </a:lnTo>
                  <a:lnTo>
                    <a:pt x="1430154" y="442"/>
                  </a:lnTo>
                  <a:lnTo>
                    <a:pt x="1438012" y="438"/>
                  </a:lnTo>
                  <a:lnTo>
                    <a:pt x="1445870" y="434"/>
                  </a:lnTo>
                  <a:lnTo>
                    <a:pt x="1453728" y="429"/>
                  </a:lnTo>
                  <a:lnTo>
                    <a:pt x="1461586" y="425"/>
                  </a:lnTo>
                  <a:lnTo>
                    <a:pt x="1469444" y="421"/>
                  </a:lnTo>
                  <a:lnTo>
                    <a:pt x="1477302" y="418"/>
                  </a:lnTo>
                  <a:lnTo>
                    <a:pt x="1485160" y="412"/>
                  </a:lnTo>
                  <a:lnTo>
                    <a:pt x="1493018" y="408"/>
                  </a:lnTo>
                  <a:lnTo>
                    <a:pt x="1500876" y="402"/>
                  </a:lnTo>
                  <a:lnTo>
                    <a:pt x="1508734" y="397"/>
                  </a:lnTo>
                  <a:lnTo>
                    <a:pt x="1516592" y="393"/>
                  </a:lnTo>
                  <a:lnTo>
                    <a:pt x="1524450" y="387"/>
                  </a:lnTo>
                  <a:lnTo>
                    <a:pt x="1532308" y="382"/>
                  </a:lnTo>
                  <a:lnTo>
                    <a:pt x="1540166" y="377"/>
                  </a:lnTo>
                  <a:lnTo>
                    <a:pt x="1548024" y="372"/>
                  </a:lnTo>
                  <a:lnTo>
                    <a:pt x="1555882" y="367"/>
                  </a:lnTo>
                  <a:lnTo>
                    <a:pt x="1563740" y="363"/>
                  </a:lnTo>
                  <a:lnTo>
                    <a:pt x="1571598" y="358"/>
                  </a:lnTo>
                  <a:lnTo>
                    <a:pt x="1579456" y="353"/>
                  </a:lnTo>
                  <a:lnTo>
                    <a:pt x="1587314" y="349"/>
                  </a:lnTo>
                  <a:lnTo>
                    <a:pt x="1595172" y="345"/>
                  </a:lnTo>
                  <a:lnTo>
                    <a:pt x="1603030" y="341"/>
                  </a:lnTo>
                  <a:lnTo>
                    <a:pt x="1610888" y="336"/>
                  </a:lnTo>
                  <a:lnTo>
                    <a:pt x="1618746" y="330"/>
                  </a:lnTo>
                  <a:lnTo>
                    <a:pt x="1626604" y="326"/>
                  </a:lnTo>
                  <a:lnTo>
                    <a:pt x="1634462" y="322"/>
                  </a:lnTo>
                  <a:lnTo>
                    <a:pt x="1642320" y="317"/>
                  </a:lnTo>
                  <a:lnTo>
                    <a:pt x="1650178" y="313"/>
                  </a:lnTo>
                  <a:lnTo>
                    <a:pt x="1658036" y="308"/>
                  </a:lnTo>
                  <a:lnTo>
                    <a:pt x="1665894" y="303"/>
                  </a:lnTo>
                  <a:lnTo>
                    <a:pt x="1673752" y="298"/>
                  </a:lnTo>
                  <a:lnTo>
                    <a:pt x="1681610" y="293"/>
                  </a:lnTo>
                  <a:lnTo>
                    <a:pt x="1689468" y="289"/>
                  </a:lnTo>
                  <a:lnTo>
                    <a:pt x="1697326" y="284"/>
                  </a:lnTo>
                  <a:lnTo>
                    <a:pt x="1705184" y="279"/>
                  </a:lnTo>
                  <a:lnTo>
                    <a:pt x="1713042" y="273"/>
                  </a:lnTo>
                  <a:lnTo>
                    <a:pt x="1720900" y="267"/>
                  </a:lnTo>
                  <a:lnTo>
                    <a:pt x="1728758" y="261"/>
                  </a:lnTo>
                  <a:lnTo>
                    <a:pt x="1736616" y="255"/>
                  </a:lnTo>
                  <a:lnTo>
                    <a:pt x="1744474" y="250"/>
                  </a:lnTo>
                  <a:lnTo>
                    <a:pt x="1752332" y="245"/>
                  </a:lnTo>
                  <a:lnTo>
                    <a:pt x="1760190" y="239"/>
                  </a:lnTo>
                  <a:lnTo>
                    <a:pt x="1768048" y="233"/>
                  </a:lnTo>
                  <a:lnTo>
                    <a:pt x="1775906" y="227"/>
                  </a:lnTo>
                  <a:lnTo>
                    <a:pt x="1783764" y="222"/>
                  </a:lnTo>
                  <a:lnTo>
                    <a:pt x="1791622" y="216"/>
                  </a:lnTo>
                  <a:lnTo>
                    <a:pt x="1799480" y="211"/>
                  </a:lnTo>
                  <a:lnTo>
                    <a:pt x="1807338" y="204"/>
                  </a:lnTo>
                  <a:lnTo>
                    <a:pt x="1815196" y="199"/>
                  </a:lnTo>
                  <a:lnTo>
                    <a:pt x="1823054" y="192"/>
                  </a:lnTo>
                  <a:lnTo>
                    <a:pt x="1830912" y="186"/>
                  </a:lnTo>
                  <a:lnTo>
                    <a:pt x="1838770" y="180"/>
                  </a:lnTo>
                  <a:lnTo>
                    <a:pt x="1846628" y="174"/>
                  </a:lnTo>
                  <a:lnTo>
                    <a:pt x="1854486" y="167"/>
                  </a:lnTo>
                  <a:lnTo>
                    <a:pt x="1862344" y="161"/>
                  </a:lnTo>
                  <a:lnTo>
                    <a:pt x="1870202" y="155"/>
                  </a:lnTo>
                  <a:lnTo>
                    <a:pt x="1878060" y="149"/>
                  </a:lnTo>
                  <a:lnTo>
                    <a:pt x="1885918" y="144"/>
                  </a:lnTo>
                  <a:lnTo>
                    <a:pt x="1893776" y="138"/>
                  </a:lnTo>
                  <a:lnTo>
                    <a:pt x="1901634" y="130"/>
                  </a:lnTo>
                  <a:lnTo>
                    <a:pt x="1909492" y="123"/>
                  </a:lnTo>
                  <a:lnTo>
                    <a:pt x="1917350" y="115"/>
                  </a:lnTo>
                  <a:lnTo>
                    <a:pt x="1925208" y="109"/>
                  </a:lnTo>
                  <a:lnTo>
                    <a:pt x="1933066" y="102"/>
                  </a:lnTo>
                  <a:lnTo>
                    <a:pt x="1940924" y="95"/>
                  </a:lnTo>
                  <a:lnTo>
                    <a:pt x="1948782" y="87"/>
                  </a:lnTo>
                  <a:lnTo>
                    <a:pt x="1956640" y="79"/>
                  </a:lnTo>
                  <a:lnTo>
                    <a:pt x="1964498" y="73"/>
                  </a:lnTo>
                  <a:lnTo>
                    <a:pt x="1972356" y="65"/>
                  </a:lnTo>
                  <a:lnTo>
                    <a:pt x="1980214" y="55"/>
                  </a:lnTo>
                  <a:lnTo>
                    <a:pt x="1988072" y="47"/>
                  </a:lnTo>
                  <a:lnTo>
                    <a:pt x="1995930" y="39"/>
                  </a:lnTo>
                  <a:lnTo>
                    <a:pt x="2003788" y="31"/>
                  </a:lnTo>
                  <a:lnTo>
                    <a:pt x="2011646" y="23"/>
                  </a:lnTo>
                  <a:lnTo>
                    <a:pt x="2019504" y="16"/>
                  </a:lnTo>
                  <a:lnTo>
                    <a:pt x="2027362" y="7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3608036" y="4839251"/>
              <a:ext cx="2035220" cy="174"/>
            </a:xfrm>
            <a:custGeom>
              <a:avLst/>
              <a:pathLst>
                <a:path w="2035220" h="174">
                  <a:moveTo>
                    <a:pt x="0" y="0"/>
                  </a:moveTo>
                  <a:lnTo>
                    <a:pt x="7857" y="2"/>
                  </a:lnTo>
                  <a:lnTo>
                    <a:pt x="15715" y="4"/>
                  </a:lnTo>
                  <a:lnTo>
                    <a:pt x="23573" y="6"/>
                  </a:lnTo>
                  <a:lnTo>
                    <a:pt x="31431" y="8"/>
                  </a:lnTo>
                  <a:lnTo>
                    <a:pt x="39289" y="10"/>
                  </a:lnTo>
                  <a:lnTo>
                    <a:pt x="47147" y="13"/>
                  </a:lnTo>
                  <a:lnTo>
                    <a:pt x="55005" y="15"/>
                  </a:lnTo>
                  <a:lnTo>
                    <a:pt x="62863" y="17"/>
                  </a:lnTo>
                  <a:lnTo>
                    <a:pt x="70721" y="19"/>
                  </a:lnTo>
                  <a:lnTo>
                    <a:pt x="78579" y="21"/>
                  </a:lnTo>
                  <a:lnTo>
                    <a:pt x="86437" y="23"/>
                  </a:lnTo>
                  <a:lnTo>
                    <a:pt x="94295" y="24"/>
                  </a:lnTo>
                  <a:lnTo>
                    <a:pt x="102153" y="27"/>
                  </a:lnTo>
                  <a:lnTo>
                    <a:pt x="110011" y="29"/>
                  </a:lnTo>
                  <a:lnTo>
                    <a:pt x="117869" y="30"/>
                  </a:lnTo>
                  <a:lnTo>
                    <a:pt x="125727" y="33"/>
                  </a:lnTo>
                  <a:lnTo>
                    <a:pt x="133585" y="34"/>
                  </a:lnTo>
                  <a:lnTo>
                    <a:pt x="141443" y="36"/>
                  </a:lnTo>
                  <a:lnTo>
                    <a:pt x="149301" y="38"/>
                  </a:lnTo>
                  <a:lnTo>
                    <a:pt x="157159" y="39"/>
                  </a:lnTo>
                  <a:lnTo>
                    <a:pt x="165017" y="40"/>
                  </a:lnTo>
                  <a:lnTo>
                    <a:pt x="172875" y="42"/>
                  </a:lnTo>
                  <a:lnTo>
                    <a:pt x="180733" y="43"/>
                  </a:lnTo>
                  <a:lnTo>
                    <a:pt x="188591" y="45"/>
                  </a:lnTo>
                  <a:lnTo>
                    <a:pt x="196449" y="46"/>
                  </a:lnTo>
                  <a:lnTo>
                    <a:pt x="204307" y="47"/>
                  </a:lnTo>
                  <a:lnTo>
                    <a:pt x="212165" y="49"/>
                  </a:lnTo>
                  <a:lnTo>
                    <a:pt x="220023" y="50"/>
                  </a:lnTo>
                  <a:lnTo>
                    <a:pt x="227881" y="52"/>
                  </a:lnTo>
                  <a:lnTo>
                    <a:pt x="235739" y="53"/>
                  </a:lnTo>
                  <a:lnTo>
                    <a:pt x="243597" y="54"/>
                  </a:lnTo>
                  <a:lnTo>
                    <a:pt x="251455" y="56"/>
                  </a:lnTo>
                  <a:lnTo>
                    <a:pt x="259313" y="58"/>
                  </a:lnTo>
                  <a:lnTo>
                    <a:pt x="267171" y="59"/>
                  </a:lnTo>
                  <a:lnTo>
                    <a:pt x="275029" y="61"/>
                  </a:lnTo>
                  <a:lnTo>
                    <a:pt x="282887" y="62"/>
                  </a:lnTo>
                  <a:lnTo>
                    <a:pt x="290745" y="64"/>
                  </a:lnTo>
                  <a:lnTo>
                    <a:pt x="298603" y="65"/>
                  </a:lnTo>
                  <a:lnTo>
                    <a:pt x="306461" y="66"/>
                  </a:lnTo>
                  <a:lnTo>
                    <a:pt x="314319" y="67"/>
                  </a:lnTo>
                  <a:lnTo>
                    <a:pt x="322177" y="68"/>
                  </a:lnTo>
                  <a:lnTo>
                    <a:pt x="330035" y="69"/>
                  </a:lnTo>
                  <a:lnTo>
                    <a:pt x="337893" y="71"/>
                  </a:lnTo>
                  <a:lnTo>
                    <a:pt x="345751" y="72"/>
                  </a:lnTo>
                  <a:lnTo>
                    <a:pt x="353609" y="74"/>
                  </a:lnTo>
                  <a:lnTo>
                    <a:pt x="361467" y="75"/>
                  </a:lnTo>
                  <a:lnTo>
                    <a:pt x="369325" y="76"/>
                  </a:lnTo>
                  <a:lnTo>
                    <a:pt x="377183" y="77"/>
                  </a:lnTo>
                  <a:lnTo>
                    <a:pt x="385041" y="78"/>
                  </a:lnTo>
                  <a:lnTo>
                    <a:pt x="392899" y="80"/>
                  </a:lnTo>
                  <a:lnTo>
                    <a:pt x="400757" y="80"/>
                  </a:lnTo>
                  <a:lnTo>
                    <a:pt x="408615" y="82"/>
                  </a:lnTo>
                  <a:lnTo>
                    <a:pt x="416473" y="83"/>
                  </a:lnTo>
                  <a:lnTo>
                    <a:pt x="424331" y="84"/>
                  </a:lnTo>
                  <a:lnTo>
                    <a:pt x="432189" y="85"/>
                  </a:lnTo>
                  <a:lnTo>
                    <a:pt x="440047" y="86"/>
                  </a:lnTo>
                  <a:lnTo>
                    <a:pt x="447905" y="87"/>
                  </a:lnTo>
                  <a:lnTo>
                    <a:pt x="455763" y="88"/>
                  </a:lnTo>
                  <a:lnTo>
                    <a:pt x="463621" y="89"/>
                  </a:lnTo>
                  <a:lnTo>
                    <a:pt x="471479" y="90"/>
                  </a:lnTo>
                  <a:lnTo>
                    <a:pt x="479337" y="91"/>
                  </a:lnTo>
                  <a:lnTo>
                    <a:pt x="487195" y="92"/>
                  </a:lnTo>
                  <a:lnTo>
                    <a:pt x="495053" y="93"/>
                  </a:lnTo>
                  <a:lnTo>
                    <a:pt x="502911" y="94"/>
                  </a:lnTo>
                  <a:lnTo>
                    <a:pt x="510769" y="95"/>
                  </a:lnTo>
                  <a:lnTo>
                    <a:pt x="518627" y="96"/>
                  </a:lnTo>
                  <a:lnTo>
                    <a:pt x="526485" y="97"/>
                  </a:lnTo>
                  <a:lnTo>
                    <a:pt x="534343" y="98"/>
                  </a:lnTo>
                  <a:lnTo>
                    <a:pt x="542201" y="99"/>
                  </a:lnTo>
                  <a:lnTo>
                    <a:pt x="550059" y="100"/>
                  </a:lnTo>
                  <a:lnTo>
                    <a:pt x="557917" y="101"/>
                  </a:lnTo>
                  <a:lnTo>
                    <a:pt x="565775" y="102"/>
                  </a:lnTo>
                  <a:lnTo>
                    <a:pt x="573633" y="104"/>
                  </a:lnTo>
                  <a:lnTo>
                    <a:pt x="581491" y="104"/>
                  </a:lnTo>
                  <a:lnTo>
                    <a:pt x="589349" y="105"/>
                  </a:lnTo>
                  <a:lnTo>
                    <a:pt x="597207" y="106"/>
                  </a:lnTo>
                  <a:lnTo>
                    <a:pt x="605065" y="107"/>
                  </a:lnTo>
                  <a:lnTo>
                    <a:pt x="612923" y="108"/>
                  </a:lnTo>
                  <a:lnTo>
                    <a:pt x="620781" y="109"/>
                  </a:lnTo>
                  <a:lnTo>
                    <a:pt x="628639" y="110"/>
                  </a:lnTo>
                  <a:lnTo>
                    <a:pt x="636497" y="111"/>
                  </a:lnTo>
                  <a:lnTo>
                    <a:pt x="644355" y="112"/>
                  </a:lnTo>
                  <a:lnTo>
                    <a:pt x="652213" y="113"/>
                  </a:lnTo>
                  <a:lnTo>
                    <a:pt x="660071" y="114"/>
                  </a:lnTo>
                  <a:lnTo>
                    <a:pt x="667929" y="115"/>
                  </a:lnTo>
                  <a:lnTo>
                    <a:pt x="675787" y="115"/>
                  </a:lnTo>
                  <a:lnTo>
                    <a:pt x="683645" y="116"/>
                  </a:lnTo>
                  <a:lnTo>
                    <a:pt x="691503" y="117"/>
                  </a:lnTo>
                  <a:lnTo>
                    <a:pt x="699361" y="118"/>
                  </a:lnTo>
                  <a:lnTo>
                    <a:pt x="707219" y="118"/>
                  </a:lnTo>
                  <a:lnTo>
                    <a:pt x="715077" y="119"/>
                  </a:lnTo>
                  <a:lnTo>
                    <a:pt x="722935" y="120"/>
                  </a:lnTo>
                  <a:lnTo>
                    <a:pt x="730793" y="121"/>
                  </a:lnTo>
                  <a:lnTo>
                    <a:pt x="738651" y="121"/>
                  </a:lnTo>
                  <a:lnTo>
                    <a:pt x="746509" y="122"/>
                  </a:lnTo>
                  <a:lnTo>
                    <a:pt x="754367" y="123"/>
                  </a:lnTo>
                  <a:lnTo>
                    <a:pt x="762225" y="123"/>
                  </a:lnTo>
                  <a:lnTo>
                    <a:pt x="770083" y="124"/>
                  </a:lnTo>
                  <a:lnTo>
                    <a:pt x="777941" y="125"/>
                  </a:lnTo>
                  <a:lnTo>
                    <a:pt x="785799" y="126"/>
                  </a:lnTo>
                  <a:lnTo>
                    <a:pt x="793657" y="126"/>
                  </a:lnTo>
                  <a:lnTo>
                    <a:pt x="801515" y="127"/>
                  </a:lnTo>
                  <a:lnTo>
                    <a:pt x="809373" y="128"/>
                  </a:lnTo>
                  <a:lnTo>
                    <a:pt x="817231" y="129"/>
                  </a:lnTo>
                  <a:lnTo>
                    <a:pt x="825089" y="129"/>
                  </a:lnTo>
                  <a:lnTo>
                    <a:pt x="832947" y="130"/>
                  </a:lnTo>
                  <a:lnTo>
                    <a:pt x="840805" y="130"/>
                  </a:lnTo>
                  <a:lnTo>
                    <a:pt x="848663" y="131"/>
                  </a:lnTo>
                  <a:lnTo>
                    <a:pt x="856521" y="132"/>
                  </a:lnTo>
                  <a:lnTo>
                    <a:pt x="864379" y="132"/>
                  </a:lnTo>
                  <a:lnTo>
                    <a:pt x="872237" y="133"/>
                  </a:lnTo>
                  <a:lnTo>
                    <a:pt x="880095" y="134"/>
                  </a:lnTo>
                  <a:lnTo>
                    <a:pt x="887953" y="134"/>
                  </a:lnTo>
                  <a:lnTo>
                    <a:pt x="895811" y="135"/>
                  </a:lnTo>
                  <a:lnTo>
                    <a:pt x="903669" y="135"/>
                  </a:lnTo>
                  <a:lnTo>
                    <a:pt x="911527" y="136"/>
                  </a:lnTo>
                  <a:lnTo>
                    <a:pt x="919385" y="136"/>
                  </a:lnTo>
                  <a:lnTo>
                    <a:pt x="927243" y="137"/>
                  </a:lnTo>
                  <a:lnTo>
                    <a:pt x="935101" y="138"/>
                  </a:lnTo>
                  <a:lnTo>
                    <a:pt x="942959" y="138"/>
                  </a:lnTo>
                  <a:lnTo>
                    <a:pt x="950817" y="139"/>
                  </a:lnTo>
                  <a:lnTo>
                    <a:pt x="958675" y="139"/>
                  </a:lnTo>
                  <a:lnTo>
                    <a:pt x="966533" y="140"/>
                  </a:lnTo>
                  <a:lnTo>
                    <a:pt x="974391" y="140"/>
                  </a:lnTo>
                  <a:lnTo>
                    <a:pt x="982249" y="141"/>
                  </a:lnTo>
                  <a:lnTo>
                    <a:pt x="990107" y="141"/>
                  </a:lnTo>
                  <a:lnTo>
                    <a:pt x="997965" y="142"/>
                  </a:lnTo>
                  <a:lnTo>
                    <a:pt x="1005823" y="143"/>
                  </a:lnTo>
                  <a:lnTo>
                    <a:pt x="1013681" y="143"/>
                  </a:lnTo>
                  <a:lnTo>
                    <a:pt x="1021539" y="143"/>
                  </a:lnTo>
                  <a:lnTo>
                    <a:pt x="1029397" y="144"/>
                  </a:lnTo>
                  <a:lnTo>
                    <a:pt x="1037254" y="144"/>
                  </a:lnTo>
                  <a:lnTo>
                    <a:pt x="1045112" y="144"/>
                  </a:lnTo>
                  <a:lnTo>
                    <a:pt x="1052970" y="145"/>
                  </a:lnTo>
                  <a:lnTo>
                    <a:pt x="1060828" y="145"/>
                  </a:lnTo>
                  <a:lnTo>
                    <a:pt x="1068686" y="146"/>
                  </a:lnTo>
                  <a:lnTo>
                    <a:pt x="1076544" y="146"/>
                  </a:lnTo>
                  <a:lnTo>
                    <a:pt x="1084402" y="147"/>
                  </a:lnTo>
                  <a:lnTo>
                    <a:pt x="1092260" y="147"/>
                  </a:lnTo>
                  <a:lnTo>
                    <a:pt x="1100118" y="148"/>
                  </a:lnTo>
                  <a:lnTo>
                    <a:pt x="1107976" y="148"/>
                  </a:lnTo>
                  <a:lnTo>
                    <a:pt x="1115834" y="149"/>
                  </a:lnTo>
                  <a:lnTo>
                    <a:pt x="1123692" y="149"/>
                  </a:lnTo>
                  <a:lnTo>
                    <a:pt x="1131550" y="149"/>
                  </a:lnTo>
                  <a:lnTo>
                    <a:pt x="1139408" y="150"/>
                  </a:lnTo>
                  <a:lnTo>
                    <a:pt x="1147266" y="150"/>
                  </a:lnTo>
                  <a:lnTo>
                    <a:pt x="1155124" y="151"/>
                  </a:lnTo>
                  <a:lnTo>
                    <a:pt x="1162982" y="151"/>
                  </a:lnTo>
                  <a:lnTo>
                    <a:pt x="1170840" y="151"/>
                  </a:lnTo>
                  <a:lnTo>
                    <a:pt x="1178698" y="152"/>
                  </a:lnTo>
                  <a:lnTo>
                    <a:pt x="1186556" y="152"/>
                  </a:lnTo>
                  <a:lnTo>
                    <a:pt x="1194414" y="152"/>
                  </a:lnTo>
                  <a:lnTo>
                    <a:pt x="1202272" y="153"/>
                  </a:lnTo>
                  <a:lnTo>
                    <a:pt x="1210130" y="153"/>
                  </a:lnTo>
                  <a:lnTo>
                    <a:pt x="1217988" y="153"/>
                  </a:lnTo>
                  <a:lnTo>
                    <a:pt x="1225846" y="154"/>
                  </a:lnTo>
                  <a:lnTo>
                    <a:pt x="1233704" y="154"/>
                  </a:lnTo>
                  <a:lnTo>
                    <a:pt x="1241562" y="154"/>
                  </a:lnTo>
                  <a:lnTo>
                    <a:pt x="1249420" y="155"/>
                  </a:lnTo>
                  <a:lnTo>
                    <a:pt x="1257278" y="155"/>
                  </a:lnTo>
                  <a:lnTo>
                    <a:pt x="1265136" y="155"/>
                  </a:lnTo>
                  <a:lnTo>
                    <a:pt x="1272994" y="156"/>
                  </a:lnTo>
                  <a:lnTo>
                    <a:pt x="1280852" y="156"/>
                  </a:lnTo>
                  <a:lnTo>
                    <a:pt x="1288710" y="157"/>
                  </a:lnTo>
                  <a:lnTo>
                    <a:pt x="1296568" y="157"/>
                  </a:lnTo>
                  <a:lnTo>
                    <a:pt x="1304426" y="157"/>
                  </a:lnTo>
                  <a:lnTo>
                    <a:pt x="1312284" y="158"/>
                  </a:lnTo>
                  <a:lnTo>
                    <a:pt x="1320142" y="158"/>
                  </a:lnTo>
                  <a:lnTo>
                    <a:pt x="1328000" y="158"/>
                  </a:lnTo>
                  <a:lnTo>
                    <a:pt x="1335858" y="159"/>
                  </a:lnTo>
                  <a:lnTo>
                    <a:pt x="1343716" y="159"/>
                  </a:lnTo>
                  <a:lnTo>
                    <a:pt x="1351574" y="159"/>
                  </a:lnTo>
                  <a:lnTo>
                    <a:pt x="1359432" y="159"/>
                  </a:lnTo>
                  <a:lnTo>
                    <a:pt x="1367290" y="159"/>
                  </a:lnTo>
                  <a:lnTo>
                    <a:pt x="1375148" y="160"/>
                  </a:lnTo>
                  <a:lnTo>
                    <a:pt x="1383006" y="160"/>
                  </a:lnTo>
                  <a:lnTo>
                    <a:pt x="1390864" y="160"/>
                  </a:lnTo>
                  <a:lnTo>
                    <a:pt x="1398722" y="161"/>
                  </a:lnTo>
                  <a:lnTo>
                    <a:pt x="1406580" y="161"/>
                  </a:lnTo>
                  <a:lnTo>
                    <a:pt x="1414438" y="161"/>
                  </a:lnTo>
                  <a:lnTo>
                    <a:pt x="1422296" y="161"/>
                  </a:lnTo>
                  <a:lnTo>
                    <a:pt x="1430154" y="161"/>
                  </a:lnTo>
                  <a:lnTo>
                    <a:pt x="1438012" y="162"/>
                  </a:lnTo>
                  <a:lnTo>
                    <a:pt x="1445870" y="162"/>
                  </a:lnTo>
                  <a:lnTo>
                    <a:pt x="1453728" y="162"/>
                  </a:lnTo>
                  <a:lnTo>
                    <a:pt x="1461586" y="163"/>
                  </a:lnTo>
                  <a:lnTo>
                    <a:pt x="1469444" y="163"/>
                  </a:lnTo>
                  <a:lnTo>
                    <a:pt x="1477302" y="163"/>
                  </a:lnTo>
                  <a:lnTo>
                    <a:pt x="1485160" y="163"/>
                  </a:lnTo>
                  <a:lnTo>
                    <a:pt x="1493018" y="163"/>
                  </a:lnTo>
                  <a:lnTo>
                    <a:pt x="1500876" y="163"/>
                  </a:lnTo>
                  <a:lnTo>
                    <a:pt x="1508734" y="164"/>
                  </a:lnTo>
                  <a:lnTo>
                    <a:pt x="1516592" y="164"/>
                  </a:lnTo>
                  <a:lnTo>
                    <a:pt x="1524450" y="164"/>
                  </a:lnTo>
                  <a:lnTo>
                    <a:pt x="1532308" y="164"/>
                  </a:lnTo>
                  <a:lnTo>
                    <a:pt x="1540166" y="164"/>
                  </a:lnTo>
                  <a:lnTo>
                    <a:pt x="1548024" y="165"/>
                  </a:lnTo>
                  <a:lnTo>
                    <a:pt x="1555882" y="165"/>
                  </a:lnTo>
                  <a:lnTo>
                    <a:pt x="1563740" y="165"/>
                  </a:lnTo>
                  <a:lnTo>
                    <a:pt x="1571598" y="165"/>
                  </a:lnTo>
                  <a:lnTo>
                    <a:pt x="1579456" y="166"/>
                  </a:lnTo>
                  <a:lnTo>
                    <a:pt x="1587314" y="166"/>
                  </a:lnTo>
                  <a:lnTo>
                    <a:pt x="1595172" y="166"/>
                  </a:lnTo>
                  <a:lnTo>
                    <a:pt x="1603030" y="166"/>
                  </a:lnTo>
                  <a:lnTo>
                    <a:pt x="1610888" y="166"/>
                  </a:lnTo>
                  <a:lnTo>
                    <a:pt x="1618746" y="167"/>
                  </a:lnTo>
                  <a:lnTo>
                    <a:pt x="1626604" y="167"/>
                  </a:lnTo>
                  <a:lnTo>
                    <a:pt x="1634462" y="167"/>
                  </a:lnTo>
                  <a:lnTo>
                    <a:pt x="1642320" y="167"/>
                  </a:lnTo>
                  <a:lnTo>
                    <a:pt x="1650178" y="168"/>
                  </a:lnTo>
                  <a:lnTo>
                    <a:pt x="1658036" y="168"/>
                  </a:lnTo>
                  <a:lnTo>
                    <a:pt x="1665894" y="168"/>
                  </a:lnTo>
                  <a:lnTo>
                    <a:pt x="1673752" y="168"/>
                  </a:lnTo>
                  <a:lnTo>
                    <a:pt x="1681610" y="168"/>
                  </a:lnTo>
                  <a:lnTo>
                    <a:pt x="1689468" y="169"/>
                  </a:lnTo>
                  <a:lnTo>
                    <a:pt x="1697326" y="169"/>
                  </a:lnTo>
                  <a:lnTo>
                    <a:pt x="1705184" y="169"/>
                  </a:lnTo>
                  <a:lnTo>
                    <a:pt x="1713042" y="169"/>
                  </a:lnTo>
                  <a:lnTo>
                    <a:pt x="1720900" y="169"/>
                  </a:lnTo>
                  <a:lnTo>
                    <a:pt x="1728758" y="169"/>
                  </a:lnTo>
                  <a:lnTo>
                    <a:pt x="1736616" y="169"/>
                  </a:lnTo>
                  <a:lnTo>
                    <a:pt x="1744474" y="170"/>
                  </a:lnTo>
                  <a:lnTo>
                    <a:pt x="1752332" y="170"/>
                  </a:lnTo>
                  <a:lnTo>
                    <a:pt x="1760190" y="170"/>
                  </a:lnTo>
                  <a:lnTo>
                    <a:pt x="1768048" y="170"/>
                  </a:lnTo>
                  <a:lnTo>
                    <a:pt x="1775906" y="170"/>
                  </a:lnTo>
                  <a:lnTo>
                    <a:pt x="1783764" y="170"/>
                  </a:lnTo>
                  <a:lnTo>
                    <a:pt x="1791622" y="170"/>
                  </a:lnTo>
                  <a:lnTo>
                    <a:pt x="1799480" y="171"/>
                  </a:lnTo>
                  <a:lnTo>
                    <a:pt x="1807338" y="171"/>
                  </a:lnTo>
                  <a:lnTo>
                    <a:pt x="1815196" y="171"/>
                  </a:lnTo>
                  <a:lnTo>
                    <a:pt x="1823054" y="171"/>
                  </a:lnTo>
                  <a:lnTo>
                    <a:pt x="1830912" y="171"/>
                  </a:lnTo>
                  <a:lnTo>
                    <a:pt x="1838770" y="171"/>
                  </a:lnTo>
                  <a:lnTo>
                    <a:pt x="1846628" y="171"/>
                  </a:lnTo>
                  <a:lnTo>
                    <a:pt x="1854486" y="172"/>
                  </a:lnTo>
                  <a:lnTo>
                    <a:pt x="1862344" y="172"/>
                  </a:lnTo>
                  <a:lnTo>
                    <a:pt x="1870202" y="172"/>
                  </a:lnTo>
                  <a:lnTo>
                    <a:pt x="1878060" y="172"/>
                  </a:lnTo>
                  <a:lnTo>
                    <a:pt x="1885918" y="172"/>
                  </a:lnTo>
                  <a:lnTo>
                    <a:pt x="1893776" y="172"/>
                  </a:lnTo>
                  <a:lnTo>
                    <a:pt x="1901634" y="172"/>
                  </a:lnTo>
                  <a:lnTo>
                    <a:pt x="1909492" y="173"/>
                  </a:lnTo>
                  <a:lnTo>
                    <a:pt x="1917350" y="173"/>
                  </a:lnTo>
                  <a:lnTo>
                    <a:pt x="1925208" y="173"/>
                  </a:lnTo>
                  <a:lnTo>
                    <a:pt x="1933066" y="173"/>
                  </a:lnTo>
                  <a:lnTo>
                    <a:pt x="1940924" y="173"/>
                  </a:lnTo>
                  <a:lnTo>
                    <a:pt x="1948782" y="173"/>
                  </a:lnTo>
                  <a:lnTo>
                    <a:pt x="1956640" y="173"/>
                  </a:lnTo>
                  <a:lnTo>
                    <a:pt x="1964498" y="173"/>
                  </a:lnTo>
                  <a:lnTo>
                    <a:pt x="1972356" y="174"/>
                  </a:lnTo>
                  <a:lnTo>
                    <a:pt x="1980214" y="174"/>
                  </a:lnTo>
                  <a:lnTo>
                    <a:pt x="1988072" y="174"/>
                  </a:lnTo>
                  <a:lnTo>
                    <a:pt x="1995930" y="174"/>
                  </a:lnTo>
                  <a:lnTo>
                    <a:pt x="2003788" y="174"/>
                  </a:lnTo>
                  <a:lnTo>
                    <a:pt x="2011646" y="174"/>
                  </a:lnTo>
                  <a:lnTo>
                    <a:pt x="2019504" y="174"/>
                  </a:lnTo>
                  <a:lnTo>
                    <a:pt x="2027362" y="174"/>
                  </a:lnTo>
                  <a:lnTo>
                    <a:pt x="2035220" y="174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3608036" y="4839017"/>
              <a:ext cx="2035220" cy="270"/>
            </a:xfrm>
            <a:custGeom>
              <a:avLst/>
              <a:pathLst>
                <a:path w="2035220" h="270">
                  <a:moveTo>
                    <a:pt x="0" y="0"/>
                  </a:moveTo>
                  <a:lnTo>
                    <a:pt x="7857" y="1"/>
                  </a:lnTo>
                  <a:lnTo>
                    <a:pt x="15715" y="3"/>
                  </a:lnTo>
                  <a:lnTo>
                    <a:pt x="23573" y="5"/>
                  </a:lnTo>
                  <a:lnTo>
                    <a:pt x="31431" y="7"/>
                  </a:lnTo>
                  <a:lnTo>
                    <a:pt x="39289" y="8"/>
                  </a:lnTo>
                  <a:lnTo>
                    <a:pt x="47147" y="10"/>
                  </a:lnTo>
                  <a:lnTo>
                    <a:pt x="55005" y="11"/>
                  </a:lnTo>
                  <a:lnTo>
                    <a:pt x="62863" y="13"/>
                  </a:lnTo>
                  <a:lnTo>
                    <a:pt x="70721" y="14"/>
                  </a:lnTo>
                  <a:lnTo>
                    <a:pt x="78579" y="16"/>
                  </a:lnTo>
                  <a:lnTo>
                    <a:pt x="86437" y="18"/>
                  </a:lnTo>
                  <a:lnTo>
                    <a:pt x="94295" y="19"/>
                  </a:lnTo>
                  <a:lnTo>
                    <a:pt x="102153" y="21"/>
                  </a:lnTo>
                  <a:lnTo>
                    <a:pt x="110011" y="23"/>
                  </a:lnTo>
                  <a:lnTo>
                    <a:pt x="117869" y="24"/>
                  </a:lnTo>
                  <a:lnTo>
                    <a:pt x="125727" y="26"/>
                  </a:lnTo>
                  <a:lnTo>
                    <a:pt x="133585" y="27"/>
                  </a:lnTo>
                  <a:lnTo>
                    <a:pt x="141443" y="29"/>
                  </a:lnTo>
                  <a:lnTo>
                    <a:pt x="149301" y="31"/>
                  </a:lnTo>
                  <a:lnTo>
                    <a:pt x="157159" y="32"/>
                  </a:lnTo>
                  <a:lnTo>
                    <a:pt x="165017" y="35"/>
                  </a:lnTo>
                  <a:lnTo>
                    <a:pt x="172875" y="36"/>
                  </a:lnTo>
                  <a:lnTo>
                    <a:pt x="180733" y="38"/>
                  </a:lnTo>
                  <a:lnTo>
                    <a:pt x="188591" y="40"/>
                  </a:lnTo>
                  <a:lnTo>
                    <a:pt x="196449" y="41"/>
                  </a:lnTo>
                  <a:lnTo>
                    <a:pt x="204307" y="43"/>
                  </a:lnTo>
                  <a:lnTo>
                    <a:pt x="212165" y="45"/>
                  </a:lnTo>
                  <a:lnTo>
                    <a:pt x="220023" y="46"/>
                  </a:lnTo>
                  <a:lnTo>
                    <a:pt x="227881" y="47"/>
                  </a:lnTo>
                  <a:lnTo>
                    <a:pt x="235739" y="49"/>
                  </a:lnTo>
                  <a:lnTo>
                    <a:pt x="243597" y="51"/>
                  </a:lnTo>
                  <a:lnTo>
                    <a:pt x="251455" y="52"/>
                  </a:lnTo>
                  <a:lnTo>
                    <a:pt x="259313" y="54"/>
                  </a:lnTo>
                  <a:lnTo>
                    <a:pt x="267171" y="55"/>
                  </a:lnTo>
                  <a:lnTo>
                    <a:pt x="275029" y="57"/>
                  </a:lnTo>
                  <a:lnTo>
                    <a:pt x="282887" y="58"/>
                  </a:lnTo>
                  <a:lnTo>
                    <a:pt x="290745" y="60"/>
                  </a:lnTo>
                  <a:lnTo>
                    <a:pt x="298603" y="61"/>
                  </a:lnTo>
                  <a:lnTo>
                    <a:pt x="306461" y="62"/>
                  </a:lnTo>
                  <a:lnTo>
                    <a:pt x="314319" y="63"/>
                  </a:lnTo>
                  <a:lnTo>
                    <a:pt x="322177" y="64"/>
                  </a:lnTo>
                  <a:lnTo>
                    <a:pt x="330035" y="65"/>
                  </a:lnTo>
                  <a:lnTo>
                    <a:pt x="337893" y="67"/>
                  </a:lnTo>
                  <a:lnTo>
                    <a:pt x="345751" y="68"/>
                  </a:lnTo>
                  <a:lnTo>
                    <a:pt x="353609" y="70"/>
                  </a:lnTo>
                  <a:lnTo>
                    <a:pt x="361467" y="72"/>
                  </a:lnTo>
                  <a:lnTo>
                    <a:pt x="369325" y="73"/>
                  </a:lnTo>
                  <a:lnTo>
                    <a:pt x="377183" y="74"/>
                  </a:lnTo>
                  <a:lnTo>
                    <a:pt x="385041" y="75"/>
                  </a:lnTo>
                  <a:lnTo>
                    <a:pt x="392899" y="77"/>
                  </a:lnTo>
                  <a:lnTo>
                    <a:pt x="400757" y="79"/>
                  </a:lnTo>
                  <a:lnTo>
                    <a:pt x="408615" y="81"/>
                  </a:lnTo>
                  <a:lnTo>
                    <a:pt x="416473" y="82"/>
                  </a:lnTo>
                  <a:lnTo>
                    <a:pt x="424331" y="83"/>
                  </a:lnTo>
                  <a:lnTo>
                    <a:pt x="432189" y="84"/>
                  </a:lnTo>
                  <a:lnTo>
                    <a:pt x="440047" y="86"/>
                  </a:lnTo>
                  <a:lnTo>
                    <a:pt x="447905" y="87"/>
                  </a:lnTo>
                  <a:lnTo>
                    <a:pt x="455763" y="89"/>
                  </a:lnTo>
                  <a:lnTo>
                    <a:pt x="463621" y="90"/>
                  </a:lnTo>
                  <a:lnTo>
                    <a:pt x="471479" y="91"/>
                  </a:lnTo>
                  <a:lnTo>
                    <a:pt x="479337" y="93"/>
                  </a:lnTo>
                  <a:lnTo>
                    <a:pt x="487195" y="94"/>
                  </a:lnTo>
                  <a:lnTo>
                    <a:pt x="495053" y="96"/>
                  </a:lnTo>
                  <a:lnTo>
                    <a:pt x="502911" y="98"/>
                  </a:lnTo>
                  <a:lnTo>
                    <a:pt x="510769" y="99"/>
                  </a:lnTo>
                  <a:lnTo>
                    <a:pt x="518627" y="101"/>
                  </a:lnTo>
                  <a:lnTo>
                    <a:pt x="526485" y="102"/>
                  </a:lnTo>
                  <a:lnTo>
                    <a:pt x="534343" y="103"/>
                  </a:lnTo>
                  <a:lnTo>
                    <a:pt x="542201" y="104"/>
                  </a:lnTo>
                  <a:lnTo>
                    <a:pt x="550059" y="106"/>
                  </a:lnTo>
                  <a:lnTo>
                    <a:pt x="557917" y="107"/>
                  </a:lnTo>
                  <a:lnTo>
                    <a:pt x="565775" y="108"/>
                  </a:lnTo>
                  <a:lnTo>
                    <a:pt x="573633" y="109"/>
                  </a:lnTo>
                  <a:lnTo>
                    <a:pt x="581491" y="110"/>
                  </a:lnTo>
                  <a:lnTo>
                    <a:pt x="589349" y="112"/>
                  </a:lnTo>
                  <a:lnTo>
                    <a:pt x="597207" y="114"/>
                  </a:lnTo>
                  <a:lnTo>
                    <a:pt x="605065" y="115"/>
                  </a:lnTo>
                  <a:lnTo>
                    <a:pt x="612923" y="116"/>
                  </a:lnTo>
                  <a:lnTo>
                    <a:pt x="620781" y="118"/>
                  </a:lnTo>
                  <a:lnTo>
                    <a:pt x="628639" y="119"/>
                  </a:lnTo>
                  <a:lnTo>
                    <a:pt x="636497" y="120"/>
                  </a:lnTo>
                  <a:lnTo>
                    <a:pt x="644355" y="121"/>
                  </a:lnTo>
                  <a:lnTo>
                    <a:pt x="652213" y="123"/>
                  </a:lnTo>
                  <a:lnTo>
                    <a:pt x="660071" y="124"/>
                  </a:lnTo>
                  <a:lnTo>
                    <a:pt x="667929" y="125"/>
                  </a:lnTo>
                  <a:lnTo>
                    <a:pt x="675787" y="126"/>
                  </a:lnTo>
                  <a:lnTo>
                    <a:pt x="683645" y="127"/>
                  </a:lnTo>
                  <a:lnTo>
                    <a:pt x="691503" y="128"/>
                  </a:lnTo>
                  <a:lnTo>
                    <a:pt x="699361" y="129"/>
                  </a:lnTo>
                  <a:lnTo>
                    <a:pt x="707219" y="130"/>
                  </a:lnTo>
                  <a:lnTo>
                    <a:pt x="715077" y="131"/>
                  </a:lnTo>
                  <a:lnTo>
                    <a:pt x="722935" y="132"/>
                  </a:lnTo>
                  <a:lnTo>
                    <a:pt x="730793" y="133"/>
                  </a:lnTo>
                  <a:lnTo>
                    <a:pt x="738651" y="135"/>
                  </a:lnTo>
                  <a:lnTo>
                    <a:pt x="746509" y="136"/>
                  </a:lnTo>
                  <a:lnTo>
                    <a:pt x="754367" y="136"/>
                  </a:lnTo>
                  <a:lnTo>
                    <a:pt x="762225" y="138"/>
                  </a:lnTo>
                  <a:lnTo>
                    <a:pt x="770083" y="140"/>
                  </a:lnTo>
                  <a:lnTo>
                    <a:pt x="777941" y="141"/>
                  </a:lnTo>
                  <a:lnTo>
                    <a:pt x="785799" y="142"/>
                  </a:lnTo>
                  <a:lnTo>
                    <a:pt x="793657" y="144"/>
                  </a:lnTo>
                  <a:lnTo>
                    <a:pt x="801515" y="145"/>
                  </a:lnTo>
                  <a:lnTo>
                    <a:pt x="809373" y="146"/>
                  </a:lnTo>
                  <a:lnTo>
                    <a:pt x="817231" y="148"/>
                  </a:lnTo>
                  <a:lnTo>
                    <a:pt x="825089" y="149"/>
                  </a:lnTo>
                  <a:lnTo>
                    <a:pt x="832947" y="149"/>
                  </a:lnTo>
                  <a:lnTo>
                    <a:pt x="840805" y="151"/>
                  </a:lnTo>
                  <a:lnTo>
                    <a:pt x="848663" y="152"/>
                  </a:lnTo>
                  <a:lnTo>
                    <a:pt x="856521" y="153"/>
                  </a:lnTo>
                  <a:lnTo>
                    <a:pt x="864379" y="154"/>
                  </a:lnTo>
                  <a:lnTo>
                    <a:pt x="872237" y="155"/>
                  </a:lnTo>
                  <a:lnTo>
                    <a:pt x="880095" y="156"/>
                  </a:lnTo>
                  <a:lnTo>
                    <a:pt x="887953" y="158"/>
                  </a:lnTo>
                  <a:lnTo>
                    <a:pt x="895811" y="159"/>
                  </a:lnTo>
                  <a:lnTo>
                    <a:pt x="903669" y="160"/>
                  </a:lnTo>
                  <a:lnTo>
                    <a:pt x="911527" y="161"/>
                  </a:lnTo>
                  <a:lnTo>
                    <a:pt x="919385" y="162"/>
                  </a:lnTo>
                  <a:lnTo>
                    <a:pt x="927243" y="163"/>
                  </a:lnTo>
                  <a:lnTo>
                    <a:pt x="935101" y="163"/>
                  </a:lnTo>
                  <a:lnTo>
                    <a:pt x="942959" y="165"/>
                  </a:lnTo>
                  <a:lnTo>
                    <a:pt x="950817" y="165"/>
                  </a:lnTo>
                  <a:lnTo>
                    <a:pt x="958675" y="166"/>
                  </a:lnTo>
                  <a:lnTo>
                    <a:pt x="966533" y="167"/>
                  </a:lnTo>
                  <a:lnTo>
                    <a:pt x="974391" y="168"/>
                  </a:lnTo>
                  <a:lnTo>
                    <a:pt x="982249" y="169"/>
                  </a:lnTo>
                  <a:lnTo>
                    <a:pt x="990107" y="170"/>
                  </a:lnTo>
                  <a:lnTo>
                    <a:pt x="997965" y="171"/>
                  </a:lnTo>
                  <a:lnTo>
                    <a:pt x="1005823" y="172"/>
                  </a:lnTo>
                  <a:lnTo>
                    <a:pt x="1013681" y="173"/>
                  </a:lnTo>
                  <a:lnTo>
                    <a:pt x="1021539" y="173"/>
                  </a:lnTo>
                  <a:lnTo>
                    <a:pt x="1029397" y="175"/>
                  </a:lnTo>
                  <a:lnTo>
                    <a:pt x="1037254" y="176"/>
                  </a:lnTo>
                  <a:lnTo>
                    <a:pt x="1045112" y="177"/>
                  </a:lnTo>
                  <a:lnTo>
                    <a:pt x="1052970" y="177"/>
                  </a:lnTo>
                  <a:lnTo>
                    <a:pt x="1060828" y="178"/>
                  </a:lnTo>
                  <a:lnTo>
                    <a:pt x="1068686" y="180"/>
                  </a:lnTo>
                  <a:lnTo>
                    <a:pt x="1076544" y="180"/>
                  </a:lnTo>
                  <a:lnTo>
                    <a:pt x="1084402" y="182"/>
                  </a:lnTo>
                  <a:lnTo>
                    <a:pt x="1092260" y="182"/>
                  </a:lnTo>
                  <a:lnTo>
                    <a:pt x="1100118" y="184"/>
                  </a:lnTo>
                  <a:lnTo>
                    <a:pt x="1107976" y="184"/>
                  </a:lnTo>
                  <a:lnTo>
                    <a:pt x="1115834" y="185"/>
                  </a:lnTo>
                  <a:lnTo>
                    <a:pt x="1123692" y="187"/>
                  </a:lnTo>
                  <a:lnTo>
                    <a:pt x="1131550" y="187"/>
                  </a:lnTo>
                  <a:lnTo>
                    <a:pt x="1139408" y="188"/>
                  </a:lnTo>
                  <a:lnTo>
                    <a:pt x="1147266" y="190"/>
                  </a:lnTo>
                  <a:lnTo>
                    <a:pt x="1155124" y="191"/>
                  </a:lnTo>
                  <a:lnTo>
                    <a:pt x="1162982" y="192"/>
                  </a:lnTo>
                  <a:lnTo>
                    <a:pt x="1170840" y="193"/>
                  </a:lnTo>
                  <a:lnTo>
                    <a:pt x="1178698" y="194"/>
                  </a:lnTo>
                  <a:lnTo>
                    <a:pt x="1186556" y="195"/>
                  </a:lnTo>
                  <a:lnTo>
                    <a:pt x="1194414" y="196"/>
                  </a:lnTo>
                  <a:lnTo>
                    <a:pt x="1202272" y="197"/>
                  </a:lnTo>
                  <a:lnTo>
                    <a:pt x="1210130" y="198"/>
                  </a:lnTo>
                  <a:lnTo>
                    <a:pt x="1217988" y="199"/>
                  </a:lnTo>
                  <a:lnTo>
                    <a:pt x="1225846" y="200"/>
                  </a:lnTo>
                  <a:lnTo>
                    <a:pt x="1233704" y="200"/>
                  </a:lnTo>
                  <a:lnTo>
                    <a:pt x="1241562" y="201"/>
                  </a:lnTo>
                  <a:lnTo>
                    <a:pt x="1249420" y="202"/>
                  </a:lnTo>
                  <a:lnTo>
                    <a:pt x="1257278" y="203"/>
                  </a:lnTo>
                  <a:lnTo>
                    <a:pt x="1265136" y="203"/>
                  </a:lnTo>
                  <a:lnTo>
                    <a:pt x="1272994" y="204"/>
                  </a:lnTo>
                  <a:lnTo>
                    <a:pt x="1280852" y="205"/>
                  </a:lnTo>
                  <a:lnTo>
                    <a:pt x="1288710" y="206"/>
                  </a:lnTo>
                  <a:lnTo>
                    <a:pt x="1296568" y="207"/>
                  </a:lnTo>
                  <a:lnTo>
                    <a:pt x="1304426" y="208"/>
                  </a:lnTo>
                  <a:lnTo>
                    <a:pt x="1312284" y="209"/>
                  </a:lnTo>
                  <a:lnTo>
                    <a:pt x="1320142" y="210"/>
                  </a:lnTo>
                  <a:lnTo>
                    <a:pt x="1328000" y="211"/>
                  </a:lnTo>
                  <a:lnTo>
                    <a:pt x="1335858" y="212"/>
                  </a:lnTo>
                  <a:lnTo>
                    <a:pt x="1343716" y="213"/>
                  </a:lnTo>
                  <a:lnTo>
                    <a:pt x="1351574" y="214"/>
                  </a:lnTo>
                  <a:lnTo>
                    <a:pt x="1359432" y="215"/>
                  </a:lnTo>
                  <a:lnTo>
                    <a:pt x="1367290" y="216"/>
                  </a:lnTo>
                  <a:lnTo>
                    <a:pt x="1375148" y="216"/>
                  </a:lnTo>
                  <a:lnTo>
                    <a:pt x="1383006" y="217"/>
                  </a:lnTo>
                  <a:lnTo>
                    <a:pt x="1390864" y="218"/>
                  </a:lnTo>
                  <a:lnTo>
                    <a:pt x="1398722" y="219"/>
                  </a:lnTo>
                  <a:lnTo>
                    <a:pt x="1406580" y="220"/>
                  </a:lnTo>
                  <a:lnTo>
                    <a:pt x="1414438" y="220"/>
                  </a:lnTo>
                  <a:lnTo>
                    <a:pt x="1422296" y="221"/>
                  </a:lnTo>
                  <a:lnTo>
                    <a:pt x="1430154" y="222"/>
                  </a:lnTo>
                  <a:lnTo>
                    <a:pt x="1438012" y="223"/>
                  </a:lnTo>
                  <a:lnTo>
                    <a:pt x="1445870" y="224"/>
                  </a:lnTo>
                  <a:lnTo>
                    <a:pt x="1453728" y="224"/>
                  </a:lnTo>
                  <a:lnTo>
                    <a:pt x="1461586" y="225"/>
                  </a:lnTo>
                  <a:lnTo>
                    <a:pt x="1469444" y="226"/>
                  </a:lnTo>
                  <a:lnTo>
                    <a:pt x="1477302" y="226"/>
                  </a:lnTo>
                  <a:lnTo>
                    <a:pt x="1485160" y="227"/>
                  </a:lnTo>
                  <a:lnTo>
                    <a:pt x="1493018" y="228"/>
                  </a:lnTo>
                  <a:lnTo>
                    <a:pt x="1500876" y="229"/>
                  </a:lnTo>
                  <a:lnTo>
                    <a:pt x="1508734" y="229"/>
                  </a:lnTo>
                  <a:lnTo>
                    <a:pt x="1516592" y="230"/>
                  </a:lnTo>
                  <a:lnTo>
                    <a:pt x="1524450" y="231"/>
                  </a:lnTo>
                  <a:lnTo>
                    <a:pt x="1532308" y="231"/>
                  </a:lnTo>
                  <a:lnTo>
                    <a:pt x="1540166" y="232"/>
                  </a:lnTo>
                  <a:lnTo>
                    <a:pt x="1548024" y="232"/>
                  </a:lnTo>
                  <a:lnTo>
                    <a:pt x="1555882" y="233"/>
                  </a:lnTo>
                  <a:lnTo>
                    <a:pt x="1563740" y="234"/>
                  </a:lnTo>
                  <a:lnTo>
                    <a:pt x="1571598" y="235"/>
                  </a:lnTo>
                  <a:lnTo>
                    <a:pt x="1579456" y="236"/>
                  </a:lnTo>
                  <a:lnTo>
                    <a:pt x="1587314" y="237"/>
                  </a:lnTo>
                  <a:lnTo>
                    <a:pt x="1595172" y="238"/>
                  </a:lnTo>
                  <a:lnTo>
                    <a:pt x="1603030" y="238"/>
                  </a:lnTo>
                  <a:lnTo>
                    <a:pt x="1610888" y="239"/>
                  </a:lnTo>
                  <a:lnTo>
                    <a:pt x="1618746" y="240"/>
                  </a:lnTo>
                  <a:lnTo>
                    <a:pt x="1626604" y="240"/>
                  </a:lnTo>
                  <a:lnTo>
                    <a:pt x="1634462" y="241"/>
                  </a:lnTo>
                  <a:lnTo>
                    <a:pt x="1642320" y="241"/>
                  </a:lnTo>
                  <a:lnTo>
                    <a:pt x="1650178" y="242"/>
                  </a:lnTo>
                  <a:lnTo>
                    <a:pt x="1658036" y="243"/>
                  </a:lnTo>
                  <a:lnTo>
                    <a:pt x="1665894" y="243"/>
                  </a:lnTo>
                  <a:lnTo>
                    <a:pt x="1673752" y="244"/>
                  </a:lnTo>
                  <a:lnTo>
                    <a:pt x="1681610" y="245"/>
                  </a:lnTo>
                  <a:lnTo>
                    <a:pt x="1689468" y="245"/>
                  </a:lnTo>
                  <a:lnTo>
                    <a:pt x="1697326" y="246"/>
                  </a:lnTo>
                  <a:lnTo>
                    <a:pt x="1705184" y="246"/>
                  </a:lnTo>
                  <a:lnTo>
                    <a:pt x="1713042" y="247"/>
                  </a:lnTo>
                  <a:lnTo>
                    <a:pt x="1720900" y="247"/>
                  </a:lnTo>
                  <a:lnTo>
                    <a:pt x="1728758" y="248"/>
                  </a:lnTo>
                  <a:lnTo>
                    <a:pt x="1736616" y="249"/>
                  </a:lnTo>
                  <a:lnTo>
                    <a:pt x="1744474" y="250"/>
                  </a:lnTo>
                  <a:lnTo>
                    <a:pt x="1752332" y="250"/>
                  </a:lnTo>
                  <a:lnTo>
                    <a:pt x="1760190" y="251"/>
                  </a:lnTo>
                  <a:lnTo>
                    <a:pt x="1768048" y="251"/>
                  </a:lnTo>
                  <a:lnTo>
                    <a:pt x="1775906" y="252"/>
                  </a:lnTo>
                  <a:lnTo>
                    <a:pt x="1783764" y="253"/>
                  </a:lnTo>
                  <a:lnTo>
                    <a:pt x="1791622" y="253"/>
                  </a:lnTo>
                  <a:lnTo>
                    <a:pt x="1799480" y="254"/>
                  </a:lnTo>
                  <a:lnTo>
                    <a:pt x="1807338" y="254"/>
                  </a:lnTo>
                  <a:lnTo>
                    <a:pt x="1815196" y="255"/>
                  </a:lnTo>
                  <a:lnTo>
                    <a:pt x="1823054" y="255"/>
                  </a:lnTo>
                  <a:lnTo>
                    <a:pt x="1830912" y="256"/>
                  </a:lnTo>
                  <a:lnTo>
                    <a:pt x="1838770" y="257"/>
                  </a:lnTo>
                  <a:lnTo>
                    <a:pt x="1846628" y="257"/>
                  </a:lnTo>
                  <a:lnTo>
                    <a:pt x="1854486" y="258"/>
                  </a:lnTo>
                  <a:lnTo>
                    <a:pt x="1862344" y="258"/>
                  </a:lnTo>
                  <a:lnTo>
                    <a:pt x="1870202" y="259"/>
                  </a:lnTo>
                  <a:lnTo>
                    <a:pt x="1878060" y="259"/>
                  </a:lnTo>
                  <a:lnTo>
                    <a:pt x="1885918" y="260"/>
                  </a:lnTo>
                  <a:lnTo>
                    <a:pt x="1893776" y="261"/>
                  </a:lnTo>
                  <a:lnTo>
                    <a:pt x="1901634" y="261"/>
                  </a:lnTo>
                  <a:lnTo>
                    <a:pt x="1909492" y="262"/>
                  </a:lnTo>
                  <a:lnTo>
                    <a:pt x="1917350" y="262"/>
                  </a:lnTo>
                  <a:lnTo>
                    <a:pt x="1925208" y="263"/>
                  </a:lnTo>
                  <a:lnTo>
                    <a:pt x="1933066" y="263"/>
                  </a:lnTo>
                  <a:lnTo>
                    <a:pt x="1940924" y="264"/>
                  </a:lnTo>
                  <a:lnTo>
                    <a:pt x="1948782" y="264"/>
                  </a:lnTo>
                  <a:lnTo>
                    <a:pt x="1956640" y="265"/>
                  </a:lnTo>
                  <a:lnTo>
                    <a:pt x="1964498" y="266"/>
                  </a:lnTo>
                  <a:lnTo>
                    <a:pt x="1972356" y="266"/>
                  </a:lnTo>
                  <a:lnTo>
                    <a:pt x="1980214" y="267"/>
                  </a:lnTo>
                  <a:lnTo>
                    <a:pt x="1988072" y="267"/>
                  </a:lnTo>
                  <a:lnTo>
                    <a:pt x="1995930" y="268"/>
                  </a:lnTo>
                  <a:lnTo>
                    <a:pt x="2003788" y="268"/>
                  </a:lnTo>
                  <a:lnTo>
                    <a:pt x="2011646" y="269"/>
                  </a:lnTo>
                  <a:lnTo>
                    <a:pt x="2019504" y="269"/>
                  </a:lnTo>
                  <a:lnTo>
                    <a:pt x="2027362" y="270"/>
                  </a:lnTo>
                  <a:lnTo>
                    <a:pt x="2035220" y="27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3608036" y="4839218"/>
              <a:ext cx="2035220" cy="29"/>
            </a:xfrm>
            <a:custGeom>
              <a:avLst/>
              <a:pathLst>
                <a:path w="2035220" h="29">
                  <a:moveTo>
                    <a:pt x="0" y="26"/>
                  </a:moveTo>
                  <a:lnTo>
                    <a:pt x="7857" y="26"/>
                  </a:lnTo>
                  <a:lnTo>
                    <a:pt x="15715" y="26"/>
                  </a:lnTo>
                  <a:lnTo>
                    <a:pt x="23573" y="26"/>
                  </a:lnTo>
                  <a:lnTo>
                    <a:pt x="31431" y="26"/>
                  </a:lnTo>
                  <a:lnTo>
                    <a:pt x="39289" y="26"/>
                  </a:lnTo>
                  <a:lnTo>
                    <a:pt x="47147" y="26"/>
                  </a:lnTo>
                  <a:lnTo>
                    <a:pt x="55005" y="25"/>
                  </a:lnTo>
                  <a:lnTo>
                    <a:pt x="62863" y="27"/>
                  </a:lnTo>
                  <a:lnTo>
                    <a:pt x="70721" y="27"/>
                  </a:lnTo>
                  <a:lnTo>
                    <a:pt x="78579" y="27"/>
                  </a:lnTo>
                  <a:lnTo>
                    <a:pt x="86437" y="27"/>
                  </a:lnTo>
                  <a:lnTo>
                    <a:pt x="94295" y="27"/>
                  </a:lnTo>
                  <a:lnTo>
                    <a:pt x="102153" y="26"/>
                  </a:lnTo>
                  <a:lnTo>
                    <a:pt x="110011" y="26"/>
                  </a:lnTo>
                  <a:lnTo>
                    <a:pt x="117869" y="26"/>
                  </a:lnTo>
                  <a:lnTo>
                    <a:pt x="125727" y="27"/>
                  </a:lnTo>
                  <a:lnTo>
                    <a:pt x="133585" y="27"/>
                  </a:lnTo>
                  <a:lnTo>
                    <a:pt x="141443" y="27"/>
                  </a:lnTo>
                  <a:lnTo>
                    <a:pt x="149301" y="28"/>
                  </a:lnTo>
                  <a:lnTo>
                    <a:pt x="157159" y="28"/>
                  </a:lnTo>
                  <a:lnTo>
                    <a:pt x="165017" y="28"/>
                  </a:lnTo>
                  <a:lnTo>
                    <a:pt x="172875" y="28"/>
                  </a:lnTo>
                  <a:lnTo>
                    <a:pt x="180733" y="28"/>
                  </a:lnTo>
                  <a:lnTo>
                    <a:pt x="188591" y="29"/>
                  </a:lnTo>
                  <a:lnTo>
                    <a:pt x="196449" y="28"/>
                  </a:lnTo>
                  <a:lnTo>
                    <a:pt x="204307" y="28"/>
                  </a:lnTo>
                  <a:lnTo>
                    <a:pt x="212165" y="29"/>
                  </a:lnTo>
                  <a:lnTo>
                    <a:pt x="220023" y="29"/>
                  </a:lnTo>
                  <a:lnTo>
                    <a:pt x="227881" y="29"/>
                  </a:lnTo>
                  <a:lnTo>
                    <a:pt x="235739" y="29"/>
                  </a:lnTo>
                  <a:lnTo>
                    <a:pt x="243597" y="29"/>
                  </a:lnTo>
                  <a:lnTo>
                    <a:pt x="251455" y="28"/>
                  </a:lnTo>
                  <a:lnTo>
                    <a:pt x="259313" y="29"/>
                  </a:lnTo>
                  <a:lnTo>
                    <a:pt x="267171" y="29"/>
                  </a:lnTo>
                  <a:lnTo>
                    <a:pt x="275029" y="29"/>
                  </a:lnTo>
                  <a:lnTo>
                    <a:pt x="282887" y="29"/>
                  </a:lnTo>
                  <a:lnTo>
                    <a:pt x="290745" y="28"/>
                  </a:lnTo>
                  <a:lnTo>
                    <a:pt x="298603" y="28"/>
                  </a:lnTo>
                  <a:lnTo>
                    <a:pt x="306461" y="27"/>
                  </a:lnTo>
                  <a:lnTo>
                    <a:pt x="314319" y="28"/>
                  </a:lnTo>
                  <a:lnTo>
                    <a:pt x="322177" y="28"/>
                  </a:lnTo>
                  <a:lnTo>
                    <a:pt x="330035" y="28"/>
                  </a:lnTo>
                  <a:lnTo>
                    <a:pt x="337893" y="28"/>
                  </a:lnTo>
                  <a:lnTo>
                    <a:pt x="345751" y="27"/>
                  </a:lnTo>
                  <a:lnTo>
                    <a:pt x="353609" y="27"/>
                  </a:lnTo>
                  <a:lnTo>
                    <a:pt x="361467" y="27"/>
                  </a:lnTo>
                  <a:lnTo>
                    <a:pt x="369325" y="27"/>
                  </a:lnTo>
                  <a:lnTo>
                    <a:pt x="377183" y="26"/>
                  </a:lnTo>
                  <a:lnTo>
                    <a:pt x="385041" y="26"/>
                  </a:lnTo>
                  <a:lnTo>
                    <a:pt x="392899" y="26"/>
                  </a:lnTo>
                  <a:lnTo>
                    <a:pt x="400757" y="27"/>
                  </a:lnTo>
                  <a:lnTo>
                    <a:pt x="408615" y="27"/>
                  </a:lnTo>
                  <a:lnTo>
                    <a:pt x="416473" y="28"/>
                  </a:lnTo>
                  <a:lnTo>
                    <a:pt x="424331" y="28"/>
                  </a:lnTo>
                  <a:lnTo>
                    <a:pt x="432189" y="28"/>
                  </a:lnTo>
                  <a:lnTo>
                    <a:pt x="440047" y="28"/>
                  </a:lnTo>
                  <a:lnTo>
                    <a:pt x="447905" y="27"/>
                  </a:lnTo>
                  <a:lnTo>
                    <a:pt x="455763" y="27"/>
                  </a:lnTo>
                  <a:lnTo>
                    <a:pt x="463621" y="27"/>
                  </a:lnTo>
                  <a:lnTo>
                    <a:pt x="471479" y="27"/>
                  </a:lnTo>
                  <a:lnTo>
                    <a:pt x="479337" y="26"/>
                  </a:lnTo>
                  <a:lnTo>
                    <a:pt x="487195" y="25"/>
                  </a:lnTo>
                  <a:lnTo>
                    <a:pt x="495053" y="25"/>
                  </a:lnTo>
                  <a:lnTo>
                    <a:pt x="502911" y="25"/>
                  </a:lnTo>
                  <a:lnTo>
                    <a:pt x="510769" y="25"/>
                  </a:lnTo>
                  <a:lnTo>
                    <a:pt x="518627" y="24"/>
                  </a:lnTo>
                  <a:lnTo>
                    <a:pt x="526485" y="24"/>
                  </a:lnTo>
                  <a:lnTo>
                    <a:pt x="534343" y="24"/>
                  </a:lnTo>
                  <a:lnTo>
                    <a:pt x="542201" y="24"/>
                  </a:lnTo>
                  <a:lnTo>
                    <a:pt x="550059" y="24"/>
                  </a:lnTo>
                  <a:lnTo>
                    <a:pt x="557917" y="24"/>
                  </a:lnTo>
                  <a:lnTo>
                    <a:pt x="565775" y="23"/>
                  </a:lnTo>
                  <a:lnTo>
                    <a:pt x="573633" y="22"/>
                  </a:lnTo>
                  <a:lnTo>
                    <a:pt x="581491" y="21"/>
                  </a:lnTo>
                  <a:lnTo>
                    <a:pt x="589349" y="21"/>
                  </a:lnTo>
                  <a:lnTo>
                    <a:pt x="597207" y="22"/>
                  </a:lnTo>
                  <a:lnTo>
                    <a:pt x="605065" y="21"/>
                  </a:lnTo>
                  <a:lnTo>
                    <a:pt x="612923" y="21"/>
                  </a:lnTo>
                  <a:lnTo>
                    <a:pt x="620781" y="21"/>
                  </a:lnTo>
                  <a:lnTo>
                    <a:pt x="628639" y="21"/>
                  </a:lnTo>
                  <a:lnTo>
                    <a:pt x="636497" y="21"/>
                  </a:lnTo>
                  <a:lnTo>
                    <a:pt x="644355" y="21"/>
                  </a:lnTo>
                  <a:lnTo>
                    <a:pt x="652213" y="21"/>
                  </a:lnTo>
                  <a:lnTo>
                    <a:pt x="660071" y="21"/>
                  </a:lnTo>
                  <a:lnTo>
                    <a:pt x="667929" y="21"/>
                  </a:lnTo>
                  <a:lnTo>
                    <a:pt x="675787" y="22"/>
                  </a:lnTo>
                  <a:lnTo>
                    <a:pt x="683645" y="21"/>
                  </a:lnTo>
                  <a:lnTo>
                    <a:pt x="691503" y="21"/>
                  </a:lnTo>
                  <a:lnTo>
                    <a:pt x="699361" y="21"/>
                  </a:lnTo>
                  <a:lnTo>
                    <a:pt x="707219" y="20"/>
                  </a:lnTo>
                  <a:lnTo>
                    <a:pt x="715077" y="20"/>
                  </a:lnTo>
                  <a:lnTo>
                    <a:pt x="722935" y="20"/>
                  </a:lnTo>
                  <a:lnTo>
                    <a:pt x="730793" y="20"/>
                  </a:lnTo>
                  <a:lnTo>
                    <a:pt x="738651" y="19"/>
                  </a:lnTo>
                  <a:lnTo>
                    <a:pt x="746509" y="19"/>
                  </a:lnTo>
                  <a:lnTo>
                    <a:pt x="754367" y="19"/>
                  </a:lnTo>
                  <a:lnTo>
                    <a:pt x="762225" y="19"/>
                  </a:lnTo>
                  <a:lnTo>
                    <a:pt x="770083" y="20"/>
                  </a:lnTo>
                  <a:lnTo>
                    <a:pt x="777941" y="20"/>
                  </a:lnTo>
                  <a:lnTo>
                    <a:pt x="785799" y="20"/>
                  </a:lnTo>
                  <a:lnTo>
                    <a:pt x="793657" y="20"/>
                  </a:lnTo>
                  <a:lnTo>
                    <a:pt x="801515" y="20"/>
                  </a:lnTo>
                  <a:lnTo>
                    <a:pt x="809373" y="20"/>
                  </a:lnTo>
                  <a:lnTo>
                    <a:pt x="817231" y="19"/>
                  </a:lnTo>
                  <a:lnTo>
                    <a:pt x="825089" y="18"/>
                  </a:lnTo>
                  <a:lnTo>
                    <a:pt x="832947" y="19"/>
                  </a:lnTo>
                  <a:lnTo>
                    <a:pt x="840805" y="18"/>
                  </a:lnTo>
                  <a:lnTo>
                    <a:pt x="848663" y="18"/>
                  </a:lnTo>
                  <a:lnTo>
                    <a:pt x="856521" y="18"/>
                  </a:lnTo>
                  <a:lnTo>
                    <a:pt x="864379" y="18"/>
                  </a:lnTo>
                  <a:lnTo>
                    <a:pt x="872237" y="18"/>
                  </a:lnTo>
                  <a:lnTo>
                    <a:pt x="880095" y="18"/>
                  </a:lnTo>
                  <a:lnTo>
                    <a:pt x="887953" y="17"/>
                  </a:lnTo>
                  <a:lnTo>
                    <a:pt x="895811" y="17"/>
                  </a:lnTo>
                  <a:lnTo>
                    <a:pt x="903669" y="17"/>
                  </a:lnTo>
                  <a:lnTo>
                    <a:pt x="911527" y="17"/>
                  </a:lnTo>
                  <a:lnTo>
                    <a:pt x="919385" y="17"/>
                  </a:lnTo>
                  <a:lnTo>
                    <a:pt x="927243" y="17"/>
                  </a:lnTo>
                  <a:lnTo>
                    <a:pt x="935101" y="17"/>
                  </a:lnTo>
                  <a:lnTo>
                    <a:pt x="942959" y="16"/>
                  </a:lnTo>
                  <a:lnTo>
                    <a:pt x="950817" y="17"/>
                  </a:lnTo>
                  <a:lnTo>
                    <a:pt x="958675" y="17"/>
                  </a:lnTo>
                  <a:lnTo>
                    <a:pt x="966533" y="17"/>
                  </a:lnTo>
                  <a:lnTo>
                    <a:pt x="974391" y="16"/>
                  </a:lnTo>
                  <a:lnTo>
                    <a:pt x="982249" y="16"/>
                  </a:lnTo>
                  <a:lnTo>
                    <a:pt x="990107" y="16"/>
                  </a:lnTo>
                  <a:lnTo>
                    <a:pt x="997965" y="16"/>
                  </a:lnTo>
                  <a:lnTo>
                    <a:pt x="1005823" y="16"/>
                  </a:lnTo>
                  <a:lnTo>
                    <a:pt x="1013681" y="16"/>
                  </a:lnTo>
                  <a:lnTo>
                    <a:pt x="1021539" y="16"/>
                  </a:lnTo>
                  <a:lnTo>
                    <a:pt x="1029397" y="16"/>
                  </a:lnTo>
                  <a:lnTo>
                    <a:pt x="1037254" y="16"/>
                  </a:lnTo>
                  <a:lnTo>
                    <a:pt x="1045112" y="15"/>
                  </a:lnTo>
                  <a:lnTo>
                    <a:pt x="1052970" y="15"/>
                  </a:lnTo>
                  <a:lnTo>
                    <a:pt x="1060828" y="15"/>
                  </a:lnTo>
                  <a:lnTo>
                    <a:pt x="1068686" y="16"/>
                  </a:lnTo>
                  <a:lnTo>
                    <a:pt x="1076544" y="16"/>
                  </a:lnTo>
                  <a:lnTo>
                    <a:pt x="1084402" y="16"/>
                  </a:lnTo>
                  <a:lnTo>
                    <a:pt x="1092260" y="16"/>
                  </a:lnTo>
                  <a:lnTo>
                    <a:pt x="1100118" y="16"/>
                  </a:lnTo>
                  <a:lnTo>
                    <a:pt x="1107976" y="16"/>
                  </a:lnTo>
                  <a:lnTo>
                    <a:pt x="1115834" y="16"/>
                  </a:lnTo>
                  <a:lnTo>
                    <a:pt x="1123692" y="15"/>
                  </a:lnTo>
                  <a:lnTo>
                    <a:pt x="1131550" y="16"/>
                  </a:lnTo>
                  <a:lnTo>
                    <a:pt x="1139408" y="15"/>
                  </a:lnTo>
                  <a:lnTo>
                    <a:pt x="1147266" y="15"/>
                  </a:lnTo>
                  <a:lnTo>
                    <a:pt x="1155124" y="15"/>
                  </a:lnTo>
                  <a:lnTo>
                    <a:pt x="1162982" y="15"/>
                  </a:lnTo>
                  <a:lnTo>
                    <a:pt x="1170840" y="14"/>
                  </a:lnTo>
                  <a:lnTo>
                    <a:pt x="1178698" y="14"/>
                  </a:lnTo>
                  <a:lnTo>
                    <a:pt x="1186556" y="14"/>
                  </a:lnTo>
                  <a:lnTo>
                    <a:pt x="1194414" y="13"/>
                  </a:lnTo>
                  <a:lnTo>
                    <a:pt x="1202272" y="13"/>
                  </a:lnTo>
                  <a:lnTo>
                    <a:pt x="1210130" y="13"/>
                  </a:lnTo>
                  <a:lnTo>
                    <a:pt x="1217988" y="13"/>
                  </a:lnTo>
                  <a:lnTo>
                    <a:pt x="1225846" y="13"/>
                  </a:lnTo>
                  <a:lnTo>
                    <a:pt x="1233704" y="13"/>
                  </a:lnTo>
                  <a:lnTo>
                    <a:pt x="1241562" y="12"/>
                  </a:lnTo>
                  <a:lnTo>
                    <a:pt x="1249420" y="12"/>
                  </a:lnTo>
                  <a:lnTo>
                    <a:pt x="1257278" y="11"/>
                  </a:lnTo>
                  <a:lnTo>
                    <a:pt x="1265136" y="11"/>
                  </a:lnTo>
                  <a:lnTo>
                    <a:pt x="1272994" y="10"/>
                  </a:lnTo>
                  <a:lnTo>
                    <a:pt x="1280852" y="10"/>
                  </a:lnTo>
                  <a:lnTo>
                    <a:pt x="1288710" y="10"/>
                  </a:lnTo>
                  <a:lnTo>
                    <a:pt x="1296568" y="9"/>
                  </a:lnTo>
                  <a:lnTo>
                    <a:pt x="1304426" y="9"/>
                  </a:lnTo>
                  <a:lnTo>
                    <a:pt x="1312284" y="8"/>
                  </a:lnTo>
                  <a:lnTo>
                    <a:pt x="1320142" y="8"/>
                  </a:lnTo>
                  <a:lnTo>
                    <a:pt x="1328000" y="8"/>
                  </a:lnTo>
                  <a:lnTo>
                    <a:pt x="1335858" y="8"/>
                  </a:lnTo>
                  <a:lnTo>
                    <a:pt x="1343716" y="8"/>
                  </a:lnTo>
                  <a:lnTo>
                    <a:pt x="1351574" y="8"/>
                  </a:lnTo>
                  <a:lnTo>
                    <a:pt x="1359432" y="8"/>
                  </a:lnTo>
                  <a:lnTo>
                    <a:pt x="1367290" y="7"/>
                  </a:lnTo>
                  <a:lnTo>
                    <a:pt x="1375148" y="7"/>
                  </a:lnTo>
                  <a:lnTo>
                    <a:pt x="1383006" y="7"/>
                  </a:lnTo>
                  <a:lnTo>
                    <a:pt x="1390864" y="7"/>
                  </a:lnTo>
                  <a:lnTo>
                    <a:pt x="1398722" y="7"/>
                  </a:lnTo>
                  <a:lnTo>
                    <a:pt x="1406580" y="7"/>
                  </a:lnTo>
                  <a:lnTo>
                    <a:pt x="1414438" y="7"/>
                  </a:lnTo>
                  <a:lnTo>
                    <a:pt x="1422296" y="7"/>
                  </a:lnTo>
                  <a:lnTo>
                    <a:pt x="1430154" y="7"/>
                  </a:lnTo>
                  <a:lnTo>
                    <a:pt x="1438012" y="7"/>
                  </a:lnTo>
                  <a:lnTo>
                    <a:pt x="1445870" y="7"/>
                  </a:lnTo>
                  <a:lnTo>
                    <a:pt x="1453728" y="7"/>
                  </a:lnTo>
                  <a:lnTo>
                    <a:pt x="1461586" y="7"/>
                  </a:lnTo>
                  <a:lnTo>
                    <a:pt x="1469444" y="7"/>
                  </a:lnTo>
                  <a:lnTo>
                    <a:pt x="1477302" y="7"/>
                  </a:lnTo>
                  <a:lnTo>
                    <a:pt x="1485160" y="7"/>
                  </a:lnTo>
                  <a:lnTo>
                    <a:pt x="1493018" y="8"/>
                  </a:lnTo>
                  <a:lnTo>
                    <a:pt x="1500876" y="7"/>
                  </a:lnTo>
                  <a:lnTo>
                    <a:pt x="1508734" y="7"/>
                  </a:lnTo>
                  <a:lnTo>
                    <a:pt x="1516592" y="6"/>
                  </a:lnTo>
                  <a:lnTo>
                    <a:pt x="1524450" y="5"/>
                  </a:lnTo>
                  <a:lnTo>
                    <a:pt x="1532308" y="5"/>
                  </a:lnTo>
                  <a:lnTo>
                    <a:pt x="1540166" y="5"/>
                  </a:lnTo>
                  <a:lnTo>
                    <a:pt x="1548024" y="5"/>
                  </a:lnTo>
                  <a:lnTo>
                    <a:pt x="1555882" y="5"/>
                  </a:lnTo>
                  <a:lnTo>
                    <a:pt x="1563740" y="5"/>
                  </a:lnTo>
                  <a:lnTo>
                    <a:pt x="1571598" y="4"/>
                  </a:lnTo>
                  <a:lnTo>
                    <a:pt x="1579456" y="5"/>
                  </a:lnTo>
                  <a:lnTo>
                    <a:pt x="1587314" y="5"/>
                  </a:lnTo>
                  <a:lnTo>
                    <a:pt x="1595172" y="5"/>
                  </a:lnTo>
                  <a:lnTo>
                    <a:pt x="1603030" y="5"/>
                  </a:lnTo>
                  <a:lnTo>
                    <a:pt x="1610888" y="4"/>
                  </a:lnTo>
                  <a:lnTo>
                    <a:pt x="1618746" y="4"/>
                  </a:lnTo>
                  <a:lnTo>
                    <a:pt x="1626604" y="5"/>
                  </a:lnTo>
                  <a:lnTo>
                    <a:pt x="1634462" y="5"/>
                  </a:lnTo>
                  <a:lnTo>
                    <a:pt x="1642320" y="5"/>
                  </a:lnTo>
                  <a:lnTo>
                    <a:pt x="1650178" y="4"/>
                  </a:lnTo>
                  <a:lnTo>
                    <a:pt x="1658036" y="4"/>
                  </a:lnTo>
                  <a:lnTo>
                    <a:pt x="1665894" y="5"/>
                  </a:lnTo>
                  <a:lnTo>
                    <a:pt x="1673752" y="5"/>
                  </a:lnTo>
                  <a:lnTo>
                    <a:pt x="1681610" y="5"/>
                  </a:lnTo>
                  <a:lnTo>
                    <a:pt x="1689468" y="5"/>
                  </a:lnTo>
                  <a:lnTo>
                    <a:pt x="1697326" y="5"/>
                  </a:lnTo>
                  <a:lnTo>
                    <a:pt x="1705184" y="5"/>
                  </a:lnTo>
                  <a:lnTo>
                    <a:pt x="1713042" y="5"/>
                  </a:lnTo>
                  <a:lnTo>
                    <a:pt x="1720900" y="4"/>
                  </a:lnTo>
                  <a:lnTo>
                    <a:pt x="1728758" y="4"/>
                  </a:lnTo>
                  <a:lnTo>
                    <a:pt x="1736616" y="4"/>
                  </a:lnTo>
                  <a:lnTo>
                    <a:pt x="1744474" y="4"/>
                  </a:lnTo>
                  <a:lnTo>
                    <a:pt x="1752332" y="3"/>
                  </a:lnTo>
                  <a:lnTo>
                    <a:pt x="1760190" y="3"/>
                  </a:lnTo>
                  <a:lnTo>
                    <a:pt x="1768048" y="3"/>
                  </a:lnTo>
                  <a:lnTo>
                    <a:pt x="1775906" y="2"/>
                  </a:lnTo>
                  <a:lnTo>
                    <a:pt x="1783764" y="2"/>
                  </a:lnTo>
                  <a:lnTo>
                    <a:pt x="1791622" y="2"/>
                  </a:lnTo>
                  <a:lnTo>
                    <a:pt x="1799480" y="2"/>
                  </a:lnTo>
                  <a:lnTo>
                    <a:pt x="1807338" y="2"/>
                  </a:lnTo>
                  <a:lnTo>
                    <a:pt x="1815196" y="2"/>
                  </a:lnTo>
                  <a:lnTo>
                    <a:pt x="1823054" y="2"/>
                  </a:lnTo>
                  <a:lnTo>
                    <a:pt x="1830912" y="2"/>
                  </a:lnTo>
                  <a:lnTo>
                    <a:pt x="1838770" y="2"/>
                  </a:lnTo>
                  <a:lnTo>
                    <a:pt x="1846628" y="2"/>
                  </a:lnTo>
                  <a:lnTo>
                    <a:pt x="1854486" y="2"/>
                  </a:lnTo>
                  <a:lnTo>
                    <a:pt x="1862344" y="2"/>
                  </a:lnTo>
                  <a:lnTo>
                    <a:pt x="1870202" y="2"/>
                  </a:lnTo>
                  <a:lnTo>
                    <a:pt x="1878060" y="2"/>
                  </a:lnTo>
                  <a:lnTo>
                    <a:pt x="1885918" y="2"/>
                  </a:lnTo>
                  <a:lnTo>
                    <a:pt x="1893776" y="2"/>
                  </a:lnTo>
                  <a:lnTo>
                    <a:pt x="1901634" y="3"/>
                  </a:lnTo>
                  <a:lnTo>
                    <a:pt x="1909492" y="3"/>
                  </a:lnTo>
                  <a:lnTo>
                    <a:pt x="1917350" y="2"/>
                  </a:lnTo>
                  <a:lnTo>
                    <a:pt x="1925208" y="2"/>
                  </a:lnTo>
                  <a:lnTo>
                    <a:pt x="1933066" y="2"/>
                  </a:lnTo>
                  <a:lnTo>
                    <a:pt x="1940924" y="2"/>
                  </a:lnTo>
                  <a:lnTo>
                    <a:pt x="1948782" y="2"/>
                  </a:lnTo>
                  <a:lnTo>
                    <a:pt x="1956640" y="2"/>
                  </a:lnTo>
                  <a:lnTo>
                    <a:pt x="1964498" y="2"/>
                  </a:lnTo>
                  <a:lnTo>
                    <a:pt x="1972356" y="2"/>
                  </a:lnTo>
                  <a:lnTo>
                    <a:pt x="1980214" y="2"/>
                  </a:lnTo>
                  <a:lnTo>
                    <a:pt x="1988072" y="1"/>
                  </a:lnTo>
                  <a:lnTo>
                    <a:pt x="1995930" y="1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rc190"/>
            <p:cNvSpPr/>
            <p:nvPr/>
          </p:nvSpPr>
          <p:spPr>
            <a:xfrm>
              <a:off x="3506275" y="4247864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rc191"/>
            <p:cNvSpPr/>
            <p:nvPr/>
          </p:nvSpPr>
          <p:spPr>
            <a:xfrm>
              <a:off x="5927897" y="2396548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5927897" y="298774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5927897" y="277510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5927897" y="256247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5946228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6466071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6985915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7505759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8025603" y="2396548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5927897" y="298774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6029658" y="2964996"/>
              <a:ext cx="2035220" cy="23121"/>
            </a:xfrm>
            <a:custGeom>
              <a:avLst/>
              <a:pathLst>
                <a:path w="2035220" h="23121">
                  <a:moveTo>
                    <a:pt x="0" y="22833"/>
                  </a:moveTo>
                  <a:lnTo>
                    <a:pt x="7857" y="22832"/>
                  </a:lnTo>
                  <a:lnTo>
                    <a:pt x="15715" y="22831"/>
                  </a:lnTo>
                  <a:lnTo>
                    <a:pt x="23573" y="22829"/>
                  </a:lnTo>
                  <a:lnTo>
                    <a:pt x="31431" y="22828"/>
                  </a:lnTo>
                  <a:lnTo>
                    <a:pt x="39289" y="22827"/>
                  </a:lnTo>
                  <a:lnTo>
                    <a:pt x="47147" y="22826"/>
                  </a:lnTo>
                  <a:lnTo>
                    <a:pt x="55005" y="22824"/>
                  </a:lnTo>
                  <a:lnTo>
                    <a:pt x="62863" y="22823"/>
                  </a:lnTo>
                  <a:lnTo>
                    <a:pt x="70721" y="22822"/>
                  </a:lnTo>
                  <a:lnTo>
                    <a:pt x="78579" y="22821"/>
                  </a:lnTo>
                  <a:lnTo>
                    <a:pt x="86437" y="22819"/>
                  </a:lnTo>
                  <a:lnTo>
                    <a:pt x="94295" y="22818"/>
                  </a:lnTo>
                  <a:lnTo>
                    <a:pt x="102153" y="22817"/>
                  </a:lnTo>
                  <a:lnTo>
                    <a:pt x="110011" y="22815"/>
                  </a:lnTo>
                  <a:lnTo>
                    <a:pt x="117869" y="22814"/>
                  </a:lnTo>
                  <a:lnTo>
                    <a:pt x="125727" y="22812"/>
                  </a:lnTo>
                  <a:lnTo>
                    <a:pt x="133585" y="22811"/>
                  </a:lnTo>
                  <a:lnTo>
                    <a:pt x="141443" y="22810"/>
                  </a:lnTo>
                  <a:lnTo>
                    <a:pt x="149301" y="22808"/>
                  </a:lnTo>
                  <a:lnTo>
                    <a:pt x="157159" y="22807"/>
                  </a:lnTo>
                  <a:lnTo>
                    <a:pt x="165017" y="22805"/>
                  </a:lnTo>
                  <a:lnTo>
                    <a:pt x="172875" y="22804"/>
                  </a:lnTo>
                  <a:lnTo>
                    <a:pt x="180733" y="22802"/>
                  </a:lnTo>
                  <a:lnTo>
                    <a:pt x="188591" y="22801"/>
                  </a:lnTo>
                  <a:lnTo>
                    <a:pt x="196449" y="22799"/>
                  </a:lnTo>
                  <a:lnTo>
                    <a:pt x="204307" y="22798"/>
                  </a:lnTo>
                  <a:lnTo>
                    <a:pt x="212165" y="22796"/>
                  </a:lnTo>
                  <a:lnTo>
                    <a:pt x="220023" y="22794"/>
                  </a:lnTo>
                  <a:lnTo>
                    <a:pt x="227881" y="22793"/>
                  </a:lnTo>
                  <a:lnTo>
                    <a:pt x="235739" y="22791"/>
                  </a:lnTo>
                  <a:lnTo>
                    <a:pt x="243597" y="22790"/>
                  </a:lnTo>
                  <a:lnTo>
                    <a:pt x="251455" y="22788"/>
                  </a:lnTo>
                  <a:lnTo>
                    <a:pt x="259313" y="22787"/>
                  </a:lnTo>
                  <a:lnTo>
                    <a:pt x="267171" y="22785"/>
                  </a:lnTo>
                  <a:lnTo>
                    <a:pt x="275029" y="22783"/>
                  </a:lnTo>
                  <a:lnTo>
                    <a:pt x="282887" y="22782"/>
                  </a:lnTo>
                  <a:lnTo>
                    <a:pt x="290745" y="22780"/>
                  </a:lnTo>
                  <a:lnTo>
                    <a:pt x="298603" y="22779"/>
                  </a:lnTo>
                  <a:lnTo>
                    <a:pt x="306461" y="22777"/>
                  </a:lnTo>
                  <a:lnTo>
                    <a:pt x="314319" y="22775"/>
                  </a:lnTo>
                  <a:lnTo>
                    <a:pt x="322177" y="22774"/>
                  </a:lnTo>
                  <a:lnTo>
                    <a:pt x="330035" y="22772"/>
                  </a:lnTo>
                  <a:lnTo>
                    <a:pt x="337893" y="22770"/>
                  </a:lnTo>
                  <a:lnTo>
                    <a:pt x="345751" y="22769"/>
                  </a:lnTo>
                  <a:lnTo>
                    <a:pt x="353609" y="22767"/>
                  </a:lnTo>
                  <a:lnTo>
                    <a:pt x="361467" y="22765"/>
                  </a:lnTo>
                  <a:lnTo>
                    <a:pt x="369325" y="22764"/>
                  </a:lnTo>
                  <a:lnTo>
                    <a:pt x="377183" y="22762"/>
                  </a:lnTo>
                  <a:lnTo>
                    <a:pt x="385041" y="22760"/>
                  </a:lnTo>
                  <a:lnTo>
                    <a:pt x="392899" y="22758"/>
                  </a:lnTo>
                  <a:lnTo>
                    <a:pt x="400757" y="22756"/>
                  </a:lnTo>
                  <a:lnTo>
                    <a:pt x="408615" y="22755"/>
                  </a:lnTo>
                  <a:lnTo>
                    <a:pt x="416473" y="22753"/>
                  </a:lnTo>
                  <a:lnTo>
                    <a:pt x="424331" y="22751"/>
                  </a:lnTo>
                  <a:lnTo>
                    <a:pt x="432189" y="22749"/>
                  </a:lnTo>
                  <a:lnTo>
                    <a:pt x="440047" y="22744"/>
                  </a:lnTo>
                  <a:lnTo>
                    <a:pt x="447905" y="22733"/>
                  </a:lnTo>
                  <a:lnTo>
                    <a:pt x="455763" y="22723"/>
                  </a:lnTo>
                  <a:lnTo>
                    <a:pt x="463621" y="22713"/>
                  </a:lnTo>
                  <a:lnTo>
                    <a:pt x="471479" y="22702"/>
                  </a:lnTo>
                  <a:lnTo>
                    <a:pt x="479337" y="22691"/>
                  </a:lnTo>
                  <a:lnTo>
                    <a:pt x="487195" y="22680"/>
                  </a:lnTo>
                  <a:lnTo>
                    <a:pt x="495053" y="22669"/>
                  </a:lnTo>
                  <a:lnTo>
                    <a:pt x="502911" y="22657"/>
                  </a:lnTo>
                  <a:lnTo>
                    <a:pt x="510769" y="22646"/>
                  </a:lnTo>
                  <a:lnTo>
                    <a:pt x="518627" y="22634"/>
                  </a:lnTo>
                  <a:lnTo>
                    <a:pt x="526485" y="22622"/>
                  </a:lnTo>
                  <a:lnTo>
                    <a:pt x="534343" y="22610"/>
                  </a:lnTo>
                  <a:lnTo>
                    <a:pt x="542201" y="22597"/>
                  </a:lnTo>
                  <a:lnTo>
                    <a:pt x="550059" y="22584"/>
                  </a:lnTo>
                  <a:lnTo>
                    <a:pt x="557917" y="22571"/>
                  </a:lnTo>
                  <a:lnTo>
                    <a:pt x="565775" y="22558"/>
                  </a:lnTo>
                  <a:lnTo>
                    <a:pt x="573633" y="22545"/>
                  </a:lnTo>
                  <a:lnTo>
                    <a:pt x="581491" y="22531"/>
                  </a:lnTo>
                  <a:lnTo>
                    <a:pt x="589349" y="22517"/>
                  </a:lnTo>
                  <a:lnTo>
                    <a:pt x="597207" y="22503"/>
                  </a:lnTo>
                  <a:lnTo>
                    <a:pt x="605065" y="22488"/>
                  </a:lnTo>
                  <a:lnTo>
                    <a:pt x="612923" y="22473"/>
                  </a:lnTo>
                  <a:lnTo>
                    <a:pt x="620781" y="22458"/>
                  </a:lnTo>
                  <a:lnTo>
                    <a:pt x="628639" y="22442"/>
                  </a:lnTo>
                  <a:lnTo>
                    <a:pt x="636497" y="22426"/>
                  </a:lnTo>
                  <a:lnTo>
                    <a:pt x="644355" y="22410"/>
                  </a:lnTo>
                  <a:lnTo>
                    <a:pt x="652213" y="22394"/>
                  </a:lnTo>
                  <a:lnTo>
                    <a:pt x="660071" y="22378"/>
                  </a:lnTo>
                  <a:lnTo>
                    <a:pt x="667929" y="22361"/>
                  </a:lnTo>
                  <a:lnTo>
                    <a:pt x="675787" y="22342"/>
                  </a:lnTo>
                  <a:lnTo>
                    <a:pt x="683645" y="22325"/>
                  </a:lnTo>
                  <a:lnTo>
                    <a:pt x="691503" y="22308"/>
                  </a:lnTo>
                  <a:lnTo>
                    <a:pt x="699361" y="22290"/>
                  </a:lnTo>
                  <a:lnTo>
                    <a:pt x="707219" y="22273"/>
                  </a:lnTo>
                  <a:lnTo>
                    <a:pt x="715077" y="22254"/>
                  </a:lnTo>
                  <a:lnTo>
                    <a:pt x="722935" y="22234"/>
                  </a:lnTo>
                  <a:lnTo>
                    <a:pt x="730793" y="22215"/>
                  </a:lnTo>
                  <a:lnTo>
                    <a:pt x="738651" y="22196"/>
                  </a:lnTo>
                  <a:lnTo>
                    <a:pt x="746509" y="22176"/>
                  </a:lnTo>
                  <a:lnTo>
                    <a:pt x="754367" y="22155"/>
                  </a:lnTo>
                  <a:lnTo>
                    <a:pt x="762225" y="22134"/>
                  </a:lnTo>
                  <a:lnTo>
                    <a:pt x="770083" y="22115"/>
                  </a:lnTo>
                  <a:lnTo>
                    <a:pt x="777941" y="22096"/>
                  </a:lnTo>
                  <a:lnTo>
                    <a:pt x="785799" y="22077"/>
                  </a:lnTo>
                  <a:lnTo>
                    <a:pt x="793657" y="22057"/>
                  </a:lnTo>
                  <a:lnTo>
                    <a:pt x="801515" y="22035"/>
                  </a:lnTo>
                  <a:lnTo>
                    <a:pt x="809373" y="22011"/>
                  </a:lnTo>
                  <a:lnTo>
                    <a:pt x="817231" y="21988"/>
                  </a:lnTo>
                  <a:lnTo>
                    <a:pt x="825089" y="21964"/>
                  </a:lnTo>
                  <a:lnTo>
                    <a:pt x="832947" y="21940"/>
                  </a:lnTo>
                  <a:lnTo>
                    <a:pt x="840805" y="21915"/>
                  </a:lnTo>
                  <a:lnTo>
                    <a:pt x="848663" y="21890"/>
                  </a:lnTo>
                  <a:lnTo>
                    <a:pt x="856521" y="21864"/>
                  </a:lnTo>
                  <a:lnTo>
                    <a:pt x="864379" y="21838"/>
                  </a:lnTo>
                  <a:lnTo>
                    <a:pt x="872237" y="21811"/>
                  </a:lnTo>
                  <a:lnTo>
                    <a:pt x="880095" y="21784"/>
                  </a:lnTo>
                  <a:lnTo>
                    <a:pt x="887953" y="21756"/>
                  </a:lnTo>
                  <a:lnTo>
                    <a:pt x="895811" y="21728"/>
                  </a:lnTo>
                  <a:lnTo>
                    <a:pt x="903669" y="21699"/>
                  </a:lnTo>
                  <a:lnTo>
                    <a:pt x="911527" y="21670"/>
                  </a:lnTo>
                  <a:lnTo>
                    <a:pt x="919385" y="21640"/>
                  </a:lnTo>
                  <a:lnTo>
                    <a:pt x="927243" y="21610"/>
                  </a:lnTo>
                  <a:lnTo>
                    <a:pt x="935101" y="21579"/>
                  </a:lnTo>
                  <a:lnTo>
                    <a:pt x="942959" y="21547"/>
                  </a:lnTo>
                  <a:lnTo>
                    <a:pt x="950817" y="21515"/>
                  </a:lnTo>
                  <a:lnTo>
                    <a:pt x="958675" y="21482"/>
                  </a:lnTo>
                  <a:lnTo>
                    <a:pt x="966533" y="21446"/>
                  </a:lnTo>
                  <a:lnTo>
                    <a:pt x="974391" y="21410"/>
                  </a:lnTo>
                  <a:lnTo>
                    <a:pt x="982249" y="21375"/>
                  </a:lnTo>
                  <a:lnTo>
                    <a:pt x="990107" y="21341"/>
                  </a:lnTo>
                  <a:lnTo>
                    <a:pt x="997965" y="21306"/>
                  </a:lnTo>
                  <a:lnTo>
                    <a:pt x="1005823" y="21270"/>
                  </a:lnTo>
                  <a:lnTo>
                    <a:pt x="1013681" y="21234"/>
                  </a:lnTo>
                  <a:lnTo>
                    <a:pt x="1021539" y="21197"/>
                  </a:lnTo>
                  <a:lnTo>
                    <a:pt x="1029397" y="21160"/>
                  </a:lnTo>
                  <a:lnTo>
                    <a:pt x="1037254" y="21120"/>
                  </a:lnTo>
                  <a:lnTo>
                    <a:pt x="1045112" y="21080"/>
                  </a:lnTo>
                  <a:lnTo>
                    <a:pt x="1052970" y="21038"/>
                  </a:lnTo>
                  <a:lnTo>
                    <a:pt x="1060828" y="20997"/>
                  </a:lnTo>
                  <a:lnTo>
                    <a:pt x="1068686" y="20956"/>
                  </a:lnTo>
                  <a:lnTo>
                    <a:pt x="1076544" y="20913"/>
                  </a:lnTo>
                  <a:lnTo>
                    <a:pt x="1084402" y="20869"/>
                  </a:lnTo>
                  <a:lnTo>
                    <a:pt x="1092260" y="20824"/>
                  </a:lnTo>
                  <a:lnTo>
                    <a:pt x="1100118" y="20779"/>
                  </a:lnTo>
                  <a:lnTo>
                    <a:pt x="1107976" y="20730"/>
                  </a:lnTo>
                  <a:lnTo>
                    <a:pt x="1115834" y="20680"/>
                  </a:lnTo>
                  <a:lnTo>
                    <a:pt x="1123692" y="20628"/>
                  </a:lnTo>
                  <a:lnTo>
                    <a:pt x="1131550" y="20579"/>
                  </a:lnTo>
                  <a:lnTo>
                    <a:pt x="1139408" y="20530"/>
                  </a:lnTo>
                  <a:lnTo>
                    <a:pt x="1147266" y="20475"/>
                  </a:lnTo>
                  <a:lnTo>
                    <a:pt x="1155124" y="20418"/>
                  </a:lnTo>
                  <a:lnTo>
                    <a:pt x="1162982" y="20366"/>
                  </a:lnTo>
                  <a:lnTo>
                    <a:pt x="1170840" y="20315"/>
                  </a:lnTo>
                  <a:lnTo>
                    <a:pt x="1178698" y="20262"/>
                  </a:lnTo>
                  <a:lnTo>
                    <a:pt x="1186556" y="20201"/>
                  </a:lnTo>
                  <a:lnTo>
                    <a:pt x="1194414" y="20139"/>
                  </a:lnTo>
                  <a:lnTo>
                    <a:pt x="1202272" y="20075"/>
                  </a:lnTo>
                  <a:lnTo>
                    <a:pt x="1210130" y="20018"/>
                  </a:lnTo>
                  <a:lnTo>
                    <a:pt x="1217988" y="19962"/>
                  </a:lnTo>
                  <a:lnTo>
                    <a:pt x="1225846" y="19895"/>
                  </a:lnTo>
                  <a:lnTo>
                    <a:pt x="1233704" y="19829"/>
                  </a:lnTo>
                  <a:lnTo>
                    <a:pt x="1241562" y="19762"/>
                  </a:lnTo>
                  <a:lnTo>
                    <a:pt x="1249420" y="19694"/>
                  </a:lnTo>
                  <a:lnTo>
                    <a:pt x="1257278" y="19624"/>
                  </a:lnTo>
                  <a:lnTo>
                    <a:pt x="1265136" y="19555"/>
                  </a:lnTo>
                  <a:lnTo>
                    <a:pt x="1272994" y="19487"/>
                  </a:lnTo>
                  <a:lnTo>
                    <a:pt x="1280852" y="19418"/>
                  </a:lnTo>
                  <a:lnTo>
                    <a:pt x="1288710" y="19347"/>
                  </a:lnTo>
                  <a:lnTo>
                    <a:pt x="1296568" y="19262"/>
                  </a:lnTo>
                  <a:lnTo>
                    <a:pt x="1304426" y="19190"/>
                  </a:lnTo>
                  <a:lnTo>
                    <a:pt x="1312284" y="19118"/>
                  </a:lnTo>
                  <a:lnTo>
                    <a:pt x="1320142" y="19044"/>
                  </a:lnTo>
                  <a:lnTo>
                    <a:pt x="1328000" y="18969"/>
                  </a:lnTo>
                  <a:lnTo>
                    <a:pt x="1335858" y="18892"/>
                  </a:lnTo>
                  <a:lnTo>
                    <a:pt x="1343716" y="18815"/>
                  </a:lnTo>
                  <a:lnTo>
                    <a:pt x="1351574" y="18733"/>
                  </a:lnTo>
                  <a:lnTo>
                    <a:pt x="1359432" y="18654"/>
                  </a:lnTo>
                  <a:lnTo>
                    <a:pt x="1367290" y="18573"/>
                  </a:lnTo>
                  <a:lnTo>
                    <a:pt x="1375148" y="18489"/>
                  </a:lnTo>
                  <a:lnTo>
                    <a:pt x="1383006" y="18397"/>
                  </a:lnTo>
                  <a:lnTo>
                    <a:pt x="1390864" y="18282"/>
                  </a:lnTo>
                  <a:lnTo>
                    <a:pt x="1398722" y="18165"/>
                  </a:lnTo>
                  <a:lnTo>
                    <a:pt x="1406580" y="18045"/>
                  </a:lnTo>
                  <a:lnTo>
                    <a:pt x="1414438" y="17922"/>
                  </a:lnTo>
                  <a:lnTo>
                    <a:pt x="1422296" y="17827"/>
                  </a:lnTo>
                  <a:lnTo>
                    <a:pt x="1430154" y="17733"/>
                  </a:lnTo>
                  <a:lnTo>
                    <a:pt x="1438012" y="17636"/>
                  </a:lnTo>
                  <a:lnTo>
                    <a:pt x="1445870" y="17539"/>
                  </a:lnTo>
                  <a:lnTo>
                    <a:pt x="1453728" y="17440"/>
                  </a:lnTo>
                  <a:lnTo>
                    <a:pt x="1461586" y="17340"/>
                  </a:lnTo>
                  <a:lnTo>
                    <a:pt x="1469444" y="17254"/>
                  </a:lnTo>
                  <a:lnTo>
                    <a:pt x="1477302" y="17138"/>
                  </a:lnTo>
                  <a:lnTo>
                    <a:pt x="1485160" y="17026"/>
                  </a:lnTo>
                  <a:lnTo>
                    <a:pt x="1493018" y="16918"/>
                  </a:lnTo>
                  <a:lnTo>
                    <a:pt x="1500876" y="16796"/>
                  </a:lnTo>
                  <a:lnTo>
                    <a:pt x="1508734" y="16650"/>
                  </a:lnTo>
                  <a:lnTo>
                    <a:pt x="1516592" y="16535"/>
                  </a:lnTo>
                  <a:lnTo>
                    <a:pt x="1524450" y="16419"/>
                  </a:lnTo>
                  <a:lnTo>
                    <a:pt x="1532308" y="16298"/>
                  </a:lnTo>
                  <a:lnTo>
                    <a:pt x="1540166" y="16161"/>
                  </a:lnTo>
                  <a:lnTo>
                    <a:pt x="1548024" y="16022"/>
                  </a:lnTo>
                  <a:lnTo>
                    <a:pt x="1555882" y="15880"/>
                  </a:lnTo>
                  <a:lnTo>
                    <a:pt x="1563740" y="15735"/>
                  </a:lnTo>
                  <a:lnTo>
                    <a:pt x="1571598" y="15587"/>
                  </a:lnTo>
                  <a:lnTo>
                    <a:pt x="1579456" y="15436"/>
                  </a:lnTo>
                  <a:lnTo>
                    <a:pt x="1587314" y="15282"/>
                  </a:lnTo>
                  <a:lnTo>
                    <a:pt x="1595172" y="15125"/>
                  </a:lnTo>
                  <a:lnTo>
                    <a:pt x="1603030" y="14965"/>
                  </a:lnTo>
                  <a:lnTo>
                    <a:pt x="1610888" y="14802"/>
                  </a:lnTo>
                  <a:lnTo>
                    <a:pt x="1618746" y="14636"/>
                  </a:lnTo>
                  <a:lnTo>
                    <a:pt x="1626604" y="14466"/>
                  </a:lnTo>
                  <a:lnTo>
                    <a:pt x="1634462" y="14293"/>
                  </a:lnTo>
                  <a:lnTo>
                    <a:pt x="1642320" y="14112"/>
                  </a:lnTo>
                  <a:lnTo>
                    <a:pt x="1650178" y="13919"/>
                  </a:lnTo>
                  <a:lnTo>
                    <a:pt x="1658036" y="13722"/>
                  </a:lnTo>
                  <a:lnTo>
                    <a:pt x="1665894" y="13534"/>
                  </a:lnTo>
                  <a:lnTo>
                    <a:pt x="1673752" y="13344"/>
                  </a:lnTo>
                  <a:lnTo>
                    <a:pt x="1681610" y="13151"/>
                  </a:lnTo>
                  <a:lnTo>
                    <a:pt x="1689468" y="12955"/>
                  </a:lnTo>
                  <a:lnTo>
                    <a:pt x="1697326" y="12774"/>
                  </a:lnTo>
                  <a:lnTo>
                    <a:pt x="1705184" y="12576"/>
                  </a:lnTo>
                  <a:lnTo>
                    <a:pt x="1713042" y="12366"/>
                  </a:lnTo>
                  <a:lnTo>
                    <a:pt x="1720900" y="12152"/>
                  </a:lnTo>
                  <a:lnTo>
                    <a:pt x="1728758" y="11954"/>
                  </a:lnTo>
                  <a:lnTo>
                    <a:pt x="1736616" y="11729"/>
                  </a:lnTo>
                  <a:lnTo>
                    <a:pt x="1744474" y="11513"/>
                  </a:lnTo>
                  <a:lnTo>
                    <a:pt x="1752332" y="11294"/>
                  </a:lnTo>
                  <a:lnTo>
                    <a:pt x="1760190" y="11071"/>
                  </a:lnTo>
                  <a:lnTo>
                    <a:pt x="1768048" y="10843"/>
                  </a:lnTo>
                  <a:lnTo>
                    <a:pt x="1775906" y="10612"/>
                  </a:lnTo>
                  <a:lnTo>
                    <a:pt x="1783764" y="10373"/>
                  </a:lnTo>
                  <a:lnTo>
                    <a:pt x="1791622" y="10114"/>
                  </a:lnTo>
                  <a:lnTo>
                    <a:pt x="1799480" y="9851"/>
                  </a:lnTo>
                  <a:lnTo>
                    <a:pt x="1807338" y="9582"/>
                  </a:lnTo>
                  <a:lnTo>
                    <a:pt x="1815196" y="9308"/>
                  </a:lnTo>
                  <a:lnTo>
                    <a:pt x="1823054" y="9029"/>
                  </a:lnTo>
                  <a:lnTo>
                    <a:pt x="1830912" y="8744"/>
                  </a:lnTo>
                  <a:lnTo>
                    <a:pt x="1838770" y="8453"/>
                  </a:lnTo>
                  <a:lnTo>
                    <a:pt x="1846628" y="8157"/>
                  </a:lnTo>
                  <a:lnTo>
                    <a:pt x="1854486" y="7854"/>
                  </a:lnTo>
                  <a:lnTo>
                    <a:pt x="1862344" y="7546"/>
                  </a:lnTo>
                  <a:lnTo>
                    <a:pt x="1870202" y="7231"/>
                  </a:lnTo>
                  <a:lnTo>
                    <a:pt x="1878060" y="6911"/>
                  </a:lnTo>
                  <a:lnTo>
                    <a:pt x="1885918" y="6588"/>
                  </a:lnTo>
                  <a:lnTo>
                    <a:pt x="1893776" y="6265"/>
                  </a:lnTo>
                  <a:lnTo>
                    <a:pt x="1901634" y="5935"/>
                  </a:lnTo>
                  <a:lnTo>
                    <a:pt x="1909492" y="5600"/>
                  </a:lnTo>
                  <a:lnTo>
                    <a:pt x="1917350" y="5288"/>
                  </a:lnTo>
                  <a:lnTo>
                    <a:pt x="1925208" y="5000"/>
                  </a:lnTo>
                  <a:lnTo>
                    <a:pt x="1933066" y="4708"/>
                  </a:lnTo>
                  <a:lnTo>
                    <a:pt x="1940924" y="4412"/>
                  </a:lnTo>
                  <a:lnTo>
                    <a:pt x="1948782" y="4111"/>
                  </a:lnTo>
                  <a:lnTo>
                    <a:pt x="1956640" y="3806"/>
                  </a:lnTo>
                  <a:lnTo>
                    <a:pt x="1964498" y="3496"/>
                  </a:lnTo>
                  <a:lnTo>
                    <a:pt x="1972356" y="3181"/>
                  </a:lnTo>
                  <a:lnTo>
                    <a:pt x="1980214" y="2850"/>
                  </a:lnTo>
                  <a:lnTo>
                    <a:pt x="1988072" y="2473"/>
                  </a:lnTo>
                  <a:lnTo>
                    <a:pt x="1995930" y="2088"/>
                  </a:lnTo>
                  <a:lnTo>
                    <a:pt x="2003788" y="1697"/>
                  </a:lnTo>
                  <a:lnTo>
                    <a:pt x="2011646" y="1299"/>
                  </a:lnTo>
                  <a:lnTo>
                    <a:pt x="2019504" y="894"/>
                  </a:lnTo>
                  <a:lnTo>
                    <a:pt x="2027362" y="458"/>
                  </a:lnTo>
                  <a:lnTo>
                    <a:pt x="2035220" y="0"/>
                  </a:lnTo>
                  <a:lnTo>
                    <a:pt x="2035220" y="21981"/>
                  </a:lnTo>
                  <a:lnTo>
                    <a:pt x="2027362" y="21987"/>
                  </a:lnTo>
                  <a:lnTo>
                    <a:pt x="2019504" y="21994"/>
                  </a:lnTo>
                  <a:lnTo>
                    <a:pt x="2011646" y="22000"/>
                  </a:lnTo>
                  <a:lnTo>
                    <a:pt x="2003788" y="22006"/>
                  </a:lnTo>
                  <a:lnTo>
                    <a:pt x="1995930" y="22012"/>
                  </a:lnTo>
                  <a:lnTo>
                    <a:pt x="1988072" y="22018"/>
                  </a:lnTo>
                  <a:lnTo>
                    <a:pt x="1980214" y="22024"/>
                  </a:lnTo>
                  <a:lnTo>
                    <a:pt x="1972356" y="22030"/>
                  </a:lnTo>
                  <a:lnTo>
                    <a:pt x="1964498" y="22036"/>
                  </a:lnTo>
                  <a:lnTo>
                    <a:pt x="1956640" y="22041"/>
                  </a:lnTo>
                  <a:lnTo>
                    <a:pt x="1948782" y="22047"/>
                  </a:lnTo>
                  <a:lnTo>
                    <a:pt x="1940924" y="22053"/>
                  </a:lnTo>
                  <a:lnTo>
                    <a:pt x="1933066" y="22058"/>
                  </a:lnTo>
                  <a:lnTo>
                    <a:pt x="1925208" y="22063"/>
                  </a:lnTo>
                  <a:lnTo>
                    <a:pt x="1917350" y="22069"/>
                  </a:lnTo>
                  <a:lnTo>
                    <a:pt x="1909492" y="22074"/>
                  </a:lnTo>
                  <a:lnTo>
                    <a:pt x="1901634" y="22080"/>
                  </a:lnTo>
                  <a:lnTo>
                    <a:pt x="1893776" y="22085"/>
                  </a:lnTo>
                  <a:lnTo>
                    <a:pt x="1885918" y="22090"/>
                  </a:lnTo>
                  <a:lnTo>
                    <a:pt x="1878060" y="22096"/>
                  </a:lnTo>
                  <a:lnTo>
                    <a:pt x="1870202" y="22101"/>
                  </a:lnTo>
                  <a:lnTo>
                    <a:pt x="1862344" y="22106"/>
                  </a:lnTo>
                  <a:lnTo>
                    <a:pt x="1854486" y="22112"/>
                  </a:lnTo>
                  <a:lnTo>
                    <a:pt x="1846628" y="22117"/>
                  </a:lnTo>
                  <a:lnTo>
                    <a:pt x="1838770" y="22123"/>
                  </a:lnTo>
                  <a:lnTo>
                    <a:pt x="1830912" y="22129"/>
                  </a:lnTo>
                  <a:lnTo>
                    <a:pt x="1823054" y="22135"/>
                  </a:lnTo>
                  <a:lnTo>
                    <a:pt x="1815196" y="22142"/>
                  </a:lnTo>
                  <a:lnTo>
                    <a:pt x="1807338" y="22148"/>
                  </a:lnTo>
                  <a:lnTo>
                    <a:pt x="1799480" y="22155"/>
                  </a:lnTo>
                  <a:lnTo>
                    <a:pt x="1791622" y="22161"/>
                  </a:lnTo>
                  <a:lnTo>
                    <a:pt x="1783764" y="22166"/>
                  </a:lnTo>
                  <a:lnTo>
                    <a:pt x="1775906" y="22171"/>
                  </a:lnTo>
                  <a:lnTo>
                    <a:pt x="1768048" y="22177"/>
                  </a:lnTo>
                  <a:lnTo>
                    <a:pt x="1760190" y="22182"/>
                  </a:lnTo>
                  <a:lnTo>
                    <a:pt x="1752332" y="22187"/>
                  </a:lnTo>
                  <a:lnTo>
                    <a:pt x="1744474" y="22192"/>
                  </a:lnTo>
                  <a:lnTo>
                    <a:pt x="1736616" y="22197"/>
                  </a:lnTo>
                  <a:lnTo>
                    <a:pt x="1728758" y="22202"/>
                  </a:lnTo>
                  <a:lnTo>
                    <a:pt x="1720900" y="22207"/>
                  </a:lnTo>
                  <a:lnTo>
                    <a:pt x="1713042" y="22213"/>
                  </a:lnTo>
                  <a:lnTo>
                    <a:pt x="1705184" y="22218"/>
                  </a:lnTo>
                  <a:lnTo>
                    <a:pt x="1697326" y="22222"/>
                  </a:lnTo>
                  <a:lnTo>
                    <a:pt x="1689468" y="22227"/>
                  </a:lnTo>
                  <a:lnTo>
                    <a:pt x="1681610" y="22232"/>
                  </a:lnTo>
                  <a:lnTo>
                    <a:pt x="1673752" y="22237"/>
                  </a:lnTo>
                  <a:lnTo>
                    <a:pt x="1665894" y="22242"/>
                  </a:lnTo>
                  <a:lnTo>
                    <a:pt x="1658036" y="22247"/>
                  </a:lnTo>
                  <a:lnTo>
                    <a:pt x="1650178" y="22252"/>
                  </a:lnTo>
                  <a:lnTo>
                    <a:pt x="1642320" y="22257"/>
                  </a:lnTo>
                  <a:lnTo>
                    <a:pt x="1634462" y="22261"/>
                  </a:lnTo>
                  <a:lnTo>
                    <a:pt x="1626604" y="22266"/>
                  </a:lnTo>
                  <a:lnTo>
                    <a:pt x="1618746" y="22271"/>
                  </a:lnTo>
                  <a:lnTo>
                    <a:pt x="1610888" y="22275"/>
                  </a:lnTo>
                  <a:lnTo>
                    <a:pt x="1603030" y="22280"/>
                  </a:lnTo>
                  <a:lnTo>
                    <a:pt x="1595172" y="22284"/>
                  </a:lnTo>
                  <a:lnTo>
                    <a:pt x="1587314" y="22289"/>
                  </a:lnTo>
                  <a:lnTo>
                    <a:pt x="1579456" y="22293"/>
                  </a:lnTo>
                  <a:lnTo>
                    <a:pt x="1571598" y="22298"/>
                  </a:lnTo>
                  <a:lnTo>
                    <a:pt x="1563740" y="22303"/>
                  </a:lnTo>
                  <a:lnTo>
                    <a:pt x="1555882" y="22307"/>
                  </a:lnTo>
                  <a:lnTo>
                    <a:pt x="1548024" y="22312"/>
                  </a:lnTo>
                  <a:lnTo>
                    <a:pt x="1540166" y="22317"/>
                  </a:lnTo>
                  <a:lnTo>
                    <a:pt x="1532308" y="22321"/>
                  </a:lnTo>
                  <a:lnTo>
                    <a:pt x="1524450" y="22326"/>
                  </a:lnTo>
                  <a:lnTo>
                    <a:pt x="1516592" y="22330"/>
                  </a:lnTo>
                  <a:lnTo>
                    <a:pt x="1508734" y="22334"/>
                  </a:lnTo>
                  <a:lnTo>
                    <a:pt x="1500876" y="22339"/>
                  </a:lnTo>
                  <a:lnTo>
                    <a:pt x="1493018" y="22343"/>
                  </a:lnTo>
                  <a:lnTo>
                    <a:pt x="1485160" y="22347"/>
                  </a:lnTo>
                  <a:lnTo>
                    <a:pt x="1477302" y="22351"/>
                  </a:lnTo>
                  <a:lnTo>
                    <a:pt x="1469444" y="22355"/>
                  </a:lnTo>
                  <a:lnTo>
                    <a:pt x="1461586" y="22360"/>
                  </a:lnTo>
                  <a:lnTo>
                    <a:pt x="1453728" y="22365"/>
                  </a:lnTo>
                  <a:lnTo>
                    <a:pt x="1445870" y="22369"/>
                  </a:lnTo>
                  <a:lnTo>
                    <a:pt x="1438012" y="22374"/>
                  </a:lnTo>
                  <a:lnTo>
                    <a:pt x="1430154" y="22379"/>
                  </a:lnTo>
                  <a:lnTo>
                    <a:pt x="1422296" y="22383"/>
                  </a:lnTo>
                  <a:lnTo>
                    <a:pt x="1414438" y="22388"/>
                  </a:lnTo>
                  <a:lnTo>
                    <a:pt x="1406580" y="22392"/>
                  </a:lnTo>
                  <a:lnTo>
                    <a:pt x="1398722" y="22397"/>
                  </a:lnTo>
                  <a:lnTo>
                    <a:pt x="1390864" y="22401"/>
                  </a:lnTo>
                  <a:lnTo>
                    <a:pt x="1383006" y="22406"/>
                  </a:lnTo>
                  <a:lnTo>
                    <a:pt x="1375148" y="22410"/>
                  </a:lnTo>
                  <a:lnTo>
                    <a:pt x="1367290" y="22414"/>
                  </a:lnTo>
                  <a:lnTo>
                    <a:pt x="1359432" y="22419"/>
                  </a:lnTo>
                  <a:lnTo>
                    <a:pt x="1351574" y="22423"/>
                  </a:lnTo>
                  <a:lnTo>
                    <a:pt x="1343716" y="22427"/>
                  </a:lnTo>
                  <a:lnTo>
                    <a:pt x="1335858" y="22432"/>
                  </a:lnTo>
                  <a:lnTo>
                    <a:pt x="1328000" y="22436"/>
                  </a:lnTo>
                  <a:lnTo>
                    <a:pt x="1320142" y="22439"/>
                  </a:lnTo>
                  <a:lnTo>
                    <a:pt x="1312284" y="22443"/>
                  </a:lnTo>
                  <a:lnTo>
                    <a:pt x="1304426" y="22446"/>
                  </a:lnTo>
                  <a:lnTo>
                    <a:pt x="1296568" y="22450"/>
                  </a:lnTo>
                  <a:lnTo>
                    <a:pt x="1288710" y="22453"/>
                  </a:lnTo>
                  <a:lnTo>
                    <a:pt x="1280852" y="22457"/>
                  </a:lnTo>
                  <a:lnTo>
                    <a:pt x="1272994" y="22461"/>
                  </a:lnTo>
                  <a:lnTo>
                    <a:pt x="1265136" y="22465"/>
                  </a:lnTo>
                  <a:lnTo>
                    <a:pt x="1257278" y="22468"/>
                  </a:lnTo>
                  <a:lnTo>
                    <a:pt x="1249420" y="22472"/>
                  </a:lnTo>
                  <a:lnTo>
                    <a:pt x="1241562" y="22476"/>
                  </a:lnTo>
                  <a:lnTo>
                    <a:pt x="1233704" y="22479"/>
                  </a:lnTo>
                  <a:lnTo>
                    <a:pt x="1225846" y="22483"/>
                  </a:lnTo>
                  <a:lnTo>
                    <a:pt x="1217988" y="22487"/>
                  </a:lnTo>
                  <a:lnTo>
                    <a:pt x="1210130" y="22490"/>
                  </a:lnTo>
                  <a:lnTo>
                    <a:pt x="1202272" y="22494"/>
                  </a:lnTo>
                  <a:lnTo>
                    <a:pt x="1194414" y="22497"/>
                  </a:lnTo>
                  <a:lnTo>
                    <a:pt x="1186556" y="22501"/>
                  </a:lnTo>
                  <a:lnTo>
                    <a:pt x="1178698" y="22505"/>
                  </a:lnTo>
                  <a:lnTo>
                    <a:pt x="1170840" y="22508"/>
                  </a:lnTo>
                  <a:lnTo>
                    <a:pt x="1162982" y="22511"/>
                  </a:lnTo>
                  <a:lnTo>
                    <a:pt x="1155124" y="22515"/>
                  </a:lnTo>
                  <a:lnTo>
                    <a:pt x="1147266" y="22518"/>
                  </a:lnTo>
                  <a:lnTo>
                    <a:pt x="1139408" y="22521"/>
                  </a:lnTo>
                  <a:lnTo>
                    <a:pt x="1131550" y="22525"/>
                  </a:lnTo>
                  <a:lnTo>
                    <a:pt x="1123692" y="22528"/>
                  </a:lnTo>
                  <a:lnTo>
                    <a:pt x="1115834" y="22531"/>
                  </a:lnTo>
                  <a:lnTo>
                    <a:pt x="1107976" y="22535"/>
                  </a:lnTo>
                  <a:lnTo>
                    <a:pt x="1100118" y="22538"/>
                  </a:lnTo>
                  <a:lnTo>
                    <a:pt x="1092260" y="22541"/>
                  </a:lnTo>
                  <a:lnTo>
                    <a:pt x="1084402" y="22544"/>
                  </a:lnTo>
                  <a:lnTo>
                    <a:pt x="1076544" y="22547"/>
                  </a:lnTo>
                  <a:lnTo>
                    <a:pt x="1068686" y="22550"/>
                  </a:lnTo>
                  <a:lnTo>
                    <a:pt x="1060828" y="22553"/>
                  </a:lnTo>
                  <a:lnTo>
                    <a:pt x="1052970" y="22556"/>
                  </a:lnTo>
                  <a:lnTo>
                    <a:pt x="1045112" y="22559"/>
                  </a:lnTo>
                  <a:lnTo>
                    <a:pt x="1037254" y="22562"/>
                  </a:lnTo>
                  <a:lnTo>
                    <a:pt x="1029397" y="22565"/>
                  </a:lnTo>
                  <a:lnTo>
                    <a:pt x="1021539" y="22568"/>
                  </a:lnTo>
                  <a:lnTo>
                    <a:pt x="1013681" y="22570"/>
                  </a:lnTo>
                  <a:lnTo>
                    <a:pt x="1005823" y="22573"/>
                  </a:lnTo>
                  <a:lnTo>
                    <a:pt x="997965" y="22576"/>
                  </a:lnTo>
                  <a:lnTo>
                    <a:pt x="990107" y="22579"/>
                  </a:lnTo>
                  <a:lnTo>
                    <a:pt x="982249" y="22582"/>
                  </a:lnTo>
                  <a:lnTo>
                    <a:pt x="974391" y="22585"/>
                  </a:lnTo>
                  <a:lnTo>
                    <a:pt x="966533" y="22588"/>
                  </a:lnTo>
                  <a:lnTo>
                    <a:pt x="958675" y="22591"/>
                  </a:lnTo>
                  <a:lnTo>
                    <a:pt x="950817" y="22594"/>
                  </a:lnTo>
                  <a:lnTo>
                    <a:pt x="942959" y="22597"/>
                  </a:lnTo>
                  <a:lnTo>
                    <a:pt x="935101" y="22600"/>
                  </a:lnTo>
                  <a:lnTo>
                    <a:pt x="927243" y="22603"/>
                  </a:lnTo>
                  <a:lnTo>
                    <a:pt x="919385" y="22606"/>
                  </a:lnTo>
                  <a:lnTo>
                    <a:pt x="911527" y="22609"/>
                  </a:lnTo>
                  <a:lnTo>
                    <a:pt x="903669" y="22612"/>
                  </a:lnTo>
                  <a:lnTo>
                    <a:pt x="895811" y="22615"/>
                  </a:lnTo>
                  <a:lnTo>
                    <a:pt x="887953" y="22617"/>
                  </a:lnTo>
                  <a:lnTo>
                    <a:pt x="880095" y="22620"/>
                  </a:lnTo>
                  <a:lnTo>
                    <a:pt x="872237" y="22623"/>
                  </a:lnTo>
                  <a:lnTo>
                    <a:pt x="864379" y="22626"/>
                  </a:lnTo>
                  <a:lnTo>
                    <a:pt x="856521" y="22629"/>
                  </a:lnTo>
                  <a:lnTo>
                    <a:pt x="848663" y="22631"/>
                  </a:lnTo>
                  <a:lnTo>
                    <a:pt x="840805" y="22634"/>
                  </a:lnTo>
                  <a:lnTo>
                    <a:pt x="832947" y="22637"/>
                  </a:lnTo>
                  <a:lnTo>
                    <a:pt x="825089" y="22639"/>
                  </a:lnTo>
                  <a:lnTo>
                    <a:pt x="817231" y="22642"/>
                  </a:lnTo>
                  <a:lnTo>
                    <a:pt x="809373" y="22645"/>
                  </a:lnTo>
                  <a:lnTo>
                    <a:pt x="801515" y="22647"/>
                  </a:lnTo>
                  <a:lnTo>
                    <a:pt x="793657" y="22650"/>
                  </a:lnTo>
                  <a:lnTo>
                    <a:pt x="785799" y="22652"/>
                  </a:lnTo>
                  <a:lnTo>
                    <a:pt x="777941" y="22655"/>
                  </a:lnTo>
                  <a:lnTo>
                    <a:pt x="770083" y="22657"/>
                  </a:lnTo>
                  <a:lnTo>
                    <a:pt x="762225" y="22660"/>
                  </a:lnTo>
                  <a:lnTo>
                    <a:pt x="754367" y="22662"/>
                  </a:lnTo>
                  <a:lnTo>
                    <a:pt x="746509" y="22664"/>
                  </a:lnTo>
                  <a:lnTo>
                    <a:pt x="738651" y="22667"/>
                  </a:lnTo>
                  <a:lnTo>
                    <a:pt x="730793" y="22669"/>
                  </a:lnTo>
                  <a:lnTo>
                    <a:pt x="722935" y="22672"/>
                  </a:lnTo>
                  <a:lnTo>
                    <a:pt x="715077" y="22674"/>
                  </a:lnTo>
                  <a:lnTo>
                    <a:pt x="707219" y="22676"/>
                  </a:lnTo>
                  <a:lnTo>
                    <a:pt x="699361" y="22679"/>
                  </a:lnTo>
                  <a:lnTo>
                    <a:pt x="691503" y="22681"/>
                  </a:lnTo>
                  <a:lnTo>
                    <a:pt x="683645" y="22683"/>
                  </a:lnTo>
                  <a:lnTo>
                    <a:pt x="675787" y="22685"/>
                  </a:lnTo>
                  <a:lnTo>
                    <a:pt x="667929" y="22688"/>
                  </a:lnTo>
                  <a:lnTo>
                    <a:pt x="660071" y="22690"/>
                  </a:lnTo>
                  <a:lnTo>
                    <a:pt x="652213" y="22692"/>
                  </a:lnTo>
                  <a:lnTo>
                    <a:pt x="644355" y="22694"/>
                  </a:lnTo>
                  <a:lnTo>
                    <a:pt x="636497" y="22697"/>
                  </a:lnTo>
                  <a:lnTo>
                    <a:pt x="628639" y="22699"/>
                  </a:lnTo>
                  <a:lnTo>
                    <a:pt x="620781" y="22701"/>
                  </a:lnTo>
                  <a:lnTo>
                    <a:pt x="612923" y="22703"/>
                  </a:lnTo>
                  <a:lnTo>
                    <a:pt x="605065" y="22705"/>
                  </a:lnTo>
                  <a:lnTo>
                    <a:pt x="597207" y="22707"/>
                  </a:lnTo>
                  <a:lnTo>
                    <a:pt x="589349" y="22710"/>
                  </a:lnTo>
                  <a:lnTo>
                    <a:pt x="581491" y="22712"/>
                  </a:lnTo>
                  <a:lnTo>
                    <a:pt x="573633" y="22714"/>
                  </a:lnTo>
                  <a:lnTo>
                    <a:pt x="565775" y="22716"/>
                  </a:lnTo>
                  <a:lnTo>
                    <a:pt x="557917" y="22718"/>
                  </a:lnTo>
                  <a:lnTo>
                    <a:pt x="550059" y="22720"/>
                  </a:lnTo>
                  <a:lnTo>
                    <a:pt x="542201" y="22722"/>
                  </a:lnTo>
                  <a:lnTo>
                    <a:pt x="534343" y="22724"/>
                  </a:lnTo>
                  <a:lnTo>
                    <a:pt x="526485" y="22726"/>
                  </a:lnTo>
                  <a:lnTo>
                    <a:pt x="518627" y="22728"/>
                  </a:lnTo>
                  <a:lnTo>
                    <a:pt x="510769" y="22730"/>
                  </a:lnTo>
                  <a:lnTo>
                    <a:pt x="502911" y="22732"/>
                  </a:lnTo>
                  <a:lnTo>
                    <a:pt x="495053" y="22734"/>
                  </a:lnTo>
                  <a:lnTo>
                    <a:pt x="487195" y="22736"/>
                  </a:lnTo>
                  <a:lnTo>
                    <a:pt x="479337" y="22738"/>
                  </a:lnTo>
                  <a:lnTo>
                    <a:pt x="471479" y="22740"/>
                  </a:lnTo>
                  <a:lnTo>
                    <a:pt x="463621" y="22742"/>
                  </a:lnTo>
                  <a:lnTo>
                    <a:pt x="455763" y="22744"/>
                  </a:lnTo>
                  <a:lnTo>
                    <a:pt x="447905" y="22745"/>
                  </a:lnTo>
                  <a:lnTo>
                    <a:pt x="440047" y="22747"/>
                  </a:lnTo>
                  <a:lnTo>
                    <a:pt x="432189" y="22753"/>
                  </a:lnTo>
                  <a:lnTo>
                    <a:pt x="424331" y="22763"/>
                  </a:lnTo>
                  <a:lnTo>
                    <a:pt x="416473" y="22773"/>
                  </a:lnTo>
                  <a:lnTo>
                    <a:pt x="408615" y="22782"/>
                  </a:lnTo>
                  <a:lnTo>
                    <a:pt x="400757" y="22792"/>
                  </a:lnTo>
                  <a:lnTo>
                    <a:pt x="392899" y="22801"/>
                  </a:lnTo>
                  <a:lnTo>
                    <a:pt x="385041" y="22810"/>
                  </a:lnTo>
                  <a:lnTo>
                    <a:pt x="377183" y="22819"/>
                  </a:lnTo>
                  <a:lnTo>
                    <a:pt x="369325" y="22828"/>
                  </a:lnTo>
                  <a:lnTo>
                    <a:pt x="361467" y="22836"/>
                  </a:lnTo>
                  <a:lnTo>
                    <a:pt x="353609" y="22845"/>
                  </a:lnTo>
                  <a:lnTo>
                    <a:pt x="345751" y="22853"/>
                  </a:lnTo>
                  <a:lnTo>
                    <a:pt x="337893" y="22861"/>
                  </a:lnTo>
                  <a:lnTo>
                    <a:pt x="330035" y="22869"/>
                  </a:lnTo>
                  <a:lnTo>
                    <a:pt x="322177" y="22877"/>
                  </a:lnTo>
                  <a:lnTo>
                    <a:pt x="314319" y="22885"/>
                  </a:lnTo>
                  <a:lnTo>
                    <a:pt x="306461" y="22892"/>
                  </a:lnTo>
                  <a:lnTo>
                    <a:pt x="298603" y="22900"/>
                  </a:lnTo>
                  <a:lnTo>
                    <a:pt x="290745" y="22907"/>
                  </a:lnTo>
                  <a:lnTo>
                    <a:pt x="282887" y="22915"/>
                  </a:lnTo>
                  <a:lnTo>
                    <a:pt x="275029" y="22922"/>
                  </a:lnTo>
                  <a:lnTo>
                    <a:pt x="267171" y="22929"/>
                  </a:lnTo>
                  <a:lnTo>
                    <a:pt x="259313" y="22936"/>
                  </a:lnTo>
                  <a:lnTo>
                    <a:pt x="251455" y="22943"/>
                  </a:lnTo>
                  <a:lnTo>
                    <a:pt x="243597" y="22950"/>
                  </a:lnTo>
                  <a:lnTo>
                    <a:pt x="235739" y="22956"/>
                  </a:lnTo>
                  <a:lnTo>
                    <a:pt x="227881" y="22963"/>
                  </a:lnTo>
                  <a:lnTo>
                    <a:pt x="220023" y="22970"/>
                  </a:lnTo>
                  <a:lnTo>
                    <a:pt x="212165" y="22977"/>
                  </a:lnTo>
                  <a:lnTo>
                    <a:pt x="204307" y="22984"/>
                  </a:lnTo>
                  <a:lnTo>
                    <a:pt x="196449" y="22990"/>
                  </a:lnTo>
                  <a:lnTo>
                    <a:pt x="188591" y="22996"/>
                  </a:lnTo>
                  <a:lnTo>
                    <a:pt x="180733" y="23002"/>
                  </a:lnTo>
                  <a:lnTo>
                    <a:pt x="172875" y="23007"/>
                  </a:lnTo>
                  <a:lnTo>
                    <a:pt x="165017" y="23013"/>
                  </a:lnTo>
                  <a:lnTo>
                    <a:pt x="157159" y="23018"/>
                  </a:lnTo>
                  <a:lnTo>
                    <a:pt x="149301" y="23024"/>
                  </a:lnTo>
                  <a:lnTo>
                    <a:pt x="141443" y="23029"/>
                  </a:lnTo>
                  <a:lnTo>
                    <a:pt x="133585" y="23035"/>
                  </a:lnTo>
                  <a:lnTo>
                    <a:pt x="125727" y="23040"/>
                  </a:lnTo>
                  <a:lnTo>
                    <a:pt x="117869" y="23045"/>
                  </a:lnTo>
                  <a:lnTo>
                    <a:pt x="110011" y="23050"/>
                  </a:lnTo>
                  <a:lnTo>
                    <a:pt x="102153" y="23055"/>
                  </a:lnTo>
                  <a:lnTo>
                    <a:pt x="94295" y="23061"/>
                  </a:lnTo>
                  <a:lnTo>
                    <a:pt x="86437" y="23066"/>
                  </a:lnTo>
                  <a:lnTo>
                    <a:pt x="78579" y="23071"/>
                  </a:lnTo>
                  <a:lnTo>
                    <a:pt x="70721" y="23076"/>
                  </a:lnTo>
                  <a:lnTo>
                    <a:pt x="62863" y="23081"/>
                  </a:lnTo>
                  <a:lnTo>
                    <a:pt x="55005" y="23085"/>
                  </a:lnTo>
                  <a:lnTo>
                    <a:pt x="47147" y="23090"/>
                  </a:lnTo>
                  <a:lnTo>
                    <a:pt x="39289" y="23095"/>
                  </a:lnTo>
                  <a:lnTo>
                    <a:pt x="31431" y="23100"/>
                  </a:lnTo>
                  <a:lnTo>
                    <a:pt x="23573" y="23105"/>
                  </a:lnTo>
                  <a:lnTo>
                    <a:pt x="15715" y="23110"/>
                  </a:lnTo>
                  <a:lnTo>
                    <a:pt x="7857" y="23115"/>
                  </a:lnTo>
                  <a:lnTo>
                    <a:pt x="0" y="23121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6029658" y="2964996"/>
              <a:ext cx="2035220" cy="22833"/>
            </a:xfrm>
            <a:custGeom>
              <a:avLst/>
              <a:pathLst>
                <a:path w="2035220" h="22833">
                  <a:moveTo>
                    <a:pt x="0" y="22833"/>
                  </a:moveTo>
                  <a:lnTo>
                    <a:pt x="7857" y="22832"/>
                  </a:lnTo>
                  <a:lnTo>
                    <a:pt x="15715" y="22831"/>
                  </a:lnTo>
                  <a:lnTo>
                    <a:pt x="23573" y="22829"/>
                  </a:lnTo>
                  <a:lnTo>
                    <a:pt x="31431" y="22828"/>
                  </a:lnTo>
                  <a:lnTo>
                    <a:pt x="39289" y="22827"/>
                  </a:lnTo>
                  <a:lnTo>
                    <a:pt x="47147" y="22826"/>
                  </a:lnTo>
                  <a:lnTo>
                    <a:pt x="55005" y="22824"/>
                  </a:lnTo>
                  <a:lnTo>
                    <a:pt x="62863" y="22823"/>
                  </a:lnTo>
                  <a:lnTo>
                    <a:pt x="70721" y="22822"/>
                  </a:lnTo>
                  <a:lnTo>
                    <a:pt x="78579" y="22821"/>
                  </a:lnTo>
                  <a:lnTo>
                    <a:pt x="86437" y="22819"/>
                  </a:lnTo>
                  <a:lnTo>
                    <a:pt x="94295" y="22818"/>
                  </a:lnTo>
                  <a:lnTo>
                    <a:pt x="102153" y="22817"/>
                  </a:lnTo>
                  <a:lnTo>
                    <a:pt x="110011" y="22815"/>
                  </a:lnTo>
                  <a:lnTo>
                    <a:pt x="117869" y="22814"/>
                  </a:lnTo>
                  <a:lnTo>
                    <a:pt x="125727" y="22812"/>
                  </a:lnTo>
                  <a:lnTo>
                    <a:pt x="133585" y="22811"/>
                  </a:lnTo>
                  <a:lnTo>
                    <a:pt x="141443" y="22810"/>
                  </a:lnTo>
                  <a:lnTo>
                    <a:pt x="149301" y="22808"/>
                  </a:lnTo>
                  <a:lnTo>
                    <a:pt x="157159" y="22807"/>
                  </a:lnTo>
                  <a:lnTo>
                    <a:pt x="165017" y="22805"/>
                  </a:lnTo>
                  <a:lnTo>
                    <a:pt x="172875" y="22804"/>
                  </a:lnTo>
                  <a:lnTo>
                    <a:pt x="180733" y="22802"/>
                  </a:lnTo>
                  <a:lnTo>
                    <a:pt x="188591" y="22801"/>
                  </a:lnTo>
                  <a:lnTo>
                    <a:pt x="196449" y="22799"/>
                  </a:lnTo>
                  <a:lnTo>
                    <a:pt x="204307" y="22798"/>
                  </a:lnTo>
                  <a:lnTo>
                    <a:pt x="212165" y="22796"/>
                  </a:lnTo>
                  <a:lnTo>
                    <a:pt x="220023" y="22794"/>
                  </a:lnTo>
                  <a:lnTo>
                    <a:pt x="227881" y="22793"/>
                  </a:lnTo>
                  <a:lnTo>
                    <a:pt x="235739" y="22791"/>
                  </a:lnTo>
                  <a:lnTo>
                    <a:pt x="243597" y="22790"/>
                  </a:lnTo>
                  <a:lnTo>
                    <a:pt x="251455" y="22788"/>
                  </a:lnTo>
                  <a:lnTo>
                    <a:pt x="259313" y="22787"/>
                  </a:lnTo>
                  <a:lnTo>
                    <a:pt x="267171" y="22785"/>
                  </a:lnTo>
                  <a:lnTo>
                    <a:pt x="275029" y="22783"/>
                  </a:lnTo>
                  <a:lnTo>
                    <a:pt x="282887" y="22782"/>
                  </a:lnTo>
                  <a:lnTo>
                    <a:pt x="290745" y="22780"/>
                  </a:lnTo>
                  <a:lnTo>
                    <a:pt x="298603" y="22779"/>
                  </a:lnTo>
                  <a:lnTo>
                    <a:pt x="306461" y="22777"/>
                  </a:lnTo>
                  <a:lnTo>
                    <a:pt x="314319" y="22775"/>
                  </a:lnTo>
                  <a:lnTo>
                    <a:pt x="322177" y="22774"/>
                  </a:lnTo>
                  <a:lnTo>
                    <a:pt x="330035" y="22772"/>
                  </a:lnTo>
                  <a:lnTo>
                    <a:pt x="337893" y="22770"/>
                  </a:lnTo>
                  <a:lnTo>
                    <a:pt x="345751" y="22769"/>
                  </a:lnTo>
                  <a:lnTo>
                    <a:pt x="353609" y="22767"/>
                  </a:lnTo>
                  <a:lnTo>
                    <a:pt x="361467" y="22765"/>
                  </a:lnTo>
                  <a:lnTo>
                    <a:pt x="369325" y="22764"/>
                  </a:lnTo>
                  <a:lnTo>
                    <a:pt x="377183" y="22762"/>
                  </a:lnTo>
                  <a:lnTo>
                    <a:pt x="385041" y="22760"/>
                  </a:lnTo>
                  <a:lnTo>
                    <a:pt x="392899" y="22758"/>
                  </a:lnTo>
                  <a:lnTo>
                    <a:pt x="400757" y="22756"/>
                  </a:lnTo>
                  <a:lnTo>
                    <a:pt x="408615" y="22755"/>
                  </a:lnTo>
                  <a:lnTo>
                    <a:pt x="416473" y="22753"/>
                  </a:lnTo>
                  <a:lnTo>
                    <a:pt x="424331" y="22751"/>
                  </a:lnTo>
                  <a:lnTo>
                    <a:pt x="432189" y="22749"/>
                  </a:lnTo>
                  <a:lnTo>
                    <a:pt x="440047" y="22744"/>
                  </a:lnTo>
                  <a:lnTo>
                    <a:pt x="447905" y="22733"/>
                  </a:lnTo>
                  <a:lnTo>
                    <a:pt x="455763" y="22723"/>
                  </a:lnTo>
                  <a:lnTo>
                    <a:pt x="463621" y="22713"/>
                  </a:lnTo>
                  <a:lnTo>
                    <a:pt x="471479" y="22702"/>
                  </a:lnTo>
                  <a:lnTo>
                    <a:pt x="479337" y="22691"/>
                  </a:lnTo>
                  <a:lnTo>
                    <a:pt x="487195" y="22680"/>
                  </a:lnTo>
                  <a:lnTo>
                    <a:pt x="495053" y="22669"/>
                  </a:lnTo>
                  <a:lnTo>
                    <a:pt x="502911" y="22657"/>
                  </a:lnTo>
                  <a:lnTo>
                    <a:pt x="510769" y="22646"/>
                  </a:lnTo>
                  <a:lnTo>
                    <a:pt x="518627" y="22634"/>
                  </a:lnTo>
                  <a:lnTo>
                    <a:pt x="526485" y="22622"/>
                  </a:lnTo>
                  <a:lnTo>
                    <a:pt x="534343" y="22610"/>
                  </a:lnTo>
                  <a:lnTo>
                    <a:pt x="542201" y="22597"/>
                  </a:lnTo>
                  <a:lnTo>
                    <a:pt x="550059" y="22584"/>
                  </a:lnTo>
                  <a:lnTo>
                    <a:pt x="557917" y="22571"/>
                  </a:lnTo>
                  <a:lnTo>
                    <a:pt x="565775" y="22558"/>
                  </a:lnTo>
                  <a:lnTo>
                    <a:pt x="573633" y="22545"/>
                  </a:lnTo>
                  <a:lnTo>
                    <a:pt x="581491" y="22531"/>
                  </a:lnTo>
                  <a:lnTo>
                    <a:pt x="589349" y="22517"/>
                  </a:lnTo>
                  <a:lnTo>
                    <a:pt x="597207" y="22503"/>
                  </a:lnTo>
                  <a:lnTo>
                    <a:pt x="605065" y="22488"/>
                  </a:lnTo>
                  <a:lnTo>
                    <a:pt x="612923" y="22473"/>
                  </a:lnTo>
                  <a:lnTo>
                    <a:pt x="620781" y="22458"/>
                  </a:lnTo>
                  <a:lnTo>
                    <a:pt x="628639" y="22442"/>
                  </a:lnTo>
                  <a:lnTo>
                    <a:pt x="636497" y="22426"/>
                  </a:lnTo>
                  <a:lnTo>
                    <a:pt x="644355" y="22410"/>
                  </a:lnTo>
                  <a:lnTo>
                    <a:pt x="652213" y="22394"/>
                  </a:lnTo>
                  <a:lnTo>
                    <a:pt x="660071" y="22378"/>
                  </a:lnTo>
                  <a:lnTo>
                    <a:pt x="667929" y="22361"/>
                  </a:lnTo>
                  <a:lnTo>
                    <a:pt x="675787" y="22342"/>
                  </a:lnTo>
                  <a:lnTo>
                    <a:pt x="683645" y="22325"/>
                  </a:lnTo>
                  <a:lnTo>
                    <a:pt x="691503" y="22308"/>
                  </a:lnTo>
                  <a:lnTo>
                    <a:pt x="699361" y="22290"/>
                  </a:lnTo>
                  <a:lnTo>
                    <a:pt x="707219" y="22273"/>
                  </a:lnTo>
                  <a:lnTo>
                    <a:pt x="715077" y="22254"/>
                  </a:lnTo>
                  <a:lnTo>
                    <a:pt x="722935" y="22234"/>
                  </a:lnTo>
                  <a:lnTo>
                    <a:pt x="730793" y="22215"/>
                  </a:lnTo>
                  <a:lnTo>
                    <a:pt x="738651" y="22196"/>
                  </a:lnTo>
                  <a:lnTo>
                    <a:pt x="746509" y="22176"/>
                  </a:lnTo>
                  <a:lnTo>
                    <a:pt x="754367" y="22155"/>
                  </a:lnTo>
                  <a:lnTo>
                    <a:pt x="762225" y="22134"/>
                  </a:lnTo>
                  <a:lnTo>
                    <a:pt x="770083" y="22115"/>
                  </a:lnTo>
                  <a:lnTo>
                    <a:pt x="777941" y="22096"/>
                  </a:lnTo>
                  <a:lnTo>
                    <a:pt x="785799" y="22077"/>
                  </a:lnTo>
                  <a:lnTo>
                    <a:pt x="793657" y="22057"/>
                  </a:lnTo>
                  <a:lnTo>
                    <a:pt x="801515" y="22035"/>
                  </a:lnTo>
                  <a:lnTo>
                    <a:pt x="809373" y="22011"/>
                  </a:lnTo>
                  <a:lnTo>
                    <a:pt x="817231" y="21988"/>
                  </a:lnTo>
                  <a:lnTo>
                    <a:pt x="825089" y="21964"/>
                  </a:lnTo>
                  <a:lnTo>
                    <a:pt x="832947" y="21940"/>
                  </a:lnTo>
                  <a:lnTo>
                    <a:pt x="840805" y="21915"/>
                  </a:lnTo>
                  <a:lnTo>
                    <a:pt x="848663" y="21890"/>
                  </a:lnTo>
                  <a:lnTo>
                    <a:pt x="856521" y="21864"/>
                  </a:lnTo>
                  <a:lnTo>
                    <a:pt x="864379" y="21838"/>
                  </a:lnTo>
                  <a:lnTo>
                    <a:pt x="872237" y="21811"/>
                  </a:lnTo>
                  <a:lnTo>
                    <a:pt x="880095" y="21784"/>
                  </a:lnTo>
                  <a:lnTo>
                    <a:pt x="887953" y="21756"/>
                  </a:lnTo>
                  <a:lnTo>
                    <a:pt x="895811" y="21728"/>
                  </a:lnTo>
                  <a:lnTo>
                    <a:pt x="903669" y="21699"/>
                  </a:lnTo>
                  <a:lnTo>
                    <a:pt x="911527" y="21670"/>
                  </a:lnTo>
                  <a:lnTo>
                    <a:pt x="919385" y="21640"/>
                  </a:lnTo>
                  <a:lnTo>
                    <a:pt x="927243" y="21610"/>
                  </a:lnTo>
                  <a:lnTo>
                    <a:pt x="935101" y="21579"/>
                  </a:lnTo>
                  <a:lnTo>
                    <a:pt x="942959" y="21547"/>
                  </a:lnTo>
                  <a:lnTo>
                    <a:pt x="950817" y="21515"/>
                  </a:lnTo>
                  <a:lnTo>
                    <a:pt x="958675" y="21482"/>
                  </a:lnTo>
                  <a:lnTo>
                    <a:pt x="966533" y="21446"/>
                  </a:lnTo>
                  <a:lnTo>
                    <a:pt x="974391" y="21410"/>
                  </a:lnTo>
                  <a:lnTo>
                    <a:pt x="982249" y="21375"/>
                  </a:lnTo>
                  <a:lnTo>
                    <a:pt x="990107" y="21341"/>
                  </a:lnTo>
                  <a:lnTo>
                    <a:pt x="997965" y="21306"/>
                  </a:lnTo>
                  <a:lnTo>
                    <a:pt x="1005823" y="21270"/>
                  </a:lnTo>
                  <a:lnTo>
                    <a:pt x="1013681" y="21234"/>
                  </a:lnTo>
                  <a:lnTo>
                    <a:pt x="1021539" y="21197"/>
                  </a:lnTo>
                  <a:lnTo>
                    <a:pt x="1029397" y="21160"/>
                  </a:lnTo>
                  <a:lnTo>
                    <a:pt x="1037254" y="21120"/>
                  </a:lnTo>
                  <a:lnTo>
                    <a:pt x="1045112" y="21080"/>
                  </a:lnTo>
                  <a:lnTo>
                    <a:pt x="1052970" y="21038"/>
                  </a:lnTo>
                  <a:lnTo>
                    <a:pt x="1060828" y="20997"/>
                  </a:lnTo>
                  <a:lnTo>
                    <a:pt x="1068686" y="20956"/>
                  </a:lnTo>
                  <a:lnTo>
                    <a:pt x="1076544" y="20913"/>
                  </a:lnTo>
                  <a:lnTo>
                    <a:pt x="1084402" y="20869"/>
                  </a:lnTo>
                  <a:lnTo>
                    <a:pt x="1092260" y="20824"/>
                  </a:lnTo>
                  <a:lnTo>
                    <a:pt x="1100118" y="20779"/>
                  </a:lnTo>
                  <a:lnTo>
                    <a:pt x="1107976" y="20730"/>
                  </a:lnTo>
                  <a:lnTo>
                    <a:pt x="1115834" y="20680"/>
                  </a:lnTo>
                  <a:lnTo>
                    <a:pt x="1123692" y="20628"/>
                  </a:lnTo>
                  <a:lnTo>
                    <a:pt x="1131550" y="20579"/>
                  </a:lnTo>
                  <a:lnTo>
                    <a:pt x="1139408" y="20530"/>
                  </a:lnTo>
                  <a:lnTo>
                    <a:pt x="1147266" y="20475"/>
                  </a:lnTo>
                  <a:lnTo>
                    <a:pt x="1155124" y="20418"/>
                  </a:lnTo>
                  <a:lnTo>
                    <a:pt x="1162982" y="20366"/>
                  </a:lnTo>
                  <a:lnTo>
                    <a:pt x="1170840" y="20315"/>
                  </a:lnTo>
                  <a:lnTo>
                    <a:pt x="1178698" y="20262"/>
                  </a:lnTo>
                  <a:lnTo>
                    <a:pt x="1186556" y="20201"/>
                  </a:lnTo>
                  <a:lnTo>
                    <a:pt x="1194414" y="20139"/>
                  </a:lnTo>
                  <a:lnTo>
                    <a:pt x="1202272" y="20075"/>
                  </a:lnTo>
                  <a:lnTo>
                    <a:pt x="1210130" y="20018"/>
                  </a:lnTo>
                  <a:lnTo>
                    <a:pt x="1217988" y="19962"/>
                  </a:lnTo>
                  <a:lnTo>
                    <a:pt x="1225846" y="19895"/>
                  </a:lnTo>
                  <a:lnTo>
                    <a:pt x="1233704" y="19829"/>
                  </a:lnTo>
                  <a:lnTo>
                    <a:pt x="1241562" y="19762"/>
                  </a:lnTo>
                  <a:lnTo>
                    <a:pt x="1249420" y="19694"/>
                  </a:lnTo>
                  <a:lnTo>
                    <a:pt x="1257278" y="19624"/>
                  </a:lnTo>
                  <a:lnTo>
                    <a:pt x="1265136" y="19555"/>
                  </a:lnTo>
                  <a:lnTo>
                    <a:pt x="1272994" y="19487"/>
                  </a:lnTo>
                  <a:lnTo>
                    <a:pt x="1280852" y="19418"/>
                  </a:lnTo>
                  <a:lnTo>
                    <a:pt x="1288710" y="19347"/>
                  </a:lnTo>
                  <a:lnTo>
                    <a:pt x="1296568" y="19262"/>
                  </a:lnTo>
                  <a:lnTo>
                    <a:pt x="1304426" y="19190"/>
                  </a:lnTo>
                  <a:lnTo>
                    <a:pt x="1312284" y="19118"/>
                  </a:lnTo>
                  <a:lnTo>
                    <a:pt x="1320142" y="19044"/>
                  </a:lnTo>
                  <a:lnTo>
                    <a:pt x="1328000" y="18969"/>
                  </a:lnTo>
                  <a:lnTo>
                    <a:pt x="1335858" y="18892"/>
                  </a:lnTo>
                  <a:lnTo>
                    <a:pt x="1343716" y="18815"/>
                  </a:lnTo>
                  <a:lnTo>
                    <a:pt x="1351574" y="18733"/>
                  </a:lnTo>
                  <a:lnTo>
                    <a:pt x="1359432" y="18654"/>
                  </a:lnTo>
                  <a:lnTo>
                    <a:pt x="1367290" y="18573"/>
                  </a:lnTo>
                  <a:lnTo>
                    <a:pt x="1375148" y="18489"/>
                  </a:lnTo>
                  <a:lnTo>
                    <a:pt x="1383006" y="18397"/>
                  </a:lnTo>
                  <a:lnTo>
                    <a:pt x="1390864" y="18282"/>
                  </a:lnTo>
                  <a:lnTo>
                    <a:pt x="1398722" y="18165"/>
                  </a:lnTo>
                  <a:lnTo>
                    <a:pt x="1406580" y="18045"/>
                  </a:lnTo>
                  <a:lnTo>
                    <a:pt x="1414438" y="17922"/>
                  </a:lnTo>
                  <a:lnTo>
                    <a:pt x="1422296" y="17827"/>
                  </a:lnTo>
                  <a:lnTo>
                    <a:pt x="1430154" y="17733"/>
                  </a:lnTo>
                  <a:lnTo>
                    <a:pt x="1438012" y="17636"/>
                  </a:lnTo>
                  <a:lnTo>
                    <a:pt x="1445870" y="17539"/>
                  </a:lnTo>
                  <a:lnTo>
                    <a:pt x="1453728" y="17440"/>
                  </a:lnTo>
                  <a:lnTo>
                    <a:pt x="1461586" y="17340"/>
                  </a:lnTo>
                  <a:lnTo>
                    <a:pt x="1469444" y="17254"/>
                  </a:lnTo>
                  <a:lnTo>
                    <a:pt x="1477302" y="17138"/>
                  </a:lnTo>
                  <a:lnTo>
                    <a:pt x="1485160" y="17026"/>
                  </a:lnTo>
                  <a:lnTo>
                    <a:pt x="1493018" y="16918"/>
                  </a:lnTo>
                  <a:lnTo>
                    <a:pt x="1500876" y="16796"/>
                  </a:lnTo>
                  <a:lnTo>
                    <a:pt x="1508734" y="16650"/>
                  </a:lnTo>
                  <a:lnTo>
                    <a:pt x="1516592" y="16535"/>
                  </a:lnTo>
                  <a:lnTo>
                    <a:pt x="1524450" y="16419"/>
                  </a:lnTo>
                  <a:lnTo>
                    <a:pt x="1532308" y="16298"/>
                  </a:lnTo>
                  <a:lnTo>
                    <a:pt x="1540166" y="16161"/>
                  </a:lnTo>
                  <a:lnTo>
                    <a:pt x="1548024" y="16022"/>
                  </a:lnTo>
                  <a:lnTo>
                    <a:pt x="1555882" y="15880"/>
                  </a:lnTo>
                  <a:lnTo>
                    <a:pt x="1563740" y="15735"/>
                  </a:lnTo>
                  <a:lnTo>
                    <a:pt x="1571598" y="15587"/>
                  </a:lnTo>
                  <a:lnTo>
                    <a:pt x="1579456" y="15436"/>
                  </a:lnTo>
                  <a:lnTo>
                    <a:pt x="1587314" y="15282"/>
                  </a:lnTo>
                  <a:lnTo>
                    <a:pt x="1595172" y="15125"/>
                  </a:lnTo>
                  <a:lnTo>
                    <a:pt x="1603030" y="14965"/>
                  </a:lnTo>
                  <a:lnTo>
                    <a:pt x="1610888" y="14802"/>
                  </a:lnTo>
                  <a:lnTo>
                    <a:pt x="1618746" y="14636"/>
                  </a:lnTo>
                  <a:lnTo>
                    <a:pt x="1626604" y="14466"/>
                  </a:lnTo>
                  <a:lnTo>
                    <a:pt x="1634462" y="14293"/>
                  </a:lnTo>
                  <a:lnTo>
                    <a:pt x="1642320" y="14112"/>
                  </a:lnTo>
                  <a:lnTo>
                    <a:pt x="1650178" y="13919"/>
                  </a:lnTo>
                  <a:lnTo>
                    <a:pt x="1658036" y="13722"/>
                  </a:lnTo>
                  <a:lnTo>
                    <a:pt x="1665894" y="13534"/>
                  </a:lnTo>
                  <a:lnTo>
                    <a:pt x="1673752" y="13344"/>
                  </a:lnTo>
                  <a:lnTo>
                    <a:pt x="1681610" y="13151"/>
                  </a:lnTo>
                  <a:lnTo>
                    <a:pt x="1689468" y="12955"/>
                  </a:lnTo>
                  <a:lnTo>
                    <a:pt x="1697326" y="12774"/>
                  </a:lnTo>
                  <a:lnTo>
                    <a:pt x="1705184" y="12576"/>
                  </a:lnTo>
                  <a:lnTo>
                    <a:pt x="1713042" y="12366"/>
                  </a:lnTo>
                  <a:lnTo>
                    <a:pt x="1720900" y="12152"/>
                  </a:lnTo>
                  <a:lnTo>
                    <a:pt x="1728758" y="11954"/>
                  </a:lnTo>
                  <a:lnTo>
                    <a:pt x="1736616" y="11729"/>
                  </a:lnTo>
                  <a:lnTo>
                    <a:pt x="1744474" y="11513"/>
                  </a:lnTo>
                  <a:lnTo>
                    <a:pt x="1752332" y="11294"/>
                  </a:lnTo>
                  <a:lnTo>
                    <a:pt x="1760190" y="11071"/>
                  </a:lnTo>
                  <a:lnTo>
                    <a:pt x="1768048" y="10843"/>
                  </a:lnTo>
                  <a:lnTo>
                    <a:pt x="1775906" y="10612"/>
                  </a:lnTo>
                  <a:lnTo>
                    <a:pt x="1783764" y="10373"/>
                  </a:lnTo>
                  <a:lnTo>
                    <a:pt x="1791622" y="10114"/>
                  </a:lnTo>
                  <a:lnTo>
                    <a:pt x="1799480" y="9851"/>
                  </a:lnTo>
                  <a:lnTo>
                    <a:pt x="1807338" y="9582"/>
                  </a:lnTo>
                  <a:lnTo>
                    <a:pt x="1815196" y="9308"/>
                  </a:lnTo>
                  <a:lnTo>
                    <a:pt x="1823054" y="9029"/>
                  </a:lnTo>
                  <a:lnTo>
                    <a:pt x="1830912" y="8744"/>
                  </a:lnTo>
                  <a:lnTo>
                    <a:pt x="1838770" y="8453"/>
                  </a:lnTo>
                  <a:lnTo>
                    <a:pt x="1846628" y="8157"/>
                  </a:lnTo>
                  <a:lnTo>
                    <a:pt x="1854486" y="7854"/>
                  </a:lnTo>
                  <a:lnTo>
                    <a:pt x="1862344" y="7546"/>
                  </a:lnTo>
                  <a:lnTo>
                    <a:pt x="1870202" y="7231"/>
                  </a:lnTo>
                  <a:lnTo>
                    <a:pt x="1878060" y="6911"/>
                  </a:lnTo>
                  <a:lnTo>
                    <a:pt x="1885918" y="6588"/>
                  </a:lnTo>
                  <a:lnTo>
                    <a:pt x="1893776" y="6265"/>
                  </a:lnTo>
                  <a:lnTo>
                    <a:pt x="1901634" y="5935"/>
                  </a:lnTo>
                  <a:lnTo>
                    <a:pt x="1909492" y="5600"/>
                  </a:lnTo>
                  <a:lnTo>
                    <a:pt x="1917350" y="5288"/>
                  </a:lnTo>
                  <a:lnTo>
                    <a:pt x="1925208" y="5000"/>
                  </a:lnTo>
                  <a:lnTo>
                    <a:pt x="1933066" y="4708"/>
                  </a:lnTo>
                  <a:lnTo>
                    <a:pt x="1940924" y="4412"/>
                  </a:lnTo>
                  <a:lnTo>
                    <a:pt x="1948782" y="4111"/>
                  </a:lnTo>
                  <a:lnTo>
                    <a:pt x="1956640" y="3806"/>
                  </a:lnTo>
                  <a:lnTo>
                    <a:pt x="1964498" y="3496"/>
                  </a:lnTo>
                  <a:lnTo>
                    <a:pt x="1972356" y="3181"/>
                  </a:lnTo>
                  <a:lnTo>
                    <a:pt x="1980214" y="2850"/>
                  </a:lnTo>
                  <a:lnTo>
                    <a:pt x="1988072" y="2473"/>
                  </a:lnTo>
                  <a:lnTo>
                    <a:pt x="1995930" y="2088"/>
                  </a:lnTo>
                  <a:lnTo>
                    <a:pt x="2003788" y="1697"/>
                  </a:lnTo>
                  <a:lnTo>
                    <a:pt x="2011646" y="1299"/>
                  </a:lnTo>
                  <a:lnTo>
                    <a:pt x="2019504" y="894"/>
                  </a:lnTo>
                  <a:lnTo>
                    <a:pt x="2027362" y="45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6029658" y="2986978"/>
              <a:ext cx="2035220" cy="1139"/>
            </a:xfrm>
            <a:custGeom>
              <a:avLst/>
              <a:pathLst>
                <a:path w="2035220" h="1139">
                  <a:moveTo>
                    <a:pt x="2035220" y="0"/>
                  </a:moveTo>
                  <a:lnTo>
                    <a:pt x="2027362" y="6"/>
                  </a:lnTo>
                  <a:lnTo>
                    <a:pt x="2019504" y="12"/>
                  </a:lnTo>
                  <a:lnTo>
                    <a:pt x="2011646" y="18"/>
                  </a:lnTo>
                  <a:lnTo>
                    <a:pt x="2003788" y="24"/>
                  </a:lnTo>
                  <a:lnTo>
                    <a:pt x="1995930" y="31"/>
                  </a:lnTo>
                  <a:lnTo>
                    <a:pt x="1988072" y="37"/>
                  </a:lnTo>
                  <a:lnTo>
                    <a:pt x="1980214" y="43"/>
                  </a:lnTo>
                  <a:lnTo>
                    <a:pt x="1972356" y="49"/>
                  </a:lnTo>
                  <a:lnTo>
                    <a:pt x="1964498" y="54"/>
                  </a:lnTo>
                  <a:lnTo>
                    <a:pt x="1956640" y="60"/>
                  </a:lnTo>
                  <a:lnTo>
                    <a:pt x="1948782" y="65"/>
                  </a:lnTo>
                  <a:lnTo>
                    <a:pt x="1940924" y="71"/>
                  </a:lnTo>
                  <a:lnTo>
                    <a:pt x="1933066" y="76"/>
                  </a:lnTo>
                  <a:lnTo>
                    <a:pt x="1925208" y="82"/>
                  </a:lnTo>
                  <a:lnTo>
                    <a:pt x="1917350" y="87"/>
                  </a:lnTo>
                  <a:lnTo>
                    <a:pt x="1909492" y="93"/>
                  </a:lnTo>
                  <a:lnTo>
                    <a:pt x="1901634" y="98"/>
                  </a:lnTo>
                  <a:lnTo>
                    <a:pt x="1893776" y="103"/>
                  </a:lnTo>
                  <a:lnTo>
                    <a:pt x="1885918" y="109"/>
                  </a:lnTo>
                  <a:lnTo>
                    <a:pt x="1878060" y="114"/>
                  </a:lnTo>
                  <a:lnTo>
                    <a:pt x="1870202" y="119"/>
                  </a:lnTo>
                  <a:lnTo>
                    <a:pt x="1862344" y="125"/>
                  </a:lnTo>
                  <a:lnTo>
                    <a:pt x="1854486" y="130"/>
                  </a:lnTo>
                  <a:lnTo>
                    <a:pt x="1846628" y="136"/>
                  </a:lnTo>
                  <a:lnTo>
                    <a:pt x="1838770" y="141"/>
                  </a:lnTo>
                  <a:lnTo>
                    <a:pt x="1830912" y="147"/>
                  </a:lnTo>
                  <a:lnTo>
                    <a:pt x="1823054" y="154"/>
                  </a:lnTo>
                  <a:lnTo>
                    <a:pt x="1815196" y="160"/>
                  </a:lnTo>
                  <a:lnTo>
                    <a:pt x="1807338" y="167"/>
                  </a:lnTo>
                  <a:lnTo>
                    <a:pt x="1799480" y="173"/>
                  </a:lnTo>
                  <a:lnTo>
                    <a:pt x="1791622" y="179"/>
                  </a:lnTo>
                  <a:lnTo>
                    <a:pt x="1783764" y="184"/>
                  </a:lnTo>
                  <a:lnTo>
                    <a:pt x="1775906" y="190"/>
                  </a:lnTo>
                  <a:lnTo>
                    <a:pt x="1768048" y="195"/>
                  </a:lnTo>
                  <a:lnTo>
                    <a:pt x="1760190" y="200"/>
                  </a:lnTo>
                  <a:lnTo>
                    <a:pt x="1752332" y="205"/>
                  </a:lnTo>
                  <a:lnTo>
                    <a:pt x="1744474" y="211"/>
                  </a:lnTo>
                  <a:lnTo>
                    <a:pt x="1736616" y="216"/>
                  </a:lnTo>
                  <a:lnTo>
                    <a:pt x="1728758" y="221"/>
                  </a:lnTo>
                  <a:lnTo>
                    <a:pt x="1720900" y="226"/>
                  </a:lnTo>
                  <a:lnTo>
                    <a:pt x="1713042" y="231"/>
                  </a:lnTo>
                  <a:lnTo>
                    <a:pt x="1705184" y="236"/>
                  </a:lnTo>
                  <a:lnTo>
                    <a:pt x="1697326" y="241"/>
                  </a:lnTo>
                  <a:lnTo>
                    <a:pt x="1689468" y="246"/>
                  </a:lnTo>
                  <a:lnTo>
                    <a:pt x="1681610" y="251"/>
                  </a:lnTo>
                  <a:lnTo>
                    <a:pt x="1673752" y="256"/>
                  </a:lnTo>
                  <a:lnTo>
                    <a:pt x="1665894" y="261"/>
                  </a:lnTo>
                  <a:lnTo>
                    <a:pt x="1658036" y="265"/>
                  </a:lnTo>
                  <a:lnTo>
                    <a:pt x="1650178" y="270"/>
                  </a:lnTo>
                  <a:lnTo>
                    <a:pt x="1642320" y="275"/>
                  </a:lnTo>
                  <a:lnTo>
                    <a:pt x="1634462" y="280"/>
                  </a:lnTo>
                  <a:lnTo>
                    <a:pt x="1626604" y="284"/>
                  </a:lnTo>
                  <a:lnTo>
                    <a:pt x="1618746" y="289"/>
                  </a:lnTo>
                  <a:lnTo>
                    <a:pt x="1610888" y="294"/>
                  </a:lnTo>
                  <a:lnTo>
                    <a:pt x="1603030" y="298"/>
                  </a:lnTo>
                  <a:lnTo>
                    <a:pt x="1595172" y="303"/>
                  </a:lnTo>
                  <a:lnTo>
                    <a:pt x="1587314" y="307"/>
                  </a:lnTo>
                  <a:lnTo>
                    <a:pt x="1579456" y="312"/>
                  </a:lnTo>
                  <a:lnTo>
                    <a:pt x="1571598" y="317"/>
                  </a:lnTo>
                  <a:lnTo>
                    <a:pt x="1563740" y="321"/>
                  </a:lnTo>
                  <a:lnTo>
                    <a:pt x="1555882" y="326"/>
                  </a:lnTo>
                  <a:lnTo>
                    <a:pt x="1548024" y="330"/>
                  </a:lnTo>
                  <a:lnTo>
                    <a:pt x="1540166" y="335"/>
                  </a:lnTo>
                  <a:lnTo>
                    <a:pt x="1532308" y="340"/>
                  </a:lnTo>
                  <a:lnTo>
                    <a:pt x="1524450" y="344"/>
                  </a:lnTo>
                  <a:lnTo>
                    <a:pt x="1516592" y="348"/>
                  </a:lnTo>
                  <a:lnTo>
                    <a:pt x="1508734" y="353"/>
                  </a:lnTo>
                  <a:lnTo>
                    <a:pt x="1500876" y="357"/>
                  </a:lnTo>
                  <a:lnTo>
                    <a:pt x="1493018" y="361"/>
                  </a:lnTo>
                  <a:lnTo>
                    <a:pt x="1485160" y="365"/>
                  </a:lnTo>
                  <a:lnTo>
                    <a:pt x="1477302" y="370"/>
                  </a:lnTo>
                  <a:lnTo>
                    <a:pt x="1469444" y="374"/>
                  </a:lnTo>
                  <a:lnTo>
                    <a:pt x="1461586" y="378"/>
                  </a:lnTo>
                  <a:lnTo>
                    <a:pt x="1453728" y="383"/>
                  </a:lnTo>
                  <a:lnTo>
                    <a:pt x="1445870" y="388"/>
                  </a:lnTo>
                  <a:lnTo>
                    <a:pt x="1438012" y="392"/>
                  </a:lnTo>
                  <a:lnTo>
                    <a:pt x="1430154" y="397"/>
                  </a:lnTo>
                  <a:lnTo>
                    <a:pt x="1422296" y="402"/>
                  </a:lnTo>
                  <a:lnTo>
                    <a:pt x="1414438" y="406"/>
                  </a:lnTo>
                  <a:lnTo>
                    <a:pt x="1406580" y="411"/>
                  </a:lnTo>
                  <a:lnTo>
                    <a:pt x="1398722" y="415"/>
                  </a:lnTo>
                  <a:lnTo>
                    <a:pt x="1390864" y="420"/>
                  </a:lnTo>
                  <a:lnTo>
                    <a:pt x="1383006" y="424"/>
                  </a:lnTo>
                  <a:lnTo>
                    <a:pt x="1375148" y="428"/>
                  </a:lnTo>
                  <a:lnTo>
                    <a:pt x="1367290" y="433"/>
                  </a:lnTo>
                  <a:lnTo>
                    <a:pt x="1359432" y="437"/>
                  </a:lnTo>
                  <a:lnTo>
                    <a:pt x="1351574" y="441"/>
                  </a:lnTo>
                  <a:lnTo>
                    <a:pt x="1343716" y="446"/>
                  </a:lnTo>
                  <a:lnTo>
                    <a:pt x="1335858" y="450"/>
                  </a:lnTo>
                  <a:lnTo>
                    <a:pt x="1328000" y="454"/>
                  </a:lnTo>
                  <a:lnTo>
                    <a:pt x="1320142" y="458"/>
                  </a:lnTo>
                  <a:lnTo>
                    <a:pt x="1312284" y="461"/>
                  </a:lnTo>
                  <a:lnTo>
                    <a:pt x="1304426" y="465"/>
                  </a:lnTo>
                  <a:lnTo>
                    <a:pt x="1296568" y="468"/>
                  </a:lnTo>
                  <a:lnTo>
                    <a:pt x="1288710" y="472"/>
                  </a:lnTo>
                  <a:lnTo>
                    <a:pt x="1280852" y="475"/>
                  </a:lnTo>
                  <a:lnTo>
                    <a:pt x="1272994" y="479"/>
                  </a:lnTo>
                  <a:lnTo>
                    <a:pt x="1265136" y="483"/>
                  </a:lnTo>
                  <a:lnTo>
                    <a:pt x="1257278" y="487"/>
                  </a:lnTo>
                  <a:lnTo>
                    <a:pt x="1249420" y="490"/>
                  </a:lnTo>
                  <a:lnTo>
                    <a:pt x="1241562" y="494"/>
                  </a:lnTo>
                  <a:lnTo>
                    <a:pt x="1233704" y="498"/>
                  </a:lnTo>
                  <a:lnTo>
                    <a:pt x="1225846" y="501"/>
                  </a:lnTo>
                  <a:lnTo>
                    <a:pt x="1217988" y="505"/>
                  </a:lnTo>
                  <a:lnTo>
                    <a:pt x="1210130" y="509"/>
                  </a:lnTo>
                  <a:lnTo>
                    <a:pt x="1202272" y="512"/>
                  </a:lnTo>
                  <a:lnTo>
                    <a:pt x="1194414" y="516"/>
                  </a:lnTo>
                  <a:lnTo>
                    <a:pt x="1186556" y="519"/>
                  </a:lnTo>
                  <a:lnTo>
                    <a:pt x="1178698" y="523"/>
                  </a:lnTo>
                  <a:lnTo>
                    <a:pt x="1170840" y="526"/>
                  </a:lnTo>
                  <a:lnTo>
                    <a:pt x="1162982" y="530"/>
                  </a:lnTo>
                  <a:lnTo>
                    <a:pt x="1155124" y="533"/>
                  </a:lnTo>
                  <a:lnTo>
                    <a:pt x="1147266" y="536"/>
                  </a:lnTo>
                  <a:lnTo>
                    <a:pt x="1139408" y="540"/>
                  </a:lnTo>
                  <a:lnTo>
                    <a:pt x="1131550" y="543"/>
                  </a:lnTo>
                  <a:lnTo>
                    <a:pt x="1123692" y="546"/>
                  </a:lnTo>
                  <a:lnTo>
                    <a:pt x="1115834" y="550"/>
                  </a:lnTo>
                  <a:lnTo>
                    <a:pt x="1107976" y="553"/>
                  </a:lnTo>
                  <a:lnTo>
                    <a:pt x="1100118" y="556"/>
                  </a:lnTo>
                  <a:lnTo>
                    <a:pt x="1092260" y="559"/>
                  </a:lnTo>
                  <a:lnTo>
                    <a:pt x="1084402" y="563"/>
                  </a:lnTo>
                  <a:lnTo>
                    <a:pt x="1076544" y="566"/>
                  </a:lnTo>
                  <a:lnTo>
                    <a:pt x="1068686" y="569"/>
                  </a:lnTo>
                  <a:lnTo>
                    <a:pt x="1060828" y="572"/>
                  </a:lnTo>
                  <a:lnTo>
                    <a:pt x="1052970" y="574"/>
                  </a:lnTo>
                  <a:lnTo>
                    <a:pt x="1045112" y="577"/>
                  </a:lnTo>
                  <a:lnTo>
                    <a:pt x="1037254" y="580"/>
                  </a:lnTo>
                  <a:lnTo>
                    <a:pt x="1029397" y="583"/>
                  </a:lnTo>
                  <a:lnTo>
                    <a:pt x="1021539" y="586"/>
                  </a:lnTo>
                  <a:lnTo>
                    <a:pt x="1013681" y="589"/>
                  </a:lnTo>
                  <a:lnTo>
                    <a:pt x="1005823" y="592"/>
                  </a:lnTo>
                  <a:lnTo>
                    <a:pt x="997965" y="595"/>
                  </a:lnTo>
                  <a:lnTo>
                    <a:pt x="990107" y="597"/>
                  </a:lnTo>
                  <a:lnTo>
                    <a:pt x="982249" y="600"/>
                  </a:lnTo>
                  <a:lnTo>
                    <a:pt x="974391" y="603"/>
                  </a:lnTo>
                  <a:lnTo>
                    <a:pt x="966533" y="606"/>
                  </a:lnTo>
                  <a:lnTo>
                    <a:pt x="958675" y="609"/>
                  </a:lnTo>
                  <a:lnTo>
                    <a:pt x="950817" y="612"/>
                  </a:lnTo>
                  <a:lnTo>
                    <a:pt x="942959" y="615"/>
                  </a:lnTo>
                  <a:lnTo>
                    <a:pt x="935101" y="618"/>
                  </a:lnTo>
                  <a:lnTo>
                    <a:pt x="927243" y="621"/>
                  </a:lnTo>
                  <a:lnTo>
                    <a:pt x="919385" y="624"/>
                  </a:lnTo>
                  <a:lnTo>
                    <a:pt x="911527" y="627"/>
                  </a:lnTo>
                  <a:lnTo>
                    <a:pt x="903669" y="630"/>
                  </a:lnTo>
                  <a:lnTo>
                    <a:pt x="895811" y="633"/>
                  </a:lnTo>
                  <a:lnTo>
                    <a:pt x="887953" y="636"/>
                  </a:lnTo>
                  <a:lnTo>
                    <a:pt x="880095" y="639"/>
                  </a:lnTo>
                  <a:lnTo>
                    <a:pt x="872237" y="641"/>
                  </a:lnTo>
                  <a:lnTo>
                    <a:pt x="864379" y="644"/>
                  </a:lnTo>
                  <a:lnTo>
                    <a:pt x="856521" y="647"/>
                  </a:lnTo>
                  <a:lnTo>
                    <a:pt x="848663" y="650"/>
                  </a:lnTo>
                  <a:lnTo>
                    <a:pt x="840805" y="652"/>
                  </a:lnTo>
                  <a:lnTo>
                    <a:pt x="832947" y="655"/>
                  </a:lnTo>
                  <a:lnTo>
                    <a:pt x="825089" y="658"/>
                  </a:lnTo>
                  <a:lnTo>
                    <a:pt x="817231" y="660"/>
                  </a:lnTo>
                  <a:lnTo>
                    <a:pt x="809373" y="663"/>
                  </a:lnTo>
                  <a:lnTo>
                    <a:pt x="801515" y="665"/>
                  </a:lnTo>
                  <a:lnTo>
                    <a:pt x="793657" y="668"/>
                  </a:lnTo>
                  <a:lnTo>
                    <a:pt x="785799" y="670"/>
                  </a:lnTo>
                  <a:lnTo>
                    <a:pt x="777941" y="673"/>
                  </a:lnTo>
                  <a:lnTo>
                    <a:pt x="770083" y="675"/>
                  </a:lnTo>
                  <a:lnTo>
                    <a:pt x="762225" y="678"/>
                  </a:lnTo>
                  <a:lnTo>
                    <a:pt x="754367" y="680"/>
                  </a:lnTo>
                  <a:lnTo>
                    <a:pt x="746509" y="683"/>
                  </a:lnTo>
                  <a:lnTo>
                    <a:pt x="738651" y="685"/>
                  </a:lnTo>
                  <a:lnTo>
                    <a:pt x="730793" y="688"/>
                  </a:lnTo>
                  <a:lnTo>
                    <a:pt x="722935" y="690"/>
                  </a:lnTo>
                  <a:lnTo>
                    <a:pt x="715077" y="692"/>
                  </a:lnTo>
                  <a:lnTo>
                    <a:pt x="707219" y="695"/>
                  </a:lnTo>
                  <a:lnTo>
                    <a:pt x="699361" y="697"/>
                  </a:lnTo>
                  <a:lnTo>
                    <a:pt x="691503" y="699"/>
                  </a:lnTo>
                  <a:lnTo>
                    <a:pt x="683645" y="702"/>
                  </a:lnTo>
                  <a:lnTo>
                    <a:pt x="675787" y="704"/>
                  </a:lnTo>
                  <a:lnTo>
                    <a:pt x="667929" y="706"/>
                  </a:lnTo>
                  <a:lnTo>
                    <a:pt x="660071" y="708"/>
                  </a:lnTo>
                  <a:lnTo>
                    <a:pt x="652213" y="711"/>
                  </a:lnTo>
                  <a:lnTo>
                    <a:pt x="644355" y="713"/>
                  </a:lnTo>
                  <a:lnTo>
                    <a:pt x="636497" y="715"/>
                  </a:lnTo>
                  <a:lnTo>
                    <a:pt x="628639" y="717"/>
                  </a:lnTo>
                  <a:lnTo>
                    <a:pt x="620781" y="719"/>
                  </a:lnTo>
                  <a:lnTo>
                    <a:pt x="612923" y="722"/>
                  </a:lnTo>
                  <a:lnTo>
                    <a:pt x="605065" y="724"/>
                  </a:lnTo>
                  <a:lnTo>
                    <a:pt x="597207" y="726"/>
                  </a:lnTo>
                  <a:lnTo>
                    <a:pt x="589349" y="728"/>
                  </a:lnTo>
                  <a:lnTo>
                    <a:pt x="581491" y="730"/>
                  </a:lnTo>
                  <a:lnTo>
                    <a:pt x="573633" y="732"/>
                  </a:lnTo>
                  <a:lnTo>
                    <a:pt x="565775" y="734"/>
                  </a:lnTo>
                  <a:lnTo>
                    <a:pt x="557917" y="736"/>
                  </a:lnTo>
                  <a:lnTo>
                    <a:pt x="550059" y="738"/>
                  </a:lnTo>
                  <a:lnTo>
                    <a:pt x="542201" y="740"/>
                  </a:lnTo>
                  <a:lnTo>
                    <a:pt x="534343" y="742"/>
                  </a:lnTo>
                  <a:lnTo>
                    <a:pt x="526485" y="745"/>
                  </a:lnTo>
                  <a:lnTo>
                    <a:pt x="518627" y="747"/>
                  </a:lnTo>
                  <a:lnTo>
                    <a:pt x="510769" y="748"/>
                  </a:lnTo>
                  <a:lnTo>
                    <a:pt x="502911" y="750"/>
                  </a:lnTo>
                  <a:lnTo>
                    <a:pt x="495053" y="752"/>
                  </a:lnTo>
                  <a:lnTo>
                    <a:pt x="487195" y="754"/>
                  </a:lnTo>
                  <a:lnTo>
                    <a:pt x="479337" y="756"/>
                  </a:lnTo>
                  <a:lnTo>
                    <a:pt x="471479" y="758"/>
                  </a:lnTo>
                  <a:lnTo>
                    <a:pt x="463621" y="760"/>
                  </a:lnTo>
                  <a:lnTo>
                    <a:pt x="455763" y="762"/>
                  </a:lnTo>
                  <a:lnTo>
                    <a:pt x="447905" y="764"/>
                  </a:lnTo>
                  <a:lnTo>
                    <a:pt x="440047" y="766"/>
                  </a:lnTo>
                  <a:lnTo>
                    <a:pt x="432189" y="772"/>
                  </a:lnTo>
                  <a:lnTo>
                    <a:pt x="424331" y="782"/>
                  </a:lnTo>
                  <a:lnTo>
                    <a:pt x="416473" y="791"/>
                  </a:lnTo>
                  <a:lnTo>
                    <a:pt x="408615" y="801"/>
                  </a:lnTo>
                  <a:lnTo>
                    <a:pt x="400757" y="810"/>
                  </a:lnTo>
                  <a:lnTo>
                    <a:pt x="392899" y="819"/>
                  </a:lnTo>
                  <a:lnTo>
                    <a:pt x="385041" y="828"/>
                  </a:lnTo>
                  <a:lnTo>
                    <a:pt x="377183" y="837"/>
                  </a:lnTo>
                  <a:lnTo>
                    <a:pt x="369325" y="846"/>
                  </a:lnTo>
                  <a:lnTo>
                    <a:pt x="361467" y="854"/>
                  </a:lnTo>
                  <a:lnTo>
                    <a:pt x="353609" y="863"/>
                  </a:lnTo>
                  <a:lnTo>
                    <a:pt x="345751" y="871"/>
                  </a:lnTo>
                  <a:lnTo>
                    <a:pt x="337893" y="879"/>
                  </a:lnTo>
                  <a:lnTo>
                    <a:pt x="330035" y="887"/>
                  </a:lnTo>
                  <a:lnTo>
                    <a:pt x="322177" y="895"/>
                  </a:lnTo>
                  <a:lnTo>
                    <a:pt x="314319" y="903"/>
                  </a:lnTo>
                  <a:lnTo>
                    <a:pt x="306461" y="911"/>
                  </a:lnTo>
                  <a:lnTo>
                    <a:pt x="298603" y="918"/>
                  </a:lnTo>
                  <a:lnTo>
                    <a:pt x="290745" y="926"/>
                  </a:lnTo>
                  <a:lnTo>
                    <a:pt x="282887" y="933"/>
                  </a:lnTo>
                  <a:lnTo>
                    <a:pt x="275029" y="941"/>
                  </a:lnTo>
                  <a:lnTo>
                    <a:pt x="267171" y="948"/>
                  </a:lnTo>
                  <a:lnTo>
                    <a:pt x="259313" y="955"/>
                  </a:lnTo>
                  <a:lnTo>
                    <a:pt x="251455" y="961"/>
                  </a:lnTo>
                  <a:lnTo>
                    <a:pt x="243597" y="968"/>
                  </a:lnTo>
                  <a:lnTo>
                    <a:pt x="235739" y="975"/>
                  </a:lnTo>
                  <a:lnTo>
                    <a:pt x="227881" y="982"/>
                  </a:lnTo>
                  <a:lnTo>
                    <a:pt x="220023" y="989"/>
                  </a:lnTo>
                  <a:lnTo>
                    <a:pt x="212165" y="996"/>
                  </a:lnTo>
                  <a:lnTo>
                    <a:pt x="204307" y="1002"/>
                  </a:lnTo>
                  <a:lnTo>
                    <a:pt x="196449" y="1008"/>
                  </a:lnTo>
                  <a:lnTo>
                    <a:pt x="188591" y="1014"/>
                  </a:lnTo>
                  <a:lnTo>
                    <a:pt x="180733" y="1020"/>
                  </a:lnTo>
                  <a:lnTo>
                    <a:pt x="172875" y="1026"/>
                  </a:lnTo>
                  <a:lnTo>
                    <a:pt x="165017" y="1031"/>
                  </a:lnTo>
                  <a:lnTo>
                    <a:pt x="157159" y="1037"/>
                  </a:lnTo>
                  <a:lnTo>
                    <a:pt x="149301" y="1042"/>
                  </a:lnTo>
                  <a:lnTo>
                    <a:pt x="141443" y="1048"/>
                  </a:lnTo>
                  <a:lnTo>
                    <a:pt x="133585" y="1053"/>
                  </a:lnTo>
                  <a:lnTo>
                    <a:pt x="125727" y="1058"/>
                  </a:lnTo>
                  <a:lnTo>
                    <a:pt x="117869" y="1063"/>
                  </a:lnTo>
                  <a:lnTo>
                    <a:pt x="110011" y="1068"/>
                  </a:lnTo>
                  <a:lnTo>
                    <a:pt x="102153" y="1073"/>
                  </a:lnTo>
                  <a:lnTo>
                    <a:pt x="94295" y="1079"/>
                  </a:lnTo>
                  <a:lnTo>
                    <a:pt x="86437" y="1084"/>
                  </a:lnTo>
                  <a:lnTo>
                    <a:pt x="78579" y="1089"/>
                  </a:lnTo>
                  <a:lnTo>
                    <a:pt x="70721" y="1094"/>
                  </a:lnTo>
                  <a:lnTo>
                    <a:pt x="62863" y="1099"/>
                  </a:lnTo>
                  <a:lnTo>
                    <a:pt x="55005" y="1104"/>
                  </a:lnTo>
                  <a:lnTo>
                    <a:pt x="47147" y="1109"/>
                  </a:lnTo>
                  <a:lnTo>
                    <a:pt x="39289" y="1114"/>
                  </a:lnTo>
                  <a:lnTo>
                    <a:pt x="31431" y="1118"/>
                  </a:lnTo>
                  <a:lnTo>
                    <a:pt x="23573" y="1123"/>
                  </a:lnTo>
                  <a:lnTo>
                    <a:pt x="15715" y="1128"/>
                  </a:lnTo>
                  <a:lnTo>
                    <a:pt x="7857" y="1134"/>
                  </a:lnTo>
                  <a:lnTo>
                    <a:pt x="0" y="11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6029658" y="2980513"/>
              <a:ext cx="2035220" cy="7784"/>
            </a:xfrm>
            <a:custGeom>
              <a:avLst/>
              <a:pathLst>
                <a:path w="2035220" h="7784">
                  <a:moveTo>
                    <a:pt x="0" y="7364"/>
                  </a:moveTo>
                  <a:lnTo>
                    <a:pt x="7857" y="7363"/>
                  </a:lnTo>
                  <a:lnTo>
                    <a:pt x="15715" y="7363"/>
                  </a:lnTo>
                  <a:lnTo>
                    <a:pt x="23573" y="7362"/>
                  </a:lnTo>
                  <a:lnTo>
                    <a:pt x="31431" y="7362"/>
                  </a:lnTo>
                  <a:lnTo>
                    <a:pt x="39289" y="7361"/>
                  </a:lnTo>
                  <a:lnTo>
                    <a:pt x="47147" y="7361"/>
                  </a:lnTo>
                  <a:lnTo>
                    <a:pt x="55005" y="7360"/>
                  </a:lnTo>
                  <a:lnTo>
                    <a:pt x="62863" y="7360"/>
                  </a:lnTo>
                  <a:lnTo>
                    <a:pt x="70721" y="7360"/>
                  </a:lnTo>
                  <a:lnTo>
                    <a:pt x="78579" y="7359"/>
                  </a:lnTo>
                  <a:lnTo>
                    <a:pt x="86437" y="7359"/>
                  </a:lnTo>
                  <a:lnTo>
                    <a:pt x="94295" y="7358"/>
                  </a:lnTo>
                  <a:lnTo>
                    <a:pt x="102153" y="7357"/>
                  </a:lnTo>
                  <a:lnTo>
                    <a:pt x="110011" y="7357"/>
                  </a:lnTo>
                  <a:lnTo>
                    <a:pt x="117869" y="7357"/>
                  </a:lnTo>
                  <a:lnTo>
                    <a:pt x="125727" y="7356"/>
                  </a:lnTo>
                  <a:lnTo>
                    <a:pt x="133585" y="7355"/>
                  </a:lnTo>
                  <a:lnTo>
                    <a:pt x="141443" y="7355"/>
                  </a:lnTo>
                  <a:lnTo>
                    <a:pt x="149301" y="7354"/>
                  </a:lnTo>
                  <a:lnTo>
                    <a:pt x="157159" y="7354"/>
                  </a:lnTo>
                  <a:lnTo>
                    <a:pt x="165017" y="7353"/>
                  </a:lnTo>
                  <a:lnTo>
                    <a:pt x="172875" y="7353"/>
                  </a:lnTo>
                  <a:lnTo>
                    <a:pt x="180733" y="7352"/>
                  </a:lnTo>
                  <a:lnTo>
                    <a:pt x="188591" y="7351"/>
                  </a:lnTo>
                  <a:lnTo>
                    <a:pt x="196449" y="7351"/>
                  </a:lnTo>
                  <a:lnTo>
                    <a:pt x="204307" y="7350"/>
                  </a:lnTo>
                  <a:lnTo>
                    <a:pt x="212165" y="7350"/>
                  </a:lnTo>
                  <a:lnTo>
                    <a:pt x="220023" y="7349"/>
                  </a:lnTo>
                  <a:lnTo>
                    <a:pt x="227881" y="7349"/>
                  </a:lnTo>
                  <a:lnTo>
                    <a:pt x="235739" y="7348"/>
                  </a:lnTo>
                  <a:lnTo>
                    <a:pt x="243597" y="7347"/>
                  </a:lnTo>
                  <a:lnTo>
                    <a:pt x="251455" y="7346"/>
                  </a:lnTo>
                  <a:lnTo>
                    <a:pt x="259313" y="7346"/>
                  </a:lnTo>
                  <a:lnTo>
                    <a:pt x="267171" y="7346"/>
                  </a:lnTo>
                  <a:lnTo>
                    <a:pt x="275029" y="7345"/>
                  </a:lnTo>
                  <a:lnTo>
                    <a:pt x="282887" y="7345"/>
                  </a:lnTo>
                  <a:lnTo>
                    <a:pt x="290745" y="7344"/>
                  </a:lnTo>
                  <a:lnTo>
                    <a:pt x="298603" y="7343"/>
                  </a:lnTo>
                  <a:lnTo>
                    <a:pt x="306461" y="7342"/>
                  </a:lnTo>
                  <a:lnTo>
                    <a:pt x="314319" y="7341"/>
                  </a:lnTo>
                  <a:lnTo>
                    <a:pt x="322177" y="7340"/>
                  </a:lnTo>
                  <a:lnTo>
                    <a:pt x="330035" y="7339"/>
                  </a:lnTo>
                  <a:lnTo>
                    <a:pt x="337893" y="7338"/>
                  </a:lnTo>
                  <a:lnTo>
                    <a:pt x="345751" y="7337"/>
                  </a:lnTo>
                  <a:lnTo>
                    <a:pt x="353609" y="7337"/>
                  </a:lnTo>
                  <a:lnTo>
                    <a:pt x="361467" y="7336"/>
                  </a:lnTo>
                  <a:lnTo>
                    <a:pt x="369325" y="7335"/>
                  </a:lnTo>
                  <a:lnTo>
                    <a:pt x="377183" y="7334"/>
                  </a:lnTo>
                  <a:lnTo>
                    <a:pt x="385041" y="7333"/>
                  </a:lnTo>
                  <a:lnTo>
                    <a:pt x="392899" y="7332"/>
                  </a:lnTo>
                  <a:lnTo>
                    <a:pt x="400757" y="7331"/>
                  </a:lnTo>
                  <a:lnTo>
                    <a:pt x="408615" y="7330"/>
                  </a:lnTo>
                  <a:lnTo>
                    <a:pt x="416473" y="7329"/>
                  </a:lnTo>
                  <a:lnTo>
                    <a:pt x="424331" y="7328"/>
                  </a:lnTo>
                  <a:lnTo>
                    <a:pt x="432189" y="7327"/>
                  </a:lnTo>
                  <a:lnTo>
                    <a:pt x="440047" y="7326"/>
                  </a:lnTo>
                  <a:lnTo>
                    <a:pt x="447905" y="7325"/>
                  </a:lnTo>
                  <a:lnTo>
                    <a:pt x="455763" y="7324"/>
                  </a:lnTo>
                  <a:lnTo>
                    <a:pt x="463621" y="7323"/>
                  </a:lnTo>
                  <a:lnTo>
                    <a:pt x="471479" y="7322"/>
                  </a:lnTo>
                  <a:lnTo>
                    <a:pt x="479337" y="7319"/>
                  </a:lnTo>
                  <a:lnTo>
                    <a:pt x="487195" y="7318"/>
                  </a:lnTo>
                  <a:lnTo>
                    <a:pt x="495053" y="7318"/>
                  </a:lnTo>
                  <a:lnTo>
                    <a:pt x="502911" y="7317"/>
                  </a:lnTo>
                  <a:lnTo>
                    <a:pt x="510769" y="7315"/>
                  </a:lnTo>
                  <a:lnTo>
                    <a:pt x="518627" y="7314"/>
                  </a:lnTo>
                  <a:lnTo>
                    <a:pt x="526485" y="7313"/>
                  </a:lnTo>
                  <a:lnTo>
                    <a:pt x="534343" y="7310"/>
                  </a:lnTo>
                  <a:lnTo>
                    <a:pt x="542201" y="7308"/>
                  </a:lnTo>
                  <a:lnTo>
                    <a:pt x="550059" y="7305"/>
                  </a:lnTo>
                  <a:lnTo>
                    <a:pt x="557917" y="7303"/>
                  </a:lnTo>
                  <a:lnTo>
                    <a:pt x="565775" y="7301"/>
                  </a:lnTo>
                  <a:lnTo>
                    <a:pt x="573633" y="7298"/>
                  </a:lnTo>
                  <a:lnTo>
                    <a:pt x="581491" y="7295"/>
                  </a:lnTo>
                  <a:lnTo>
                    <a:pt x="589349" y="7292"/>
                  </a:lnTo>
                  <a:lnTo>
                    <a:pt x="597207" y="7290"/>
                  </a:lnTo>
                  <a:lnTo>
                    <a:pt x="605065" y="7287"/>
                  </a:lnTo>
                  <a:lnTo>
                    <a:pt x="612923" y="7283"/>
                  </a:lnTo>
                  <a:lnTo>
                    <a:pt x="620781" y="7281"/>
                  </a:lnTo>
                  <a:lnTo>
                    <a:pt x="628639" y="7279"/>
                  </a:lnTo>
                  <a:lnTo>
                    <a:pt x="636497" y="7275"/>
                  </a:lnTo>
                  <a:lnTo>
                    <a:pt x="644355" y="7272"/>
                  </a:lnTo>
                  <a:lnTo>
                    <a:pt x="652213" y="7268"/>
                  </a:lnTo>
                  <a:lnTo>
                    <a:pt x="660071" y="7265"/>
                  </a:lnTo>
                  <a:lnTo>
                    <a:pt x="667929" y="7261"/>
                  </a:lnTo>
                  <a:lnTo>
                    <a:pt x="675787" y="7258"/>
                  </a:lnTo>
                  <a:lnTo>
                    <a:pt x="683645" y="7254"/>
                  </a:lnTo>
                  <a:lnTo>
                    <a:pt x="691503" y="7248"/>
                  </a:lnTo>
                  <a:lnTo>
                    <a:pt x="699361" y="7244"/>
                  </a:lnTo>
                  <a:lnTo>
                    <a:pt x="707219" y="7241"/>
                  </a:lnTo>
                  <a:lnTo>
                    <a:pt x="715077" y="7235"/>
                  </a:lnTo>
                  <a:lnTo>
                    <a:pt x="722935" y="7229"/>
                  </a:lnTo>
                  <a:lnTo>
                    <a:pt x="730793" y="7223"/>
                  </a:lnTo>
                  <a:lnTo>
                    <a:pt x="738651" y="7217"/>
                  </a:lnTo>
                  <a:lnTo>
                    <a:pt x="746509" y="7213"/>
                  </a:lnTo>
                  <a:lnTo>
                    <a:pt x="754367" y="7208"/>
                  </a:lnTo>
                  <a:lnTo>
                    <a:pt x="762225" y="7201"/>
                  </a:lnTo>
                  <a:lnTo>
                    <a:pt x="770083" y="7194"/>
                  </a:lnTo>
                  <a:lnTo>
                    <a:pt x="777941" y="7189"/>
                  </a:lnTo>
                  <a:lnTo>
                    <a:pt x="785799" y="7182"/>
                  </a:lnTo>
                  <a:lnTo>
                    <a:pt x="793657" y="7178"/>
                  </a:lnTo>
                  <a:lnTo>
                    <a:pt x="801515" y="7171"/>
                  </a:lnTo>
                  <a:lnTo>
                    <a:pt x="809373" y="7165"/>
                  </a:lnTo>
                  <a:lnTo>
                    <a:pt x="817231" y="7161"/>
                  </a:lnTo>
                  <a:lnTo>
                    <a:pt x="825089" y="7153"/>
                  </a:lnTo>
                  <a:lnTo>
                    <a:pt x="832947" y="7147"/>
                  </a:lnTo>
                  <a:lnTo>
                    <a:pt x="840805" y="7141"/>
                  </a:lnTo>
                  <a:lnTo>
                    <a:pt x="848663" y="7134"/>
                  </a:lnTo>
                  <a:lnTo>
                    <a:pt x="856521" y="7127"/>
                  </a:lnTo>
                  <a:lnTo>
                    <a:pt x="864379" y="7116"/>
                  </a:lnTo>
                  <a:lnTo>
                    <a:pt x="872237" y="7106"/>
                  </a:lnTo>
                  <a:lnTo>
                    <a:pt x="880095" y="7099"/>
                  </a:lnTo>
                  <a:lnTo>
                    <a:pt x="887953" y="7091"/>
                  </a:lnTo>
                  <a:lnTo>
                    <a:pt x="895811" y="7084"/>
                  </a:lnTo>
                  <a:lnTo>
                    <a:pt x="903669" y="7077"/>
                  </a:lnTo>
                  <a:lnTo>
                    <a:pt x="911527" y="7067"/>
                  </a:lnTo>
                  <a:lnTo>
                    <a:pt x="919385" y="7055"/>
                  </a:lnTo>
                  <a:lnTo>
                    <a:pt x="927243" y="7044"/>
                  </a:lnTo>
                  <a:lnTo>
                    <a:pt x="935101" y="7032"/>
                  </a:lnTo>
                  <a:lnTo>
                    <a:pt x="942959" y="7023"/>
                  </a:lnTo>
                  <a:lnTo>
                    <a:pt x="950817" y="7015"/>
                  </a:lnTo>
                  <a:lnTo>
                    <a:pt x="958675" y="7001"/>
                  </a:lnTo>
                  <a:lnTo>
                    <a:pt x="966533" y="6991"/>
                  </a:lnTo>
                  <a:lnTo>
                    <a:pt x="974391" y="6981"/>
                  </a:lnTo>
                  <a:lnTo>
                    <a:pt x="982249" y="6970"/>
                  </a:lnTo>
                  <a:lnTo>
                    <a:pt x="990107" y="6960"/>
                  </a:lnTo>
                  <a:lnTo>
                    <a:pt x="997965" y="6947"/>
                  </a:lnTo>
                  <a:lnTo>
                    <a:pt x="1005823" y="6933"/>
                  </a:lnTo>
                  <a:lnTo>
                    <a:pt x="1013681" y="6918"/>
                  </a:lnTo>
                  <a:lnTo>
                    <a:pt x="1021539" y="6907"/>
                  </a:lnTo>
                  <a:lnTo>
                    <a:pt x="1029397" y="6892"/>
                  </a:lnTo>
                  <a:lnTo>
                    <a:pt x="1037254" y="6878"/>
                  </a:lnTo>
                  <a:lnTo>
                    <a:pt x="1045112" y="6863"/>
                  </a:lnTo>
                  <a:lnTo>
                    <a:pt x="1052970" y="6851"/>
                  </a:lnTo>
                  <a:lnTo>
                    <a:pt x="1060828" y="6840"/>
                  </a:lnTo>
                  <a:lnTo>
                    <a:pt x="1068686" y="6827"/>
                  </a:lnTo>
                  <a:lnTo>
                    <a:pt x="1076544" y="6812"/>
                  </a:lnTo>
                  <a:lnTo>
                    <a:pt x="1084402" y="6796"/>
                  </a:lnTo>
                  <a:lnTo>
                    <a:pt x="1092260" y="6780"/>
                  </a:lnTo>
                  <a:lnTo>
                    <a:pt x="1100118" y="6766"/>
                  </a:lnTo>
                  <a:lnTo>
                    <a:pt x="1107976" y="6753"/>
                  </a:lnTo>
                  <a:lnTo>
                    <a:pt x="1115834" y="6738"/>
                  </a:lnTo>
                  <a:lnTo>
                    <a:pt x="1123692" y="6724"/>
                  </a:lnTo>
                  <a:lnTo>
                    <a:pt x="1131550" y="6709"/>
                  </a:lnTo>
                  <a:lnTo>
                    <a:pt x="1139408" y="6695"/>
                  </a:lnTo>
                  <a:lnTo>
                    <a:pt x="1147266" y="6679"/>
                  </a:lnTo>
                  <a:lnTo>
                    <a:pt x="1155124" y="6663"/>
                  </a:lnTo>
                  <a:lnTo>
                    <a:pt x="1162982" y="6648"/>
                  </a:lnTo>
                  <a:lnTo>
                    <a:pt x="1170840" y="6629"/>
                  </a:lnTo>
                  <a:lnTo>
                    <a:pt x="1178698" y="6608"/>
                  </a:lnTo>
                  <a:lnTo>
                    <a:pt x="1186556" y="6589"/>
                  </a:lnTo>
                  <a:lnTo>
                    <a:pt x="1194414" y="6573"/>
                  </a:lnTo>
                  <a:lnTo>
                    <a:pt x="1202272" y="6547"/>
                  </a:lnTo>
                  <a:lnTo>
                    <a:pt x="1210130" y="6521"/>
                  </a:lnTo>
                  <a:lnTo>
                    <a:pt x="1217988" y="6497"/>
                  </a:lnTo>
                  <a:lnTo>
                    <a:pt x="1225846" y="6477"/>
                  </a:lnTo>
                  <a:lnTo>
                    <a:pt x="1233704" y="6457"/>
                  </a:lnTo>
                  <a:lnTo>
                    <a:pt x="1241562" y="6437"/>
                  </a:lnTo>
                  <a:lnTo>
                    <a:pt x="1249420" y="6416"/>
                  </a:lnTo>
                  <a:lnTo>
                    <a:pt x="1257278" y="6394"/>
                  </a:lnTo>
                  <a:lnTo>
                    <a:pt x="1265136" y="6373"/>
                  </a:lnTo>
                  <a:lnTo>
                    <a:pt x="1272994" y="6351"/>
                  </a:lnTo>
                  <a:lnTo>
                    <a:pt x="1280852" y="6328"/>
                  </a:lnTo>
                  <a:lnTo>
                    <a:pt x="1288710" y="6306"/>
                  </a:lnTo>
                  <a:lnTo>
                    <a:pt x="1296568" y="6282"/>
                  </a:lnTo>
                  <a:lnTo>
                    <a:pt x="1304426" y="6258"/>
                  </a:lnTo>
                  <a:lnTo>
                    <a:pt x="1312284" y="6234"/>
                  </a:lnTo>
                  <a:lnTo>
                    <a:pt x="1320142" y="6209"/>
                  </a:lnTo>
                  <a:lnTo>
                    <a:pt x="1328000" y="6184"/>
                  </a:lnTo>
                  <a:lnTo>
                    <a:pt x="1335858" y="6159"/>
                  </a:lnTo>
                  <a:lnTo>
                    <a:pt x="1343716" y="6133"/>
                  </a:lnTo>
                  <a:lnTo>
                    <a:pt x="1351574" y="6106"/>
                  </a:lnTo>
                  <a:lnTo>
                    <a:pt x="1359432" y="6080"/>
                  </a:lnTo>
                  <a:lnTo>
                    <a:pt x="1367290" y="6054"/>
                  </a:lnTo>
                  <a:lnTo>
                    <a:pt x="1375148" y="6024"/>
                  </a:lnTo>
                  <a:lnTo>
                    <a:pt x="1383006" y="5996"/>
                  </a:lnTo>
                  <a:lnTo>
                    <a:pt x="1390864" y="5966"/>
                  </a:lnTo>
                  <a:lnTo>
                    <a:pt x="1398722" y="5937"/>
                  </a:lnTo>
                  <a:lnTo>
                    <a:pt x="1406580" y="5907"/>
                  </a:lnTo>
                  <a:lnTo>
                    <a:pt x="1414438" y="5877"/>
                  </a:lnTo>
                  <a:lnTo>
                    <a:pt x="1422296" y="5845"/>
                  </a:lnTo>
                  <a:lnTo>
                    <a:pt x="1430154" y="5813"/>
                  </a:lnTo>
                  <a:lnTo>
                    <a:pt x="1438012" y="5781"/>
                  </a:lnTo>
                  <a:lnTo>
                    <a:pt x="1445870" y="5748"/>
                  </a:lnTo>
                  <a:lnTo>
                    <a:pt x="1453728" y="5714"/>
                  </a:lnTo>
                  <a:lnTo>
                    <a:pt x="1461586" y="5680"/>
                  </a:lnTo>
                  <a:lnTo>
                    <a:pt x="1469444" y="5645"/>
                  </a:lnTo>
                  <a:lnTo>
                    <a:pt x="1477302" y="5612"/>
                  </a:lnTo>
                  <a:lnTo>
                    <a:pt x="1485160" y="5578"/>
                  </a:lnTo>
                  <a:lnTo>
                    <a:pt x="1493018" y="5543"/>
                  </a:lnTo>
                  <a:lnTo>
                    <a:pt x="1500876" y="5508"/>
                  </a:lnTo>
                  <a:lnTo>
                    <a:pt x="1508734" y="5473"/>
                  </a:lnTo>
                  <a:lnTo>
                    <a:pt x="1516592" y="5432"/>
                  </a:lnTo>
                  <a:lnTo>
                    <a:pt x="1524450" y="5390"/>
                  </a:lnTo>
                  <a:lnTo>
                    <a:pt x="1532308" y="5348"/>
                  </a:lnTo>
                  <a:lnTo>
                    <a:pt x="1540166" y="5304"/>
                  </a:lnTo>
                  <a:lnTo>
                    <a:pt x="1548024" y="5260"/>
                  </a:lnTo>
                  <a:lnTo>
                    <a:pt x="1555882" y="5220"/>
                  </a:lnTo>
                  <a:lnTo>
                    <a:pt x="1563740" y="5181"/>
                  </a:lnTo>
                  <a:lnTo>
                    <a:pt x="1571598" y="5131"/>
                  </a:lnTo>
                  <a:lnTo>
                    <a:pt x="1579456" y="5083"/>
                  </a:lnTo>
                  <a:lnTo>
                    <a:pt x="1587314" y="5037"/>
                  </a:lnTo>
                  <a:lnTo>
                    <a:pt x="1595172" y="4991"/>
                  </a:lnTo>
                  <a:lnTo>
                    <a:pt x="1603030" y="4937"/>
                  </a:lnTo>
                  <a:lnTo>
                    <a:pt x="1610888" y="4882"/>
                  </a:lnTo>
                  <a:lnTo>
                    <a:pt x="1618746" y="4825"/>
                  </a:lnTo>
                  <a:lnTo>
                    <a:pt x="1626604" y="4768"/>
                  </a:lnTo>
                  <a:lnTo>
                    <a:pt x="1634462" y="4718"/>
                  </a:lnTo>
                  <a:lnTo>
                    <a:pt x="1642320" y="4672"/>
                  </a:lnTo>
                  <a:lnTo>
                    <a:pt x="1650178" y="4625"/>
                  </a:lnTo>
                  <a:lnTo>
                    <a:pt x="1658036" y="4578"/>
                  </a:lnTo>
                  <a:lnTo>
                    <a:pt x="1665894" y="4528"/>
                  </a:lnTo>
                  <a:lnTo>
                    <a:pt x="1673752" y="4469"/>
                  </a:lnTo>
                  <a:lnTo>
                    <a:pt x="1681610" y="4403"/>
                  </a:lnTo>
                  <a:lnTo>
                    <a:pt x="1689468" y="4335"/>
                  </a:lnTo>
                  <a:lnTo>
                    <a:pt x="1697326" y="4267"/>
                  </a:lnTo>
                  <a:lnTo>
                    <a:pt x="1705184" y="4197"/>
                  </a:lnTo>
                  <a:lnTo>
                    <a:pt x="1713042" y="4125"/>
                  </a:lnTo>
                  <a:lnTo>
                    <a:pt x="1720900" y="4052"/>
                  </a:lnTo>
                  <a:lnTo>
                    <a:pt x="1728758" y="3977"/>
                  </a:lnTo>
                  <a:lnTo>
                    <a:pt x="1736616" y="3902"/>
                  </a:lnTo>
                  <a:lnTo>
                    <a:pt x="1744474" y="3831"/>
                  </a:lnTo>
                  <a:lnTo>
                    <a:pt x="1752332" y="3759"/>
                  </a:lnTo>
                  <a:lnTo>
                    <a:pt x="1760190" y="3685"/>
                  </a:lnTo>
                  <a:lnTo>
                    <a:pt x="1768048" y="3610"/>
                  </a:lnTo>
                  <a:lnTo>
                    <a:pt x="1775906" y="3534"/>
                  </a:lnTo>
                  <a:lnTo>
                    <a:pt x="1783764" y="3456"/>
                  </a:lnTo>
                  <a:lnTo>
                    <a:pt x="1791622" y="3376"/>
                  </a:lnTo>
                  <a:lnTo>
                    <a:pt x="1799480" y="3295"/>
                  </a:lnTo>
                  <a:lnTo>
                    <a:pt x="1807338" y="3213"/>
                  </a:lnTo>
                  <a:lnTo>
                    <a:pt x="1815196" y="3129"/>
                  </a:lnTo>
                  <a:lnTo>
                    <a:pt x="1823054" y="3044"/>
                  </a:lnTo>
                  <a:lnTo>
                    <a:pt x="1830912" y="2957"/>
                  </a:lnTo>
                  <a:lnTo>
                    <a:pt x="1838770" y="2868"/>
                  </a:lnTo>
                  <a:lnTo>
                    <a:pt x="1846628" y="2778"/>
                  </a:lnTo>
                  <a:lnTo>
                    <a:pt x="1854486" y="2686"/>
                  </a:lnTo>
                  <a:lnTo>
                    <a:pt x="1862344" y="2592"/>
                  </a:lnTo>
                  <a:lnTo>
                    <a:pt x="1870202" y="2497"/>
                  </a:lnTo>
                  <a:lnTo>
                    <a:pt x="1878060" y="2400"/>
                  </a:lnTo>
                  <a:lnTo>
                    <a:pt x="1885918" y="2301"/>
                  </a:lnTo>
                  <a:lnTo>
                    <a:pt x="1893776" y="2201"/>
                  </a:lnTo>
                  <a:lnTo>
                    <a:pt x="1901634" y="2099"/>
                  </a:lnTo>
                  <a:lnTo>
                    <a:pt x="1909492" y="2009"/>
                  </a:lnTo>
                  <a:lnTo>
                    <a:pt x="1917350" y="1923"/>
                  </a:lnTo>
                  <a:lnTo>
                    <a:pt x="1925208" y="1831"/>
                  </a:lnTo>
                  <a:lnTo>
                    <a:pt x="1933066" y="1716"/>
                  </a:lnTo>
                  <a:lnTo>
                    <a:pt x="1940924" y="1599"/>
                  </a:lnTo>
                  <a:lnTo>
                    <a:pt x="1948782" y="1480"/>
                  </a:lnTo>
                  <a:lnTo>
                    <a:pt x="1956640" y="1358"/>
                  </a:lnTo>
                  <a:lnTo>
                    <a:pt x="1964498" y="1234"/>
                  </a:lnTo>
                  <a:lnTo>
                    <a:pt x="1972356" y="1108"/>
                  </a:lnTo>
                  <a:lnTo>
                    <a:pt x="1980214" y="979"/>
                  </a:lnTo>
                  <a:lnTo>
                    <a:pt x="1988072" y="847"/>
                  </a:lnTo>
                  <a:lnTo>
                    <a:pt x="1995930" y="713"/>
                  </a:lnTo>
                  <a:lnTo>
                    <a:pt x="2003788" y="576"/>
                  </a:lnTo>
                  <a:lnTo>
                    <a:pt x="2011646" y="439"/>
                  </a:lnTo>
                  <a:lnTo>
                    <a:pt x="2019504" y="301"/>
                  </a:lnTo>
                  <a:lnTo>
                    <a:pt x="2027362" y="148"/>
                  </a:lnTo>
                  <a:lnTo>
                    <a:pt x="2035220" y="0"/>
                  </a:lnTo>
                  <a:lnTo>
                    <a:pt x="2035220" y="7522"/>
                  </a:lnTo>
                  <a:lnTo>
                    <a:pt x="2027362" y="7522"/>
                  </a:lnTo>
                  <a:lnTo>
                    <a:pt x="2019504" y="7522"/>
                  </a:lnTo>
                  <a:lnTo>
                    <a:pt x="2011646" y="7521"/>
                  </a:lnTo>
                  <a:lnTo>
                    <a:pt x="2003788" y="7521"/>
                  </a:lnTo>
                  <a:lnTo>
                    <a:pt x="1995930" y="7521"/>
                  </a:lnTo>
                  <a:lnTo>
                    <a:pt x="1988072" y="7521"/>
                  </a:lnTo>
                  <a:lnTo>
                    <a:pt x="1980214" y="7521"/>
                  </a:lnTo>
                  <a:lnTo>
                    <a:pt x="1972356" y="7521"/>
                  </a:lnTo>
                  <a:lnTo>
                    <a:pt x="1964498" y="7521"/>
                  </a:lnTo>
                  <a:lnTo>
                    <a:pt x="1956640" y="7521"/>
                  </a:lnTo>
                  <a:lnTo>
                    <a:pt x="1948782" y="7522"/>
                  </a:lnTo>
                  <a:lnTo>
                    <a:pt x="1940924" y="7522"/>
                  </a:lnTo>
                  <a:lnTo>
                    <a:pt x="1933066" y="7523"/>
                  </a:lnTo>
                  <a:lnTo>
                    <a:pt x="1925208" y="7524"/>
                  </a:lnTo>
                  <a:lnTo>
                    <a:pt x="1917350" y="7525"/>
                  </a:lnTo>
                  <a:lnTo>
                    <a:pt x="1909492" y="7525"/>
                  </a:lnTo>
                  <a:lnTo>
                    <a:pt x="1901634" y="7525"/>
                  </a:lnTo>
                  <a:lnTo>
                    <a:pt x="1893776" y="7525"/>
                  </a:lnTo>
                  <a:lnTo>
                    <a:pt x="1885918" y="7525"/>
                  </a:lnTo>
                  <a:lnTo>
                    <a:pt x="1878060" y="7525"/>
                  </a:lnTo>
                  <a:lnTo>
                    <a:pt x="1870202" y="7526"/>
                  </a:lnTo>
                  <a:lnTo>
                    <a:pt x="1862344" y="7526"/>
                  </a:lnTo>
                  <a:lnTo>
                    <a:pt x="1854486" y="7527"/>
                  </a:lnTo>
                  <a:lnTo>
                    <a:pt x="1846628" y="7528"/>
                  </a:lnTo>
                  <a:lnTo>
                    <a:pt x="1838770" y="7530"/>
                  </a:lnTo>
                  <a:lnTo>
                    <a:pt x="1830912" y="7531"/>
                  </a:lnTo>
                  <a:lnTo>
                    <a:pt x="1823054" y="7531"/>
                  </a:lnTo>
                  <a:lnTo>
                    <a:pt x="1815196" y="7531"/>
                  </a:lnTo>
                  <a:lnTo>
                    <a:pt x="1807338" y="7531"/>
                  </a:lnTo>
                  <a:lnTo>
                    <a:pt x="1799480" y="7531"/>
                  </a:lnTo>
                  <a:lnTo>
                    <a:pt x="1791622" y="7531"/>
                  </a:lnTo>
                  <a:lnTo>
                    <a:pt x="1783764" y="7531"/>
                  </a:lnTo>
                  <a:lnTo>
                    <a:pt x="1775906" y="7531"/>
                  </a:lnTo>
                  <a:lnTo>
                    <a:pt x="1768048" y="7531"/>
                  </a:lnTo>
                  <a:lnTo>
                    <a:pt x="1760190" y="7531"/>
                  </a:lnTo>
                  <a:lnTo>
                    <a:pt x="1752332" y="7531"/>
                  </a:lnTo>
                  <a:lnTo>
                    <a:pt x="1744474" y="7532"/>
                  </a:lnTo>
                  <a:lnTo>
                    <a:pt x="1736616" y="7532"/>
                  </a:lnTo>
                  <a:lnTo>
                    <a:pt x="1728758" y="7533"/>
                  </a:lnTo>
                  <a:lnTo>
                    <a:pt x="1720900" y="7533"/>
                  </a:lnTo>
                  <a:lnTo>
                    <a:pt x="1713042" y="7533"/>
                  </a:lnTo>
                  <a:lnTo>
                    <a:pt x="1705184" y="7537"/>
                  </a:lnTo>
                  <a:lnTo>
                    <a:pt x="1697326" y="7541"/>
                  </a:lnTo>
                  <a:lnTo>
                    <a:pt x="1689468" y="7543"/>
                  </a:lnTo>
                  <a:lnTo>
                    <a:pt x="1681610" y="7543"/>
                  </a:lnTo>
                  <a:lnTo>
                    <a:pt x="1673752" y="7543"/>
                  </a:lnTo>
                  <a:lnTo>
                    <a:pt x="1665894" y="7543"/>
                  </a:lnTo>
                  <a:lnTo>
                    <a:pt x="1658036" y="7543"/>
                  </a:lnTo>
                  <a:lnTo>
                    <a:pt x="1650178" y="7543"/>
                  </a:lnTo>
                  <a:lnTo>
                    <a:pt x="1642320" y="7543"/>
                  </a:lnTo>
                  <a:lnTo>
                    <a:pt x="1634462" y="7543"/>
                  </a:lnTo>
                  <a:lnTo>
                    <a:pt x="1626604" y="7543"/>
                  </a:lnTo>
                  <a:lnTo>
                    <a:pt x="1618746" y="7543"/>
                  </a:lnTo>
                  <a:lnTo>
                    <a:pt x="1610888" y="7543"/>
                  </a:lnTo>
                  <a:lnTo>
                    <a:pt x="1603030" y="7543"/>
                  </a:lnTo>
                  <a:lnTo>
                    <a:pt x="1595172" y="7543"/>
                  </a:lnTo>
                  <a:lnTo>
                    <a:pt x="1587314" y="7544"/>
                  </a:lnTo>
                  <a:lnTo>
                    <a:pt x="1579456" y="7544"/>
                  </a:lnTo>
                  <a:lnTo>
                    <a:pt x="1571598" y="7545"/>
                  </a:lnTo>
                  <a:lnTo>
                    <a:pt x="1563740" y="7546"/>
                  </a:lnTo>
                  <a:lnTo>
                    <a:pt x="1555882" y="7547"/>
                  </a:lnTo>
                  <a:lnTo>
                    <a:pt x="1548024" y="7549"/>
                  </a:lnTo>
                  <a:lnTo>
                    <a:pt x="1540166" y="7551"/>
                  </a:lnTo>
                  <a:lnTo>
                    <a:pt x="1532308" y="7552"/>
                  </a:lnTo>
                  <a:lnTo>
                    <a:pt x="1524450" y="7552"/>
                  </a:lnTo>
                  <a:lnTo>
                    <a:pt x="1516592" y="7552"/>
                  </a:lnTo>
                  <a:lnTo>
                    <a:pt x="1508734" y="7553"/>
                  </a:lnTo>
                  <a:lnTo>
                    <a:pt x="1500876" y="7554"/>
                  </a:lnTo>
                  <a:lnTo>
                    <a:pt x="1493018" y="7556"/>
                  </a:lnTo>
                  <a:lnTo>
                    <a:pt x="1485160" y="7556"/>
                  </a:lnTo>
                  <a:lnTo>
                    <a:pt x="1477302" y="7556"/>
                  </a:lnTo>
                  <a:lnTo>
                    <a:pt x="1469444" y="7555"/>
                  </a:lnTo>
                  <a:lnTo>
                    <a:pt x="1461586" y="7555"/>
                  </a:lnTo>
                  <a:lnTo>
                    <a:pt x="1453728" y="7555"/>
                  </a:lnTo>
                  <a:lnTo>
                    <a:pt x="1445870" y="7555"/>
                  </a:lnTo>
                  <a:lnTo>
                    <a:pt x="1438012" y="7555"/>
                  </a:lnTo>
                  <a:lnTo>
                    <a:pt x="1430154" y="7555"/>
                  </a:lnTo>
                  <a:lnTo>
                    <a:pt x="1422296" y="7555"/>
                  </a:lnTo>
                  <a:lnTo>
                    <a:pt x="1414438" y="7556"/>
                  </a:lnTo>
                  <a:lnTo>
                    <a:pt x="1406580" y="7555"/>
                  </a:lnTo>
                  <a:lnTo>
                    <a:pt x="1398722" y="7557"/>
                  </a:lnTo>
                  <a:lnTo>
                    <a:pt x="1390864" y="7560"/>
                  </a:lnTo>
                  <a:lnTo>
                    <a:pt x="1383006" y="7561"/>
                  </a:lnTo>
                  <a:lnTo>
                    <a:pt x="1375148" y="7562"/>
                  </a:lnTo>
                  <a:lnTo>
                    <a:pt x="1367290" y="7563"/>
                  </a:lnTo>
                  <a:lnTo>
                    <a:pt x="1359432" y="7564"/>
                  </a:lnTo>
                  <a:lnTo>
                    <a:pt x="1351574" y="7564"/>
                  </a:lnTo>
                  <a:lnTo>
                    <a:pt x="1343716" y="7564"/>
                  </a:lnTo>
                  <a:lnTo>
                    <a:pt x="1335858" y="7564"/>
                  </a:lnTo>
                  <a:lnTo>
                    <a:pt x="1328000" y="7563"/>
                  </a:lnTo>
                  <a:lnTo>
                    <a:pt x="1320142" y="7563"/>
                  </a:lnTo>
                  <a:lnTo>
                    <a:pt x="1312284" y="7563"/>
                  </a:lnTo>
                  <a:lnTo>
                    <a:pt x="1304426" y="7562"/>
                  </a:lnTo>
                  <a:lnTo>
                    <a:pt x="1296568" y="7562"/>
                  </a:lnTo>
                  <a:lnTo>
                    <a:pt x="1288710" y="7561"/>
                  </a:lnTo>
                  <a:lnTo>
                    <a:pt x="1280852" y="7562"/>
                  </a:lnTo>
                  <a:lnTo>
                    <a:pt x="1272994" y="7562"/>
                  </a:lnTo>
                  <a:lnTo>
                    <a:pt x="1265136" y="7563"/>
                  </a:lnTo>
                  <a:lnTo>
                    <a:pt x="1257278" y="7564"/>
                  </a:lnTo>
                  <a:lnTo>
                    <a:pt x="1249420" y="7564"/>
                  </a:lnTo>
                  <a:lnTo>
                    <a:pt x="1241562" y="7564"/>
                  </a:lnTo>
                  <a:lnTo>
                    <a:pt x="1233704" y="7565"/>
                  </a:lnTo>
                  <a:lnTo>
                    <a:pt x="1225846" y="7566"/>
                  </a:lnTo>
                  <a:lnTo>
                    <a:pt x="1217988" y="7566"/>
                  </a:lnTo>
                  <a:lnTo>
                    <a:pt x="1210130" y="7566"/>
                  </a:lnTo>
                  <a:lnTo>
                    <a:pt x="1202272" y="7566"/>
                  </a:lnTo>
                  <a:lnTo>
                    <a:pt x="1194414" y="7566"/>
                  </a:lnTo>
                  <a:lnTo>
                    <a:pt x="1186556" y="7568"/>
                  </a:lnTo>
                  <a:lnTo>
                    <a:pt x="1178698" y="7569"/>
                  </a:lnTo>
                  <a:lnTo>
                    <a:pt x="1170840" y="7570"/>
                  </a:lnTo>
                  <a:lnTo>
                    <a:pt x="1162982" y="7570"/>
                  </a:lnTo>
                  <a:lnTo>
                    <a:pt x="1155124" y="7570"/>
                  </a:lnTo>
                  <a:lnTo>
                    <a:pt x="1147266" y="7570"/>
                  </a:lnTo>
                  <a:lnTo>
                    <a:pt x="1139408" y="7570"/>
                  </a:lnTo>
                  <a:lnTo>
                    <a:pt x="1131550" y="7569"/>
                  </a:lnTo>
                  <a:lnTo>
                    <a:pt x="1123692" y="7569"/>
                  </a:lnTo>
                  <a:lnTo>
                    <a:pt x="1115834" y="7572"/>
                  </a:lnTo>
                  <a:lnTo>
                    <a:pt x="1107976" y="7574"/>
                  </a:lnTo>
                  <a:lnTo>
                    <a:pt x="1100118" y="7577"/>
                  </a:lnTo>
                  <a:lnTo>
                    <a:pt x="1092260" y="7578"/>
                  </a:lnTo>
                  <a:lnTo>
                    <a:pt x="1084402" y="7578"/>
                  </a:lnTo>
                  <a:lnTo>
                    <a:pt x="1076544" y="7578"/>
                  </a:lnTo>
                  <a:lnTo>
                    <a:pt x="1068686" y="7578"/>
                  </a:lnTo>
                  <a:lnTo>
                    <a:pt x="1060828" y="7579"/>
                  </a:lnTo>
                  <a:lnTo>
                    <a:pt x="1052970" y="7580"/>
                  </a:lnTo>
                  <a:lnTo>
                    <a:pt x="1045112" y="7580"/>
                  </a:lnTo>
                  <a:lnTo>
                    <a:pt x="1037254" y="7581"/>
                  </a:lnTo>
                  <a:lnTo>
                    <a:pt x="1029397" y="7582"/>
                  </a:lnTo>
                  <a:lnTo>
                    <a:pt x="1021539" y="7583"/>
                  </a:lnTo>
                  <a:lnTo>
                    <a:pt x="1013681" y="7584"/>
                  </a:lnTo>
                  <a:lnTo>
                    <a:pt x="1005823" y="7585"/>
                  </a:lnTo>
                  <a:lnTo>
                    <a:pt x="997965" y="7586"/>
                  </a:lnTo>
                  <a:lnTo>
                    <a:pt x="990107" y="7586"/>
                  </a:lnTo>
                  <a:lnTo>
                    <a:pt x="982249" y="7587"/>
                  </a:lnTo>
                  <a:lnTo>
                    <a:pt x="974391" y="7589"/>
                  </a:lnTo>
                  <a:lnTo>
                    <a:pt x="966533" y="7591"/>
                  </a:lnTo>
                  <a:lnTo>
                    <a:pt x="958675" y="7592"/>
                  </a:lnTo>
                  <a:lnTo>
                    <a:pt x="950817" y="7591"/>
                  </a:lnTo>
                  <a:lnTo>
                    <a:pt x="942959" y="7591"/>
                  </a:lnTo>
                  <a:lnTo>
                    <a:pt x="935101" y="7593"/>
                  </a:lnTo>
                  <a:lnTo>
                    <a:pt x="927243" y="7594"/>
                  </a:lnTo>
                  <a:lnTo>
                    <a:pt x="919385" y="7596"/>
                  </a:lnTo>
                  <a:lnTo>
                    <a:pt x="911527" y="7597"/>
                  </a:lnTo>
                  <a:lnTo>
                    <a:pt x="903669" y="7599"/>
                  </a:lnTo>
                  <a:lnTo>
                    <a:pt x="895811" y="7600"/>
                  </a:lnTo>
                  <a:lnTo>
                    <a:pt x="887953" y="7602"/>
                  </a:lnTo>
                  <a:lnTo>
                    <a:pt x="880095" y="7603"/>
                  </a:lnTo>
                  <a:lnTo>
                    <a:pt x="872237" y="7604"/>
                  </a:lnTo>
                  <a:lnTo>
                    <a:pt x="864379" y="7606"/>
                  </a:lnTo>
                  <a:lnTo>
                    <a:pt x="856521" y="7607"/>
                  </a:lnTo>
                  <a:lnTo>
                    <a:pt x="848663" y="7609"/>
                  </a:lnTo>
                  <a:lnTo>
                    <a:pt x="840805" y="7610"/>
                  </a:lnTo>
                  <a:lnTo>
                    <a:pt x="832947" y="7611"/>
                  </a:lnTo>
                  <a:lnTo>
                    <a:pt x="825089" y="7613"/>
                  </a:lnTo>
                  <a:lnTo>
                    <a:pt x="817231" y="7615"/>
                  </a:lnTo>
                  <a:lnTo>
                    <a:pt x="809373" y="7617"/>
                  </a:lnTo>
                  <a:lnTo>
                    <a:pt x="801515" y="7618"/>
                  </a:lnTo>
                  <a:lnTo>
                    <a:pt x="793657" y="7619"/>
                  </a:lnTo>
                  <a:lnTo>
                    <a:pt x="785799" y="7619"/>
                  </a:lnTo>
                  <a:lnTo>
                    <a:pt x="777941" y="7621"/>
                  </a:lnTo>
                  <a:lnTo>
                    <a:pt x="770083" y="7622"/>
                  </a:lnTo>
                  <a:lnTo>
                    <a:pt x="762225" y="7623"/>
                  </a:lnTo>
                  <a:lnTo>
                    <a:pt x="754367" y="7624"/>
                  </a:lnTo>
                  <a:lnTo>
                    <a:pt x="746509" y="7626"/>
                  </a:lnTo>
                  <a:lnTo>
                    <a:pt x="738651" y="7627"/>
                  </a:lnTo>
                  <a:lnTo>
                    <a:pt x="730793" y="7628"/>
                  </a:lnTo>
                  <a:lnTo>
                    <a:pt x="722935" y="7628"/>
                  </a:lnTo>
                  <a:lnTo>
                    <a:pt x="715077" y="7629"/>
                  </a:lnTo>
                  <a:lnTo>
                    <a:pt x="707219" y="7633"/>
                  </a:lnTo>
                  <a:lnTo>
                    <a:pt x="699361" y="7635"/>
                  </a:lnTo>
                  <a:lnTo>
                    <a:pt x="691503" y="7638"/>
                  </a:lnTo>
                  <a:lnTo>
                    <a:pt x="683645" y="7641"/>
                  </a:lnTo>
                  <a:lnTo>
                    <a:pt x="675787" y="7642"/>
                  </a:lnTo>
                  <a:lnTo>
                    <a:pt x="667929" y="7645"/>
                  </a:lnTo>
                  <a:lnTo>
                    <a:pt x="660071" y="7647"/>
                  </a:lnTo>
                  <a:lnTo>
                    <a:pt x="652213" y="7649"/>
                  </a:lnTo>
                  <a:lnTo>
                    <a:pt x="644355" y="7650"/>
                  </a:lnTo>
                  <a:lnTo>
                    <a:pt x="636497" y="7651"/>
                  </a:lnTo>
                  <a:lnTo>
                    <a:pt x="628639" y="7654"/>
                  </a:lnTo>
                  <a:lnTo>
                    <a:pt x="620781" y="7654"/>
                  </a:lnTo>
                  <a:lnTo>
                    <a:pt x="612923" y="7654"/>
                  </a:lnTo>
                  <a:lnTo>
                    <a:pt x="605065" y="7655"/>
                  </a:lnTo>
                  <a:lnTo>
                    <a:pt x="597207" y="7656"/>
                  </a:lnTo>
                  <a:lnTo>
                    <a:pt x="589349" y="7658"/>
                  </a:lnTo>
                  <a:lnTo>
                    <a:pt x="581491" y="7661"/>
                  </a:lnTo>
                  <a:lnTo>
                    <a:pt x="573633" y="7663"/>
                  </a:lnTo>
                  <a:lnTo>
                    <a:pt x="565775" y="7666"/>
                  </a:lnTo>
                  <a:lnTo>
                    <a:pt x="557917" y="7668"/>
                  </a:lnTo>
                  <a:lnTo>
                    <a:pt x="550059" y="7670"/>
                  </a:lnTo>
                  <a:lnTo>
                    <a:pt x="542201" y="7673"/>
                  </a:lnTo>
                  <a:lnTo>
                    <a:pt x="534343" y="7676"/>
                  </a:lnTo>
                  <a:lnTo>
                    <a:pt x="526485" y="7677"/>
                  </a:lnTo>
                  <a:lnTo>
                    <a:pt x="518627" y="7679"/>
                  </a:lnTo>
                  <a:lnTo>
                    <a:pt x="510769" y="7679"/>
                  </a:lnTo>
                  <a:lnTo>
                    <a:pt x="502911" y="7682"/>
                  </a:lnTo>
                  <a:lnTo>
                    <a:pt x="495053" y="7686"/>
                  </a:lnTo>
                  <a:lnTo>
                    <a:pt x="487195" y="7688"/>
                  </a:lnTo>
                  <a:lnTo>
                    <a:pt x="479337" y="7689"/>
                  </a:lnTo>
                  <a:lnTo>
                    <a:pt x="471479" y="7689"/>
                  </a:lnTo>
                  <a:lnTo>
                    <a:pt x="463621" y="7690"/>
                  </a:lnTo>
                  <a:lnTo>
                    <a:pt x="455763" y="7692"/>
                  </a:lnTo>
                  <a:lnTo>
                    <a:pt x="447905" y="7694"/>
                  </a:lnTo>
                  <a:lnTo>
                    <a:pt x="440047" y="7696"/>
                  </a:lnTo>
                  <a:lnTo>
                    <a:pt x="432189" y="7698"/>
                  </a:lnTo>
                  <a:lnTo>
                    <a:pt x="424331" y="7700"/>
                  </a:lnTo>
                  <a:lnTo>
                    <a:pt x="416473" y="7702"/>
                  </a:lnTo>
                  <a:lnTo>
                    <a:pt x="408615" y="7703"/>
                  </a:lnTo>
                  <a:lnTo>
                    <a:pt x="400757" y="7706"/>
                  </a:lnTo>
                  <a:lnTo>
                    <a:pt x="392899" y="7707"/>
                  </a:lnTo>
                  <a:lnTo>
                    <a:pt x="385041" y="7708"/>
                  </a:lnTo>
                  <a:lnTo>
                    <a:pt x="377183" y="7710"/>
                  </a:lnTo>
                  <a:lnTo>
                    <a:pt x="369325" y="7711"/>
                  </a:lnTo>
                  <a:lnTo>
                    <a:pt x="361467" y="7712"/>
                  </a:lnTo>
                  <a:lnTo>
                    <a:pt x="353609" y="7714"/>
                  </a:lnTo>
                  <a:lnTo>
                    <a:pt x="345751" y="7717"/>
                  </a:lnTo>
                  <a:lnTo>
                    <a:pt x="337893" y="7720"/>
                  </a:lnTo>
                  <a:lnTo>
                    <a:pt x="330035" y="7723"/>
                  </a:lnTo>
                  <a:lnTo>
                    <a:pt x="322177" y="7724"/>
                  </a:lnTo>
                  <a:lnTo>
                    <a:pt x="314319" y="7725"/>
                  </a:lnTo>
                  <a:lnTo>
                    <a:pt x="306461" y="7727"/>
                  </a:lnTo>
                  <a:lnTo>
                    <a:pt x="298603" y="7730"/>
                  </a:lnTo>
                  <a:lnTo>
                    <a:pt x="290745" y="7734"/>
                  </a:lnTo>
                  <a:lnTo>
                    <a:pt x="282887" y="7737"/>
                  </a:lnTo>
                  <a:lnTo>
                    <a:pt x="275029" y="7738"/>
                  </a:lnTo>
                  <a:lnTo>
                    <a:pt x="267171" y="7739"/>
                  </a:lnTo>
                  <a:lnTo>
                    <a:pt x="259313" y="7741"/>
                  </a:lnTo>
                  <a:lnTo>
                    <a:pt x="251455" y="7745"/>
                  </a:lnTo>
                  <a:lnTo>
                    <a:pt x="243597" y="7745"/>
                  </a:lnTo>
                  <a:lnTo>
                    <a:pt x="235739" y="7744"/>
                  </a:lnTo>
                  <a:lnTo>
                    <a:pt x="227881" y="7745"/>
                  </a:lnTo>
                  <a:lnTo>
                    <a:pt x="220023" y="7747"/>
                  </a:lnTo>
                  <a:lnTo>
                    <a:pt x="212165" y="7747"/>
                  </a:lnTo>
                  <a:lnTo>
                    <a:pt x="204307" y="7748"/>
                  </a:lnTo>
                  <a:lnTo>
                    <a:pt x="196449" y="7751"/>
                  </a:lnTo>
                  <a:lnTo>
                    <a:pt x="188591" y="7753"/>
                  </a:lnTo>
                  <a:lnTo>
                    <a:pt x="180733" y="7754"/>
                  </a:lnTo>
                  <a:lnTo>
                    <a:pt x="172875" y="7756"/>
                  </a:lnTo>
                  <a:lnTo>
                    <a:pt x="165017" y="7758"/>
                  </a:lnTo>
                  <a:lnTo>
                    <a:pt x="157159" y="7759"/>
                  </a:lnTo>
                  <a:lnTo>
                    <a:pt x="149301" y="7760"/>
                  </a:lnTo>
                  <a:lnTo>
                    <a:pt x="141443" y="7761"/>
                  </a:lnTo>
                  <a:lnTo>
                    <a:pt x="133585" y="7761"/>
                  </a:lnTo>
                  <a:lnTo>
                    <a:pt x="125727" y="7762"/>
                  </a:lnTo>
                  <a:lnTo>
                    <a:pt x="117869" y="7763"/>
                  </a:lnTo>
                  <a:lnTo>
                    <a:pt x="110011" y="7765"/>
                  </a:lnTo>
                  <a:lnTo>
                    <a:pt x="102153" y="7766"/>
                  </a:lnTo>
                  <a:lnTo>
                    <a:pt x="94295" y="7768"/>
                  </a:lnTo>
                  <a:lnTo>
                    <a:pt x="86437" y="7769"/>
                  </a:lnTo>
                  <a:lnTo>
                    <a:pt x="78579" y="7770"/>
                  </a:lnTo>
                  <a:lnTo>
                    <a:pt x="70721" y="7771"/>
                  </a:lnTo>
                  <a:lnTo>
                    <a:pt x="62863" y="7772"/>
                  </a:lnTo>
                  <a:lnTo>
                    <a:pt x="55005" y="7774"/>
                  </a:lnTo>
                  <a:lnTo>
                    <a:pt x="47147" y="7776"/>
                  </a:lnTo>
                  <a:lnTo>
                    <a:pt x="39289" y="7777"/>
                  </a:lnTo>
                  <a:lnTo>
                    <a:pt x="31431" y="7778"/>
                  </a:lnTo>
                  <a:lnTo>
                    <a:pt x="23573" y="7780"/>
                  </a:lnTo>
                  <a:lnTo>
                    <a:pt x="15715" y="7781"/>
                  </a:lnTo>
                  <a:lnTo>
                    <a:pt x="7857" y="7783"/>
                  </a:lnTo>
                  <a:lnTo>
                    <a:pt x="0" y="7784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6029658" y="2980513"/>
              <a:ext cx="2035220" cy="7364"/>
            </a:xfrm>
            <a:custGeom>
              <a:avLst/>
              <a:pathLst>
                <a:path w="2035220" h="7364">
                  <a:moveTo>
                    <a:pt x="0" y="7364"/>
                  </a:moveTo>
                  <a:lnTo>
                    <a:pt x="7857" y="7363"/>
                  </a:lnTo>
                  <a:lnTo>
                    <a:pt x="15715" y="7363"/>
                  </a:lnTo>
                  <a:lnTo>
                    <a:pt x="23573" y="7362"/>
                  </a:lnTo>
                  <a:lnTo>
                    <a:pt x="31431" y="7362"/>
                  </a:lnTo>
                  <a:lnTo>
                    <a:pt x="39289" y="7361"/>
                  </a:lnTo>
                  <a:lnTo>
                    <a:pt x="47147" y="7361"/>
                  </a:lnTo>
                  <a:lnTo>
                    <a:pt x="55005" y="7360"/>
                  </a:lnTo>
                  <a:lnTo>
                    <a:pt x="62863" y="7360"/>
                  </a:lnTo>
                  <a:lnTo>
                    <a:pt x="70721" y="7360"/>
                  </a:lnTo>
                  <a:lnTo>
                    <a:pt x="78579" y="7359"/>
                  </a:lnTo>
                  <a:lnTo>
                    <a:pt x="86437" y="7359"/>
                  </a:lnTo>
                  <a:lnTo>
                    <a:pt x="94295" y="7358"/>
                  </a:lnTo>
                  <a:lnTo>
                    <a:pt x="102153" y="7357"/>
                  </a:lnTo>
                  <a:lnTo>
                    <a:pt x="110011" y="7357"/>
                  </a:lnTo>
                  <a:lnTo>
                    <a:pt x="117869" y="7357"/>
                  </a:lnTo>
                  <a:lnTo>
                    <a:pt x="125727" y="7356"/>
                  </a:lnTo>
                  <a:lnTo>
                    <a:pt x="133585" y="7355"/>
                  </a:lnTo>
                  <a:lnTo>
                    <a:pt x="141443" y="7355"/>
                  </a:lnTo>
                  <a:lnTo>
                    <a:pt x="149301" y="7354"/>
                  </a:lnTo>
                  <a:lnTo>
                    <a:pt x="157159" y="7354"/>
                  </a:lnTo>
                  <a:lnTo>
                    <a:pt x="165017" y="7353"/>
                  </a:lnTo>
                  <a:lnTo>
                    <a:pt x="172875" y="7353"/>
                  </a:lnTo>
                  <a:lnTo>
                    <a:pt x="180733" y="7352"/>
                  </a:lnTo>
                  <a:lnTo>
                    <a:pt x="188591" y="7351"/>
                  </a:lnTo>
                  <a:lnTo>
                    <a:pt x="196449" y="7351"/>
                  </a:lnTo>
                  <a:lnTo>
                    <a:pt x="204307" y="7350"/>
                  </a:lnTo>
                  <a:lnTo>
                    <a:pt x="212165" y="7350"/>
                  </a:lnTo>
                  <a:lnTo>
                    <a:pt x="220023" y="7349"/>
                  </a:lnTo>
                  <a:lnTo>
                    <a:pt x="227881" y="7349"/>
                  </a:lnTo>
                  <a:lnTo>
                    <a:pt x="235739" y="7348"/>
                  </a:lnTo>
                  <a:lnTo>
                    <a:pt x="243597" y="7347"/>
                  </a:lnTo>
                  <a:lnTo>
                    <a:pt x="251455" y="7346"/>
                  </a:lnTo>
                  <a:lnTo>
                    <a:pt x="259313" y="7346"/>
                  </a:lnTo>
                  <a:lnTo>
                    <a:pt x="267171" y="7346"/>
                  </a:lnTo>
                  <a:lnTo>
                    <a:pt x="275029" y="7345"/>
                  </a:lnTo>
                  <a:lnTo>
                    <a:pt x="282887" y="7345"/>
                  </a:lnTo>
                  <a:lnTo>
                    <a:pt x="290745" y="7344"/>
                  </a:lnTo>
                  <a:lnTo>
                    <a:pt x="298603" y="7343"/>
                  </a:lnTo>
                  <a:lnTo>
                    <a:pt x="306461" y="7342"/>
                  </a:lnTo>
                  <a:lnTo>
                    <a:pt x="314319" y="7341"/>
                  </a:lnTo>
                  <a:lnTo>
                    <a:pt x="322177" y="7340"/>
                  </a:lnTo>
                  <a:lnTo>
                    <a:pt x="330035" y="7339"/>
                  </a:lnTo>
                  <a:lnTo>
                    <a:pt x="337893" y="7338"/>
                  </a:lnTo>
                  <a:lnTo>
                    <a:pt x="345751" y="7337"/>
                  </a:lnTo>
                  <a:lnTo>
                    <a:pt x="353609" y="7337"/>
                  </a:lnTo>
                  <a:lnTo>
                    <a:pt x="361467" y="7336"/>
                  </a:lnTo>
                  <a:lnTo>
                    <a:pt x="369325" y="7335"/>
                  </a:lnTo>
                  <a:lnTo>
                    <a:pt x="377183" y="7334"/>
                  </a:lnTo>
                  <a:lnTo>
                    <a:pt x="385041" y="7333"/>
                  </a:lnTo>
                  <a:lnTo>
                    <a:pt x="392899" y="7332"/>
                  </a:lnTo>
                  <a:lnTo>
                    <a:pt x="400757" y="7331"/>
                  </a:lnTo>
                  <a:lnTo>
                    <a:pt x="408615" y="7330"/>
                  </a:lnTo>
                  <a:lnTo>
                    <a:pt x="416473" y="7329"/>
                  </a:lnTo>
                  <a:lnTo>
                    <a:pt x="424331" y="7328"/>
                  </a:lnTo>
                  <a:lnTo>
                    <a:pt x="432189" y="7327"/>
                  </a:lnTo>
                  <a:lnTo>
                    <a:pt x="440047" y="7326"/>
                  </a:lnTo>
                  <a:lnTo>
                    <a:pt x="447905" y="7325"/>
                  </a:lnTo>
                  <a:lnTo>
                    <a:pt x="455763" y="7324"/>
                  </a:lnTo>
                  <a:lnTo>
                    <a:pt x="463621" y="7323"/>
                  </a:lnTo>
                  <a:lnTo>
                    <a:pt x="471479" y="7322"/>
                  </a:lnTo>
                  <a:lnTo>
                    <a:pt x="479337" y="7319"/>
                  </a:lnTo>
                  <a:lnTo>
                    <a:pt x="487195" y="7318"/>
                  </a:lnTo>
                  <a:lnTo>
                    <a:pt x="495053" y="7318"/>
                  </a:lnTo>
                  <a:lnTo>
                    <a:pt x="502911" y="7317"/>
                  </a:lnTo>
                  <a:lnTo>
                    <a:pt x="510769" y="7315"/>
                  </a:lnTo>
                  <a:lnTo>
                    <a:pt x="518627" y="7314"/>
                  </a:lnTo>
                  <a:lnTo>
                    <a:pt x="526485" y="7313"/>
                  </a:lnTo>
                  <a:lnTo>
                    <a:pt x="534343" y="7310"/>
                  </a:lnTo>
                  <a:lnTo>
                    <a:pt x="542201" y="7308"/>
                  </a:lnTo>
                  <a:lnTo>
                    <a:pt x="550059" y="7305"/>
                  </a:lnTo>
                  <a:lnTo>
                    <a:pt x="557917" y="7303"/>
                  </a:lnTo>
                  <a:lnTo>
                    <a:pt x="565775" y="7301"/>
                  </a:lnTo>
                  <a:lnTo>
                    <a:pt x="573633" y="7298"/>
                  </a:lnTo>
                  <a:lnTo>
                    <a:pt x="581491" y="7295"/>
                  </a:lnTo>
                  <a:lnTo>
                    <a:pt x="589349" y="7292"/>
                  </a:lnTo>
                  <a:lnTo>
                    <a:pt x="597207" y="7290"/>
                  </a:lnTo>
                  <a:lnTo>
                    <a:pt x="605065" y="7287"/>
                  </a:lnTo>
                  <a:lnTo>
                    <a:pt x="612923" y="7283"/>
                  </a:lnTo>
                  <a:lnTo>
                    <a:pt x="620781" y="7281"/>
                  </a:lnTo>
                  <a:lnTo>
                    <a:pt x="628639" y="7279"/>
                  </a:lnTo>
                  <a:lnTo>
                    <a:pt x="636497" y="7275"/>
                  </a:lnTo>
                  <a:lnTo>
                    <a:pt x="644355" y="7272"/>
                  </a:lnTo>
                  <a:lnTo>
                    <a:pt x="652213" y="7268"/>
                  </a:lnTo>
                  <a:lnTo>
                    <a:pt x="660071" y="7265"/>
                  </a:lnTo>
                  <a:lnTo>
                    <a:pt x="667929" y="7261"/>
                  </a:lnTo>
                  <a:lnTo>
                    <a:pt x="675787" y="7258"/>
                  </a:lnTo>
                  <a:lnTo>
                    <a:pt x="683645" y="7254"/>
                  </a:lnTo>
                  <a:lnTo>
                    <a:pt x="691503" y="7248"/>
                  </a:lnTo>
                  <a:lnTo>
                    <a:pt x="699361" y="7244"/>
                  </a:lnTo>
                  <a:lnTo>
                    <a:pt x="707219" y="7241"/>
                  </a:lnTo>
                  <a:lnTo>
                    <a:pt x="715077" y="7235"/>
                  </a:lnTo>
                  <a:lnTo>
                    <a:pt x="722935" y="7229"/>
                  </a:lnTo>
                  <a:lnTo>
                    <a:pt x="730793" y="7223"/>
                  </a:lnTo>
                  <a:lnTo>
                    <a:pt x="738651" y="7217"/>
                  </a:lnTo>
                  <a:lnTo>
                    <a:pt x="746509" y="7213"/>
                  </a:lnTo>
                  <a:lnTo>
                    <a:pt x="754367" y="7208"/>
                  </a:lnTo>
                  <a:lnTo>
                    <a:pt x="762225" y="7201"/>
                  </a:lnTo>
                  <a:lnTo>
                    <a:pt x="770083" y="7194"/>
                  </a:lnTo>
                  <a:lnTo>
                    <a:pt x="777941" y="7189"/>
                  </a:lnTo>
                  <a:lnTo>
                    <a:pt x="785799" y="7182"/>
                  </a:lnTo>
                  <a:lnTo>
                    <a:pt x="793657" y="7178"/>
                  </a:lnTo>
                  <a:lnTo>
                    <a:pt x="801515" y="7171"/>
                  </a:lnTo>
                  <a:lnTo>
                    <a:pt x="809373" y="7165"/>
                  </a:lnTo>
                  <a:lnTo>
                    <a:pt x="817231" y="7161"/>
                  </a:lnTo>
                  <a:lnTo>
                    <a:pt x="825089" y="7153"/>
                  </a:lnTo>
                  <a:lnTo>
                    <a:pt x="832947" y="7147"/>
                  </a:lnTo>
                  <a:lnTo>
                    <a:pt x="840805" y="7141"/>
                  </a:lnTo>
                  <a:lnTo>
                    <a:pt x="848663" y="7134"/>
                  </a:lnTo>
                  <a:lnTo>
                    <a:pt x="856521" y="7127"/>
                  </a:lnTo>
                  <a:lnTo>
                    <a:pt x="864379" y="7116"/>
                  </a:lnTo>
                  <a:lnTo>
                    <a:pt x="872237" y="7106"/>
                  </a:lnTo>
                  <a:lnTo>
                    <a:pt x="880095" y="7099"/>
                  </a:lnTo>
                  <a:lnTo>
                    <a:pt x="887953" y="7091"/>
                  </a:lnTo>
                  <a:lnTo>
                    <a:pt x="895811" y="7084"/>
                  </a:lnTo>
                  <a:lnTo>
                    <a:pt x="903669" y="7077"/>
                  </a:lnTo>
                  <a:lnTo>
                    <a:pt x="911527" y="7067"/>
                  </a:lnTo>
                  <a:lnTo>
                    <a:pt x="919385" y="7055"/>
                  </a:lnTo>
                  <a:lnTo>
                    <a:pt x="927243" y="7044"/>
                  </a:lnTo>
                  <a:lnTo>
                    <a:pt x="935101" y="7032"/>
                  </a:lnTo>
                  <a:lnTo>
                    <a:pt x="942959" y="7023"/>
                  </a:lnTo>
                  <a:lnTo>
                    <a:pt x="950817" y="7015"/>
                  </a:lnTo>
                  <a:lnTo>
                    <a:pt x="958675" y="7001"/>
                  </a:lnTo>
                  <a:lnTo>
                    <a:pt x="966533" y="6991"/>
                  </a:lnTo>
                  <a:lnTo>
                    <a:pt x="974391" y="6981"/>
                  </a:lnTo>
                  <a:lnTo>
                    <a:pt x="982249" y="6970"/>
                  </a:lnTo>
                  <a:lnTo>
                    <a:pt x="990107" y="6960"/>
                  </a:lnTo>
                  <a:lnTo>
                    <a:pt x="997965" y="6947"/>
                  </a:lnTo>
                  <a:lnTo>
                    <a:pt x="1005823" y="6933"/>
                  </a:lnTo>
                  <a:lnTo>
                    <a:pt x="1013681" y="6918"/>
                  </a:lnTo>
                  <a:lnTo>
                    <a:pt x="1021539" y="6907"/>
                  </a:lnTo>
                  <a:lnTo>
                    <a:pt x="1029397" y="6892"/>
                  </a:lnTo>
                  <a:lnTo>
                    <a:pt x="1037254" y="6878"/>
                  </a:lnTo>
                  <a:lnTo>
                    <a:pt x="1045112" y="6863"/>
                  </a:lnTo>
                  <a:lnTo>
                    <a:pt x="1052970" y="6851"/>
                  </a:lnTo>
                  <a:lnTo>
                    <a:pt x="1060828" y="6840"/>
                  </a:lnTo>
                  <a:lnTo>
                    <a:pt x="1068686" y="6827"/>
                  </a:lnTo>
                  <a:lnTo>
                    <a:pt x="1076544" y="6812"/>
                  </a:lnTo>
                  <a:lnTo>
                    <a:pt x="1084402" y="6796"/>
                  </a:lnTo>
                  <a:lnTo>
                    <a:pt x="1092260" y="6780"/>
                  </a:lnTo>
                  <a:lnTo>
                    <a:pt x="1100118" y="6766"/>
                  </a:lnTo>
                  <a:lnTo>
                    <a:pt x="1107976" y="6753"/>
                  </a:lnTo>
                  <a:lnTo>
                    <a:pt x="1115834" y="6738"/>
                  </a:lnTo>
                  <a:lnTo>
                    <a:pt x="1123692" y="6724"/>
                  </a:lnTo>
                  <a:lnTo>
                    <a:pt x="1131550" y="6709"/>
                  </a:lnTo>
                  <a:lnTo>
                    <a:pt x="1139408" y="6695"/>
                  </a:lnTo>
                  <a:lnTo>
                    <a:pt x="1147266" y="6679"/>
                  </a:lnTo>
                  <a:lnTo>
                    <a:pt x="1155124" y="6663"/>
                  </a:lnTo>
                  <a:lnTo>
                    <a:pt x="1162982" y="6648"/>
                  </a:lnTo>
                  <a:lnTo>
                    <a:pt x="1170840" y="6629"/>
                  </a:lnTo>
                  <a:lnTo>
                    <a:pt x="1178698" y="6608"/>
                  </a:lnTo>
                  <a:lnTo>
                    <a:pt x="1186556" y="6589"/>
                  </a:lnTo>
                  <a:lnTo>
                    <a:pt x="1194414" y="6573"/>
                  </a:lnTo>
                  <a:lnTo>
                    <a:pt x="1202272" y="6547"/>
                  </a:lnTo>
                  <a:lnTo>
                    <a:pt x="1210130" y="6521"/>
                  </a:lnTo>
                  <a:lnTo>
                    <a:pt x="1217988" y="6497"/>
                  </a:lnTo>
                  <a:lnTo>
                    <a:pt x="1225846" y="6477"/>
                  </a:lnTo>
                  <a:lnTo>
                    <a:pt x="1233704" y="6457"/>
                  </a:lnTo>
                  <a:lnTo>
                    <a:pt x="1241562" y="6437"/>
                  </a:lnTo>
                  <a:lnTo>
                    <a:pt x="1249420" y="6416"/>
                  </a:lnTo>
                  <a:lnTo>
                    <a:pt x="1257278" y="6394"/>
                  </a:lnTo>
                  <a:lnTo>
                    <a:pt x="1265136" y="6373"/>
                  </a:lnTo>
                  <a:lnTo>
                    <a:pt x="1272994" y="6351"/>
                  </a:lnTo>
                  <a:lnTo>
                    <a:pt x="1280852" y="6328"/>
                  </a:lnTo>
                  <a:lnTo>
                    <a:pt x="1288710" y="6306"/>
                  </a:lnTo>
                  <a:lnTo>
                    <a:pt x="1296568" y="6282"/>
                  </a:lnTo>
                  <a:lnTo>
                    <a:pt x="1304426" y="6258"/>
                  </a:lnTo>
                  <a:lnTo>
                    <a:pt x="1312284" y="6234"/>
                  </a:lnTo>
                  <a:lnTo>
                    <a:pt x="1320142" y="6209"/>
                  </a:lnTo>
                  <a:lnTo>
                    <a:pt x="1328000" y="6184"/>
                  </a:lnTo>
                  <a:lnTo>
                    <a:pt x="1335858" y="6159"/>
                  </a:lnTo>
                  <a:lnTo>
                    <a:pt x="1343716" y="6133"/>
                  </a:lnTo>
                  <a:lnTo>
                    <a:pt x="1351574" y="6106"/>
                  </a:lnTo>
                  <a:lnTo>
                    <a:pt x="1359432" y="6080"/>
                  </a:lnTo>
                  <a:lnTo>
                    <a:pt x="1367290" y="6054"/>
                  </a:lnTo>
                  <a:lnTo>
                    <a:pt x="1375148" y="6024"/>
                  </a:lnTo>
                  <a:lnTo>
                    <a:pt x="1383006" y="5996"/>
                  </a:lnTo>
                  <a:lnTo>
                    <a:pt x="1390864" y="5966"/>
                  </a:lnTo>
                  <a:lnTo>
                    <a:pt x="1398722" y="5937"/>
                  </a:lnTo>
                  <a:lnTo>
                    <a:pt x="1406580" y="5907"/>
                  </a:lnTo>
                  <a:lnTo>
                    <a:pt x="1414438" y="5877"/>
                  </a:lnTo>
                  <a:lnTo>
                    <a:pt x="1422296" y="5845"/>
                  </a:lnTo>
                  <a:lnTo>
                    <a:pt x="1430154" y="5813"/>
                  </a:lnTo>
                  <a:lnTo>
                    <a:pt x="1438012" y="5781"/>
                  </a:lnTo>
                  <a:lnTo>
                    <a:pt x="1445870" y="5748"/>
                  </a:lnTo>
                  <a:lnTo>
                    <a:pt x="1453728" y="5714"/>
                  </a:lnTo>
                  <a:lnTo>
                    <a:pt x="1461586" y="5680"/>
                  </a:lnTo>
                  <a:lnTo>
                    <a:pt x="1469444" y="5645"/>
                  </a:lnTo>
                  <a:lnTo>
                    <a:pt x="1477302" y="5612"/>
                  </a:lnTo>
                  <a:lnTo>
                    <a:pt x="1485160" y="5578"/>
                  </a:lnTo>
                  <a:lnTo>
                    <a:pt x="1493018" y="5543"/>
                  </a:lnTo>
                  <a:lnTo>
                    <a:pt x="1500876" y="5508"/>
                  </a:lnTo>
                  <a:lnTo>
                    <a:pt x="1508734" y="5473"/>
                  </a:lnTo>
                  <a:lnTo>
                    <a:pt x="1516592" y="5432"/>
                  </a:lnTo>
                  <a:lnTo>
                    <a:pt x="1524450" y="5390"/>
                  </a:lnTo>
                  <a:lnTo>
                    <a:pt x="1532308" y="5348"/>
                  </a:lnTo>
                  <a:lnTo>
                    <a:pt x="1540166" y="5304"/>
                  </a:lnTo>
                  <a:lnTo>
                    <a:pt x="1548024" y="5260"/>
                  </a:lnTo>
                  <a:lnTo>
                    <a:pt x="1555882" y="5220"/>
                  </a:lnTo>
                  <a:lnTo>
                    <a:pt x="1563740" y="5181"/>
                  </a:lnTo>
                  <a:lnTo>
                    <a:pt x="1571598" y="5131"/>
                  </a:lnTo>
                  <a:lnTo>
                    <a:pt x="1579456" y="5083"/>
                  </a:lnTo>
                  <a:lnTo>
                    <a:pt x="1587314" y="5037"/>
                  </a:lnTo>
                  <a:lnTo>
                    <a:pt x="1595172" y="4991"/>
                  </a:lnTo>
                  <a:lnTo>
                    <a:pt x="1603030" y="4937"/>
                  </a:lnTo>
                  <a:lnTo>
                    <a:pt x="1610888" y="4882"/>
                  </a:lnTo>
                  <a:lnTo>
                    <a:pt x="1618746" y="4825"/>
                  </a:lnTo>
                  <a:lnTo>
                    <a:pt x="1626604" y="4768"/>
                  </a:lnTo>
                  <a:lnTo>
                    <a:pt x="1634462" y="4718"/>
                  </a:lnTo>
                  <a:lnTo>
                    <a:pt x="1642320" y="4672"/>
                  </a:lnTo>
                  <a:lnTo>
                    <a:pt x="1650178" y="4625"/>
                  </a:lnTo>
                  <a:lnTo>
                    <a:pt x="1658036" y="4578"/>
                  </a:lnTo>
                  <a:lnTo>
                    <a:pt x="1665894" y="4528"/>
                  </a:lnTo>
                  <a:lnTo>
                    <a:pt x="1673752" y="4469"/>
                  </a:lnTo>
                  <a:lnTo>
                    <a:pt x="1681610" y="4403"/>
                  </a:lnTo>
                  <a:lnTo>
                    <a:pt x="1689468" y="4335"/>
                  </a:lnTo>
                  <a:lnTo>
                    <a:pt x="1697326" y="4267"/>
                  </a:lnTo>
                  <a:lnTo>
                    <a:pt x="1705184" y="4197"/>
                  </a:lnTo>
                  <a:lnTo>
                    <a:pt x="1713042" y="4125"/>
                  </a:lnTo>
                  <a:lnTo>
                    <a:pt x="1720900" y="4052"/>
                  </a:lnTo>
                  <a:lnTo>
                    <a:pt x="1728758" y="3977"/>
                  </a:lnTo>
                  <a:lnTo>
                    <a:pt x="1736616" y="3902"/>
                  </a:lnTo>
                  <a:lnTo>
                    <a:pt x="1744474" y="3831"/>
                  </a:lnTo>
                  <a:lnTo>
                    <a:pt x="1752332" y="3759"/>
                  </a:lnTo>
                  <a:lnTo>
                    <a:pt x="1760190" y="3685"/>
                  </a:lnTo>
                  <a:lnTo>
                    <a:pt x="1768048" y="3610"/>
                  </a:lnTo>
                  <a:lnTo>
                    <a:pt x="1775906" y="3534"/>
                  </a:lnTo>
                  <a:lnTo>
                    <a:pt x="1783764" y="3456"/>
                  </a:lnTo>
                  <a:lnTo>
                    <a:pt x="1791622" y="3376"/>
                  </a:lnTo>
                  <a:lnTo>
                    <a:pt x="1799480" y="3295"/>
                  </a:lnTo>
                  <a:lnTo>
                    <a:pt x="1807338" y="3213"/>
                  </a:lnTo>
                  <a:lnTo>
                    <a:pt x="1815196" y="3129"/>
                  </a:lnTo>
                  <a:lnTo>
                    <a:pt x="1823054" y="3044"/>
                  </a:lnTo>
                  <a:lnTo>
                    <a:pt x="1830912" y="2957"/>
                  </a:lnTo>
                  <a:lnTo>
                    <a:pt x="1838770" y="2868"/>
                  </a:lnTo>
                  <a:lnTo>
                    <a:pt x="1846628" y="2778"/>
                  </a:lnTo>
                  <a:lnTo>
                    <a:pt x="1854486" y="2686"/>
                  </a:lnTo>
                  <a:lnTo>
                    <a:pt x="1862344" y="2592"/>
                  </a:lnTo>
                  <a:lnTo>
                    <a:pt x="1870202" y="2497"/>
                  </a:lnTo>
                  <a:lnTo>
                    <a:pt x="1878060" y="2400"/>
                  </a:lnTo>
                  <a:lnTo>
                    <a:pt x="1885918" y="2301"/>
                  </a:lnTo>
                  <a:lnTo>
                    <a:pt x="1893776" y="2201"/>
                  </a:lnTo>
                  <a:lnTo>
                    <a:pt x="1901634" y="2099"/>
                  </a:lnTo>
                  <a:lnTo>
                    <a:pt x="1909492" y="2009"/>
                  </a:lnTo>
                  <a:lnTo>
                    <a:pt x="1917350" y="1923"/>
                  </a:lnTo>
                  <a:lnTo>
                    <a:pt x="1925208" y="1831"/>
                  </a:lnTo>
                  <a:lnTo>
                    <a:pt x="1933066" y="1716"/>
                  </a:lnTo>
                  <a:lnTo>
                    <a:pt x="1940924" y="1599"/>
                  </a:lnTo>
                  <a:lnTo>
                    <a:pt x="1948782" y="1480"/>
                  </a:lnTo>
                  <a:lnTo>
                    <a:pt x="1956640" y="1358"/>
                  </a:lnTo>
                  <a:lnTo>
                    <a:pt x="1964498" y="1234"/>
                  </a:lnTo>
                  <a:lnTo>
                    <a:pt x="1972356" y="1108"/>
                  </a:lnTo>
                  <a:lnTo>
                    <a:pt x="1980214" y="979"/>
                  </a:lnTo>
                  <a:lnTo>
                    <a:pt x="1988072" y="847"/>
                  </a:lnTo>
                  <a:lnTo>
                    <a:pt x="1995930" y="713"/>
                  </a:lnTo>
                  <a:lnTo>
                    <a:pt x="2003788" y="576"/>
                  </a:lnTo>
                  <a:lnTo>
                    <a:pt x="2011646" y="439"/>
                  </a:lnTo>
                  <a:lnTo>
                    <a:pt x="2019504" y="301"/>
                  </a:lnTo>
                  <a:lnTo>
                    <a:pt x="2027362" y="14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6029658" y="2988034"/>
              <a:ext cx="2035220" cy="263"/>
            </a:xfrm>
            <a:custGeom>
              <a:avLst/>
              <a:pathLst>
                <a:path w="2035220" h="263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1"/>
                  </a:lnTo>
                  <a:lnTo>
                    <a:pt x="1933066" y="1"/>
                  </a:lnTo>
                  <a:lnTo>
                    <a:pt x="1925208" y="3"/>
                  </a:lnTo>
                  <a:lnTo>
                    <a:pt x="1917350" y="3"/>
                  </a:lnTo>
                  <a:lnTo>
                    <a:pt x="1909492" y="4"/>
                  </a:lnTo>
                  <a:lnTo>
                    <a:pt x="1901634" y="4"/>
                  </a:lnTo>
                  <a:lnTo>
                    <a:pt x="1893776" y="4"/>
                  </a:lnTo>
                  <a:lnTo>
                    <a:pt x="1885918" y="4"/>
                  </a:lnTo>
                  <a:lnTo>
                    <a:pt x="1878060" y="4"/>
                  </a:lnTo>
                  <a:lnTo>
                    <a:pt x="1870202" y="4"/>
                  </a:lnTo>
                  <a:lnTo>
                    <a:pt x="1862344" y="5"/>
                  </a:lnTo>
                  <a:lnTo>
                    <a:pt x="1854486" y="5"/>
                  </a:lnTo>
                  <a:lnTo>
                    <a:pt x="1846628" y="7"/>
                  </a:lnTo>
                  <a:lnTo>
                    <a:pt x="1838770" y="8"/>
                  </a:lnTo>
                  <a:lnTo>
                    <a:pt x="1830912" y="9"/>
                  </a:lnTo>
                  <a:lnTo>
                    <a:pt x="1823054" y="10"/>
                  </a:lnTo>
                  <a:lnTo>
                    <a:pt x="1815196" y="10"/>
                  </a:lnTo>
                  <a:lnTo>
                    <a:pt x="1807338" y="10"/>
                  </a:lnTo>
                  <a:lnTo>
                    <a:pt x="1799480" y="9"/>
                  </a:lnTo>
                  <a:lnTo>
                    <a:pt x="1791622" y="9"/>
                  </a:lnTo>
                  <a:lnTo>
                    <a:pt x="1783764" y="9"/>
                  </a:lnTo>
                  <a:lnTo>
                    <a:pt x="1775906" y="9"/>
                  </a:lnTo>
                  <a:lnTo>
                    <a:pt x="1768048" y="9"/>
                  </a:lnTo>
                  <a:lnTo>
                    <a:pt x="1760190" y="9"/>
                  </a:lnTo>
                  <a:lnTo>
                    <a:pt x="1752332" y="10"/>
                  </a:lnTo>
                  <a:lnTo>
                    <a:pt x="1744474" y="10"/>
                  </a:lnTo>
                  <a:lnTo>
                    <a:pt x="1736616" y="11"/>
                  </a:lnTo>
                  <a:lnTo>
                    <a:pt x="1728758" y="11"/>
                  </a:lnTo>
                  <a:lnTo>
                    <a:pt x="1720900" y="12"/>
                  </a:lnTo>
                  <a:lnTo>
                    <a:pt x="1713042" y="12"/>
                  </a:lnTo>
                  <a:lnTo>
                    <a:pt x="1705184" y="16"/>
                  </a:lnTo>
                  <a:lnTo>
                    <a:pt x="1697326" y="20"/>
                  </a:lnTo>
                  <a:lnTo>
                    <a:pt x="1689468" y="21"/>
                  </a:lnTo>
                  <a:lnTo>
                    <a:pt x="1681610" y="21"/>
                  </a:lnTo>
                  <a:lnTo>
                    <a:pt x="1673752" y="21"/>
                  </a:lnTo>
                  <a:lnTo>
                    <a:pt x="1665894" y="22"/>
                  </a:lnTo>
                  <a:lnTo>
                    <a:pt x="1658036" y="22"/>
                  </a:lnTo>
                  <a:lnTo>
                    <a:pt x="1650178" y="22"/>
                  </a:lnTo>
                  <a:lnTo>
                    <a:pt x="1642320" y="22"/>
                  </a:lnTo>
                  <a:lnTo>
                    <a:pt x="1634462" y="22"/>
                  </a:lnTo>
                  <a:lnTo>
                    <a:pt x="1626604" y="22"/>
                  </a:lnTo>
                  <a:lnTo>
                    <a:pt x="1618746" y="22"/>
                  </a:lnTo>
                  <a:lnTo>
                    <a:pt x="1610888" y="22"/>
                  </a:lnTo>
                  <a:lnTo>
                    <a:pt x="1603030" y="22"/>
                  </a:lnTo>
                  <a:lnTo>
                    <a:pt x="1595172" y="22"/>
                  </a:lnTo>
                  <a:lnTo>
                    <a:pt x="1587314" y="22"/>
                  </a:lnTo>
                  <a:lnTo>
                    <a:pt x="1579456" y="22"/>
                  </a:lnTo>
                  <a:lnTo>
                    <a:pt x="1571598" y="24"/>
                  </a:lnTo>
                  <a:lnTo>
                    <a:pt x="1563740" y="25"/>
                  </a:lnTo>
                  <a:lnTo>
                    <a:pt x="1555882" y="25"/>
                  </a:lnTo>
                  <a:lnTo>
                    <a:pt x="1548024" y="28"/>
                  </a:lnTo>
                  <a:lnTo>
                    <a:pt x="1540166" y="29"/>
                  </a:lnTo>
                  <a:lnTo>
                    <a:pt x="1532308" y="31"/>
                  </a:lnTo>
                  <a:lnTo>
                    <a:pt x="1524450" y="31"/>
                  </a:lnTo>
                  <a:lnTo>
                    <a:pt x="1516592" y="31"/>
                  </a:lnTo>
                  <a:lnTo>
                    <a:pt x="1508734" y="32"/>
                  </a:lnTo>
                  <a:lnTo>
                    <a:pt x="1500876" y="33"/>
                  </a:lnTo>
                  <a:lnTo>
                    <a:pt x="1493018" y="34"/>
                  </a:lnTo>
                  <a:lnTo>
                    <a:pt x="1485160" y="34"/>
                  </a:lnTo>
                  <a:lnTo>
                    <a:pt x="1477302" y="34"/>
                  </a:lnTo>
                  <a:lnTo>
                    <a:pt x="1469444" y="34"/>
                  </a:lnTo>
                  <a:lnTo>
                    <a:pt x="1461586" y="34"/>
                  </a:lnTo>
                  <a:lnTo>
                    <a:pt x="1453728" y="34"/>
                  </a:lnTo>
                  <a:lnTo>
                    <a:pt x="1445870" y="34"/>
                  </a:lnTo>
                  <a:lnTo>
                    <a:pt x="1438012" y="34"/>
                  </a:lnTo>
                  <a:lnTo>
                    <a:pt x="1430154" y="34"/>
                  </a:lnTo>
                  <a:lnTo>
                    <a:pt x="1422296" y="34"/>
                  </a:lnTo>
                  <a:lnTo>
                    <a:pt x="1414438" y="34"/>
                  </a:lnTo>
                  <a:lnTo>
                    <a:pt x="1406580" y="34"/>
                  </a:lnTo>
                  <a:lnTo>
                    <a:pt x="1398722" y="35"/>
                  </a:lnTo>
                  <a:lnTo>
                    <a:pt x="1390864" y="39"/>
                  </a:lnTo>
                  <a:lnTo>
                    <a:pt x="1383006" y="40"/>
                  </a:lnTo>
                  <a:lnTo>
                    <a:pt x="1375148" y="41"/>
                  </a:lnTo>
                  <a:lnTo>
                    <a:pt x="1367290" y="42"/>
                  </a:lnTo>
                  <a:lnTo>
                    <a:pt x="1359432" y="43"/>
                  </a:lnTo>
                  <a:lnTo>
                    <a:pt x="1351574" y="43"/>
                  </a:lnTo>
                  <a:lnTo>
                    <a:pt x="1343716" y="43"/>
                  </a:lnTo>
                  <a:lnTo>
                    <a:pt x="1335858" y="42"/>
                  </a:lnTo>
                  <a:lnTo>
                    <a:pt x="1328000" y="42"/>
                  </a:lnTo>
                  <a:lnTo>
                    <a:pt x="1320142" y="42"/>
                  </a:lnTo>
                  <a:lnTo>
                    <a:pt x="1312284" y="41"/>
                  </a:lnTo>
                  <a:lnTo>
                    <a:pt x="1304426" y="41"/>
                  </a:lnTo>
                  <a:lnTo>
                    <a:pt x="1296568" y="40"/>
                  </a:lnTo>
                  <a:lnTo>
                    <a:pt x="1288710" y="40"/>
                  </a:lnTo>
                  <a:lnTo>
                    <a:pt x="1280852" y="41"/>
                  </a:lnTo>
                  <a:lnTo>
                    <a:pt x="1272994" y="41"/>
                  </a:lnTo>
                  <a:lnTo>
                    <a:pt x="1265136" y="42"/>
                  </a:lnTo>
                  <a:lnTo>
                    <a:pt x="1257278" y="42"/>
                  </a:lnTo>
                  <a:lnTo>
                    <a:pt x="1249420" y="42"/>
                  </a:lnTo>
                  <a:lnTo>
                    <a:pt x="1241562" y="43"/>
                  </a:lnTo>
                  <a:lnTo>
                    <a:pt x="1233704" y="44"/>
                  </a:lnTo>
                  <a:lnTo>
                    <a:pt x="1225846" y="44"/>
                  </a:lnTo>
                  <a:lnTo>
                    <a:pt x="1217988" y="44"/>
                  </a:lnTo>
                  <a:lnTo>
                    <a:pt x="1210130" y="44"/>
                  </a:lnTo>
                  <a:lnTo>
                    <a:pt x="1202272" y="45"/>
                  </a:lnTo>
                  <a:lnTo>
                    <a:pt x="1194414" y="45"/>
                  </a:lnTo>
                  <a:lnTo>
                    <a:pt x="1186556" y="46"/>
                  </a:lnTo>
                  <a:lnTo>
                    <a:pt x="1178698" y="48"/>
                  </a:lnTo>
                  <a:lnTo>
                    <a:pt x="1170840" y="49"/>
                  </a:lnTo>
                  <a:lnTo>
                    <a:pt x="1162982" y="49"/>
                  </a:lnTo>
                  <a:lnTo>
                    <a:pt x="1155124" y="49"/>
                  </a:lnTo>
                  <a:lnTo>
                    <a:pt x="1147266" y="48"/>
                  </a:lnTo>
                  <a:lnTo>
                    <a:pt x="1139408" y="48"/>
                  </a:lnTo>
                  <a:lnTo>
                    <a:pt x="1131550" y="48"/>
                  </a:lnTo>
                  <a:lnTo>
                    <a:pt x="1123692" y="48"/>
                  </a:lnTo>
                  <a:lnTo>
                    <a:pt x="1115834" y="51"/>
                  </a:lnTo>
                  <a:lnTo>
                    <a:pt x="1107976" y="52"/>
                  </a:lnTo>
                  <a:lnTo>
                    <a:pt x="1100118" y="55"/>
                  </a:lnTo>
                  <a:lnTo>
                    <a:pt x="1092260" y="56"/>
                  </a:lnTo>
                  <a:lnTo>
                    <a:pt x="1084402" y="56"/>
                  </a:lnTo>
                  <a:lnTo>
                    <a:pt x="1076544" y="57"/>
                  </a:lnTo>
                  <a:lnTo>
                    <a:pt x="1068686" y="57"/>
                  </a:lnTo>
                  <a:lnTo>
                    <a:pt x="1060828" y="58"/>
                  </a:lnTo>
                  <a:lnTo>
                    <a:pt x="1052970" y="59"/>
                  </a:lnTo>
                  <a:lnTo>
                    <a:pt x="1045112" y="58"/>
                  </a:lnTo>
                  <a:lnTo>
                    <a:pt x="1037254" y="59"/>
                  </a:lnTo>
                  <a:lnTo>
                    <a:pt x="1029397" y="60"/>
                  </a:lnTo>
                  <a:lnTo>
                    <a:pt x="1021539" y="61"/>
                  </a:lnTo>
                  <a:lnTo>
                    <a:pt x="1013681" y="63"/>
                  </a:lnTo>
                  <a:lnTo>
                    <a:pt x="1005823" y="64"/>
                  </a:lnTo>
                  <a:lnTo>
                    <a:pt x="997965" y="65"/>
                  </a:lnTo>
                  <a:lnTo>
                    <a:pt x="990107" y="64"/>
                  </a:lnTo>
                  <a:lnTo>
                    <a:pt x="982249" y="66"/>
                  </a:lnTo>
                  <a:lnTo>
                    <a:pt x="974391" y="68"/>
                  </a:lnTo>
                  <a:lnTo>
                    <a:pt x="966533" y="70"/>
                  </a:lnTo>
                  <a:lnTo>
                    <a:pt x="958675" y="70"/>
                  </a:lnTo>
                  <a:lnTo>
                    <a:pt x="950817" y="70"/>
                  </a:lnTo>
                  <a:lnTo>
                    <a:pt x="942959" y="70"/>
                  </a:lnTo>
                  <a:lnTo>
                    <a:pt x="935101" y="71"/>
                  </a:lnTo>
                  <a:lnTo>
                    <a:pt x="927243" y="73"/>
                  </a:lnTo>
                  <a:lnTo>
                    <a:pt x="919385" y="74"/>
                  </a:lnTo>
                  <a:lnTo>
                    <a:pt x="911527" y="76"/>
                  </a:lnTo>
                  <a:lnTo>
                    <a:pt x="903669" y="78"/>
                  </a:lnTo>
                  <a:lnTo>
                    <a:pt x="895811" y="79"/>
                  </a:lnTo>
                  <a:lnTo>
                    <a:pt x="887953" y="80"/>
                  </a:lnTo>
                  <a:lnTo>
                    <a:pt x="880095" y="82"/>
                  </a:lnTo>
                  <a:lnTo>
                    <a:pt x="872237" y="83"/>
                  </a:lnTo>
                  <a:lnTo>
                    <a:pt x="864379" y="84"/>
                  </a:lnTo>
                  <a:lnTo>
                    <a:pt x="856521" y="86"/>
                  </a:lnTo>
                  <a:lnTo>
                    <a:pt x="848663" y="87"/>
                  </a:lnTo>
                  <a:lnTo>
                    <a:pt x="840805" y="89"/>
                  </a:lnTo>
                  <a:lnTo>
                    <a:pt x="832947" y="90"/>
                  </a:lnTo>
                  <a:lnTo>
                    <a:pt x="825089" y="91"/>
                  </a:lnTo>
                  <a:lnTo>
                    <a:pt x="817231" y="93"/>
                  </a:lnTo>
                  <a:lnTo>
                    <a:pt x="809373" y="95"/>
                  </a:lnTo>
                  <a:lnTo>
                    <a:pt x="801515" y="97"/>
                  </a:lnTo>
                  <a:lnTo>
                    <a:pt x="793657" y="98"/>
                  </a:lnTo>
                  <a:lnTo>
                    <a:pt x="785799" y="98"/>
                  </a:lnTo>
                  <a:lnTo>
                    <a:pt x="777941" y="99"/>
                  </a:lnTo>
                  <a:lnTo>
                    <a:pt x="770083" y="101"/>
                  </a:lnTo>
                  <a:lnTo>
                    <a:pt x="762225" y="102"/>
                  </a:lnTo>
                  <a:lnTo>
                    <a:pt x="754367" y="103"/>
                  </a:lnTo>
                  <a:lnTo>
                    <a:pt x="746509" y="105"/>
                  </a:lnTo>
                  <a:lnTo>
                    <a:pt x="738651" y="106"/>
                  </a:lnTo>
                  <a:lnTo>
                    <a:pt x="730793" y="106"/>
                  </a:lnTo>
                  <a:lnTo>
                    <a:pt x="722935" y="107"/>
                  </a:lnTo>
                  <a:lnTo>
                    <a:pt x="715077" y="108"/>
                  </a:lnTo>
                  <a:lnTo>
                    <a:pt x="707219" y="111"/>
                  </a:lnTo>
                  <a:lnTo>
                    <a:pt x="699361" y="113"/>
                  </a:lnTo>
                  <a:lnTo>
                    <a:pt x="691503" y="117"/>
                  </a:lnTo>
                  <a:lnTo>
                    <a:pt x="683645" y="120"/>
                  </a:lnTo>
                  <a:lnTo>
                    <a:pt x="675787" y="121"/>
                  </a:lnTo>
                  <a:lnTo>
                    <a:pt x="667929" y="123"/>
                  </a:lnTo>
                  <a:lnTo>
                    <a:pt x="660071" y="126"/>
                  </a:lnTo>
                  <a:lnTo>
                    <a:pt x="652213" y="127"/>
                  </a:lnTo>
                  <a:lnTo>
                    <a:pt x="644355" y="128"/>
                  </a:lnTo>
                  <a:lnTo>
                    <a:pt x="636497" y="130"/>
                  </a:lnTo>
                  <a:lnTo>
                    <a:pt x="628639" y="132"/>
                  </a:lnTo>
                  <a:lnTo>
                    <a:pt x="620781" y="133"/>
                  </a:lnTo>
                  <a:lnTo>
                    <a:pt x="612923" y="133"/>
                  </a:lnTo>
                  <a:lnTo>
                    <a:pt x="605065" y="134"/>
                  </a:lnTo>
                  <a:lnTo>
                    <a:pt x="597207" y="135"/>
                  </a:lnTo>
                  <a:lnTo>
                    <a:pt x="589349" y="137"/>
                  </a:lnTo>
                  <a:lnTo>
                    <a:pt x="581491" y="139"/>
                  </a:lnTo>
                  <a:lnTo>
                    <a:pt x="573633" y="142"/>
                  </a:lnTo>
                  <a:lnTo>
                    <a:pt x="565775" y="144"/>
                  </a:lnTo>
                  <a:lnTo>
                    <a:pt x="557917" y="146"/>
                  </a:lnTo>
                  <a:lnTo>
                    <a:pt x="550059" y="149"/>
                  </a:lnTo>
                  <a:lnTo>
                    <a:pt x="542201" y="152"/>
                  </a:lnTo>
                  <a:lnTo>
                    <a:pt x="534343" y="154"/>
                  </a:lnTo>
                  <a:lnTo>
                    <a:pt x="526485" y="156"/>
                  </a:lnTo>
                  <a:lnTo>
                    <a:pt x="518627" y="157"/>
                  </a:lnTo>
                  <a:lnTo>
                    <a:pt x="510769" y="158"/>
                  </a:lnTo>
                  <a:lnTo>
                    <a:pt x="502911" y="161"/>
                  </a:lnTo>
                  <a:lnTo>
                    <a:pt x="495053" y="165"/>
                  </a:lnTo>
                  <a:lnTo>
                    <a:pt x="487195" y="167"/>
                  </a:lnTo>
                  <a:lnTo>
                    <a:pt x="479337" y="168"/>
                  </a:lnTo>
                  <a:lnTo>
                    <a:pt x="471479" y="168"/>
                  </a:lnTo>
                  <a:lnTo>
                    <a:pt x="463621" y="168"/>
                  </a:lnTo>
                  <a:lnTo>
                    <a:pt x="455763" y="171"/>
                  </a:lnTo>
                  <a:lnTo>
                    <a:pt x="447905" y="173"/>
                  </a:lnTo>
                  <a:lnTo>
                    <a:pt x="440047" y="175"/>
                  </a:lnTo>
                  <a:lnTo>
                    <a:pt x="432189" y="177"/>
                  </a:lnTo>
                  <a:lnTo>
                    <a:pt x="424331" y="179"/>
                  </a:lnTo>
                  <a:lnTo>
                    <a:pt x="416473" y="181"/>
                  </a:lnTo>
                  <a:lnTo>
                    <a:pt x="408615" y="181"/>
                  </a:lnTo>
                  <a:lnTo>
                    <a:pt x="400757" y="185"/>
                  </a:lnTo>
                  <a:lnTo>
                    <a:pt x="392899" y="186"/>
                  </a:lnTo>
                  <a:lnTo>
                    <a:pt x="385041" y="186"/>
                  </a:lnTo>
                  <a:lnTo>
                    <a:pt x="377183" y="189"/>
                  </a:lnTo>
                  <a:lnTo>
                    <a:pt x="369325" y="190"/>
                  </a:lnTo>
                  <a:lnTo>
                    <a:pt x="361467" y="190"/>
                  </a:lnTo>
                  <a:lnTo>
                    <a:pt x="353609" y="193"/>
                  </a:lnTo>
                  <a:lnTo>
                    <a:pt x="345751" y="196"/>
                  </a:lnTo>
                  <a:lnTo>
                    <a:pt x="337893" y="199"/>
                  </a:lnTo>
                  <a:lnTo>
                    <a:pt x="330035" y="202"/>
                  </a:lnTo>
                  <a:lnTo>
                    <a:pt x="322177" y="203"/>
                  </a:lnTo>
                  <a:lnTo>
                    <a:pt x="314319" y="203"/>
                  </a:lnTo>
                  <a:lnTo>
                    <a:pt x="306461" y="205"/>
                  </a:lnTo>
                  <a:lnTo>
                    <a:pt x="298603" y="209"/>
                  </a:lnTo>
                  <a:lnTo>
                    <a:pt x="290745" y="212"/>
                  </a:lnTo>
                  <a:lnTo>
                    <a:pt x="282887" y="216"/>
                  </a:lnTo>
                  <a:lnTo>
                    <a:pt x="275029" y="216"/>
                  </a:lnTo>
                  <a:lnTo>
                    <a:pt x="267171" y="217"/>
                  </a:lnTo>
                  <a:lnTo>
                    <a:pt x="259313" y="220"/>
                  </a:lnTo>
                  <a:lnTo>
                    <a:pt x="251455" y="223"/>
                  </a:lnTo>
                  <a:lnTo>
                    <a:pt x="243597" y="223"/>
                  </a:lnTo>
                  <a:lnTo>
                    <a:pt x="235739" y="223"/>
                  </a:lnTo>
                  <a:lnTo>
                    <a:pt x="227881" y="224"/>
                  </a:lnTo>
                  <a:lnTo>
                    <a:pt x="220023" y="225"/>
                  </a:lnTo>
                  <a:lnTo>
                    <a:pt x="212165" y="226"/>
                  </a:lnTo>
                  <a:lnTo>
                    <a:pt x="204307" y="226"/>
                  </a:lnTo>
                  <a:lnTo>
                    <a:pt x="196449" y="229"/>
                  </a:lnTo>
                  <a:lnTo>
                    <a:pt x="188591" y="231"/>
                  </a:lnTo>
                  <a:lnTo>
                    <a:pt x="180733" y="233"/>
                  </a:lnTo>
                  <a:lnTo>
                    <a:pt x="172875" y="234"/>
                  </a:lnTo>
                  <a:lnTo>
                    <a:pt x="165017" y="237"/>
                  </a:lnTo>
                  <a:lnTo>
                    <a:pt x="157159" y="238"/>
                  </a:lnTo>
                  <a:lnTo>
                    <a:pt x="149301" y="239"/>
                  </a:lnTo>
                  <a:lnTo>
                    <a:pt x="141443" y="240"/>
                  </a:lnTo>
                  <a:lnTo>
                    <a:pt x="133585" y="240"/>
                  </a:lnTo>
                  <a:lnTo>
                    <a:pt x="125727" y="241"/>
                  </a:lnTo>
                  <a:lnTo>
                    <a:pt x="117869" y="242"/>
                  </a:lnTo>
                  <a:lnTo>
                    <a:pt x="110011" y="243"/>
                  </a:lnTo>
                  <a:lnTo>
                    <a:pt x="102153" y="245"/>
                  </a:lnTo>
                  <a:lnTo>
                    <a:pt x="94295" y="247"/>
                  </a:lnTo>
                  <a:lnTo>
                    <a:pt x="86437" y="248"/>
                  </a:lnTo>
                  <a:lnTo>
                    <a:pt x="78579" y="249"/>
                  </a:lnTo>
                  <a:lnTo>
                    <a:pt x="70721" y="249"/>
                  </a:lnTo>
                  <a:lnTo>
                    <a:pt x="62863" y="251"/>
                  </a:lnTo>
                  <a:lnTo>
                    <a:pt x="55005" y="253"/>
                  </a:lnTo>
                  <a:lnTo>
                    <a:pt x="47147" y="254"/>
                  </a:lnTo>
                  <a:lnTo>
                    <a:pt x="39289" y="256"/>
                  </a:lnTo>
                  <a:lnTo>
                    <a:pt x="31431" y="257"/>
                  </a:lnTo>
                  <a:lnTo>
                    <a:pt x="23573" y="258"/>
                  </a:lnTo>
                  <a:lnTo>
                    <a:pt x="15715" y="260"/>
                  </a:lnTo>
                  <a:lnTo>
                    <a:pt x="7857" y="261"/>
                  </a:lnTo>
                  <a:lnTo>
                    <a:pt x="0" y="2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6029658" y="2987767"/>
              <a:ext cx="2035220" cy="675"/>
            </a:xfrm>
            <a:custGeom>
              <a:avLst/>
              <a:pathLst>
                <a:path w="2035220" h="675">
                  <a:moveTo>
                    <a:pt x="0" y="0"/>
                  </a:moveTo>
                  <a:lnTo>
                    <a:pt x="7857" y="4"/>
                  </a:lnTo>
                  <a:lnTo>
                    <a:pt x="15715" y="9"/>
                  </a:lnTo>
                  <a:lnTo>
                    <a:pt x="23573" y="15"/>
                  </a:lnTo>
                  <a:lnTo>
                    <a:pt x="31431" y="20"/>
                  </a:lnTo>
                  <a:lnTo>
                    <a:pt x="39289" y="25"/>
                  </a:lnTo>
                  <a:lnTo>
                    <a:pt x="47147" y="28"/>
                  </a:lnTo>
                  <a:lnTo>
                    <a:pt x="55005" y="31"/>
                  </a:lnTo>
                  <a:lnTo>
                    <a:pt x="62863" y="35"/>
                  </a:lnTo>
                  <a:lnTo>
                    <a:pt x="70721" y="38"/>
                  </a:lnTo>
                  <a:lnTo>
                    <a:pt x="78579" y="42"/>
                  </a:lnTo>
                  <a:lnTo>
                    <a:pt x="86437" y="44"/>
                  </a:lnTo>
                  <a:lnTo>
                    <a:pt x="94295" y="48"/>
                  </a:lnTo>
                  <a:lnTo>
                    <a:pt x="102153" y="50"/>
                  </a:lnTo>
                  <a:lnTo>
                    <a:pt x="110011" y="54"/>
                  </a:lnTo>
                  <a:lnTo>
                    <a:pt x="117869" y="56"/>
                  </a:lnTo>
                  <a:lnTo>
                    <a:pt x="125727" y="59"/>
                  </a:lnTo>
                  <a:lnTo>
                    <a:pt x="133585" y="61"/>
                  </a:lnTo>
                  <a:lnTo>
                    <a:pt x="141443" y="64"/>
                  </a:lnTo>
                  <a:lnTo>
                    <a:pt x="149301" y="66"/>
                  </a:lnTo>
                  <a:lnTo>
                    <a:pt x="157159" y="69"/>
                  </a:lnTo>
                  <a:lnTo>
                    <a:pt x="165017" y="71"/>
                  </a:lnTo>
                  <a:lnTo>
                    <a:pt x="172875" y="73"/>
                  </a:lnTo>
                  <a:lnTo>
                    <a:pt x="180733" y="75"/>
                  </a:lnTo>
                  <a:lnTo>
                    <a:pt x="188591" y="77"/>
                  </a:lnTo>
                  <a:lnTo>
                    <a:pt x="196449" y="79"/>
                  </a:lnTo>
                  <a:lnTo>
                    <a:pt x="204307" y="81"/>
                  </a:lnTo>
                  <a:lnTo>
                    <a:pt x="212165" y="83"/>
                  </a:lnTo>
                  <a:lnTo>
                    <a:pt x="220023" y="84"/>
                  </a:lnTo>
                  <a:lnTo>
                    <a:pt x="227881" y="85"/>
                  </a:lnTo>
                  <a:lnTo>
                    <a:pt x="235739" y="86"/>
                  </a:lnTo>
                  <a:lnTo>
                    <a:pt x="243597" y="88"/>
                  </a:lnTo>
                  <a:lnTo>
                    <a:pt x="251455" y="90"/>
                  </a:lnTo>
                  <a:lnTo>
                    <a:pt x="259313" y="90"/>
                  </a:lnTo>
                  <a:lnTo>
                    <a:pt x="267171" y="91"/>
                  </a:lnTo>
                  <a:lnTo>
                    <a:pt x="275029" y="93"/>
                  </a:lnTo>
                  <a:lnTo>
                    <a:pt x="282887" y="94"/>
                  </a:lnTo>
                  <a:lnTo>
                    <a:pt x="290745" y="95"/>
                  </a:lnTo>
                  <a:lnTo>
                    <a:pt x="298603" y="97"/>
                  </a:lnTo>
                  <a:lnTo>
                    <a:pt x="306461" y="98"/>
                  </a:lnTo>
                  <a:lnTo>
                    <a:pt x="314319" y="100"/>
                  </a:lnTo>
                  <a:lnTo>
                    <a:pt x="322177" y="101"/>
                  </a:lnTo>
                  <a:lnTo>
                    <a:pt x="330035" y="102"/>
                  </a:lnTo>
                  <a:lnTo>
                    <a:pt x="337893" y="103"/>
                  </a:lnTo>
                  <a:lnTo>
                    <a:pt x="345751" y="104"/>
                  </a:lnTo>
                  <a:lnTo>
                    <a:pt x="353609" y="105"/>
                  </a:lnTo>
                  <a:lnTo>
                    <a:pt x="361467" y="106"/>
                  </a:lnTo>
                  <a:lnTo>
                    <a:pt x="369325" y="107"/>
                  </a:lnTo>
                  <a:lnTo>
                    <a:pt x="377183" y="108"/>
                  </a:lnTo>
                  <a:lnTo>
                    <a:pt x="385041" y="110"/>
                  </a:lnTo>
                  <a:lnTo>
                    <a:pt x="392899" y="111"/>
                  </a:lnTo>
                  <a:lnTo>
                    <a:pt x="400757" y="112"/>
                  </a:lnTo>
                  <a:lnTo>
                    <a:pt x="408615" y="112"/>
                  </a:lnTo>
                  <a:lnTo>
                    <a:pt x="416473" y="113"/>
                  </a:lnTo>
                  <a:lnTo>
                    <a:pt x="424331" y="113"/>
                  </a:lnTo>
                  <a:lnTo>
                    <a:pt x="432189" y="114"/>
                  </a:lnTo>
                  <a:lnTo>
                    <a:pt x="440047" y="115"/>
                  </a:lnTo>
                  <a:lnTo>
                    <a:pt x="447905" y="116"/>
                  </a:lnTo>
                  <a:lnTo>
                    <a:pt x="455763" y="116"/>
                  </a:lnTo>
                  <a:lnTo>
                    <a:pt x="463621" y="117"/>
                  </a:lnTo>
                  <a:lnTo>
                    <a:pt x="471479" y="117"/>
                  </a:lnTo>
                  <a:lnTo>
                    <a:pt x="479337" y="118"/>
                  </a:lnTo>
                  <a:lnTo>
                    <a:pt x="487195" y="118"/>
                  </a:lnTo>
                  <a:lnTo>
                    <a:pt x="495053" y="120"/>
                  </a:lnTo>
                  <a:lnTo>
                    <a:pt x="502911" y="121"/>
                  </a:lnTo>
                  <a:lnTo>
                    <a:pt x="510769" y="122"/>
                  </a:lnTo>
                  <a:lnTo>
                    <a:pt x="518627" y="122"/>
                  </a:lnTo>
                  <a:lnTo>
                    <a:pt x="526485" y="123"/>
                  </a:lnTo>
                  <a:lnTo>
                    <a:pt x="534343" y="124"/>
                  </a:lnTo>
                  <a:lnTo>
                    <a:pt x="542201" y="125"/>
                  </a:lnTo>
                  <a:lnTo>
                    <a:pt x="550059" y="125"/>
                  </a:lnTo>
                  <a:lnTo>
                    <a:pt x="557917" y="126"/>
                  </a:lnTo>
                  <a:lnTo>
                    <a:pt x="565775" y="126"/>
                  </a:lnTo>
                  <a:lnTo>
                    <a:pt x="573633" y="127"/>
                  </a:lnTo>
                  <a:lnTo>
                    <a:pt x="581491" y="127"/>
                  </a:lnTo>
                  <a:lnTo>
                    <a:pt x="589349" y="127"/>
                  </a:lnTo>
                  <a:lnTo>
                    <a:pt x="597207" y="128"/>
                  </a:lnTo>
                  <a:lnTo>
                    <a:pt x="605065" y="129"/>
                  </a:lnTo>
                  <a:lnTo>
                    <a:pt x="612923" y="129"/>
                  </a:lnTo>
                  <a:lnTo>
                    <a:pt x="620781" y="130"/>
                  </a:lnTo>
                  <a:lnTo>
                    <a:pt x="628639" y="130"/>
                  </a:lnTo>
                  <a:lnTo>
                    <a:pt x="636497" y="131"/>
                  </a:lnTo>
                  <a:lnTo>
                    <a:pt x="644355" y="132"/>
                  </a:lnTo>
                  <a:lnTo>
                    <a:pt x="652213" y="132"/>
                  </a:lnTo>
                  <a:lnTo>
                    <a:pt x="660071" y="133"/>
                  </a:lnTo>
                  <a:lnTo>
                    <a:pt x="667929" y="133"/>
                  </a:lnTo>
                  <a:lnTo>
                    <a:pt x="675787" y="134"/>
                  </a:lnTo>
                  <a:lnTo>
                    <a:pt x="683645" y="134"/>
                  </a:lnTo>
                  <a:lnTo>
                    <a:pt x="691503" y="134"/>
                  </a:lnTo>
                  <a:lnTo>
                    <a:pt x="699361" y="135"/>
                  </a:lnTo>
                  <a:lnTo>
                    <a:pt x="707219" y="135"/>
                  </a:lnTo>
                  <a:lnTo>
                    <a:pt x="715077" y="136"/>
                  </a:lnTo>
                  <a:lnTo>
                    <a:pt x="722935" y="136"/>
                  </a:lnTo>
                  <a:lnTo>
                    <a:pt x="730793" y="137"/>
                  </a:lnTo>
                  <a:lnTo>
                    <a:pt x="738651" y="137"/>
                  </a:lnTo>
                  <a:lnTo>
                    <a:pt x="746509" y="137"/>
                  </a:lnTo>
                  <a:lnTo>
                    <a:pt x="754367" y="137"/>
                  </a:lnTo>
                  <a:lnTo>
                    <a:pt x="762225" y="137"/>
                  </a:lnTo>
                  <a:lnTo>
                    <a:pt x="770083" y="138"/>
                  </a:lnTo>
                  <a:lnTo>
                    <a:pt x="777941" y="138"/>
                  </a:lnTo>
                  <a:lnTo>
                    <a:pt x="785799" y="139"/>
                  </a:lnTo>
                  <a:lnTo>
                    <a:pt x="793657" y="139"/>
                  </a:lnTo>
                  <a:lnTo>
                    <a:pt x="801515" y="139"/>
                  </a:lnTo>
                  <a:lnTo>
                    <a:pt x="809373" y="139"/>
                  </a:lnTo>
                  <a:lnTo>
                    <a:pt x="817231" y="140"/>
                  </a:lnTo>
                  <a:lnTo>
                    <a:pt x="825089" y="140"/>
                  </a:lnTo>
                  <a:lnTo>
                    <a:pt x="832947" y="141"/>
                  </a:lnTo>
                  <a:lnTo>
                    <a:pt x="840805" y="141"/>
                  </a:lnTo>
                  <a:lnTo>
                    <a:pt x="848663" y="141"/>
                  </a:lnTo>
                  <a:lnTo>
                    <a:pt x="856521" y="142"/>
                  </a:lnTo>
                  <a:lnTo>
                    <a:pt x="864379" y="142"/>
                  </a:lnTo>
                  <a:lnTo>
                    <a:pt x="872237" y="142"/>
                  </a:lnTo>
                  <a:lnTo>
                    <a:pt x="880095" y="142"/>
                  </a:lnTo>
                  <a:lnTo>
                    <a:pt x="887953" y="143"/>
                  </a:lnTo>
                  <a:lnTo>
                    <a:pt x="895811" y="143"/>
                  </a:lnTo>
                  <a:lnTo>
                    <a:pt x="903669" y="143"/>
                  </a:lnTo>
                  <a:lnTo>
                    <a:pt x="911527" y="143"/>
                  </a:lnTo>
                  <a:lnTo>
                    <a:pt x="919385" y="144"/>
                  </a:lnTo>
                  <a:lnTo>
                    <a:pt x="927243" y="144"/>
                  </a:lnTo>
                  <a:lnTo>
                    <a:pt x="935101" y="144"/>
                  </a:lnTo>
                  <a:lnTo>
                    <a:pt x="942959" y="144"/>
                  </a:lnTo>
                  <a:lnTo>
                    <a:pt x="950817" y="144"/>
                  </a:lnTo>
                  <a:lnTo>
                    <a:pt x="958675" y="145"/>
                  </a:lnTo>
                  <a:lnTo>
                    <a:pt x="966533" y="145"/>
                  </a:lnTo>
                  <a:lnTo>
                    <a:pt x="974391" y="145"/>
                  </a:lnTo>
                  <a:lnTo>
                    <a:pt x="982249" y="146"/>
                  </a:lnTo>
                  <a:lnTo>
                    <a:pt x="990107" y="146"/>
                  </a:lnTo>
                  <a:lnTo>
                    <a:pt x="997965" y="146"/>
                  </a:lnTo>
                  <a:lnTo>
                    <a:pt x="1005823" y="147"/>
                  </a:lnTo>
                  <a:lnTo>
                    <a:pt x="1013681" y="147"/>
                  </a:lnTo>
                  <a:lnTo>
                    <a:pt x="1021539" y="147"/>
                  </a:lnTo>
                  <a:lnTo>
                    <a:pt x="1029397" y="147"/>
                  </a:lnTo>
                  <a:lnTo>
                    <a:pt x="1037254" y="148"/>
                  </a:lnTo>
                  <a:lnTo>
                    <a:pt x="1045112" y="148"/>
                  </a:lnTo>
                  <a:lnTo>
                    <a:pt x="1052970" y="148"/>
                  </a:lnTo>
                  <a:lnTo>
                    <a:pt x="1060828" y="148"/>
                  </a:lnTo>
                  <a:lnTo>
                    <a:pt x="1068686" y="149"/>
                  </a:lnTo>
                  <a:lnTo>
                    <a:pt x="1076544" y="149"/>
                  </a:lnTo>
                  <a:lnTo>
                    <a:pt x="1084402" y="149"/>
                  </a:lnTo>
                  <a:lnTo>
                    <a:pt x="1092260" y="149"/>
                  </a:lnTo>
                  <a:lnTo>
                    <a:pt x="1100118" y="149"/>
                  </a:lnTo>
                  <a:lnTo>
                    <a:pt x="1107976" y="149"/>
                  </a:lnTo>
                  <a:lnTo>
                    <a:pt x="1115834" y="150"/>
                  </a:lnTo>
                  <a:lnTo>
                    <a:pt x="1123692" y="150"/>
                  </a:lnTo>
                  <a:lnTo>
                    <a:pt x="1131550" y="150"/>
                  </a:lnTo>
                  <a:lnTo>
                    <a:pt x="1139408" y="150"/>
                  </a:lnTo>
                  <a:lnTo>
                    <a:pt x="1147266" y="150"/>
                  </a:lnTo>
                  <a:lnTo>
                    <a:pt x="1155124" y="150"/>
                  </a:lnTo>
                  <a:lnTo>
                    <a:pt x="1162982" y="151"/>
                  </a:lnTo>
                  <a:lnTo>
                    <a:pt x="1170840" y="151"/>
                  </a:lnTo>
                  <a:lnTo>
                    <a:pt x="1178698" y="151"/>
                  </a:lnTo>
                  <a:lnTo>
                    <a:pt x="1186556" y="151"/>
                  </a:lnTo>
                  <a:lnTo>
                    <a:pt x="1194414" y="151"/>
                  </a:lnTo>
                  <a:lnTo>
                    <a:pt x="1202272" y="151"/>
                  </a:lnTo>
                  <a:lnTo>
                    <a:pt x="1210130" y="152"/>
                  </a:lnTo>
                  <a:lnTo>
                    <a:pt x="1217988" y="152"/>
                  </a:lnTo>
                  <a:lnTo>
                    <a:pt x="1225846" y="152"/>
                  </a:lnTo>
                  <a:lnTo>
                    <a:pt x="1233704" y="153"/>
                  </a:lnTo>
                  <a:lnTo>
                    <a:pt x="1241562" y="153"/>
                  </a:lnTo>
                  <a:lnTo>
                    <a:pt x="1249420" y="153"/>
                  </a:lnTo>
                  <a:lnTo>
                    <a:pt x="1257278" y="153"/>
                  </a:lnTo>
                  <a:lnTo>
                    <a:pt x="1265136" y="154"/>
                  </a:lnTo>
                  <a:lnTo>
                    <a:pt x="1272994" y="154"/>
                  </a:lnTo>
                  <a:lnTo>
                    <a:pt x="1280852" y="154"/>
                  </a:lnTo>
                  <a:lnTo>
                    <a:pt x="1288710" y="154"/>
                  </a:lnTo>
                  <a:lnTo>
                    <a:pt x="1296568" y="155"/>
                  </a:lnTo>
                  <a:lnTo>
                    <a:pt x="1304426" y="155"/>
                  </a:lnTo>
                  <a:lnTo>
                    <a:pt x="1312284" y="155"/>
                  </a:lnTo>
                  <a:lnTo>
                    <a:pt x="1320142" y="155"/>
                  </a:lnTo>
                  <a:lnTo>
                    <a:pt x="1328000" y="155"/>
                  </a:lnTo>
                  <a:lnTo>
                    <a:pt x="1335858" y="155"/>
                  </a:lnTo>
                  <a:lnTo>
                    <a:pt x="1343716" y="155"/>
                  </a:lnTo>
                  <a:lnTo>
                    <a:pt x="1351574" y="156"/>
                  </a:lnTo>
                  <a:lnTo>
                    <a:pt x="1359432" y="156"/>
                  </a:lnTo>
                  <a:lnTo>
                    <a:pt x="1367290" y="156"/>
                  </a:lnTo>
                  <a:lnTo>
                    <a:pt x="1375148" y="156"/>
                  </a:lnTo>
                  <a:lnTo>
                    <a:pt x="1383006" y="156"/>
                  </a:lnTo>
                  <a:lnTo>
                    <a:pt x="1390864" y="156"/>
                  </a:lnTo>
                  <a:lnTo>
                    <a:pt x="1398722" y="156"/>
                  </a:lnTo>
                  <a:lnTo>
                    <a:pt x="1406580" y="157"/>
                  </a:lnTo>
                  <a:lnTo>
                    <a:pt x="1414438" y="157"/>
                  </a:lnTo>
                  <a:lnTo>
                    <a:pt x="1422296" y="157"/>
                  </a:lnTo>
                  <a:lnTo>
                    <a:pt x="1430154" y="157"/>
                  </a:lnTo>
                  <a:lnTo>
                    <a:pt x="1438012" y="157"/>
                  </a:lnTo>
                  <a:lnTo>
                    <a:pt x="1445870" y="157"/>
                  </a:lnTo>
                  <a:lnTo>
                    <a:pt x="1453728" y="157"/>
                  </a:lnTo>
                  <a:lnTo>
                    <a:pt x="1461586" y="158"/>
                  </a:lnTo>
                  <a:lnTo>
                    <a:pt x="1469444" y="158"/>
                  </a:lnTo>
                  <a:lnTo>
                    <a:pt x="1477302" y="158"/>
                  </a:lnTo>
                  <a:lnTo>
                    <a:pt x="1485160" y="158"/>
                  </a:lnTo>
                  <a:lnTo>
                    <a:pt x="1493018" y="158"/>
                  </a:lnTo>
                  <a:lnTo>
                    <a:pt x="1500876" y="158"/>
                  </a:lnTo>
                  <a:lnTo>
                    <a:pt x="1508734" y="159"/>
                  </a:lnTo>
                  <a:lnTo>
                    <a:pt x="1516592" y="159"/>
                  </a:lnTo>
                  <a:lnTo>
                    <a:pt x="1524450" y="159"/>
                  </a:lnTo>
                  <a:lnTo>
                    <a:pt x="1532308" y="159"/>
                  </a:lnTo>
                  <a:lnTo>
                    <a:pt x="1540166" y="159"/>
                  </a:lnTo>
                  <a:lnTo>
                    <a:pt x="1548024" y="159"/>
                  </a:lnTo>
                  <a:lnTo>
                    <a:pt x="1555882" y="159"/>
                  </a:lnTo>
                  <a:lnTo>
                    <a:pt x="1563740" y="160"/>
                  </a:lnTo>
                  <a:lnTo>
                    <a:pt x="1571598" y="160"/>
                  </a:lnTo>
                  <a:lnTo>
                    <a:pt x="1579456" y="160"/>
                  </a:lnTo>
                  <a:lnTo>
                    <a:pt x="1587314" y="160"/>
                  </a:lnTo>
                  <a:lnTo>
                    <a:pt x="1595172" y="160"/>
                  </a:lnTo>
                  <a:lnTo>
                    <a:pt x="1603030" y="160"/>
                  </a:lnTo>
                  <a:lnTo>
                    <a:pt x="1610888" y="160"/>
                  </a:lnTo>
                  <a:lnTo>
                    <a:pt x="1618746" y="160"/>
                  </a:lnTo>
                  <a:lnTo>
                    <a:pt x="1626604" y="160"/>
                  </a:lnTo>
                  <a:lnTo>
                    <a:pt x="1634462" y="161"/>
                  </a:lnTo>
                  <a:lnTo>
                    <a:pt x="1642320" y="161"/>
                  </a:lnTo>
                  <a:lnTo>
                    <a:pt x="1650178" y="161"/>
                  </a:lnTo>
                  <a:lnTo>
                    <a:pt x="1658036" y="161"/>
                  </a:lnTo>
                  <a:lnTo>
                    <a:pt x="1665894" y="161"/>
                  </a:lnTo>
                  <a:lnTo>
                    <a:pt x="1673752" y="161"/>
                  </a:lnTo>
                  <a:lnTo>
                    <a:pt x="1681610" y="161"/>
                  </a:lnTo>
                  <a:lnTo>
                    <a:pt x="1689468" y="162"/>
                  </a:lnTo>
                  <a:lnTo>
                    <a:pt x="1697326" y="162"/>
                  </a:lnTo>
                  <a:lnTo>
                    <a:pt x="1705184" y="162"/>
                  </a:lnTo>
                  <a:lnTo>
                    <a:pt x="1713042" y="162"/>
                  </a:lnTo>
                  <a:lnTo>
                    <a:pt x="1720900" y="162"/>
                  </a:lnTo>
                  <a:lnTo>
                    <a:pt x="1728758" y="162"/>
                  </a:lnTo>
                  <a:lnTo>
                    <a:pt x="1736616" y="162"/>
                  </a:lnTo>
                  <a:lnTo>
                    <a:pt x="1744474" y="162"/>
                  </a:lnTo>
                  <a:lnTo>
                    <a:pt x="1752332" y="162"/>
                  </a:lnTo>
                  <a:lnTo>
                    <a:pt x="1760190" y="162"/>
                  </a:lnTo>
                  <a:lnTo>
                    <a:pt x="1768048" y="162"/>
                  </a:lnTo>
                  <a:lnTo>
                    <a:pt x="1775906" y="162"/>
                  </a:lnTo>
                  <a:lnTo>
                    <a:pt x="1783764" y="162"/>
                  </a:lnTo>
                  <a:lnTo>
                    <a:pt x="1791622" y="162"/>
                  </a:lnTo>
                  <a:lnTo>
                    <a:pt x="1799480" y="162"/>
                  </a:lnTo>
                  <a:lnTo>
                    <a:pt x="1807338" y="163"/>
                  </a:lnTo>
                  <a:lnTo>
                    <a:pt x="1815196" y="163"/>
                  </a:lnTo>
                  <a:lnTo>
                    <a:pt x="1823054" y="163"/>
                  </a:lnTo>
                  <a:lnTo>
                    <a:pt x="1830912" y="163"/>
                  </a:lnTo>
                  <a:lnTo>
                    <a:pt x="1838770" y="163"/>
                  </a:lnTo>
                  <a:lnTo>
                    <a:pt x="1846628" y="163"/>
                  </a:lnTo>
                  <a:lnTo>
                    <a:pt x="1854486" y="163"/>
                  </a:lnTo>
                  <a:lnTo>
                    <a:pt x="1862344" y="163"/>
                  </a:lnTo>
                  <a:lnTo>
                    <a:pt x="1870202" y="163"/>
                  </a:lnTo>
                  <a:lnTo>
                    <a:pt x="1878060" y="163"/>
                  </a:lnTo>
                  <a:lnTo>
                    <a:pt x="1885918" y="164"/>
                  </a:lnTo>
                  <a:lnTo>
                    <a:pt x="1893776" y="164"/>
                  </a:lnTo>
                  <a:lnTo>
                    <a:pt x="1901634" y="164"/>
                  </a:lnTo>
                  <a:lnTo>
                    <a:pt x="1909492" y="164"/>
                  </a:lnTo>
                  <a:lnTo>
                    <a:pt x="1917350" y="164"/>
                  </a:lnTo>
                  <a:lnTo>
                    <a:pt x="1925208" y="164"/>
                  </a:lnTo>
                  <a:lnTo>
                    <a:pt x="1933066" y="164"/>
                  </a:lnTo>
                  <a:lnTo>
                    <a:pt x="1940924" y="165"/>
                  </a:lnTo>
                  <a:lnTo>
                    <a:pt x="1948782" y="165"/>
                  </a:lnTo>
                  <a:lnTo>
                    <a:pt x="1956640" y="165"/>
                  </a:lnTo>
                  <a:lnTo>
                    <a:pt x="1964498" y="165"/>
                  </a:lnTo>
                  <a:lnTo>
                    <a:pt x="1972356" y="165"/>
                  </a:lnTo>
                  <a:lnTo>
                    <a:pt x="1980214" y="165"/>
                  </a:lnTo>
                  <a:lnTo>
                    <a:pt x="1988072" y="165"/>
                  </a:lnTo>
                  <a:lnTo>
                    <a:pt x="1995930" y="165"/>
                  </a:lnTo>
                  <a:lnTo>
                    <a:pt x="2003788" y="166"/>
                  </a:lnTo>
                  <a:lnTo>
                    <a:pt x="2011646" y="166"/>
                  </a:lnTo>
                  <a:lnTo>
                    <a:pt x="2019504" y="166"/>
                  </a:lnTo>
                  <a:lnTo>
                    <a:pt x="2027362" y="166"/>
                  </a:lnTo>
                  <a:lnTo>
                    <a:pt x="2035220" y="166"/>
                  </a:lnTo>
                  <a:lnTo>
                    <a:pt x="2035220" y="675"/>
                  </a:lnTo>
                  <a:lnTo>
                    <a:pt x="2027362" y="675"/>
                  </a:lnTo>
                  <a:lnTo>
                    <a:pt x="2019504" y="675"/>
                  </a:lnTo>
                  <a:lnTo>
                    <a:pt x="2011646" y="675"/>
                  </a:lnTo>
                  <a:lnTo>
                    <a:pt x="2003788" y="674"/>
                  </a:lnTo>
                  <a:lnTo>
                    <a:pt x="1995930" y="674"/>
                  </a:lnTo>
                  <a:lnTo>
                    <a:pt x="1988072" y="674"/>
                  </a:lnTo>
                  <a:lnTo>
                    <a:pt x="1980214" y="674"/>
                  </a:lnTo>
                  <a:lnTo>
                    <a:pt x="1972356" y="673"/>
                  </a:lnTo>
                  <a:lnTo>
                    <a:pt x="1964498" y="673"/>
                  </a:lnTo>
                  <a:lnTo>
                    <a:pt x="1956640" y="673"/>
                  </a:lnTo>
                  <a:lnTo>
                    <a:pt x="1948782" y="673"/>
                  </a:lnTo>
                  <a:lnTo>
                    <a:pt x="1940924" y="672"/>
                  </a:lnTo>
                  <a:lnTo>
                    <a:pt x="1933066" y="672"/>
                  </a:lnTo>
                  <a:lnTo>
                    <a:pt x="1925208" y="672"/>
                  </a:lnTo>
                  <a:lnTo>
                    <a:pt x="1917350" y="672"/>
                  </a:lnTo>
                  <a:lnTo>
                    <a:pt x="1909492" y="671"/>
                  </a:lnTo>
                  <a:lnTo>
                    <a:pt x="1901634" y="671"/>
                  </a:lnTo>
                  <a:lnTo>
                    <a:pt x="1893776" y="671"/>
                  </a:lnTo>
                  <a:lnTo>
                    <a:pt x="1885918" y="671"/>
                  </a:lnTo>
                  <a:lnTo>
                    <a:pt x="1878060" y="670"/>
                  </a:lnTo>
                  <a:lnTo>
                    <a:pt x="1870202" y="670"/>
                  </a:lnTo>
                  <a:lnTo>
                    <a:pt x="1862344" y="670"/>
                  </a:lnTo>
                  <a:lnTo>
                    <a:pt x="1854486" y="670"/>
                  </a:lnTo>
                  <a:lnTo>
                    <a:pt x="1846628" y="669"/>
                  </a:lnTo>
                  <a:lnTo>
                    <a:pt x="1838770" y="669"/>
                  </a:lnTo>
                  <a:lnTo>
                    <a:pt x="1830912" y="669"/>
                  </a:lnTo>
                  <a:lnTo>
                    <a:pt x="1823054" y="668"/>
                  </a:lnTo>
                  <a:lnTo>
                    <a:pt x="1815196" y="668"/>
                  </a:lnTo>
                  <a:lnTo>
                    <a:pt x="1807338" y="668"/>
                  </a:lnTo>
                  <a:lnTo>
                    <a:pt x="1799480" y="668"/>
                  </a:lnTo>
                  <a:lnTo>
                    <a:pt x="1791622" y="667"/>
                  </a:lnTo>
                  <a:lnTo>
                    <a:pt x="1783764" y="667"/>
                  </a:lnTo>
                  <a:lnTo>
                    <a:pt x="1775906" y="667"/>
                  </a:lnTo>
                  <a:lnTo>
                    <a:pt x="1768048" y="666"/>
                  </a:lnTo>
                  <a:lnTo>
                    <a:pt x="1760190" y="666"/>
                  </a:lnTo>
                  <a:lnTo>
                    <a:pt x="1752332" y="666"/>
                  </a:lnTo>
                  <a:lnTo>
                    <a:pt x="1744474" y="665"/>
                  </a:lnTo>
                  <a:lnTo>
                    <a:pt x="1736616" y="665"/>
                  </a:lnTo>
                  <a:lnTo>
                    <a:pt x="1728758" y="665"/>
                  </a:lnTo>
                  <a:lnTo>
                    <a:pt x="1720900" y="664"/>
                  </a:lnTo>
                  <a:lnTo>
                    <a:pt x="1713042" y="664"/>
                  </a:lnTo>
                  <a:lnTo>
                    <a:pt x="1705184" y="664"/>
                  </a:lnTo>
                  <a:lnTo>
                    <a:pt x="1697326" y="663"/>
                  </a:lnTo>
                  <a:lnTo>
                    <a:pt x="1689468" y="663"/>
                  </a:lnTo>
                  <a:lnTo>
                    <a:pt x="1681610" y="663"/>
                  </a:lnTo>
                  <a:lnTo>
                    <a:pt x="1673752" y="662"/>
                  </a:lnTo>
                  <a:lnTo>
                    <a:pt x="1665894" y="662"/>
                  </a:lnTo>
                  <a:lnTo>
                    <a:pt x="1658036" y="662"/>
                  </a:lnTo>
                  <a:lnTo>
                    <a:pt x="1650178" y="661"/>
                  </a:lnTo>
                  <a:lnTo>
                    <a:pt x="1642320" y="661"/>
                  </a:lnTo>
                  <a:lnTo>
                    <a:pt x="1634462" y="661"/>
                  </a:lnTo>
                  <a:lnTo>
                    <a:pt x="1626604" y="660"/>
                  </a:lnTo>
                  <a:lnTo>
                    <a:pt x="1618746" y="660"/>
                  </a:lnTo>
                  <a:lnTo>
                    <a:pt x="1610888" y="660"/>
                  </a:lnTo>
                  <a:lnTo>
                    <a:pt x="1603030" y="659"/>
                  </a:lnTo>
                  <a:lnTo>
                    <a:pt x="1595172" y="659"/>
                  </a:lnTo>
                  <a:lnTo>
                    <a:pt x="1587314" y="659"/>
                  </a:lnTo>
                  <a:lnTo>
                    <a:pt x="1579456" y="658"/>
                  </a:lnTo>
                  <a:lnTo>
                    <a:pt x="1571598" y="658"/>
                  </a:lnTo>
                  <a:lnTo>
                    <a:pt x="1563740" y="657"/>
                  </a:lnTo>
                  <a:lnTo>
                    <a:pt x="1555882" y="657"/>
                  </a:lnTo>
                  <a:lnTo>
                    <a:pt x="1548024" y="657"/>
                  </a:lnTo>
                  <a:lnTo>
                    <a:pt x="1540166" y="656"/>
                  </a:lnTo>
                  <a:lnTo>
                    <a:pt x="1532308" y="656"/>
                  </a:lnTo>
                  <a:lnTo>
                    <a:pt x="1524450" y="655"/>
                  </a:lnTo>
                  <a:lnTo>
                    <a:pt x="1516592" y="655"/>
                  </a:lnTo>
                  <a:lnTo>
                    <a:pt x="1508734" y="655"/>
                  </a:lnTo>
                  <a:lnTo>
                    <a:pt x="1500876" y="654"/>
                  </a:lnTo>
                  <a:lnTo>
                    <a:pt x="1493018" y="654"/>
                  </a:lnTo>
                  <a:lnTo>
                    <a:pt x="1485160" y="653"/>
                  </a:lnTo>
                  <a:lnTo>
                    <a:pt x="1477302" y="653"/>
                  </a:lnTo>
                  <a:lnTo>
                    <a:pt x="1469444" y="653"/>
                  </a:lnTo>
                  <a:lnTo>
                    <a:pt x="1461586" y="652"/>
                  </a:lnTo>
                  <a:lnTo>
                    <a:pt x="1453728" y="652"/>
                  </a:lnTo>
                  <a:lnTo>
                    <a:pt x="1445870" y="651"/>
                  </a:lnTo>
                  <a:lnTo>
                    <a:pt x="1438012" y="651"/>
                  </a:lnTo>
                  <a:lnTo>
                    <a:pt x="1430154" y="650"/>
                  </a:lnTo>
                  <a:lnTo>
                    <a:pt x="1422296" y="650"/>
                  </a:lnTo>
                  <a:lnTo>
                    <a:pt x="1414438" y="650"/>
                  </a:lnTo>
                  <a:lnTo>
                    <a:pt x="1406580" y="649"/>
                  </a:lnTo>
                  <a:lnTo>
                    <a:pt x="1398722" y="649"/>
                  </a:lnTo>
                  <a:lnTo>
                    <a:pt x="1390864" y="648"/>
                  </a:lnTo>
                  <a:lnTo>
                    <a:pt x="1383006" y="648"/>
                  </a:lnTo>
                  <a:lnTo>
                    <a:pt x="1375148" y="647"/>
                  </a:lnTo>
                  <a:lnTo>
                    <a:pt x="1367290" y="647"/>
                  </a:lnTo>
                  <a:lnTo>
                    <a:pt x="1359432" y="646"/>
                  </a:lnTo>
                  <a:lnTo>
                    <a:pt x="1351574" y="646"/>
                  </a:lnTo>
                  <a:lnTo>
                    <a:pt x="1343716" y="645"/>
                  </a:lnTo>
                  <a:lnTo>
                    <a:pt x="1335858" y="645"/>
                  </a:lnTo>
                  <a:lnTo>
                    <a:pt x="1328000" y="644"/>
                  </a:lnTo>
                  <a:lnTo>
                    <a:pt x="1320142" y="644"/>
                  </a:lnTo>
                  <a:lnTo>
                    <a:pt x="1312284" y="643"/>
                  </a:lnTo>
                  <a:lnTo>
                    <a:pt x="1304426" y="643"/>
                  </a:lnTo>
                  <a:lnTo>
                    <a:pt x="1296568" y="642"/>
                  </a:lnTo>
                  <a:lnTo>
                    <a:pt x="1288710" y="642"/>
                  </a:lnTo>
                  <a:lnTo>
                    <a:pt x="1280852" y="641"/>
                  </a:lnTo>
                  <a:lnTo>
                    <a:pt x="1272994" y="641"/>
                  </a:lnTo>
                  <a:lnTo>
                    <a:pt x="1265136" y="640"/>
                  </a:lnTo>
                  <a:lnTo>
                    <a:pt x="1257278" y="640"/>
                  </a:lnTo>
                  <a:lnTo>
                    <a:pt x="1249420" y="639"/>
                  </a:lnTo>
                  <a:lnTo>
                    <a:pt x="1241562" y="639"/>
                  </a:lnTo>
                  <a:lnTo>
                    <a:pt x="1233704" y="638"/>
                  </a:lnTo>
                  <a:lnTo>
                    <a:pt x="1225846" y="638"/>
                  </a:lnTo>
                  <a:lnTo>
                    <a:pt x="1217988" y="637"/>
                  </a:lnTo>
                  <a:lnTo>
                    <a:pt x="1210130" y="637"/>
                  </a:lnTo>
                  <a:lnTo>
                    <a:pt x="1202272" y="636"/>
                  </a:lnTo>
                  <a:lnTo>
                    <a:pt x="1194414" y="635"/>
                  </a:lnTo>
                  <a:lnTo>
                    <a:pt x="1186556" y="635"/>
                  </a:lnTo>
                  <a:lnTo>
                    <a:pt x="1178698" y="634"/>
                  </a:lnTo>
                  <a:lnTo>
                    <a:pt x="1170840" y="634"/>
                  </a:lnTo>
                  <a:lnTo>
                    <a:pt x="1162982" y="633"/>
                  </a:lnTo>
                  <a:lnTo>
                    <a:pt x="1155124" y="633"/>
                  </a:lnTo>
                  <a:lnTo>
                    <a:pt x="1147266" y="632"/>
                  </a:lnTo>
                  <a:lnTo>
                    <a:pt x="1139408" y="631"/>
                  </a:lnTo>
                  <a:lnTo>
                    <a:pt x="1131550" y="631"/>
                  </a:lnTo>
                  <a:lnTo>
                    <a:pt x="1123692" y="630"/>
                  </a:lnTo>
                  <a:lnTo>
                    <a:pt x="1115834" y="630"/>
                  </a:lnTo>
                  <a:lnTo>
                    <a:pt x="1107976" y="629"/>
                  </a:lnTo>
                  <a:lnTo>
                    <a:pt x="1100118" y="628"/>
                  </a:lnTo>
                  <a:lnTo>
                    <a:pt x="1092260" y="628"/>
                  </a:lnTo>
                  <a:lnTo>
                    <a:pt x="1084402" y="627"/>
                  </a:lnTo>
                  <a:lnTo>
                    <a:pt x="1076544" y="626"/>
                  </a:lnTo>
                  <a:lnTo>
                    <a:pt x="1068686" y="625"/>
                  </a:lnTo>
                  <a:lnTo>
                    <a:pt x="1060828" y="624"/>
                  </a:lnTo>
                  <a:lnTo>
                    <a:pt x="1052970" y="623"/>
                  </a:lnTo>
                  <a:lnTo>
                    <a:pt x="1045112" y="621"/>
                  </a:lnTo>
                  <a:lnTo>
                    <a:pt x="1037254" y="620"/>
                  </a:lnTo>
                  <a:lnTo>
                    <a:pt x="1029397" y="619"/>
                  </a:lnTo>
                  <a:lnTo>
                    <a:pt x="1021539" y="617"/>
                  </a:lnTo>
                  <a:lnTo>
                    <a:pt x="1013681" y="616"/>
                  </a:lnTo>
                  <a:lnTo>
                    <a:pt x="1005823" y="615"/>
                  </a:lnTo>
                  <a:lnTo>
                    <a:pt x="997965" y="614"/>
                  </a:lnTo>
                  <a:lnTo>
                    <a:pt x="990107" y="613"/>
                  </a:lnTo>
                  <a:lnTo>
                    <a:pt x="982249" y="612"/>
                  </a:lnTo>
                  <a:lnTo>
                    <a:pt x="974391" y="611"/>
                  </a:lnTo>
                  <a:lnTo>
                    <a:pt x="966533" y="610"/>
                  </a:lnTo>
                  <a:lnTo>
                    <a:pt x="958675" y="609"/>
                  </a:lnTo>
                  <a:lnTo>
                    <a:pt x="950817" y="608"/>
                  </a:lnTo>
                  <a:lnTo>
                    <a:pt x="942959" y="607"/>
                  </a:lnTo>
                  <a:lnTo>
                    <a:pt x="935101" y="606"/>
                  </a:lnTo>
                  <a:lnTo>
                    <a:pt x="927243" y="605"/>
                  </a:lnTo>
                  <a:lnTo>
                    <a:pt x="919385" y="604"/>
                  </a:lnTo>
                  <a:lnTo>
                    <a:pt x="911527" y="602"/>
                  </a:lnTo>
                  <a:lnTo>
                    <a:pt x="903669" y="601"/>
                  </a:lnTo>
                  <a:lnTo>
                    <a:pt x="895811" y="600"/>
                  </a:lnTo>
                  <a:lnTo>
                    <a:pt x="887953" y="600"/>
                  </a:lnTo>
                  <a:lnTo>
                    <a:pt x="880095" y="599"/>
                  </a:lnTo>
                  <a:lnTo>
                    <a:pt x="872237" y="598"/>
                  </a:lnTo>
                  <a:lnTo>
                    <a:pt x="864379" y="597"/>
                  </a:lnTo>
                  <a:lnTo>
                    <a:pt x="856521" y="596"/>
                  </a:lnTo>
                  <a:lnTo>
                    <a:pt x="848663" y="595"/>
                  </a:lnTo>
                  <a:lnTo>
                    <a:pt x="840805" y="594"/>
                  </a:lnTo>
                  <a:lnTo>
                    <a:pt x="832947" y="592"/>
                  </a:lnTo>
                  <a:lnTo>
                    <a:pt x="825089" y="591"/>
                  </a:lnTo>
                  <a:lnTo>
                    <a:pt x="817231" y="590"/>
                  </a:lnTo>
                  <a:lnTo>
                    <a:pt x="809373" y="589"/>
                  </a:lnTo>
                  <a:lnTo>
                    <a:pt x="801515" y="589"/>
                  </a:lnTo>
                  <a:lnTo>
                    <a:pt x="793657" y="588"/>
                  </a:lnTo>
                  <a:lnTo>
                    <a:pt x="785799" y="587"/>
                  </a:lnTo>
                  <a:lnTo>
                    <a:pt x="777941" y="587"/>
                  </a:lnTo>
                  <a:lnTo>
                    <a:pt x="770083" y="586"/>
                  </a:lnTo>
                  <a:lnTo>
                    <a:pt x="762225" y="585"/>
                  </a:lnTo>
                  <a:lnTo>
                    <a:pt x="754367" y="584"/>
                  </a:lnTo>
                  <a:lnTo>
                    <a:pt x="746509" y="582"/>
                  </a:lnTo>
                  <a:lnTo>
                    <a:pt x="738651" y="581"/>
                  </a:lnTo>
                  <a:lnTo>
                    <a:pt x="730793" y="580"/>
                  </a:lnTo>
                  <a:lnTo>
                    <a:pt x="722935" y="578"/>
                  </a:lnTo>
                  <a:lnTo>
                    <a:pt x="715077" y="577"/>
                  </a:lnTo>
                  <a:lnTo>
                    <a:pt x="707219" y="576"/>
                  </a:lnTo>
                  <a:lnTo>
                    <a:pt x="699361" y="575"/>
                  </a:lnTo>
                  <a:lnTo>
                    <a:pt x="691503" y="574"/>
                  </a:lnTo>
                  <a:lnTo>
                    <a:pt x="683645" y="572"/>
                  </a:lnTo>
                  <a:lnTo>
                    <a:pt x="675787" y="570"/>
                  </a:lnTo>
                  <a:lnTo>
                    <a:pt x="667929" y="568"/>
                  </a:lnTo>
                  <a:lnTo>
                    <a:pt x="660071" y="566"/>
                  </a:lnTo>
                  <a:lnTo>
                    <a:pt x="652213" y="564"/>
                  </a:lnTo>
                  <a:lnTo>
                    <a:pt x="644355" y="562"/>
                  </a:lnTo>
                  <a:lnTo>
                    <a:pt x="636497" y="561"/>
                  </a:lnTo>
                  <a:lnTo>
                    <a:pt x="628639" y="559"/>
                  </a:lnTo>
                  <a:lnTo>
                    <a:pt x="620781" y="558"/>
                  </a:lnTo>
                  <a:lnTo>
                    <a:pt x="612923" y="557"/>
                  </a:lnTo>
                  <a:lnTo>
                    <a:pt x="605065" y="556"/>
                  </a:lnTo>
                  <a:lnTo>
                    <a:pt x="597207" y="555"/>
                  </a:lnTo>
                  <a:lnTo>
                    <a:pt x="589349" y="554"/>
                  </a:lnTo>
                  <a:lnTo>
                    <a:pt x="581491" y="553"/>
                  </a:lnTo>
                  <a:lnTo>
                    <a:pt x="573633" y="552"/>
                  </a:lnTo>
                  <a:lnTo>
                    <a:pt x="565775" y="551"/>
                  </a:lnTo>
                  <a:lnTo>
                    <a:pt x="557917" y="550"/>
                  </a:lnTo>
                  <a:lnTo>
                    <a:pt x="550059" y="547"/>
                  </a:lnTo>
                  <a:lnTo>
                    <a:pt x="542201" y="543"/>
                  </a:lnTo>
                  <a:lnTo>
                    <a:pt x="534343" y="540"/>
                  </a:lnTo>
                  <a:lnTo>
                    <a:pt x="526485" y="537"/>
                  </a:lnTo>
                  <a:lnTo>
                    <a:pt x="518627" y="536"/>
                  </a:lnTo>
                  <a:lnTo>
                    <a:pt x="510769" y="535"/>
                  </a:lnTo>
                  <a:lnTo>
                    <a:pt x="502911" y="534"/>
                  </a:lnTo>
                  <a:lnTo>
                    <a:pt x="495053" y="533"/>
                  </a:lnTo>
                  <a:lnTo>
                    <a:pt x="487195" y="531"/>
                  </a:lnTo>
                  <a:lnTo>
                    <a:pt x="479337" y="528"/>
                  </a:lnTo>
                  <a:lnTo>
                    <a:pt x="471479" y="525"/>
                  </a:lnTo>
                  <a:lnTo>
                    <a:pt x="463621" y="522"/>
                  </a:lnTo>
                  <a:lnTo>
                    <a:pt x="455763" y="521"/>
                  </a:lnTo>
                  <a:lnTo>
                    <a:pt x="447905" y="520"/>
                  </a:lnTo>
                  <a:lnTo>
                    <a:pt x="440047" y="519"/>
                  </a:lnTo>
                  <a:lnTo>
                    <a:pt x="432189" y="517"/>
                  </a:lnTo>
                  <a:lnTo>
                    <a:pt x="424331" y="515"/>
                  </a:lnTo>
                  <a:lnTo>
                    <a:pt x="416473" y="514"/>
                  </a:lnTo>
                  <a:lnTo>
                    <a:pt x="408615" y="512"/>
                  </a:lnTo>
                  <a:lnTo>
                    <a:pt x="400757" y="512"/>
                  </a:lnTo>
                  <a:lnTo>
                    <a:pt x="392899" y="511"/>
                  </a:lnTo>
                  <a:lnTo>
                    <a:pt x="385041" y="510"/>
                  </a:lnTo>
                  <a:lnTo>
                    <a:pt x="377183" y="509"/>
                  </a:lnTo>
                  <a:lnTo>
                    <a:pt x="369325" y="508"/>
                  </a:lnTo>
                  <a:lnTo>
                    <a:pt x="361467" y="507"/>
                  </a:lnTo>
                  <a:lnTo>
                    <a:pt x="353609" y="506"/>
                  </a:lnTo>
                  <a:lnTo>
                    <a:pt x="345751" y="505"/>
                  </a:lnTo>
                  <a:lnTo>
                    <a:pt x="337893" y="504"/>
                  </a:lnTo>
                  <a:lnTo>
                    <a:pt x="330035" y="503"/>
                  </a:lnTo>
                  <a:lnTo>
                    <a:pt x="322177" y="501"/>
                  </a:lnTo>
                  <a:lnTo>
                    <a:pt x="314319" y="499"/>
                  </a:lnTo>
                  <a:lnTo>
                    <a:pt x="306461" y="499"/>
                  </a:lnTo>
                  <a:lnTo>
                    <a:pt x="298603" y="496"/>
                  </a:lnTo>
                  <a:lnTo>
                    <a:pt x="290745" y="492"/>
                  </a:lnTo>
                  <a:lnTo>
                    <a:pt x="282887" y="488"/>
                  </a:lnTo>
                  <a:lnTo>
                    <a:pt x="275029" y="487"/>
                  </a:lnTo>
                  <a:lnTo>
                    <a:pt x="267171" y="486"/>
                  </a:lnTo>
                  <a:lnTo>
                    <a:pt x="259313" y="485"/>
                  </a:lnTo>
                  <a:lnTo>
                    <a:pt x="251455" y="483"/>
                  </a:lnTo>
                  <a:lnTo>
                    <a:pt x="243597" y="482"/>
                  </a:lnTo>
                  <a:lnTo>
                    <a:pt x="235739" y="480"/>
                  </a:lnTo>
                  <a:lnTo>
                    <a:pt x="227881" y="479"/>
                  </a:lnTo>
                  <a:lnTo>
                    <a:pt x="220023" y="478"/>
                  </a:lnTo>
                  <a:lnTo>
                    <a:pt x="212165" y="477"/>
                  </a:lnTo>
                  <a:lnTo>
                    <a:pt x="204307" y="476"/>
                  </a:lnTo>
                  <a:lnTo>
                    <a:pt x="196449" y="473"/>
                  </a:lnTo>
                  <a:lnTo>
                    <a:pt x="188591" y="471"/>
                  </a:lnTo>
                  <a:lnTo>
                    <a:pt x="180733" y="468"/>
                  </a:lnTo>
                  <a:lnTo>
                    <a:pt x="172875" y="466"/>
                  </a:lnTo>
                  <a:lnTo>
                    <a:pt x="165017" y="463"/>
                  </a:lnTo>
                  <a:lnTo>
                    <a:pt x="157159" y="461"/>
                  </a:lnTo>
                  <a:lnTo>
                    <a:pt x="149301" y="460"/>
                  </a:lnTo>
                  <a:lnTo>
                    <a:pt x="141443" y="458"/>
                  </a:lnTo>
                  <a:lnTo>
                    <a:pt x="133585" y="454"/>
                  </a:lnTo>
                  <a:lnTo>
                    <a:pt x="125727" y="452"/>
                  </a:lnTo>
                  <a:lnTo>
                    <a:pt x="117869" y="451"/>
                  </a:lnTo>
                  <a:lnTo>
                    <a:pt x="110011" y="447"/>
                  </a:lnTo>
                  <a:lnTo>
                    <a:pt x="102153" y="445"/>
                  </a:lnTo>
                  <a:lnTo>
                    <a:pt x="94295" y="443"/>
                  </a:lnTo>
                  <a:lnTo>
                    <a:pt x="86437" y="439"/>
                  </a:lnTo>
                  <a:lnTo>
                    <a:pt x="78579" y="437"/>
                  </a:lnTo>
                  <a:lnTo>
                    <a:pt x="70721" y="436"/>
                  </a:lnTo>
                  <a:lnTo>
                    <a:pt x="62863" y="435"/>
                  </a:lnTo>
                  <a:lnTo>
                    <a:pt x="55005" y="432"/>
                  </a:lnTo>
                  <a:lnTo>
                    <a:pt x="47147" y="431"/>
                  </a:lnTo>
                  <a:lnTo>
                    <a:pt x="39289" y="430"/>
                  </a:lnTo>
                  <a:lnTo>
                    <a:pt x="31431" y="428"/>
                  </a:lnTo>
                  <a:lnTo>
                    <a:pt x="23573" y="426"/>
                  </a:lnTo>
                  <a:lnTo>
                    <a:pt x="15715" y="423"/>
                  </a:lnTo>
                  <a:lnTo>
                    <a:pt x="7857" y="42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6029658" y="2987767"/>
              <a:ext cx="2035220" cy="166"/>
            </a:xfrm>
            <a:custGeom>
              <a:avLst/>
              <a:pathLst>
                <a:path w="2035220" h="166">
                  <a:moveTo>
                    <a:pt x="0" y="0"/>
                  </a:moveTo>
                  <a:lnTo>
                    <a:pt x="7857" y="4"/>
                  </a:lnTo>
                  <a:lnTo>
                    <a:pt x="15715" y="9"/>
                  </a:lnTo>
                  <a:lnTo>
                    <a:pt x="23573" y="15"/>
                  </a:lnTo>
                  <a:lnTo>
                    <a:pt x="31431" y="20"/>
                  </a:lnTo>
                  <a:lnTo>
                    <a:pt x="39289" y="25"/>
                  </a:lnTo>
                  <a:lnTo>
                    <a:pt x="47147" y="28"/>
                  </a:lnTo>
                  <a:lnTo>
                    <a:pt x="55005" y="31"/>
                  </a:lnTo>
                  <a:lnTo>
                    <a:pt x="62863" y="35"/>
                  </a:lnTo>
                  <a:lnTo>
                    <a:pt x="70721" y="38"/>
                  </a:lnTo>
                  <a:lnTo>
                    <a:pt x="78579" y="42"/>
                  </a:lnTo>
                  <a:lnTo>
                    <a:pt x="86437" y="44"/>
                  </a:lnTo>
                  <a:lnTo>
                    <a:pt x="94295" y="48"/>
                  </a:lnTo>
                  <a:lnTo>
                    <a:pt x="102153" y="50"/>
                  </a:lnTo>
                  <a:lnTo>
                    <a:pt x="110011" y="54"/>
                  </a:lnTo>
                  <a:lnTo>
                    <a:pt x="117869" y="56"/>
                  </a:lnTo>
                  <a:lnTo>
                    <a:pt x="125727" y="59"/>
                  </a:lnTo>
                  <a:lnTo>
                    <a:pt x="133585" y="61"/>
                  </a:lnTo>
                  <a:lnTo>
                    <a:pt x="141443" y="64"/>
                  </a:lnTo>
                  <a:lnTo>
                    <a:pt x="149301" y="66"/>
                  </a:lnTo>
                  <a:lnTo>
                    <a:pt x="157159" y="69"/>
                  </a:lnTo>
                  <a:lnTo>
                    <a:pt x="165017" y="71"/>
                  </a:lnTo>
                  <a:lnTo>
                    <a:pt x="172875" y="73"/>
                  </a:lnTo>
                  <a:lnTo>
                    <a:pt x="180733" y="75"/>
                  </a:lnTo>
                  <a:lnTo>
                    <a:pt x="188591" y="77"/>
                  </a:lnTo>
                  <a:lnTo>
                    <a:pt x="196449" y="79"/>
                  </a:lnTo>
                  <a:lnTo>
                    <a:pt x="204307" y="81"/>
                  </a:lnTo>
                  <a:lnTo>
                    <a:pt x="212165" y="83"/>
                  </a:lnTo>
                  <a:lnTo>
                    <a:pt x="220023" y="84"/>
                  </a:lnTo>
                  <a:lnTo>
                    <a:pt x="227881" y="85"/>
                  </a:lnTo>
                  <a:lnTo>
                    <a:pt x="235739" y="86"/>
                  </a:lnTo>
                  <a:lnTo>
                    <a:pt x="243597" y="88"/>
                  </a:lnTo>
                  <a:lnTo>
                    <a:pt x="251455" y="90"/>
                  </a:lnTo>
                  <a:lnTo>
                    <a:pt x="259313" y="90"/>
                  </a:lnTo>
                  <a:lnTo>
                    <a:pt x="267171" y="91"/>
                  </a:lnTo>
                  <a:lnTo>
                    <a:pt x="275029" y="93"/>
                  </a:lnTo>
                  <a:lnTo>
                    <a:pt x="282887" y="94"/>
                  </a:lnTo>
                  <a:lnTo>
                    <a:pt x="290745" y="95"/>
                  </a:lnTo>
                  <a:lnTo>
                    <a:pt x="298603" y="97"/>
                  </a:lnTo>
                  <a:lnTo>
                    <a:pt x="306461" y="98"/>
                  </a:lnTo>
                  <a:lnTo>
                    <a:pt x="314319" y="100"/>
                  </a:lnTo>
                  <a:lnTo>
                    <a:pt x="322177" y="101"/>
                  </a:lnTo>
                  <a:lnTo>
                    <a:pt x="330035" y="102"/>
                  </a:lnTo>
                  <a:lnTo>
                    <a:pt x="337893" y="103"/>
                  </a:lnTo>
                  <a:lnTo>
                    <a:pt x="345751" y="104"/>
                  </a:lnTo>
                  <a:lnTo>
                    <a:pt x="353609" y="105"/>
                  </a:lnTo>
                  <a:lnTo>
                    <a:pt x="361467" y="106"/>
                  </a:lnTo>
                  <a:lnTo>
                    <a:pt x="369325" y="107"/>
                  </a:lnTo>
                  <a:lnTo>
                    <a:pt x="377183" y="108"/>
                  </a:lnTo>
                  <a:lnTo>
                    <a:pt x="385041" y="110"/>
                  </a:lnTo>
                  <a:lnTo>
                    <a:pt x="392899" y="111"/>
                  </a:lnTo>
                  <a:lnTo>
                    <a:pt x="400757" y="112"/>
                  </a:lnTo>
                  <a:lnTo>
                    <a:pt x="408615" y="112"/>
                  </a:lnTo>
                  <a:lnTo>
                    <a:pt x="416473" y="113"/>
                  </a:lnTo>
                  <a:lnTo>
                    <a:pt x="424331" y="113"/>
                  </a:lnTo>
                  <a:lnTo>
                    <a:pt x="432189" y="114"/>
                  </a:lnTo>
                  <a:lnTo>
                    <a:pt x="440047" y="115"/>
                  </a:lnTo>
                  <a:lnTo>
                    <a:pt x="447905" y="116"/>
                  </a:lnTo>
                  <a:lnTo>
                    <a:pt x="455763" y="116"/>
                  </a:lnTo>
                  <a:lnTo>
                    <a:pt x="463621" y="117"/>
                  </a:lnTo>
                  <a:lnTo>
                    <a:pt x="471479" y="117"/>
                  </a:lnTo>
                  <a:lnTo>
                    <a:pt x="479337" y="118"/>
                  </a:lnTo>
                  <a:lnTo>
                    <a:pt x="487195" y="118"/>
                  </a:lnTo>
                  <a:lnTo>
                    <a:pt x="495053" y="120"/>
                  </a:lnTo>
                  <a:lnTo>
                    <a:pt x="502911" y="121"/>
                  </a:lnTo>
                  <a:lnTo>
                    <a:pt x="510769" y="122"/>
                  </a:lnTo>
                  <a:lnTo>
                    <a:pt x="518627" y="122"/>
                  </a:lnTo>
                  <a:lnTo>
                    <a:pt x="526485" y="123"/>
                  </a:lnTo>
                  <a:lnTo>
                    <a:pt x="534343" y="124"/>
                  </a:lnTo>
                  <a:lnTo>
                    <a:pt x="542201" y="125"/>
                  </a:lnTo>
                  <a:lnTo>
                    <a:pt x="550059" y="125"/>
                  </a:lnTo>
                  <a:lnTo>
                    <a:pt x="557917" y="126"/>
                  </a:lnTo>
                  <a:lnTo>
                    <a:pt x="565775" y="126"/>
                  </a:lnTo>
                  <a:lnTo>
                    <a:pt x="573633" y="127"/>
                  </a:lnTo>
                  <a:lnTo>
                    <a:pt x="581491" y="127"/>
                  </a:lnTo>
                  <a:lnTo>
                    <a:pt x="589349" y="127"/>
                  </a:lnTo>
                  <a:lnTo>
                    <a:pt x="597207" y="128"/>
                  </a:lnTo>
                  <a:lnTo>
                    <a:pt x="605065" y="129"/>
                  </a:lnTo>
                  <a:lnTo>
                    <a:pt x="612923" y="129"/>
                  </a:lnTo>
                  <a:lnTo>
                    <a:pt x="620781" y="130"/>
                  </a:lnTo>
                  <a:lnTo>
                    <a:pt x="628639" y="130"/>
                  </a:lnTo>
                  <a:lnTo>
                    <a:pt x="636497" y="131"/>
                  </a:lnTo>
                  <a:lnTo>
                    <a:pt x="644355" y="132"/>
                  </a:lnTo>
                  <a:lnTo>
                    <a:pt x="652213" y="132"/>
                  </a:lnTo>
                  <a:lnTo>
                    <a:pt x="660071" y="133"/>
                  </a:lnTo>
                  <a:lnTo>
                    <a:pt x="667929" y="133"/>
                  </a:lnTo>
                  <a:lnTo>
                    <a:pt x="675787" y="134"/>
                  </a:lnTo>
                  <a:lnTo>
                    <a:pt x="683645" y="134"/>
                  </a:lnTo>
                  <a:lnTo>
                    <a:pt x="691503" y="134"/>
                  </a:lnTo>
                  <a:lnTo>
                    <a:pt x="699361" y="135"/>
                  </a:lnTo>
                  <a:lnTo>
                    <a:pt x="707219" y="135"/>
                  </a:lnTo>
                  <a:lnTo>
                    <a:pt x="715077" y="136"/>
                  </a:lnTo>
                  <a:lnTo>
                    <a:pt x="722935" y="136"/>
                  </a:lnTo>
                  <a:lnTo>
                    <a:pt x="730793" y="137"/>
                  </a:lnTo>
                  <a:lnTo>
                    <a:pt x="738651" y="137"/>
                  </a:lnTo>
                  <a:lnTo>
                    <a:pt x="746509" y="137"/>
                  </a:lnTo>
                  <a:lnTo>
                    <a:pt x="754367" y="137"/>
                  </a:lnTo>
                  <a:lnTo>
                    <a:pt x="762225" y="137"/>
                  </a:lnTo>
                  <a:lnTo>
                    <a:pt x="770083" y="138"/>
                  </a:lnTo>
                  <a:lnTo>
                    <a:pt x="777941" y="138"/>
                  </a:lnTo>
                  <a:lnTo>
                    <a:pt x="785799" y="139"/>
                  </a:lnTo>
                  <a:lnTo>
                    <a:pt x="793657" y="139"/>
                  </a:lnTo>
                  <a:lnTo>
                    <a:pt x="801515" y="139"/>
                  </a:lnTo>
                  <a:lnTo>
                    <a:pt x="809373" y="139"/>
                  </a:lnTo>
                  <a:lnTo>
                    <a:pt x="817231" y="140"/>
                  </a:lnTo>
                  <a:lnTo>
                    <a:pt x="825089" y="140"/>
                  </a:lnTo>
                  <a:lnTo>
                    <a:pt x="832947" y="141"/>
                  </a:lnTo>
                  <a:lnTo>
                    <a:pt x="840805" y="141"/>
                  </a:lnTo>
                  <a:lnTo>
                    <a:pt x="848663" y="141"/>
                  </a:lnTo>
                  <a:lnTo>
                    <a:pt x="856521" y="142"/>
                  </a:lnTo>
                  <a:lnTo>
                    <a:pt x="864379" y="142"/>
                  </a:lnTo>
                  <a:lnTo>
                    <a:pt x="872237" y="142"/>
                  </a:lnTo>
                  <a:lnTo>
                    <a:pt x="880095" y="142"/>
                  </a:lnTo>
                  <a:lnTo>
                    <a:pt x="887953" y="143"/>
                  </a:lnTo>
                  <a:lnTo>
                    <a:pt x="895811" y="143"/>
                  </a:lnTo>
                  <a:lnTo>
                    <a:pt x="903669" y="143"/>
                  </a:lnTo>
                  <a:lnTo>
                    <a:pt x="911527" y="143"/>
                  </a:lnTo>
                  <a:lnTo>
                    <a:pt x="919385" y="144"/>
                  </a:lnTo>
                  <a:lnTo>
                    <a:pt x="927243" y="144"/>
                  </a:lnTo>
                  <a:lnTo>
                    <a:pt x="935101" y="144"/>
                  </a:lnTo>
                  <a:lnTo>
                    <a:pt x="942959" y="144"/>
                  </a:lnTo>
                  <a:lnTo>
                    <a:pt x="950817" y="144"/>
                  </a:lnTo>
                  <a:lnTo>
                    <a:pt x="958675" y="145"/>
                  </a:lnTo>
                  <a:lnTo>
                    <a:pt x="966533" y="145"/>
                  </a:lnTo>
                  <a:lnTo>
                    <a:pt x="974391" y="145"/>
                  </a:lnTo>
                  <a:lnTo>
                    <a:pt x="982249" y="146"/>
                  </a:lnTo>
                  <a:lnTo>
                    <a:pt x="990107" y="146"/>
                  </a:lnTo>
                  <a:lnTo>
                    <a:pt x="997965" y="146"/>
                  </a:lnTo>
                  <a:lnTo>
                    <a:pt x="1005823" y="147"/>
                  </a:lnTo>
                  <a:lnTo>
                    <a:pt x="1013681" y="147"/>
                  </a:lnTo>
                  <a:lnTo>
                    <a:pt x="1021539" y="147"/>
                  </a:lnTo>
                  <a:lnTo>
                    <a:pt x="1029397" y="147"/>
                  </a:lnTo>
                  <a:lnTo>
                    <a:pt x="1037254" y="148"/>
                  </a:lnTo>
                  <a:lnTo>
                    <a:pt x="1045112" y="148"/>
                  </a:lnTo>
                  <a:lnTo>
                    <a:pt x="1052970" y="148"/>
                  </a:lnTo>
                  <a:lnTo>
                    <a:pt x="1060828" y="148"/>
                  </a:lnTo>
                  <a:lnTo>
                    <a:pt x="1068686" y="149"/>
                  </a:lnTo>
                  <a:lnTo>
                    <a:pt x="1076544" y="149"/>
                  </a:lnTo>
                  <a:lnTo>
                    <a:pt x="1084402" y="149"/>
                  </a:lnTo>
                  <a:lnTo>
                    <a:pt x="1092260" y="149"/>
                  </a:lnTo>
                  <a:lnTo>
                    <a:pt x="1100118" y="149"/>
                  </a:lnTo>
                  <a:lnTo>
                    <a:pt x="1107976" y="149"/>
                  </a:lnTo>
                  <a:lnTo>
                    <a:pt x="1115834" y="150"/>
                  </a:lnTo>
                  <a:lnTo>
                    <a:pt x="1123692" y="150"/>
                  </a:lnTo>
                  <a:lnTo>
                    <a:pt x="1131550" y="150"/>
                  </a:lnTo>
                  <a:lnTo>
                    <a:pt x="1139408" y="150"/>
                  </a:lnTo>
                  <a:lnTo>
                    <a:pt x="1147266" y="150"/>
                  </a:lnTo>
                  <a:lnTo>
                    <a:pt x="1155124" y="150"/>
                  </a:lnTo>
                  <a:lnTo>
                    <a:pt x="1162982" y="151"/>
                  </a:lnTo>
                  <a:lnTo>
                    <a:pt x="1170840" y="151"/>
                  </a:lnTo>
                  <a:lnTo>
                    <a:pt x="1178698" y="151"/>
                  </a:lnTo>
                  <a:lnTo>
                    <a:pt x="1186556" y="151"/>
                  </a:lnTo>
                  <a:lnTo>
                    <a:pt x="1194414" y="151"/>
                  </a:lnTo>
                  <a:lnTo>
                    <a:pt x="1202272" y="151"/>
                  </a:lnTo>
                  <a:lnTo>
                    <a:pt x="1210130" y="152"/>
                  </a:lnTo>
                  <a:lnTo>
                    <a:pt x="1217988" y="152"/>
                  </a:lnTo>
                  <a:lnTo>
                    <a:pt x="1225846" y="152"/>
                  </a:lnTo>
                  <a:lnTo>
                    <a:pt x="1233704" y="153"/>
                  </a:lnTo>
                  <a:lnTo>
                    <a:pt x="1241562" y="153"/>
                  </a:lnTo>
                  <a:lnTo>
                    <a:pt x="1249420" y="153"/>
                  </a:lnTo>
                  <a:lnTo>
                    <a:pt x="1257278" y="153"/>
                  </a:lnTo>
                  <a:lnTo>
                    <a:pt x="1265136" y="154"/>
                  </a:lnTo>
                  <a:lnTo>
                    <a:pt x="1272994" y="154"/>
                  </a:lnTo>
                  <a:lnTo>
                    <a:pt x="1280852" y="154"/>
                  </a:lnTo>
                  <a:lnTo>
                    <a:pt x="1288710" y="154"/>
                  </a:lnTo>
                  <a:lnTo>
                    <a:pt x="1296568" y="155"/>
                  </a:lnTo>
                  <a:lnTo>
                    <a:pt x="1304426" y="155"/>
                  </a:lnTo>
                  <a:lnTo>
                    <a:pt x="1312284" y="155"/>
                  </a:lnTo>
                  <a:lnTo>
                    <a:pt x="1320142" y="155"/>
                  </a:lnTo>
                  <a:lnTo>
                    <a:pt x="1328000" y="155"/>
                  </a:lnTo>
                  <a:lnTo>
                    <a:pt x="1335858" y="155"/>
                  </a:lnTo>
                  <a:lnTo>
                    <a:pt x="1343716" y="155"/>
                  </a:lnTo>
                  <a:lnTo>
                    <a:pt x="1351574" y="156"/>
                  </a:lnTo>
                  <a:lnTo>
                    <a:pt x="1359432" y="156"/>
                  </a:lnTo>
                  <a:lnTo>
                    <a:pt x="1367290" y="156"/>
                  </a:lnTo>
                  <a:lnTo>
                    <a:pt x="1375148" y="156"/>
                  </a:lnTo>
                  <a:lnTo>
                    <a:pt x="1383006" y="156"/>
                  </a:lnTo>
                  <a:lnTo>
                    <a:pt x="1390864" y="156"/>
                  </a:lnTo>
                  <a:lnTo>
                    <a:pt x="1398722" y="156"/>
                  </a:lnTo>
                  <a:lnTo>
                    <a:pt x="1406580" y="157"/>
                  </a:lnTo>
                  <a:lnTo>
                    <a:pt x="1414438" y="157"/>
                  </a:lnTo>
                  <a:lnTo>
                    <a:pt x="1422296" y="157"/>
                  </a:lnTo>
                  <a:lnTo>
                    <a:pt x="1430154" y="157"/>
                  </a:lnTo>
                  <a:lnTo>
                    <a:pt x="1438012" y="157"/>
                  </a:lnTo>
                  <a:lnTo>
                    <a:pt x="1445870" y="157"/>
                  </a:lnTo>
                  <a:lnTo>
                    <a:pt x="1453728" y="157"/>
                  </a:lnTo>
                  <a:lnTo>
                    <a:pt x="1461586" y="158"/>
                  </a:lnTo>
                  <a:lnTo>
                    <a:pt x="1469444" y="158"/>
                  </a:lnTo>
                  <a:lnTo>
                    <a:pt x="1477302" y="158"/>
                  </a:lnTo>
                  <a:lnTo>
                    <a:pt x="1485160" y="158"/>
                  </a:lnTo>
                  <a:lnTo>
                    <a:pt x="1493018" y="158"/>
                  </a:lnTo>
                  <a:lnTo>
                    <a:pt x="1500876" y="158"/>
                  </a:lnTo>
                  <a:lnTo>
                    <a:pt x="1508734" y="159"/>
                  </a:lnTo>
                  <a:lnTo>
                    <a:pt x="1516592" y="159"/>
                  </a:lnTo>
                  <a:lnTo>
                    <a:pt x="1524450" y="159"/>
                  </a:lnTo>
                  <a:lnTo>
                    <a:pt x="1532308" y="159"/>
                  </a:lnTo>
                  <a:lnTo>
                    <a:pt x="1540166" y="159"/>
                  </a:lnTo>
                  <a:lnTo>
                    <a:pt x="1548024" y="159"/>
                  </a:lnTo>
                  <a:lnTo>
                    <a:pt x="1555882" y="159"/>
                  </a:lnTo>
                  <a:lnTo>
                    <a:pt x="1563740" y="160"/>
                  </a:lnTo>
                  <a:lnTo>
                    <a:pt x="1571598" y="160"/>
                  </a:lnTo>
                  <a:lnTo>
                    <a:pt x="1579456" y="160"/>
                  </a:lnTo>
                  <a:lnTo>
                    <a:pt x="1587314" y="160"/>
                  </a:lnTo>
                  <a:lnTo>
                    <a:pt x="1595172" y="160"/>
                  </a:lnTo>
                  <a:lnTo>
                    <a:pt x="1603030" y="160"/>
                  </a:lnTo>
                  <a:lnTo>
                    <a:pt x="1610888" y="160"/>
                  </a:lnTo>
                  <a:lnTo>
                    <a:pt x="1618746" y="160"/>
                  </a:lnTo>
                  <a:lnTo>
                    <a:pt x="1626604" y="160"/>
                  </a:lnTo>
                  <a:lnTo>
                    <a:pt x="1634462" y="161"/>
                  </a:lnTo>
                  <a:lnTo>
                    <a:pt x="1642320" y="161"/>
                  </a:lnTo>
                  <a:lnTo>
                    <a:pt x="1650178" y="161"/>
                  </a:lnTo>
                  <a:lnTo>
                    <a:pt x="1658036" y="161"/>
                  </a:lnTo>
                  <a:lnTo>
                    <a:pt x="1665894" y="161"/>
                  </a:lnTo>
                  <a:lnTo>
                    <a:pt x="1673752" y="161"/>
                  </a:lnTo>
                  <a:lnTo>
                    <a:pt x="1681610" y="161"/>
                  </a:lnTo>
                  <a:lnTo>
                    <a:pt x="1689468" y="162"/>
                  </a:lnTo>
                  <a:lnTo>
                    <a:pt x="1697326" y="162"/>
                  </a:lnTo>
                  <a:lnTo>
                    <a:pt x="1705184" y="162"/>
                  </a:lnTo>
                  <a:lnTo>
                    <a:pt x="1713042" y="162"/>
                  </a:lnTo>
                  <a:lnTo>
                    <a:pt x="1720900" y="162"/>
                  </a:lnTo>
                  <a:lnTo>
                    <a:pt x="1728758" y="162"/>
                  </a:lnTo>
                  <a:lnTo>
                    <a:pt x="1736616" y="162"/>
                  </a:lnTo>
                  <a:lnTo>
                    <a:pt x="1744474" y="162"/>
                  </a:lnTo>
                  <a:lnTo>
                    <a:pt x="1752332" y="162"/>
                  </a:lnTo>
                  <a:lnTo>
                    <a:pt x="1760190" y="162"/>
                  </a:lnTo>
                  <a:lnTo>
                    <a:pt x="1768048" y="162"/>
                  </a:lnTo>
                  <a:lnTo>
                    <a:pt x="1775906" y="162"/>
                  </a:lnTo>
                  <a:lnTo>
                    <a:pt x="1783764" y="162"/>
                  </a:lnTo>
                  <a:lnTo>
                    <a:pt x="1791622" y="162"/>
                  </a:lnTo>
                  <a:lnTo>
                    <a:pt x="1799480" y="162"/>
                  </a:lnTo>
                  <a:lnTo>
                    <a:pt x="1807338" y="163"/>
                  </a:lnTo>
                  <a:lnTo>
                    <a:pt x="1815196" y="163"/>
                  </a:lnTo>
                  <a:lnTo>
                    <a:pt x="1823054" y="163"/>
                  </a:lnTo>
                  <a:lnTo>
                    <a:pt x="1830912" y="163"/>
                  </a:lnTo>
                  <a:lnTo>
                    <a:pt x="1838770" y="163"/>
                  </a:lnTo>
                  <a:lnTo>
                    <a:pt x="1846628" y="163"/>
                  </a:lnTo>
                  <a:lnTo>
                    <a:pt x="1854486" y="163"/>
                  </a:lnTo>
                  <a:lnTo>
                    <a:pt x="1862344" y="163"/>
                  </a:lnTo>
                  <a:lnTo>
                    <a:pt x="1870202" y="163"/>
                  </a:lnTo>
                  <a:lnTo>
                    <a:pt x="1878060" y="163"/>
                  </a:lnTo>
                  <a:lnTo>
                    <a:pt x="1885918" y="164"/>
                  </a:lnTo>
                  <a:lnTo>
                    <a:pt x="1893776" y="164"/>
                  </a:lnTo>
                  <a:lnTo>
                    <a:pt x="1901634" y="164"/>
                  </a:lnTo>
                  <a:lnTo>
                    <a:pt x="1909492" y="164"/>
                  </a:lnTo>
                  <a:lnTo>
                    <a:pt x="1917350" y="164"/>
                  </a:lnTo>
                  <a:lnTo>
                    <a:pt x="1925208" y="164"/>
                  </a:lnTo>
                  <a:lnTo>
                    <a:pt x="1933066" y="164"/>
                  </a:lnTo>
                  <a:lnTo>
                    <a:pt x="1940924" y="165"/>
                  </a:lnTo>
                  <a:lnTo>
                    <a:pt x="1948782" y="165"/>
                  </a:lnTo>
                  <a:lnTo>
                    <a:pt x="1956640" y="165"/>
                  </a:lnTo>
                  <a:lnTo>
                    <a:pt x="1964498" y="165"/>
                  </a:lnTo>
                  <a:lnTo>
                    <a:pt x="1972356" y="165"/>
                  </a:lnTo>
                  <a:lnTo>
                    <a:pt x="1980214" y="165"/>
                  </a:lnTo>
                  <a:lnTo>
                    <a:pt x="1988072" y="165"/>
                  </a:lnTo>
                  <a:lnTo>
                    <a:pt x="1995930" y="165"/>
                  </a:lnTo>
                  <a:lnTo>
                    <a:pt x="2003788" y="166"/>
                  </a:lnTo>
                  <a:lnTo>
                    <a:pt x="2011646" y="166"/>
                  </a:lnTo>
                  <a:lnTo>
                    <a:pt x="2019504" y="166"/>
                  </a:lnTo>
                  <a:lnTo>
                    <a:pt x="2027362" y="166"/>
                  </a:lnTo>
                  <a:lnTo>
                    <a:pt x="2035220" y="1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6029658" y="2988186"/>
              <a:ext cx="2035220" cy="257"/>
            </a:xfrm>
            <a:custGeom>
              <a:avLst/>
              <a:pathLst>
                <a:path w="2035220" h="257">
                  <a:moveTo>
                    <a:pt x="2035220" y="257"/>
                  </a:moveTo>
                  <a:lnTo>
                    <a:pt x="2027362" y="257"/>
                  </a:lnTo>
                  <a:lnTo>
                    <a:pt x="2019504" y="257"/>
                  </a:lnTo>
                  <a:lnTo>
                    <a:pt x="2011646" y="256"/>
                  </a:lnTo>
                  <a:lnTo>
                    <a:pt x="2003788" y="256"/>
                  </a:lnTo>
                  <a:lnTo>
                    <a:pt x="1995930" y="256"/>
                  </a:lnTo>
                  <a:lnTo>
                    <a:pt x="1988072" y="256"/>
                  </a:lnTo>
                  <a:lnTo>
                    <a:pt x="1980214" y="255"/>
                  </a:lnTo>
                  <a:lnTo>
                    <a:pt x="1972356" y="255"/>
                  </a:lnTo>
                  <a:lnTo>
                    <a:pt x="1964498" y="255"/>
                  </a:lnTo>
                  <a:lnTo>
                    <a:pt x="1956640" y="255"/>
                  </a:lnTo>
                  <a:lnTo>
                    <a:pt x="1948782" y="254"/>
                  </a:lnTo>
                  <a:lnTo>
                    <a:pt x="1940924" y="254"/>
                  </a:lnTo>
                  <a:lnTo>
                    <a:pt x="1933066" y="254"/>
                  </a:lnTo>
                  <a:lnTo>
                    <a:pt x="1925208" y="254"/>
                  </a:lnTo>
                  <a:lnTo>
                    <a:pt x="1917350" y="253"/>
                  </a:lnTo>
                  <a:lnTo>
                    <a:pt x="1909492" y="253"/>
                  </a:lnTo>
                  <a:lnTo>
                    <a:pt x="1901634" y="253"/>
                  </a:lnTo>
                  <a:lnTo>
                    <a:pt x="1893776" y="253"/>
                  </a:lnTo>
                  <a:lnTo>
                    <a:pt x="1885918" y="252"/>
                  </a:lnTo>
                  <a:lnTo>
                    <a:pt x="1878060" y="252"/>
                  </a:lnTo>
                  <a:lnTo>
                    <a:pt x="1870202" y="252"/>
                  </a:lnTo>
                  <a:lnTo>
                    <a:pt x="1862344" y="251"/>
                  </a:lnTo>
                  <a:lnTo>
                    <a:pt x="1854486" y="251"/>
                  </a:lnTo>
                  <a:lnTo>
                    <a:pt x="1846628" y="251"/>
                  </a:lnTo>
                  <a:lnTo>
                    <a:pt x="1838770" y="251"/>
                  </a:lnTo>
                  <a:lnTo>
                    <a:pt x="1830912" y="250"/>
                  </a:lnTo>
                  <a:lnTo>
                    <a:pt x="1823054" y="250"/>
                  </a:lnTo>
                  <a:lnTo>
                    <a:pt x="1815196" y="250"/>
                  </a:lnTo>
                  <a:lnTo>
                    <a:pt x="1807338" y="249"/>
                  </a:lnTo>
                  <a:lnTo>
                    <a:pt x="1799480" y="249"/>
                  </a:lnTo>
                  <a:lnTo>
                    <a:pt x="1791622" y="249"/>
                  </a:lnTo>
                  <a:lnTo>
                    <a:pt x="1783764" y="249"/>
                  </a:lnTo>
                  <a:lnTo>
                    <a:pt x="1775906" y="248"/>
                  </a:lnTo>
                  <a:lnTo>
                    <a:pt x="1768048" y="248"/>
                  </a:lnTo>
                  <a:lnTo>
                    <a:pt x="1760190" y="248"/>
                  </a:lnTo>
                  <a:lnTo>
                    <a:pt x="1752332" y="247"/>
                  </a:lnTo>
                  <a:lnTo>
                    <a:pt x="1744474" y="247"/>
                  </a:lnTo>
                  <a:lnTo>
                    <a:pt x="1736616" y="247"/>
                  </a:lnTo>
                  <a:lnTo>
                    <a:pt x="1728758" y="246"/>
                  </a:lnTo>
                  <a:lnTo>
                    <a:pt x="1720900" y="246"/>
                  </a:lnTo>
                  <a:lnTo>
                    <a:pt x="1713042" y="246"/>
                  </a:lnTo>
                  <a:lnTo>
                    <a:pt x="1705184" y="245"/>
                  </a:lnTo>
                  <a:lnTo>
                    <a:pt x="1697326" y="245"/>
                  </a:lnTo>
                  <a:lnTo>
                    <a:pt x="1689468" y="245"/>
                  </a:lnTo>
                  <a:lnTo>
                    <a:pt x="1681610" y="244"/>
                  </a:lnTo>
                  <a:lnTo>
                    <a:pt x="1673752" y="244"/>
                  </a:lnTo>
                  <a:lnTo>
                    <a:pt x="1665894" y="244"/>
                  </a:lnTo>
                  <a:lnTo>
                    <a:pt x="1658036" y="243"/>
                  </a:lnTo>
                  <a:lnTo>
                    <a:pt x="1650178" y="243"/>
                  </a:lnTo>
                  <a:lnTo>
                    <a:pt x="1642320" y="243"/>
                  </a:lnTo>
                  <a:lnTo>
                    <a:pt x="1634462" y="242"/>
                  </a:lnTo>
                  <a:lnTo>
                    <a:pt x="1626604" y="242"/>
                  </a:lnTo>
                  <a:lnTo>
                    <a:pt x="1618746" y="242"/>
                  </a:lnTo>
                  <a:lnTo>
                    <a:pt x="1610888" y="241"/>
                  </a:lnTo>
                  <a:lnTo>
                    <a:pt x="1603030" y="241"/>
                  </a:lnTo>
                  <a:lnTo>
                    <a:pt x="1595172" y="241"/>
                  </a:lnTo>
                  <a:lnTo>
                    <a:pt x="1587314" y="240"/>
                  </a:lnTo>
                  <a:lnTo>
                    <a:pt x="1579456" y="240"/>
                  </a:lnTo>
                  <a:lnTo>
                    <a:pt x="1571598" y="239"/>
                  </a:lnTo>
                  <a:lnTo>
                    <a:pt x="1563740" y="239"/>
                  </a:lnTo>
                  <a:lnTo>
                    <a:pt x="1555882" y="239"/>
                  </a:lnTo>
                  <a:lnTo>
                    <a:pt x="1548024" y="238"/>
                  </a:lnTo>
                  <a:lnTo>
                    <a:pt x="1540166" y="238"/>
                  </a:lnTo>
                  <a:lnTo>
                    <a:pt x="1532308" y="237"/>
                  </a:lnTo>
                  <a:lnTo>
                    <a:pt x="1524450" y="237"/>
                  </a:lnTo>
                  <a:lnTo>
                    <a:pt x="1516592" y="237"/>
                  </a:lnTo>
                  <a:lnTo>
                    <a:pt x="1508734" y="236"/>
                  </a:lnTo>
                  <a:lnTo>
                    <a:pt x="1500876" y="236"/>
                  </a:lnTo>
                  <a:lnTo>
                    <a:pt x="1493018" y="235"/>
                  </a:lnTo>
                  <a:lnTo>
                    <a:pt x="1485160" y="235"/>
                  </a:lnTo>
                  <a:lnTo>
                    <a:pt x="1477302" y="235"/>
                  </a:lnTo>
                  <a:lnTo>
                    <a:pt x="1469444" y="234"/>
                  </a:lnTo>
                  <a:lnTo>
                    <a:pt x="1461586" y="234"/>
                  </a:lnTo>
                  <a:lnTo>
                    <a:pt x="1453728" y="233"/>
                  </a:lnTo>
                  <a:lnTo>
                    <a:pt x="1445870" y="233"/>
                  </a:lnTo>
                  <a:lnTo>
                    <a:pt x="1438012" y="232"/>
                  </a:lnTo>
                  <a:lnTo>
                    <a:pt x="1430154" y="232"/>
                  </a:lnTo>
                  <a:lnTo>
                    <a:pt x="1422296" y="232"/>
                  </a:lnTo>
                  <a:lnTo>
                    <a:pt x="1414438" y="231"/>
                  </a:lnTo>
                  <a:lnTo>
                    <a:pt x="1406580" y="231"/>
                  </a:lnTo>
                  <a:lnTo>
                    <a:pt x="1398722" y="230"/>
                  </a:lnTo>
                  <a:lnTo>
                    <a:pt x="1390864" y="230"/>
                  </a:lnTo>
                  <a:lnTo>
                    <a:pt x="1383006" y="229"/>
                  </a:lnTo>
                  <a:lnTo>
                    <a:pt x="1375148" y="229"/>
                  </a:lnTo>
                  <a:lnTo>
                    <a:pt x="1367290" y="228"/>
                  </a:lnTo>
                  <a:lnTo>
                    <a:pt x="1359432" y="228"/>
                  </a:lnTo>
                  <a:lnTo>
                    <a:pt x="1351574" y="227"/>
                  </a:lnTo>
                  <a:lnTo>
                    <a:pt x="1343716" y="227"/>
                  </a:lnTo>
                  <a:lnTo>
                    <a:pt x="1335858" y="226"/>
                  </a:lnTo>
                  <a:lnTo>
                    <a:pt x="1328000" y="226"/>
                  </a:lnTo>
                  <a:lnTo>
                    <a:pt x="1320142" y="226"/>
                  </a:lnTo>
                  <a:lnTo>
                    <a:pt x="1312284" y="225"/>
                  </a:lnTo>
                  <a:lnTo>
                    <a:pt x="1304426" y="224"/>
                  </a:lnTo>
                  <a:lnTo>
                    <a:pt x="1296568" y="224"/>
                  </a:lnTo>
                  <a:lnTo>
                    <a:pt x="1288710" y="223"/>
                  </a:lnTo>
                  <a:lnTo>
                    <a:pt x="1280852" y="223"/>
                  </a:lnTo>
                  <a:lnTo>
                    <a:pt x="1272994" y="222"/>
                  </a:lnTo>
                  <a:lnTo>
                    <a:pt x="1265136" y="222"/>
                  </a:lnTo>
                  <a:lnTo>
                    <a:pt x="1257278" y="221"/>
                  </a:lnTo>
                  <a:lnTo>
                    <a:pt x="1249420" y="221"/>
                  </a:lnTo>
                  <a:lnTo>
                    <a:pt x="1241562" y="220"/>
                  </a:lnTo>
                  <a:lnTo>
                    <a:pt x="1233704" y="220"/>
                  </a:lnTo>
                  <a:lnTo>
                    <a:pt x="1225846" y="219"/>
                  </a:lnTo>
                  <a:lnTo>
                    <a:pt x="1217988" y="219"/>
                  </a:lnTo>
                  <a:lnTo>
                    <a:pt x="1210130" y="218"/>
                  </a:lnTo>
                  <a:lnTo>
                    <a:pt x="1202272" y="218"/>
                  </a:lnTo>
                  <a:lnTo>
                    <a:pt x="1194414" y="217"/>
                  </a:lnTo>
                  <a:lnTo>
                    <a:pt x="1186556" y="217"/>
                  </a:lnTo>
                  <a:lnTo>
                    <a:pt x="1178698" y="216"/>
                  </a:lnTo>
                  <a:lnTo>
                    <a:pt x="1170840" y="215"/>
                  </a:lnTo>
                  <a:lnTo>
                    <a:pt x="1162982" y="215"/>
                  </a:lnTo>
                  <a:lnTo>
                    <a:pt x="1155124" y="214"/>
                  </a:lnTo>
                  <a:lnTo>
                    <a:pt x="1147266" y="214"/>
                  </a:lnTo>
                  <a:lnTo>
                    <a:pt x="1139408" y="213"/>
                  </a:lnTo>
                  <a:lnTo>
                    <a:pt x="1131550" y="212"/>
                  </a:lnTo>
                  <a:lnTo>
                    <a:pt x="1123692" y="212"/>
                  </a:lnTo>
                  <a:lnTo>
                    <a:pt x="1115834" y="211"/>
                  </a:lnTo>
                  <a:lnTo>
                    <a:pt x="1107976" y="211"/>
                  </a:lnTo>
                  <a:lnTo>
                    <a:pt x="1100118" y="210"/>
                  </a:lnTo>
                  <a:lnTo>
                    <a:pt x="1092260" y="209"/>
                  </a:lnTo>
                  <a:lnTo>
                    <a:pt x="1084402" y="209"/>
                  </a:lnTo>
                  <a:lnTo>
                    <a:pt x="1076544" y="208"/>
                  </a:lnTo>
                  <a:lnTo>
                    <a:pt x="1068686" y="207"/>
                  </a:lnTo>
                  <a:lnTo>
                    <a:pt x="1060828" y="206"/>
                  </a:lnTo>
                  <a:lnTo>
                    <a:pt x="1052970" y="204"/>
                  </a:lnTo>
                  <a:lnTo>
                    <a:pt x="1045112" y="203"/>
                  </a:lnTo>
                  <a:lnTo>
                    <a:pt x="1037254" y="202"/>
                  </a:lnTo>
                  <a:lnTo>
                    <a:pt x="1029397" y="200"/>
                  </a:lnTo>
                  <a:lnTo>
                    <a:pt x="1021539" y="199"/>
                  </a:lnTo>
                  <a:lnTo>
                    <a:pt x="1013681" y="198"/>
                  </a:lnTo>
                  <a:lnTo>
                    <a:pt x="1005823" y="197"/>
                  </a:lnTo>
                  <a:lnTo>
                    <a:pt x="997965" y="196"/>
                  </a:lnTo>
                  <a:lnTo>
                    <a:pt x="990107" y="195"/>
                  </a:lnTo>
                  <a:lnTo>
                    <a:pt x="982249" y="194"/>
                  </a:lnTo>
                  <a:lnTo>
                    <a:pt x="974391" y="193"/>
                  </a:lnTo>
                  <a:lnTo>
                    <a:pt x="966533" y="192"/>
                  </a:lnTo>
                  <a:lnTo>
                    <a:pt x="958675" y="191"/>
                  </a:lnTo>
                  <a:lnTo>
                    <a:pt x="950817" y="190"/>
                  </a:lnTo>
                  <a:lnTo>
                    <a:pt x="942959" y="189"/>
                  </a:lnTo>
                  <a:lnTo>
                    <a:pt x="935101" y="188"/>
                  </a:lnTo>
                  <a:lnTo>
                    <a:pt x="927243" y="187"/>
                  </a:lnTo>
                  <a:lnTo>
                    <a:pt x="919385" y="185"/>
                  </a:lnTo>
                  <a:lnTo>
                    <a:pt x="911527" y="184"/>
                  </a:lnTo>
                  <a:lnTo>
                    <a:pt x="903669" y="183"/>
                  </a:lnTo>
                  <a:lnTo>
                    <a:pt x="895811" y="182"/>
                  </a:lnTo>
                  <a:lnTo>
                    <a:pt x="887953" y="181"/>
                  </a:lnTo>
                  <a:lnTo>
                    <a:pt x="880095" y="180"/>
                  </a:lnTo>
                  <a:lnTo>
                    <a:pt x="872237" y="179"/>
                  </a:lnTo>
                  <a:lnTo>
                    <a:pt x="864379" y="179"/>
                  </a:lnTo>
                  <a:lnTo>
                    <a:pt x="856521" y="178"/>
                  </a:lnTo>
                  <a:lnTo>
                    <a:pt x="848663" y="176"/>
                  </a:lnTo>
                  <a:lnTo>
                    <a:pt x="840805" y="175"/>
                  </a:lnTo>
                  <a:lnTo>
                    <a:pt x="832947" y="174"/>
                  </a:lnTo>
                  <a:lnTo>
                    <a:pt x="825089" y="173"/>
                  </a:lnTo>
                  <a:lnTo>
                    <a:pt x="817231" y="172"/>
                  </a:lnTo>
                  <a:lnTo>
                    <a:pt x="809373" y="171"/>
                  </a:lnTo>
                  <a:lnTo>
                    <a:pt x="801515" y="170"/>
                  </a:lnTo>
                  <a:lnTo>
                    <a:pt x="793657" y="170"/>
                  </a:lnTo>
                  <a:lnTo>
                    <a:pt x="785799" y="169"/>
                  </a:lnTo>
                  <a:lnTo>
                    <a:pt x="777941" y="168"/>
                  </a:lnTo>
                  <a:lnTo>
                    <a:pt x="770083" y="167"/>
                  </a:lnTo>
                  <a:lnTo>
                    <a:pt x="762225" y="166"/>
                  </a:lnTo>
                  <a:lnTo>
                    <a:pt x="754367" y="165"/>
                  </a:lnTo>
                  <a:lnTo>
                    <a:pt x="746509" y="164"/>
                  </a:lnTo>
                  <a:lnTo>
                    <a:pt x="738651" y="163"/>
                  </a:lnTo>
                  <a:lnTo>
                    <a:pt x="730793" y="161"/>
                  </a:lnTo>
                  <a:lnTo>
                    <a:pt x="722935" y="160"/>
                  </a:lnTo>
                  <a:lnTo>
                    <a:pt x="715077" y="159"/>
                  </a:lnTo>
                  <a:lnTo>
                    <a:pt x="707219" y="158"/>
                  </a:lnTo>
                  <a:lnTo>
                    <a:pt x="699361" y="157"/>
                  </a:lnTo>
                  <a:lnTo>
                    <a:pt x="691503" y="155"/>
                  </a:lnTo>
                  <a:lnTo>
                    <a:pt x="683645" y="153"/>
                  </a:lnTo>
                  <a:lnTo>
                    <a:pt x="675787" y="151"/>
                  </a:lnTo>
                  <a:lnTo>
                    <a:pt x="667929" y="149"/>
                  </a:lnTo>
                  <a:lnTo>
                    <a:pt x="660071" y="148"/>
                  </a:lnTo>
                  <a:lnTo>
                    <a:pt x="652213" y="146"/>
                  </a:lnTo>
                  <a:lnTo>
                    <a:pt x="644355" y="144"/>
                  </a:lnTo>
                  <a:lnTo>
                    <a:pt x="636497" y="142"/>
                  </a:lnTo>
                  <a:lnTo>
                    <a:pt x="628639" y="141"/>
                  </a:lnTo>
                  <a:lnTo>
                    <a:pt x="620781" y="140"/>
                  </a:lnTo>
                  <a:lnTo>
                    <a:pt x="612923" y="139"/>
                  </a:lnTo>
                  <a:lnTo>
                    <a:pt x="605065" y="138"/>
                  </a:lnTo>
                  <a:lnTo>
                    <a:pt x="597207" y="137"/>
                  </a:lnTo>
                  <a:lnTo>
                    <a:pt x="589349" y="136"/>
                  </a:lnTo>
                  <a:lnTo>
                    <a:pt x="581491" y="135"/>
                  </a:lnTo>
                  <a:lnTo>
                    <a:pt x="573633" y="134"/>
                  </a:lnTo>
                  <a:lnTo>
                    <a:pt x="565775" y="132"/>
                  </a:lnTo>
                  <a:lnTo>
                    <a:pt x="557917" y="131"/>
                  </a:lnTo>
                  <a:lnTo>
                    <a:pt x="550059" y="128"/>
                  </a:lnTo>
                  <a:lnTo>
                    <a:pt x="542201" y="125"/>
                  </a:lnTo>
                  <a:lnTo>
                    <a:pt x="534343" y="122"/>
                  </a:lnTo>
                  <a:lnTo>
                    <a:pt x="526485" y="119"/>
                  </a:lnTo>
                  <a:lnTo>
                    <a:pt x="518627" y="118"/>
                  </a:lnTo>
                  <a:lnTo>
                    <a:pt x="510769" y="117"/>
                  </a:lnTo>
                  <a:lnTo>
                    <a:pt x="502911" y="116"/>
                  </a:lnTo>
                  <a:lnTo>
                    <a:pt x="495053" y="115"/>
                  </a:lnTo>
                  <a:lnTo>
                    <a:pt x="487195" y="112"/>
                  </a:lnTo>
                  <a:lnTo>
                    <a:pt x="479337" y="109"/>
                  </a:lnTo>
                  <a:lnTo>
                    <a:pt x="471479" y="107"/>
                  </a:lnTo>
                  <a:lnTo>
                    <a:pt x="463621" y="104"/>
                  </a:lnTo>
                  <a:lnTo>
                    <a:pt x="455763" y="103"/>
                  </a:lnTo>
                  <a:lnTo>
                    <a:pt x="447905" y="102"/>
                  </a:lnTo>
                  <a:lnTo>
                    <a:pt x="440047" y="101"/>
                  </a:lnTo>
                  <a:lnTo>
                    <a:pt x="432189" y="99"/>
                  </a:lnTo>
                  <a:lnTo>
                    <a:pt x="424331" y="97"/>
                  </a:lnTo>
                  <a:lnTo>
                    <a:pt x="416473" y="95"/>
                  </a:lnTo>
                  <a:lnTo>
                    <a:pt x="408615" y="94"/>
                  </a:lnTo>
                  <a:lnTo>
                    <a:pt x="400757" y="93"/>
                  </a:lnTo>
                  <a:lnTo>
                    <a:pt x="392899" y="92"/>
                  </a:lnTo>
                  <a:lnTo>
                    <a:pt x="385041" y="91"/>
                  </a:lnTo>
                  <a:lnTo>
                    <a:pt x="377183" y="90"/>
                  </a:lnTo>
                  <a:lnTo>
                    <a:pt x="369325" y="90"/>
                  </a:lnTo>
                  <a:lnTo>
                    <a:pt x="361467" y="89"/>
                  </a:lnTo>
                  <a:lnTo>
                    <a:pt x="353609" y="88"/>
                  </a:lnTo>
                  <a:lnTo>
                    <a:pt x="345751" y="87"/>
                  </a:lnTo>
                  <a:lnTo>
                    <a:pt x="337893" y="86"/>
                  </a:lnTo>
                  <a:lnTo>
                    <a:pt x="330035" y="85"/>
                  </a:lnTo>
                  <a:lnTo>
                    <a:pt x="322177" y="82"/>
                  </a:lnTo>
                  <a:lnTo>
                    <a:pt x="314319" y="81"/>
                  </a:lnTo>
                  <a:lnTo>
                    <a:pt x="306461" y="80"/>
                  </a:lnTo>
                  <a:lnTo>
                    <a:pt x="298603" y="78"/>
                  </a:lnTo>
                  <a:lnTo>
                    <a:pt x="290745" y="73"/>
                  </a:lnTo>
                  <a:lnTo>
                    <a:pt x="282887" y="69"/>
                  </a:lnTo>
                  <a:lnTo>
                    <a:pt x="275029" y="68"/>
                  </a:lnTo>
                  <a:lnTo>
                    <a:pt x="267171" y="67"/>
                  </a:lnTo>
                  <a:lnTo>
                    <a:pt x="259313" y="66"/>
                  </a:lnTo>
                  <a:lnTo>
                    <a:pt x="251455" y="65"/>
                  </a:lnTo>
                  <a:lnTo>
                    <a:pt x="243597" y="63"/>
                  </a:lnTo>
                  <a:lnTo>
                    <a:pt x="235739" y="62"/>
                  </a:lnTo>
                  <a:lnTo>
                    <a:pt x="227881" y="61"/>
                  </a:lnTo>
                  <a:lnTo>
                    <a:pt x="220023" y="60"/>
                  </a:lnTo>
                  <a:lnTo>
                    <a:pt x="212165" y="59"/>
                  </a:lnTo>
                  <a:lnTo>
                    <a:pt x="204307" y="57"/>
                  </a:lnTo>
                  <a:lnTo>
                    <a:pt x="196449" y="55"/>
                  </a:lnTo>
                  <a:lnTo>
                    <a:pt x="188591" y="53"/>
                  </a:lnTo>
                  <a:lnTo>
                    <a:pt x="180733" y="50"/>
                  </a:lnTo>
                  <a:lnTo>
                    <a:pt x="172875" y="47"/>
                  </a:lnTo>
                  <a:lnTo>
                    <a:pt x="165017" y="45"/>
                  </a:lnTo>
                  <a:lnTo>
                    <a:pt x="157159" y="42"/>
                  </a:lnTo>
                  <a:lnTo>
                    <a:pt x="149301" y="41"/>
                  </a:lnTo>
                  <a:lnTo>
                    <a:pt x="141443" y="40"/>
                  </a:lnTo>
                  <a:lnTo>
                    <a:pt x="133585" y="36"/>
                  </a:lnTo>
                  <a:lnTo>
                    <a:pt x="125727" y="34"/>
                  </a:lnTo>
                  <a:lnTo>
                    <a:pt x="117869" y="33"/>
                  </a:lnTo>
                  <a:lnTo>
                    <a:pt x="110011" y="28"/>
                  </a:lnTo>
                  <a:lnTo>
                    <a:pt x="102153" y="27"/>
                  </a:lnTo>
                  <a:lnTo>
                    <a:pt x="94295" y="24"/>
                  </a:lnTo>
                  <a:lnTo>
                    <a:pt x="86437" y="21"/>
                  </a:lnTo>
                  <a:lnTo>
                    <a:pt x="78579" y="19"/>
                  </a:lnTo>
                  <a:lnTo>
                    <a:pt x="70721" y="17"/>
                  </a:lnTo>
                  <a:lnTo>
                    <a:pt x="62863" y="16"/>
                  </a:lnTo>
                  <a:lnTo>
                    <a:pt x="55005" y="14"/>
                  </a:lnTo>
                  <a:lnTo>
                    <a:pt x="47147" y="12"/>
                  </a:lnTo>
                  <a:lnTo>
                    <a:pt x="39289" y="12"/>
                  </a:lnTo>
                  <a:lnTo>
                    <a:pt x="31431" y="9"/>
                  </a:lnTo>
                  <a:lnTo>
                    <a:pt x="23573" y="8"/>
                  </a:lnTo>
                  <a:lnTo>
                    <a:pt x="15715" y="5"/>
                  </a:lnTo>
                  <a:lnTo>
                    <a:pt x="7857" y="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6029658" y="2987245"/>
              <a:ext cx="2035220" cy="1024"/>
            </a:xfrm>
            <a:custGeom>
              <a:avLst/>
              <a:pathLst>
                <a:path w="2035220" h="1024">
                  <a:moveTo>
                    <a:pt x="0" y="0"/>
                  </a:moveTo>
                  <a:lnTo>
                    <a:pt x="7857" y="7"/>
                  </a:lnTo>
                  <a:lnTo>
                    <a:pt x="15715" y="13"/>
                  </a:lnTo>
                  <a:lnTo>
                    <a:pt x="23573" y="18"/>
                  </a:lnTo>
                  <a:lnTo>
                    <a:pt x="31431" y="26"/>
                  </a:lnTo>
                  <a:lnTo>
                    <a:pt x="39289" y="39"/>
                  </a:lnTo>
                  <a:lnTo>
                    <a:pt x="47147" y="52"/>
                  </a:lnTo>
                  <a:lnTo>
                    <a:pt x="55005" y="58"/>
                  </a:lnTo>
                  <a:lnTo>
                    <a:pt x="62863" y="66"/>
                  </a:lnTo>
                  <a:lnTo>
                    <a:pt x="70721" y="72"/>
                  </a:lnTo>
                  <a:lnTo>
                    <a:pt x="78579" y="76"/>
                  </a:lnTo>
                  <a:lnTo>
                    <a:pt x="86437" y="81"/>
                  </a:lnTo>
                  <a:lnTo>
                    <a:pt x="94295" y="89"/>
                  </a:lnTo>
                  <a:lnTo>
                    <a:pt x="102153" y="94"/>
                  </a:lnTo>
                  <a:lnTo>
                    <a:pt x="110011" y="100"/>
                  </a:lnTo>
                  <a:lnTo>
                    <a:pt x="117869" y="106"/>
                  </a:lnTo>
                  <a:lnTo>
                    <a:pt x="125727" y="113"/>
                  </a:lnTo>
                  <a:lnTo>
                    <a:pt x="133585" y="120"/>
                  </a:lnTo>
                  <a:lnTo>
                    <a:pt x="141443" y="126"/>
                  </a:lnTo>
                  <a:lnTo>
                    <a:pt x="149301" y="132"/>
                  </a:lnTo>
                  <a:lnTo>
                    <a:pt x="157159" y="137"/>
                  </a:lnTo>
                  <a:lnTo>
                    <a:pt x="165017" y="144"/>
                  </a:lnTo>
                  <a:lnTo>
                    <a:pt x="172875" y="152"/>
                  </a:lnTo>
                  <a:lnTo>
                    <a:pt x="180733" y="160"/>
                  </a:lnTo>
                  <a:lnTo>
                    <a:pt x="188591" y="161"/>
                  </a:lnTo>
                  <a:lnTo>
                    <a:pt x="196449" y="166"/>
                  </a:lnTo>
                  <a:lnTo>
                    <a:pt x="204307" y="171"/>
                  </a:lnTo>
                  <a:lnTo>
                    <a:pt x="212165" y="176"/>
                  </a:lnTo>
                  <a:lnTo>
                    <a:pt x="220023" y="183"/>
                  </a:lnTo>
                  <a:lnTo>
                    <a:pt x="227881" y="189"/>
                  </a:lnTo>
                  <a:lnTo>
                    <a:pt x="235739" y="198"/>
                  </a:lnTo>
                  <a:lnTo>
                    <a:pt x="243597" y="207"/>
                  </a:lnTo>
                  <a:lnTo>
                    <a:pt x="251455" y="216"/>
                  </a:lnTo>
                  <a:lnTo>
                    <a:pt x="259313" y="221"/>
                  </a:lnTo>
                  <a:lnTo>
                    <a:pt x="267171" y="228"/>
                  </a:lnTo>
                  <a:lnTo>
                    <a:pt x="275029" y="236"/>
                  </a:lnTo>
                  <a:lnTo>
                    <a:pt x="282887" y="241"/>
                  </a:lnTo>
                  <a:lnTo>
                    <a:pt x="290745" y="244"/>
                  </a:lnTo>
                  <a:lnTo>
                    <a:pt x="298603" y="251"/>
                  </a:lnTo>
                  <a:lnTo>
                    <a:pt x="306461" y="255"/>
                  </a:lnTo>
                  <a:lnTo>
                    <a:pt x="314319" y="258"/>
                  </a:lnTo>
                  <a:lnTo>
                    <a:pt x="322177" y="262"/>
                  </a:lnTo>
                  <a:lnTo>
                    <a:pt x="330035" y="270"/>
                  </a:lnTo>
                  <a:lnTo>
                    <a:pt x="337893" y="272"/>
                  </a:lnTo>
                  <a:lnTo>
                    <a:pt x="345751" y="275"/>
                  </a:lnTo>
                  <a:lnTo>
                    <a:pt x="353609" y="279"/>
                  </a:lnTo>
                  <a:lnTo>
                    <a:pt x="361467" y="282"/>
                  </a:lnTo>
                  <a:lnTo>
                    <a:pt x="369325" y="286"/>
                  </a:lnTo>
                  <a:lnTo>
                    <a:pt x="377183" y="289"/>
                  </a:lnTo>
                  <a:lnTo>
                    <a:pt x="385041" y="296"/>
                  </a:lnTo>
                  <a:lnTo>
                    <a:pt x="392899" y="300"/>
                  </a:lnTo>
                  <a:lnTo>
                    <a:pt x="400757" y="304"/>
                  </a:lnTo>
                  <a:lnTo>
                    <a:pt x="408615" y="310"/>
                  </a:lnTo>
                  <a:lnTo>
                    <a:pt x="416473" y="314"/>
                  </a:lnTo>
                  <a:lnTo>
                    <a:pt x="424331" y="319"/>
                  </a:lnTo>
                  <a:lnTo>
                    <a:pt x="432189" y="327"/>
                  </a:lnTo>
                  <a:lnTo>
                    <a:pt x="440047" y="331"/>
                  </a:lnTo>
                  <a:lnTo>
                    <a:pt x="447905" y="333"/>
                  </a:lnTo>
                  <a:lnTo>
                    <a:pt x="455763" y="335"/>
                  </a:lnTo>
                  <a:lnTo>
                    <a:pt x="463621" y="338"/>
                  </a:lnTo>
                  <a:lnTo>
                    <a:pt x="471479" y="341"/>
                  </a:lnTo>
                  <a:lnTo>
                    <a:pt x="479337" y="346"/>
                  </a:lnTo>
                  <a:lnTo>
                    <a:pt x="487195" y="350"/>
                  </a:lnTo>
                  <a:lnTo>
                    <a:pt x="495053" y="354"/>
                  </a:lnTo>
                  <a:lnTo>
                    <a:pt x="502911" y="354"/>
                  </a:lnTo>
                  <a:lnTo>
                    <a:pt x="510769" y="355"/>
                  </a:lnTo>
                  <a:lnTo>
                    <a:pt x="518627" y="360"/>
                  </a:lnTo>
                  <a:lnTo>
                    <a:pt x="526485" y="361"/>
                  </a:lnTo>
                  <a:lnTo>
                    <a:pt x="534343" y="363"/>
                  </a:lnTo>
                  <a:lnTo>
                    <a:pt x="542201" y="366"/>
                  </a:lnTo>
                  <a:lnTo>
                    <a:pt x="550059" y="367"/>
                  </a:lnTo>
                  <a:lnTo>
                    <a:pt x="557917" y="368"/>
                  </a:lnTo>
                  <a:lnTo>
                    <a:pt x="565775" y="368"/>
                  </a:lnTo>
                  <a:lnTo>
                    <a:pt x="573633" y="370"/>
                  </a:lnTo>
                  <a:lnTo>
                    <a:pt x="581491" y="373"/>
                  </a:lnTo>
                  <a:lnTo>
                    <a:pt x="589349" y="378"/>
                  </a:lnTo>
                  <a:lnTo>
                    <a:pt x="597207" y="381"/>
                  </a:lnTo>
                  <a:lnTo>
                    <a:pt x="605065" y="382"/>
                  </a:lnTo>
                  <a:lnTo>
                    <a:pt x="612923" y="385"/>
                  </a:lnTo>
                  <a:lnTo>
                    <a:pt x="620781" y="386"/>
                  </a:lnTo>
                  <a:lnTo>
                    <a:pt x="628639" y="389"/>
                  </a:lnTo>
                  <a:lnTo>
                    <a:pt x="636497" y="391"/>
                  </a:lnTo>
                  <a:lnTo>
                    <a:pt x="644355" y="393"/>
                  </a:lnTo>
                  <a:lnTo>
                    <a:pt x="652213" y="393"/>
                  </a:lnTo>
                  <a:lnTo>
                    <a:pt x="660071" y="394"/>
                  </a:lnTo>
                  <a:lnTo>
                    <a:pt x="667929" y="396"/>
                  </a:lnTo>
                  <a:lnTo>
                    <a:pt x="675787" y="397"/>
                  </a:lnTo>
                  <a:lnTo>
                    <a:pt x="683645" y="400"/>
                  </a:lnTo>
                  <a:lnTo>
                    <a:pt x="691503" y="402"/>
                  </a:lnTo>
                  <a:lnTo>
                    <a:pt x="699361" y="403"/>
                  </a:lnTo>
                  <a:lnTo>
                    <a:pt x="707219" y="405"/>
                  </a:lnTo>
                  <a:lnTo>
                    <a:pt x="715077" y="407"/>
                  </a:lnTo>
                  <a:lnTo>
                    <a:pt x="722935" y="408"/>
                  </a:lnTo>
                  <a:lnTo>
                    <a:pt x="730793" y="410"/>
                  </a:lnTo>
                  <a:lnTo>
                    <a:pt x="738651" y="411"/>
                  </a:lnTo>
                  <a:lnTo>
                    <a:pt x="746509" y="413"/>
                  </a:lnTo>
                  <a:lnTo>
                    <a:pt x="754367" y="414"/>
                  </a:lnTo>
                  <a:lnTo>
                    <a:pt x="762225" y="416"/>
                  </a:lnTo>
                  <a:lnTo>
                    <a:pt x="770083" y="416"/>
                  </a:lnTo>
                  <a:lnTo>
                    <a:pt x="777941" y="415"/>
                  </a:lnTo>
                  <a:lnTo>
                    <a:pt x="785799" y="415"/>
                  </a:lnTo>
                  <a:lnTo>
                    <a:pt x="793657" y="415"/>
                  </a:lnTo>
                  <a:lnTo>
                    <a:pt x="801515" y="417"/>
                  </a:lnTo>
                  <a:lnTo>
                    <a:pt x="809373" y="418"/>
                  </a:lnTo>
                  <a:lnTo>
                    <a:pt x="817231" y="418"/>
                  </a:lnTo>
                  <a:lnTo>
                    <a:pt x="825089" y="419"/>
                  </a:lnTo>
                  <a:lnTo>
                    <a:pt x="832947" y="418"/>
                  </a:lnTo>
                  <a:lnTo>
                    <a:pt x="840805" y="420"/>
                  </a:lnTo>
                  <a:lnTo>
                    <a:pt x="848663" y="419"/>
                  </a:lnTo>
                  <a:lnTo>
                    <a:pt x="856521" y="419"/>
                  </a:lnTo>
                  <a:lnTo>
                    <a:pt x="864379" y="419"/>
                  </a:lnTo>
                  <a:lnTo>
                    <a:pt x="872237" y="419"/>
                  </a:lnTo>
                  <a:lnTo>
                    <a:pt x="880095" y="418"/>
                  </a:lnTo>
                  <a:lnTo>
                    <a:pt x="887953" y="419"/>
                  </a:lnTo>
                  <a:lnTo>
                    <a:pt x="895811" y="419"/>
                  </a:lnTo>
                  <a:lnTo>
                    <a:pt x="903669" y="418"/>
                  </a:lnTo>
                  <a:lnTo>
                    <a:pt x="911527" y="418"/>
                  </a:lnTo>
                  <a:lnTo>
                    <a:pt x="919385" y="418"/>
                  </a:lnTo>
                  <a:lnTo>
                    <a:pt x="927243" y="418"/>
                  </a:lnTo>
                  <a:lnTo>
                    <a:pt x="935101" y="418"/>
                  </a:lnTo>
                  <a:lnTo>
                    <a:pt x="942959" y="418"/>
                  </a:lnTo>
                  <a:lnTo>
                    <a:pt x="950817" y="418"/>
                  </a:lnTo>
                  <a:lnTo>
                    <a:pt x="958675" y="420"/>
                  </a:lnTo>
                  <a:lnTo>
                    <a:pt x="966533" y="421"/>
                  </a:lnTo>
                  <a:lnTo>
                    <a:pt x="974391" y="422"/>
                  </a:lnTo>
                  <a:lnTo>
                    <a:pt x="982249" y="423"/>
                  </a:lnTo>
                  <a:lnTo>
                    <a:pt x="990107" y="423"/>
                  </a:lnTo>
                  <a:lnTo>
                    <a:pt x="997965" y="422"/>
                  </a:lnTo>
                  <a:lnTo>
                    <a:pt x="1005823" y="421"/>
                  </a:lnTo>
                  <a:lnTo>
                    <a:pt x="1013681" y="421"/>
                  </a:lnTo>
                  <a:lnTo>
                    <a:pt x="1021539" y="419"/>
                  </a:lnTo>
                  <a:lnTo>
                    <a:pt x="1029397" y="417"/>
                  </a:lnTo>
                  <a:lnTo>
                    <a:pt x="1037254" y="418"/>
                  </a:lnTo>
                  <a:lnTo>
                    <a:pt x="1045112" y="418"/>
                  </a:lnTo>
                  <a:lnTo>
                    <a:pt x="1052970" y="418"/>
                  </a:lnTo>
                  <a:lnTo>
                    <a:pt x="1060828" y="416"/>
                  </a:lnTo>
                  <a:lnTo>
                    <a:pt x="1068686" y="414"/>
                  </a:lnTo>
                  <a:lnTo>
                    <a:pt x="1076544" y="412"/>
                  </a:lnTo>
                  <a:lnTo>
                    <a:pt x="1084402" y="413"/>
                  </a:lnTo>
                  <a:lnTo>
                    <a:pt x="1092260" y="414"/>
                  </a:lnTo>
                  <a:lnTo>
                    <a:pt x="1100118" y="413"/>
                  </a:lnTo>
                  <a:lnTo>
                    <a:pt x="1107976" y="411"/>
                  </a:lnTo>
                  <a:lnTo>
                    <a:pt x="1115834" y="411"/>
                  </a:lnTo>
                  <a:lnTo>
                    <a:pt x="1123692" y="410"/>
                  </a:lnTo>
                  <a:lnTo>
                    <a:pt x="1131550" y="410"/>
                  </a:lnTo>
                  <a:lnTo>
                    <a:pt x="1139408" y="408"/>
                  </a:lnTo>
                  <a:lnTo>
                    <a:pt x="1147266" y="407"/>
                  </a:lnTo>
                  <a:lnTo>
                    <a:pt x="1155124" y="406"/>
                  </a:lnTo>
                  <a:lnTo>
                    <a:pt x="1162982" y="406"/>
                  </a:lnTo>
                  <a:lnTo>
                    <a:pt x="1170840" y="406"/>
                  </a:lnTo>
                  <a:lnTo>
                    <a:pt x="1178698" y="405"/>
                  </a:lnTo>
                  <a:lnTo>
                    <a:pt x="1186556" y="406"/>
                  </a:lnTo>
                  <a:lnTo>
                    <a:pt x="1194414" y="406"/>
                  </a:lnTo>
                  <a:lnTo>
                    <a:pt x="1202272" y="406"/>
                  </a:lnTo>
                  <a:lnTo>
                    <a:pt x="1210130" y="404"/>
                  </a:lnTo>
                  <a:lnTo>
                    <a:pt x="1217988" y="404"/>
                  </a:lnTo>
                  <a:lnTo>
                    <a:pt x="1225846" y="403"/>
                  </a:lnTo>
                  <a:lnTo>
                    <a:pt x="1233704" y="403"/>
                  </a:lnTo>
                  <a:lnTo>
                    <a:pt x="1241562" y="403"/>
                  </a:lnTo>
                  <a:lnTo>
                    <a:pt x="1249420" y="402"/>
                  </a:lnTo>
                  <a:lnTo>
                    <a:pt x="1257278" y="402"/>
                  </a:lnTo>
                  <a:lnTo>
                    <a:pt x="1265136" y="401"/>
                  </a:lnTo>
                  <a:lnTo>
                    <a:pt x="1272994" y="400"/>
                  </a:lnTo>
                  <a:lnTo>
                    <a:pt x="1280852" y="399"/>
                  </a:lnTo>
                  <a:lnTo>
                    <a:pt x="1288710" y="398"/>
                  </a:lnTo>
                  <a:lnTo>
                    <a:pt x="1296568" y="398"/>
                  </a:lnTo>
                  <a:lnTo>
                    <a:pt x="1304426" y="398"/>
                  </a:lnTo>
                  <a:lnTo>
                    <a:pt x="1312284" y="396"/>
                  </a:lnTo>
                  <a:lnTo>
                    <a:pt x="1320142" y="395"/>
                  </a:lnTo>
                  <a:lnTo>
                    <a:pt x="1328000" y="394"/>
                  </a:lnTo>
                  <a:lnTo>
                    <a:pt x="1335858" y="392"/>
                  </a:lnTo>
                  <a:lnTo>
                    <a:pt x="1343716" y="391"/>
                  </a:lnTo>
                  <a:lnTo>
                    <a:pt x="1351574" y="390"/>
                  </a:lnTo>
                  <a:lnTo>
                    <a:pt x="1359432" y="390"/>
                  </a:lnTo>
                  <a:lnTo>
                    <a:pt x="1367290" y="390"/>
                  </a:lnTo>
                  <a:lnTo>
                    <a:pt x="1375148" y="390"/>
                  </a:lnTo>
                  <a:lnTo>
                    <a:pt x="1383006" y="390"/>
                  </a:lnTo>
                  <a:lnTo>
                    <a:pt x="1390864" y="389"/>
                  </a:lnTo>
                  <a:lnTo>
                    <a:pt x="1398722" y="389"/>
                  </a:lnTo>
                  <a:lnTo>
                    <a:pt x="1406580" y="389"/>
                  </a:lnTo>
                  <a:lnTo>
                    <a:pt x="1414438" y="389"/>
                  </a:lnTo>
                  <a:lnTo>
                    <a:pt x="1422296" y="388"/>
                  </a:lnTo>
                  <a:lnTo>
                    <a:pt x="1430154" y="389"/>
                  </a:lnTo>
                  <a:lnTo>
                    <a:pt x="1438012" y="389"/>
                  </a:lnTo>
                  <a:lnTo>
                    <a:pt x="1445870" y="387"/>
                  </a:lnTo>
                  <a:lnTo>
                    <a:pt x="1453728" y="385"/>
                  </a:lnTo>
                  <a:lnTo>
                    <a:pt x="1461586" y="385"/>
                  </a:lnTo>
                  <a:lnTo>
                    <a:pt x="1469444" y="384"/>
                  </a:lnTo>
                  <a:lnTo>
                    <a:pt x="1477302" y="383"/>
                  </a:lnTo>
                  <a:lnTo>
                    <a:pt x="1485160" y="382"/>
                  </a:lnTo>
                  <a:lnTo>
                    <a:pt x="1493018" y="381"/>
                  </a:lnTo>
                  <a:lnTo>
                    <a:pt x="1500876" y="379"/>
                  </a:lnTo>
                  <a:lnTo>
                    <a:pt x="1508734" y="378"/>
                  </a:lnTo>
                  <a:lnTo>
                    <a:pt x="1516592" y="376"/>
                  </a:lnTo>
                  <a:lnTo>
                    <a:pt x="1524450" y="374"/>
                  </a:lnTo>
                  <a:lnTo>
                    <a:pt x="1532308" y="372"/>
                  </a:lnTo>
                  <a:lnTo>
                    <a:pt x="1540166" y="371"/>
                  </a:lnTo>
                  <a:lnTo>
                    <a:pt x="1548024" y="369"/>
                  </a:lnTo>
                  <a:lnTo>
                    <a:pt x="1555882" y="367"/>
                  </a:lnTo>
                  <a:lnTo>
                    <a:pt x="1563740" y="366"/>
                  </a:lnTo>
                  <a:lnTo>
                    <a:pt x="1571598" y="365"/>
                  </a:lnTo>
                  <a:lnTo>
                    <a:pt x="1579456" y="364"/>
                  </a:lnTo>
                  <a:lnTo>
                    <a:pt x="1587314" y="363"/>
                  </a:lnTo>
                  <a:lnTo>
                    <a:pt x="1595172" y="363"/>
                  </a:lnTo>
                  <a:lnTo>
                    <a:pt x="1603030" y="363"/>
                  </a:lnTo>
                  <a:lnTo>
                    <a:pt x="1610888" y="361"/>
                  </a:lnTo>
                  <a:lnTo>
                    <a:pt x="1618746" y="360"/>
                  </a:lnTo>
                  <a:lnTo>
                    <a:pt x="1626604" y="359"/>
                  </a:lnTo>
                  <a:lnTo>
                    <a:pt x="1634462" y="359"/>
                  </a:lnTo>
                  <a:lnTo>
                    <a:pt x="1642320" y="358"/>
                  </a:lnTo>
                  <a:lnTo>
                    <a:pt x="1650178" y="356"/>
                  </a:lnTo>
                  <a:lnTo>
                    <a:pt x="1658036" y="355"/>
                  </a:lnTo>
                  <a:lnTo>
                    <a:pt x="1665894" y="353"/>
                  </a:lnTo>
                  <a:lnTo>
                    <a:pt x="1673752" y="352"/>
                  </a:lnTo>
                  <a:lnTo>
                    <a:pt x="1681610" y="353"/>
                  </a:lnTo>
                  <a:lnTo>
                    <a:pt x="1689468" y="353"/>
                  </a:lnTo>
                  <a:lnTo>
                    <a:pt x="1697326" y="352"/>
                  </a:lnTo>
                  <a:lnTo>
                    <a:pt x="1705184" y="349"/>
                  </a:lnTo>
                  <a:lnTo>
                    <a:pt x="1713042" y="347"/>
                  </a:lnTo>
                  <a:lnTo>
                    <a:pt x="1720900" y="344"/>
                  </a:lnTo>
                  <a:lnTo>
                    <a:pt x="1728758" y="342"/>
                  </a:lnTo>
                  <a:lnTo>
                    <a:pt x="1736616" y="340"/>
                  </a:lnTo>
                  <a:lnTo>
                    <a:pt x="1744474" y="337"/>
                  </a:lnTo>
                  <a:lnTo>
                    <a:pt x="1752332" y="335"/>
                  </a:lnTo>
                  <a:lnTo>
                    <a:pt x="1760190" y="332"/>
                  </a:lnTo>
                  <a:lnTo>
                    <a:pt x="1768048" y="331"/>
                  </a:lnTo>
                  <a:lnTo>
                    <a:pt x="1775906" y="330"/>
                  </a:lnTo>
                  <a:lnTo>
                    <a:pt x="1783764" y="327"/>
                  </a:lnTo>
                  <a:lnTo>
                    <a:pt x="1791622" y="325"/>
                  </a:lnTo>
                  <a:lnTo>
                    <a:pt x="1799480" y="323"/>
                  </a:lnTo>
                  <a:lnTo>
                    <a:pt x="1807338" y="322"/>
                  </a:lnTo>
                  <a:lnTo>
                    <a:pt x="1815196" y="320"/>
                  </a:lnTo>
                  <a:lnTo>
                    <a:pt x="1823054" y="318"/>
                  </a:lnTo>
                  <a:lnTo>
                    <a:pt x="1830912" y="316"/>
                  </a:lnTo>
                  <a:lnTo>
                    <a:pt x="1838770" y="314"/>
                  </a:lnTo>
                  <a:lnTo>
                    <a:pt x="1846628" y="313"/>
                  </a:lnTo>
                  <a:lnTo>
                    <a:pt x="1854486" y="311"/>
                  </a:lnTo>
                  <a:lnTo>
                    <a:pt x="1862344" y="309"/>
                  </a:lnTo>
                  <a:lnTo>
                    <a:pt x="1870202" y="307"/>
                  </a:lnTo>
                  <a:lnTo>
                    <a:pt x="1878060" y="305"/>
                  </a:lnTo>
                  <a:lnTo>
                    <a:pt x="1885918" y="303"/>
                  </a:lnTo>
                  <a:lnTo>
                    <a:pt x="1893776" y="301"/>
                  </a:lnTo>
                  <a:lnTo>
                    <a:pt x="1901634" y="300"/>
                  </a:lnTo>
                  <a:lnTo>
                    <a:pt x="1909492" y="298"/>
                  </a:lnTo>
                  <a:lnTo>
                    <a:pt x="1917350" y="296"/>
                  </a:lnTo>
                  <a:lnTo>
                    <a:pt x="1925208" y="294"/>
                  </a:lnTo>
                  <a:lnTo>
                    <a:pt x="1933066" y="292"/>
                  </a:lnTo>
                  <a:lnTo>
                    <a:pt x="1940924" y="290"/>
                  </a:lnTo>
                  <a:lnTo>
                    <a:pt x="1948782" y="288"/>
                  </a:lnTo>
                  <a:lnTo>
                    <a:pt x="1956640" y="286"/>
                  </a:lnTo>
                  <a:lnTo>
                    <a:pt x="1964498" y="284"/>
                  </a:lnTo>
                  <a:lnTo>
                    <a:pt x="1972356" y="282"/>
                  </a:lnTo>
                  <a:lnTo>
                    <a:pt x="1980214" y="281"/>
                  </a:lnTo>
                  <a:lnTo>
                    <a:pt x="1988072" y="279"/>
                  </a:lnTo>
                  <a:lnTo>
                    <a:pt x="1995930" y="279"/>
                  </a:lnTo>
                  <a:lnTo>
                    <a:pt x="2003788" y="278"/>
                  </a:lnTo>
                  <a:lnTo>
                    <a:pt x="2011646" y="277"/>
                  </a:lnTo>
                  <a:lnTo>
                    <a:pt x="2019504" y="276"/>
                  </a:lnTo>
                  <a:lnTo>
                    <a:pt x="2027362" y="274"/>
                  </a:lnTo>
                  <a:lnTo>
                    <a:pt x="2035220" y="273"/>
                  </a:lnTo>
                  <a:lnTo>
                    <a:pt x="2035220" y="1024"/>
                  </a:lnTo>
                  <a:lnTo>
                    <a:pt x="2027362" y="1023"/>
                  </a:lnTo>
                  <a:lnTo>
                    <a:pt x="2019504" y="1022"/>
                  </a:lnTo>
                  <a:lnTo>
                    <a:pt x="2011646" y="1021"/>
                  </a:lnTo>
                  <a:lnTo>
                    <a:pt x="2003788" y="1020"/>
                  </a:lnTo>
                  <a:lnTo>
                    <a:pt x="1995930" y="1019"/>
                  </a:lnTo>
                  <a:lnTo>
                    <a:pt x="1988072" y="1019"/>
                  </a:lnTo>
                  <a:lnTo>
                    <a:pt x="1980214" y="1018"/>
                  </a:lnTo>
                  <a:lnTo>
                    <a:pt x="1972356" y="1017"/>
                  </a:lnTo>
                  <a:lnTo>
                    <a:pt x="1964498" y="1016"/>
                  </a:lnTo>
                  <a:lnTo>
                    <a:pt x="1956640" y="1015"/>
                  </a:lnTo>
                  <a:lnTo>
                    <a:pt x="1948782" y="1014"/>
                  </a:lnTo>
                  <a:lnTo>
                    <a:pt x="1940924" y="1013"/>
                  </a:lnTo>
                  <a:lnTo>
                    <a:pt x="1933066" y="1012"/>
                  </a:lnTo>
                  <a:lnTo>
                    <a:pt x="1925208" y="1012"/>
                  </a:lnTo>
                  <a:lnTo>
                    <a:pt x="1917350" y="1010"/>
                  </a:lnTo>
                  <a:lnTo>
                    <a:pt x="1909492" y="1009"/>
                  </a:lnTo>
                  <a:lnTo>
                    <a:pt x="1901634" y="1008"/>
                  </a:lnTo>
                  <a:lnTo>
                    <a:pt x="1893776" y="1007"/>
                  </a:lnTo>
                  <a:lnTo>
                    <a:pt x="1885918" y="1006"/>
                  </a:lnTo>
                  <a:lnTo>
                    <a:pt x="1878060" y="1005"/>
                  </a:lnTo>
                  <a:lnTo>
                    <a:pt x="1870202" y="1004"/>
                  </a:lnTo>
                  <a:lnTo>
                    <a:pt x="1862344" y="1003"/>
                  </a:lnTo>
                  <a:lnTo>
                    <a:pt x="1854486" y="1003"/>
                  </a:lnTo>
                  <a:lnTo>
                    <a:pt x="1846628" y="1002"/>
                  </a:lnTo>
                  <a:lnTo>
                    <a:pt x="1838770" y="1001"/>
                  </a:lnTo>
                  <a:lnTo>
                    <a:pt x="1830912" y="1001"/>
                  </a:lnTo>
                  <a:lnTo>
                    <a:pt x="1823054" y="1000"/>
                  </a:lnTo>
                  <a:lnTo>
                    <a:pt x="1815196" y="999"/>
                  </a:lnTo>
                  <a:lnTo>
                    <a:pt x="1807338" y="998"/>
                  </a:lnTo>
                  <a:lnTo>
                    <a:pt x="1799480" y="997"/>
                  </a:lnTo>
                  <a:lnTo>
                    <a:pt x="1791622" y="996"/>
                  </a:lnTo>
                  <a:lnTo>
                    <a:pt x="1783764" y="995"/>
                  </a:lnTo>
                  <a:lnTo>
                    <a:pt x="1775906" y="994"/>
                  </a:lnTo>
                  <a:lnTo>
                    <a:pt x="1768048" y="993"/>
                  </a:lnTo>
                  <a:lnTo>
                    <a:pt x="1760190" y="991"/>
                  </a:lnTo>
                  <a:lnTo>
                    <a:pt x="1752332" y="989"/>
                  </a:lnTo>
                  <a:lnTo>
                    <a:pt x="1744474" y="988"/>
                  </a:lnTo>
                  <a:lnTo>
                    <a:pt x="1736616" y="987"/>
                  </a:lnTo>
                  <a:lnTo>
                    <a:pt x="1728758" y="985"/>
                  </a:lnTo>
                  <a:lnTo>
                    <a:pt x="1720900" y="984"/>
                  </a:lnTo>
                  <a:lnTo>
                    <a:pt x="1713042" y="983"/>
                  </a:lnTo>
                  <a:lnTo>
                    <a:pt x="1705184" y="982"/>
                  </a:lnTo>
                  <a:lnTo>
                    <a:pt x="1697326" y="980"/>
                  </a:lnTo>
                  <a:lnTo>
                    <a:pt x="1689468" y="979"/>
                  </a:lnTo>
                  <a:lnTo>
                    <a:pt x="1681610" y="978"/>
                  </a:lnTo>
                  <a:lnTo>
                    <a:pt x="1673752" y="976"/>
                  </a:lnTo>
                  <a:lnTo>
                    <a:pt x="1665894" y="975"/>
                  </a:lnTo>
                  <a:lnTo>
                    <a:pt x="1658036" y="974"/>
                  </a:lnTo>
                  <a:lnTo>
                    <a:pt x="1650178" y="973"/>
                  </a:lnTo>
                  <a:lnTo>
                    <a:pt x="1642320" y="971"/>
                  </a:lnTo>
                  <a:lnTo>
                    <a:pt x="1634462" y="970"/>
                  </a:lnTo>
                  <a:lnTo>
                    <a:pt x="1626604" y="969"/>
                  </a:lnTo>
                  <a:lnTo>
                    <a:pt x="1618746" y="968"/>
                  </a:lnTo>
                  <a:lnTo>
                    <a:pt x="1610888" y="967"/>
                  </a:lnTo>
                  <a:lnTo>
                    <a:pt x="1603030" y="966"/>
                  </a:lnTo>
                  <a:lnTo>
                    <a:pt x="1595172" y="965"/>
                  </a:lnTo>
                  <a:lnTo>
                    <a:pt x="1587314" y="964"/>
                  </a:lnTo>
                  <a:lnTo>
                    <a:pt x="1579456" y="963"/>
                  </a:lnTo>
                  <a:lnTo>
                    <a:pt x="1571598" y="962"/>
                  </a:lnTo>
                  <a:lnTo>
                    <a:pt x="1563740" y="960"/>
                  </a:lnTo>
                  <a:lnTo>
                    <a:pt x="1555882" y="959"/>
                  </a:lnTo>
                  <a:lnTo>
                    <a:pt x="1548024" y="958"/>
                  </a:lnTo>
                  <a:lnTo>
                    <a:pt x="1540166" y="956"/>
                  </a:lnTo>
                  <a:lnTo>
                    <a:pt x="1532308" y="955"/>
                  </a:lnTo>
                  <a:lnTo>
                    <a:pt x="1524450" y="954"/>
                  </a:lnTo>
                  <a:lnTo>
                    <a:pt x="1516592" y="953"/>
                  </a:lnTo>
                  <a:lnTo>
                    <a:pt x="1508734" y="952"/>
                  </a:lnTo>
                  <a:lnTo>
                    <a:pt x="1500876" y="951"/>
                  </a:lnTo>
                  <a:lnTo>
                    <a:pt x="1493018" y="950"/>
                  </a:lnTo>
                  <a:lnTo>
                    <a:pt x="1485160" y="949"/>
                  </a:lnTo>
                  <a:lnTo>
                    <a:pt x="1477302" y="948"/>
                  </a:lnTo>
                  <a:lnTo>
                    <a:pt x="1469444" y="946"/>
                  </a:lnTo>
                  <a:lnTo>
                    <a:pt x="1461586" y="945"/>
                  </a:lnTo>
                  <a:lnTo>
                    <a:pt x="1453728" y="944"/>
                  </a:lnTo>
                  <a:lnTo>
                    <a:pt x="1445870" y="943"/>
                  </a:lnTo>
                  <a:lnTo>
                    <a:pt x="1438012" y="941"/>
                  </a:lnTo>
                  <a:lnTo>
                    <a:pt x="1430154" y="940"/>
                  </a:lnTo>
                  <a:lnTo>
                    <a:pt x="1422296" y="939"/>
                  </a:lnTo>
                  <a:lnTo>
                    <a:pt x="1414438" y="938"/>
                  </a:lnTo>
                  <a:lnTo>
                    <a:pt x="1406580" y="936"/>
                  </a:lnTo>
                  <a:lnTo>
                    <a:pt x="1398722" y="934"/>
                  </a:lnTo>
                  <a:lnTo>
                    <a:pt x="1390864" y="933"/>
                  </a:lnTo>
                  <a:lnTo>
                    <a:pt x="1383006" y="932"/>
                  </a:lnTo>
                  <a:lnTo>
                    <a:pt x="1375148" y="931"/>
                  </a:lnTo>
                  <a:lnTo>
                    <a:pt x="1367290" y="929"/>
                  </a:lnTo>
                  <a:lnTo>
                    <a:pt x="1359432" y="927"/>
                  </a:lnTo>
                  <a:lnTo>
                    <a:pt x="1351574" y="926"/>
                  </a:lnTo>
                  <a:lnTo>
                    <a:pt x="1343716" y="925"/>
                  </a:lnTo>
                  <a:lnTo>
                    <a:pt x="1335858" y="924"/>
                  </a:lnTo>
                  <a:lnTo>
                    <a:pt x="1328000" y="923"/>
                  </a:lnTo>
                  <a:lnTo>
                    <a:pt x="1320142" y="921"/>
                  </a:lnTo>
                  <a:lnTo>
                    <a:pt x="1312284" y="920"/>
                  </a:lnTo>
                  <a:lnTo>
                    <a:pt x="1304426" y="918"/>
                  </a:lnTo>
                  <a:lnTo>
                    <a:pt x="1296568" y="916"/>
                  </a:lnTo>
                  <a:lnTo>
                    <a:pt x="1288710" y="914"/>
                  </a:lnTo>
                  <a:lnTo>
                    <a:pt x="1280852" y="911"/>
                  </a:lnTo>
                  <a:lnTo>
                    <a:pt x="1272994" y="909"/>
                  </a:lnTo>
                  <a:lnTo>
                    <a:pt x="1265136" y="907"/>
                  </a:lnTo>
                  <a:lnTo>
                    <a:pt x="1257278" y="905"/>
                  </a:lnTo>
                  <a:lnTo>
                    <a:pt x="1249420" y="904"/>
                  </a:lnTo>
                  <a:lnTo>
                    <a:pt x="1241562" y="902"/>
                  </a:lnTo>
                  <a:lnTo>
                    <a:pt x="1233704" y="901"/>
                  </a:lnTo>
                  <a:lnTo>
                    <a:pt x="1225846" y="899"/>
                  </a:lnTo>
                  <a:lnTo>
                    <a:pt x="1217988" y="897"/>
                  </a:lnTo>
                  <a:lnTo>
                    <a:pt x="1210130" y="896"/>
                  </a:lnTo>
                  <a:lnTo>
                    <a:pt x="1202272" y="893"/>
                  </a:lnTo>
                  <a:lnTo>
                    <a:pt x="1194414" y="890"/>
                  </a:lnTo>
                  <a:lnTo>
                    <a:pt x="1186556" y="887"/>
                  </a:lnTo>
                  <a:lnTo>
                    <a:pt x="1178698" y="886"/>
                  </a:lnTo>
                  <a:lnTo>
                    <a:pt x="1170840" y="884"/>
                  </a:lnTo>
                  <a:lnTo>
                    <a:pt x="1162982" y="882"/>
                  </a:lnTo>
                  <a:lnTo>
                    <a:pt x="1155124" y="881"/>
                  </a:lnTo>
                  <a:lnTo>
                    <a:pt x="1147266" y="879"/>
                  </a:lnTo>
                  <a:lnTo>
                    <a:pt x="1139408" y="878"/>
                  </a:lnTo>
                  <a:lnTo>
                    <a:pt x="1131550" y="876"/>
                  </a:lnTo>
                  <a:lnTo>
                    <a:pt x="1123692" y="874"/>
                  </a:lnTo>
                  <a:lnTo>
                    <a:pt x="1115834" y="873"/>
                  </a:lnTo>
                  <a:lnTo>
                    <a:pt x="1107976" y="872"/>
                  </a:lnTo>
                  <a:lnTo>
                    <a:pt x="1100118" y="870"/>
                  </a:lnTo>
                  <a:lnTo>
                    <a:pt x="1092260" y="868"/>
                  </a:lnTo>
                  <a:lnTo>
                    <a:pt x="1084402" y="866"/>
                  </a:lnTo>
                  <a:lnTo>
                    <a:pt x="1076544" y="864"/>
                  </a:lnTo>
                  <a:lnTo>
                    <a:pt x="1068686" y="862"/>
                  </a:lnTo>
                  <a:lnTo>
                    <a:pt x="1060828" y="861"/>
                  </a:lnTo>
                  <a:lnTo>
                    <a:pt x="1052970" y="859"/>
                  </a:lnTo>
                  <a:lnTo>
                    <a:pt x="1045112" y="858"/>
                  </a:lnTo>
                  <a:lnTo>
                    <a:pt x="1037254" y="856"/>
                  </a:lnTo>
                  <a:lnTo>
                    <a:pt x="1029397" y="854"/>
                  </a:lnTo>
                  <a:lnTo>
                    <a:pt x="1021539" y="852"/>
                  </a:lnTo>
                  <a:lnTo>
                    <a:pt x="1013681" y="851"/>
                  </a:lnTo>
                  <a:lnTo>
                    <a:pt x="1005823" y="849"/>
                  </a:lnTo>
                  <a:lnTo>
                    <a:pt x="997965" y="847"/>
                  </a:lnTo>
                  <a:lnTo>
                    <a:pt x="990107" y="845"/>
                  </a:lnTo>
                  <a:lnTo>
                    <a:pt x="982249" y="844"/>
                  </a:lnTo>
                  <a:lnTo>
                    <a:pt x="974391" y="842"/>
                  </a:lnTo>
                  <a:lnTo>
                    <a:pt x="966533" y="840"/>
                  </a:lnTo>
                  <a:lnTo>
                    <a:pt x="958675" y="839"/>
                  </a:lnTo>
                  <a:lnTo>
                    <a:pt x="950817" y="837"/>
                  </a:lnTo>
                  <a:lnTo>
                    <a:pt x="942959" y="836"/>
                  </a:lnTo>
                  <a:lnTo>
                    <a:pt x="935101" y="834"/>
                  </a:lnTo>
                  <a:lnTo>
                    <a:pt x="927243" y="833"/>
                  </a:lnTo>
                  <a:lnTo>
                    <a:pt x="919385" y="832"/>
                  </a:lnTo>
                  <a:lnTo>
                    <a:pt x="911527" y="830"/>
                  </a:lnTo>
                  <a:lnTo>
                    <a:pt x="903669" y="829"/>
                  </a:lnTo>
                  <a:lnTo>
                    <a:pt x="895811" y="827"/>
                  </a:lnTo>
                  <a:lnTo>
                    <a:pt x="887953" y="827"/>
                  </a:lnTo>
                  <a:lnTo>
                    <a:pt x="880095" y="826"/>
                  </a:lnTo>
                  <a:lnTo>
                    <a:pt x="872237" y="824"/>
                  </a:lnTo>
                  <a:lnTo>
                    <a:pt x="864379" y="822"/>
                  </a:lnTo>
                  <a:lnTo>
                    <a:pt x="856521" y="820"/>
                  </a:lnTo>
                  <a:lnTo>
                    <a:pt x="848663" y="818"/>
                  </a:lnTo>
                  <a:lnTo>
                    <a:pt x="840805" y="816"/>
                  </a:lnTo>
                  <a:lnTo>
                    <a:pt x="832947" y="814"/>
                  </a:lnTo>
                  <a:lnTo>
                    <a:pt x="825089" y="812"/>
                  </a:lnTo>
                  <a:lnTo>
                    <a:pt x="817231" y="809"/>
                  </a:lnTo>
                  <a:lnTo>
                    <a:pt x="809373" y="807"/>
                  </a:lnTo>
                  <a:lnTo>
                    <a:pt x="801515" y="805"/>
                  </a:lnTo>
                  <a:lnTo>
                    <a:pt x="793657" y="803"/>
                  </a:lnTo>
                  <a:lnTo>
                    <a:pt x="785799" y="802"/>
                  </a:lnTo>
                  <a:lnTo>
                    <a:pt x="777941" y="801"/>
                  </a:lnTo>
                  <a:lnTo>
                    <a:pt x="770083" y="799"/>
                  </a:lnTo>
                  <a:lnTo>
                    <a:pt x="762225" y="797"/>
                  </a:lnTo>
                  <a:lnTo>
                    <a:pt x="754367" y="796"/>
                  </a:lnTo>
                  <a:lnTo>
                    <a:pt x="746509" y="794"/>
                  </a:lnTo>
                  <a:lnTo>
                    <a:pt x="738651" y="790"/>
                  </a:lnTo>
                  <a:lnTo>
                    <a:pt x="730793" y="787"/>
                  </a:lnTo>
                  <a:lnTo>
                    <a:pt x="722935" y="787"/>
                  </a:lnTo>
                  <a:lnTo>
                    <a:pt x="715077" y="786"/>
                  </a:lnTo>
                  <a:lnTo>
                    <a:pt x="707219" y="786"/>
                  </a:lnTo>
                  <a:lnTo>
                    <a:pt x="699361" y="783"/>
                  </a:lnTo>
                  <a:lnTo>
                    <a:pt x="691503" y="779"/>
                  </a:lnTo>
                  <a:lnTo>
                    <a:pt x="683645" y="775"/>
                  </a:lnTo>
                  <a:lnTo>
                    <a:pt x="675787" y="774"/>
                  </a:lnTo>
                  <a:lnTo>
                    <a:pt x="667929" y="773"/>
                  </a:lnTo>
                  <a:lnTo>
                    <a:pt x="660071" y="771"/>
                  </a:lnTo>
                  <a:lnTo>
                    <a:pt x="652213" y="769"/>
                  </a:lnTo>
                  <a:lnTo>
                    <a:pt x="644355" y="767"/>
                  </a:lnTo>
                  <a:lnTo>
                    <a:pt x="636497" y="765"/>
                  </a:lnTo>
                  <a:lnTo>
                    <a:pt x="628639" y="764"/>
                  </a:lnTo>
                  <a:lnTo>
                    <a:pt x="620781" y="763"/>
                  </a:lnTo>
                  <a:lnTo>
                    <a:pt x="612923" y="763"/>
                  </a:lnTo>
                  <a:lnTo>
                    <a:pt x="605065" y="760"/>
                  </a:lnTo>
                  <a:lnTo>
                    <a:pt x="597207" y="760"/>
                  </a:lnTo>
                  <a:lnTo>
                    <a:pt x="589349" y="757"/>
                  </a:lnTo>
                  <a:lnTo>
                    <a:pt x="581491" y="755"/>
                  </a:lnTo>
                  <a:lnTo>
                    <a:pt x="573633" y="753"/>
                  </a:lnTo>
                  <a:lnTo>
                    <a:pt x="565775" y="753"/>
                  </a:lnTo>
                  <a:lnTo>
                    <a:pt x="557917" y="751"/>
                  </a:lnTo>
                  <a:lnTo>
                    <a:pt x="550059" y="749"/>
                  </a:lnTo>
                  <a:lnTo>
                    <a:pt x="542201" y="747"/>
                  </a:lnTo>
                  <a:lnTo>
                    <a:pt x="534343" y="745"/>
                  </a:lnTo>
                  <a:lnTo>
                    <a:pt x="526485" y="744"/>
                  </a:lnTo>
                  <a:lnTo>
                    <a:pt x="518627" y="744"/>
                  </a:lnTo>
                  <a:lnTo>
                    <a:pt x="510769" y="743"/>
                  </a:lnTo>
                  <a:lnTo>
                    <a:pt x="502911" y="741"/>
                  </a:lnTo>
                  <a:lnTo>
                    <a:pt x="495053" y="741"/>
                  </a:lnTo>
                  <a:lnTo>
                    <a:pt x="487195" y="740"/>
                  </a:lnTo>
                  <a:lnTo>
                    <a:pt x="479337" y="739"/>
                  </a:lnTo>
                  <a:lnTo>
                    <a:pt x="471479" y="739"/>
                  </a:lnTo>
                  <a:lnTo>
                    <a:pt x="463621" y="739"/>
                  </a:lnTo>
                  <a:lnTo>
                    <a:pt x="455763" y="738"/>
                  </a:lnTo>
                  <a:lnTo>
                    <a:pt x="447905" y="737"/>
                  </a:lnTo>
                  <a:lnTo>
                    <a:pt x="440047" y="736"/>
                  </a:lnTo>
                  <a:lnTo>
                    <a:pt x="432189" y="735"/>
                  </a:lnTo>
                  <a:lnTo>
                    <a:pt x="424331" y="733"/>
                  </a:lnTo>
                  <a:lnTo>
                    <a:pt x="416473" y="731"/>
                  </a:lnTo>
                  <a:lnTo>
                    <a:pt x="408615" y="730"/>
                  </a:lnTo>
                  <a:lnTo>
                    <a:pt x="400757" y="731"/>
                  </a:lnTo>
                  <a:lnTo>
                    <a:pt x="392899" y="730"/>
                  </a:lnTo>
                  <a:lnTo>
                    <a:pt x="385041" y="728"/>
                  </a:lnTo>
                  <a:lnTo>
                    <a:pt x="377183" y="728"/>
                  </a:lnTo>
                  <a:lnTo>
                    <a:pt x="369325" y="727"/>
                  </a:lnTo>
                  <a:lnTo>
                    <a:pt x="361467" y="726"/>
                  </a:lnTo>
                  <a:lnTo>
                    <a:pt x="353609" y="725"/>
                  </a:lnTo>
                  <a:lnTo>
                    <a:pt x="345751" y="723"/>
                  </a:lnTo>
                  <a:lnTo>
                    <a:pt x="337893" y="722"/>
                  </a:lnTo>
                  <a:lnTo>
                    <a:pt x="330035" y="721"/>
                  </a:lnTo>
                  <a:lnTo>
                    <a:pt x="322177" y="719"/>
                  </a:lnTo>
                  <a:lnTo>
                    <a:pt x="314319" y="719"/>
                  </a:lnTo>
                  <a:lnTo>
                    <a:pt x="306461" y="717"/>
                  </a:lnTo>
                  <a:lnTo>
                    <a:pt x="298603" y="717"/>
                  </a:lnTo>
                  <a:lnTo>
                    <a:pt x="290745" y="716"/>
                  </a:lnTo>
                  <a:lnTo>
                    <a:pt x="282887" y="717"/>
                  </a:lnTo>
                  <a:lnTo>
                    <a:pt x="275029" y="716"/>
                  </a:lnTo>
                  <a:lnTo>
                    <a:pt x="267171" y="715"/>
                  </a:lnTo>
                  <a:lnTo>
                    <a:pt x="259313" y="714"/>
                  </a:lnTo>
                  <a:lnTo>
                    <a:pt x="251455" y="713"/>
                  </a:lnTo>
                  <a:lnTo>
                    <a:pt x="243597" y="712"/>
                  </a:lnTo>
                  <a:lnTo>
                    <a:pt x="235739" y="709"/>
                  </a:lnTo>
                  <a:lnTo>
                    <a:pt x="227881" y="710"/>
                  </a:lnTo>
                  <a:lnTo>
                    <a:pt x="220023" y="709"/>
                  </a:lnTo>
                  <a:lnTo>
                    <a:pt x="212165" y="706"/>
                  </a:lnTo>
                  <a:lnTo>
                    <a:pt x="204307" y="705"/>
                  </a:lnTo>
                  <a:lnTo>
                    <a:pt x="196449" y="705"/>
                  </a:lnTo>
                  <a:lnTo>
                    <a:pt x="188591" y="706"/>
                  </a:lnTo>
                  <a:lnTo>
                    <a:pt x="180733" y="706"/>
                  </a:lnTo>
                  <a:lnTo>
                    <a:pt x="172875" y="703"/>
                  </a:lnTo>
                  <a:lnTo>
                    <a:pt x="165017" y="700"/>
                  </a:lnTo>
                  <a:lnTo>
                    <a:pt x="157159" y="700"/>
                  </a:lnTo>
                  <a:lnTo>
                    <a:pt x="149301" y="699"/>
                  </a:lnTo>
                  <a:lnTo>
                    <a:pt x="141443" y="698"/>
                  </a:lnTo>
                  <a:lnTo>
                    <a:pt x="133585" y="697"/>
                  </a:lnTo>
                  <a:lnTo>
                    <a:pt x="125727" y="697"/>
                  </a:lnTo>
                  <a:lnTo>
                    <a:pt x="117869" y="696"/>
                  </a:lnTo>
                  <a:lnTo>
                    <a:pt x="110011" y="697"/>
                  </a:lnTo>
                  <a:lnTo>
                    <a:pt x="102153" y="697"/>
                  </a:lnTo>
                  <a:lnTo>
                    <a:pt x="94295" y="697"/>
                  </a:lnTo>
                  <a:lnTo>
                    <a:pt x="86437" y="697"/>
                  </a:lnTo>
                  <a:lnTo>
                    <a:pt x="78579" y="696"/>
                  </a:lnTo>
                  <a:lnTo>
                    <a:pt x="70721" y="696"/>
                  </a:lnTo>
                  <a:lnTo>
                    <a:pt x="62863" y="696"/>
                  </a:lnTo>
                  <a:lnTo>
                    <a:pt x="55005" y="697"/>
                  </a:lnTo>
                  <a:lnTo>
                    <a:pt x="47147" y="697"/>
                  </a:lnTo>
                  <a:lnTo>
                    <a:pt x="39289" y="698"/>
                  </a:lnTo>
                  <a:lnTo>
                    <a:pt x="31431" y="698"/>
                  </a:lnTo>
                  <a:lnTo>
                    <a:pt x="23573" y="698"/>
                  </a:lnTo>
                  <a:lnTo>
                    <a:pt x="15715" y="698"/>
                  </a:lnTo>
                  <a:lnTo>
                    <a:pt x="7857" y="698"/>
                  </a:lnTo>
                  <a:lnTo>
                    <a:pt x="0" y="698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6029658" y="2987245"/>
              <a:ext cx="2035220" cy="423"/>
            </a:xfrm>
            <a:custGeom>
              <a:avLst/>
              <a:pathLst>
                <a:path w="2035220" h="423">
                  <a:moveTo>
                    <a:pt x="0" y="0"/>
                  </a:moveTo>
                  <a:lnTo>
                    <a:pt x="7857" y="7"/>
                  </a:lnTo>
                  <a:lnTo>
                    <a:pt x="15715" y="13"/>
                  </a:lnTo>
                  <a:lnTo>
                    <a:pt x="23573" y="18"/>
                  </a:lnTo>
                  <a:lnTo>
                    <a:pt x="31431" y="26"/>
                  </a:lnTo>
                  <a:lnTo>
                    <a:pt x="39289" y="39"/>
                  </a:lnTo>
                  <a:lnTo>
                    <a:pt x="47147" y="52"/>
                  </a:lnTo>
                  <a:lnTo>
                    <a:pt x="55005" y="58"/>
                  </a:lnTo>
                  <a:lnTo>
                    <a:pt x="62863" y="66"/>
                  </a:lnTo>
                  <a:lnTo>
                    <a:pt x="70721" y="72"/>
                  </a:lnTo>
                  <a:lnTo>
                    <a:pt x="78579" y="76"/>
                  </a:lnTo>
                  <a:lnTo>
                    <a:pt x="86437" y="81"/>
                  </a:lnTo>
                  <a:lnTo>
                    <a:pt x="94295" y="89"/>
                  </a:lnTo>
                  <a:lnTo>
                    <a:pt x="102153" y="94"/>
                  </a:lnTo>
                  <a:lnTo>
                    <a:pt x="110011" y="100"/>
                  </a:lnTo>
                  <a:lnTo>
                    <a:pt x="117869" y="106"/>
                  </a:lnTo>
                  <a:lnTo>
                    <a:pt x="125727" y="113"/>
                  </a:lnTo>
                  <a:lnTo>
                    <a:pt x="133585" y="120"/>
                  </a:lnTo>
                  <a:lnTo>
                    <a:pt x="141443" y="126"/>
                  </a:lnTo>
                  <a:lnTo>
                    <a:pt x="149301" y="132"/>
                  </a:lnTo>
                  <a:lnTo>
                    <a:pt x="157159" y="137"/>
                  </a:lnTo>
                  <a:lnTo>
                    <a:pt x="165017" y="144"/>
                  </a:lnTo>
                  <a:lnTo>
                    <a:pt x="172875" y="152"/>
                  </a:lnTo>
                  <a:lnTo>
                    <a:pt x="180733" y="160"/>
                  </a:lnTo>
                  <a:lnTo>
                    <a:pt x="188591" y="161"/>
                  </a:lnTo>
                  <a:lnTo>
                    <a:pt x="196449" y="166"/>
                  </a:lnTo>
                  <a:lnTo>
                    <a:pt x="204307" y="171"/>
                  </a:lnTo>
                  <a:lnTo>
                    <a:pt x="212165" y="176"/>
                  </a:lnTo>
                  <a:lnTo>
                    <a:pt x="220023" y="183"/>
                  </a:lnTo>
                  <a:lnTo>
                    <a:pt x="227881" y="189"/>
                  </a:lnTo>
                  <a:lnTo>
                    <a:pt x="235739" y="198"/>
                  </a:lnTo>
                  <a:lnTo>
                    <a:pt x="243597" y="207"/>
                  </a:lnTo>
                  <a:lnTo>
                    <a:pt x="251455" y="216"/>
                  </a:lnTo>
                  <a:lnTo>
                    <a:pt x="259313" y="221"/>
                  </a:lnTo>
                  <a:lnTo>
                    <a:pt x="267171" y="228"/>
                  </a:lnTo>
                  <a:lnTo>
                    <a:pt x="275029" y="236"/>
                  </a:lnTo>
                  <a:lnTo>
                    <a:pt x="282887" y="241"/>
                  </a:lnTo>
                  <a:lnTo>
                    <a:pt x="290745" y="244"/>
                  </a:lnTo>
                  <a:lnTo>
                    <a:pt x="298603" y="251"/>
                  </a:lnTo>
                  <a:lnTo>
                    <a:pt x="306461" y="255"/>
                  </a:lnTo>
                  <a:lnTo>
                    <a:pt x="314319" y="258"/>
                  </a:lnTo>
                  <a:lnTo>
                    <a:pt x="322177" y="262"/>
                  </a:lnTo>
                  <a:lnTo>
                    <a:pt x="330035" y="270"/>
                  </a:lnTo>
                  <a:lnTo>
                    <a:pt x="337893" y="272"/>
                  </a:lnTo>
                  <a:lnTo>
                    <a:pt x="345751" y="275"/>
                  </a:lnTo>
                  <a:lnTo>
                    <a:pt x="353609" y="279"/>
                  </a:lnTo>
                  <a:lnTo>
                    <a:pt x="361467" y="282"/>
                  </a:lnTo>
                  <a:lnTo>
                    <a:pt x="369325" y="286"/>
                  </a:lnTo>
                  <a:lnTo>
                    <a:pt x="377183" y="289"/>
                  </a:lnTo>
                  <a:lnTo>
                    <a:pt x="385041" y="296"/>
                  </a:lnTo>
                  <a:lnTo>
                    <a:pt x="392899" y="300"/>
                  </a:lnTo>
                  <a:lnTo>
                    <a:pt x="400757" y="304"/>
                  </a:lnTo>
                  <a:lnTo>
                    <a:pt x="408615" y="310"/>
                  </a:lnTo>
                  <a:lnTo>
                    <a:pt x="416473" y="314"/>
                  </a:lnTo>
                  <a:lnTo>
                    <a:pt x="424331" y="319"/>
                  </a:lnTo>
                  <a:lnTo>
                    <a:pt x="432189" y="327"/>
                  </a:lnTo>
                  <a:lnTo>
                    <a:pt x="440047" y="331"/>
                  </a:lnTo>
                  <a:lnTo>
                    <a:pt x="447905" y="333"/>
                  </a:lnTo>
                  <a:lnTo>
                    <a:pt x="455763" y="335"/>
                  </a:lnTo>
                  <a:lnTo>
                    <a:pt x="463621" y="338"/>
                  </a:lnTo>
                  <a:lnTo>
                    <a:pt x="471479" y="341"/>
                  </a:lnTo>
                  <a:lnTo>
                    <a:pt x="479337" y="346"/>
                  </a:lnTo>
                  <a:lnTo>
                    <a:pt x="487195" y="350"/>
                  </a:lnTo>
                  <a:lnTo>
                    <a:pt x="495053" y="354"/>
                  </a:lnTo>
                  <a:lnTo>
                    <a:pt x="502911" y="354"/>
                  </a:lnTo>
                  <a:lnTo>
                    <a:pt x="510769" y="355"/>
                  </a:lnTo>
                  <a:lnTo>
                    <a:pt x="518627" y="360"/>
                  </a:lnTo>
                  <a:lnTo>
                    <a:pt x="526485" y="361"/>
                  </a:lnTo>
                  <a:lnTo>
                    <a:pt x="534343" y="363"/>
                  </a:lnTo>
                  <a:lnTo>
                    <a:pt x="542201" y="366"/>
                  </a:lnTo>
                  <a:lnTo>
                    <a:pt x="550059" y="367"/>
                  </a:lnTo>
                  <a:lnTo>
                    <a:pt x="557917" y="368"/>
                  </a:lnTo>
                  <a:lnTo>
                    <a:pt x="565775" y="368"/>
                  </a:lnTo>
                  <a:lnTo>
                    <a:pt x="573633" y="370"/>
                  </a:lnTo>
                  <a:lnTo>
                    <a:pt x="581491" y="373"/>
                  </a:lnTo>
                  <a:lnTo>
                    <a:pt x="589349" y="378"/>
                  </a:lnTo>
                  <a:lnTo>
                    <a:pt x="597207" y="381"/>
                  </a:lnTo>
                  <a:lnTo>
                    <a:pt x="605065" y="382"/>
                  </a:lnTo>
                  <a:lnTo>
                    <a:pt x="612923" y="385"/>
                  </a:lnTo>
                  <a:lnTo>
                    <a:pt x="620781" y="386"/>
                  </a:lnTo>
                  <a:lnTo>
                    <a:pt x="628639" y="389"/>
                  </a:lnTo>
                  <a:lnTo>
                    <a:pt x="636497" y="391"/>
                  </a:lnTo>
                  <a:lnTo>
                    <a:pt x="644355" y="393"/>
                  </a:lnTo>
                  <a:lnTo>
                    <a:pt x="652213" y="393"/>
                  </a:lnTo>
                  <a:lnTo>
                    <a:pt x="660071" y="394"/>
                  </a:lnTo>
                  <a:lnTo>
                    <a:pt x="667929" y="396"/>
                  </a:lnTo>
                  <a:lnTo>
                    <a:pt x="675787" y="397"/>
                  </a:lnTo>
                  <a:lnTo>
                    <a:pt x="683645" y="400"/>
                  </a:lnTo>
                  <a:lnTo>
                    <a:pt x="691503" y="402"/>
                  </a:lnTo>
                  <a:lnTo>
                    <a:pt x="699361" y="403"/>
                  </a:lnTo>
                  <a:lnTo>
                    <a:pt x="707219" y="405"/>
                  </a:lnTo>
                  <a:lnTo>
                    <a:pt x="715077" y="407"/>
                  </a:lnTo>
                  <a:lnTo>
                    <a:pt x="722935" y="408"/>
                  </a:lnTo>
                  <a:lnTo>
                    <a:pt x="730793" y="410"/>
                  </a:lnTo>
                  <a:lnTo>
                    <a:pt x="738651" y="411"/>
                  </a:lnTo>
                  <a:lnTo>
                    <a:pt x="746509" y="413"/>
                  </a:lnTo>
                  <a:lnTo>
                    <a:pt x="754367" y="414"/>
                  </a:lnTo>
                  <a:lnTo>
                    <a:pt x="762225" y="416"/>
                  </a:lnTo>
                  <a:lnTo>
                    <a:pt x="770083" y="416"/>
                  </a:lnTo>
                  <a:lnTo>
                    <a:pt x="777941" y="415"/>
                  </a:lnTo>
                  <a:lnTo>
                    <a:pt x="785799" y="415"/>
                  </a:lnTo>
                  <a:lnTo>
                    <a:pt x="793657" y="415"/>
                  </a:lnTo>
                  <a:lnTo>
                    <a:pt x="801515" y="417"/>
                  </a:lnTo>
                  <a:lnTo>
                    <a:pt x="809373" y="418"/>
                  </a:lnTo>
                  <a:lnTo>
                    <a:pt x="817231" y="418"/>
                  </a:lnTo>
                  <a:lnTo>
                    <a:pt x="825089" y="419"/>
                  </a:lnTo>
                  <a:lnTo>
                    <a:pt x="832947" y="418"/>
                  </a:lnTo>
                  <a:lnTo>
                    <a:pt x="840805" y="420"/>
                  </a:lnTo>
                  <a:lnTo>
                    <a:pt x="848663" y="419"/>
                  </a:lnTo>
                  <a:lnTo>
                    <a:pt x="856521" y="419"/>
                  </a:lnTo>
                  <a:lnTo>
                    <a:pt x="864379" y="419"/>
                  </a:lnTo>
                  <a:lnTo>
                    <a:pt x="872237" y="419"/>
                  </a:lnTo>
                  <a:lnTo>
                    <a:pt x="880095" y="418"/>
                  </a:lnTo>
                  <a:lnTo>
                    <a:pt x="887953" y="419"/>
                  </a:lnTo>
                  <a:lnTo>
                    <a:pt x="895811" y="419"/>
                  </a:lnTo>
                  <a:lnTo>
                    <a:pt x="903669" y="418"/>
                  </a:lnTo>
                  <a:lnTo>
                    <a:pt x="911527" y="418"/>
                  </a:lnTo>
                  <a:lnTo>
                    <a:pt x="919385" y="418"/>
                  </a:lnTo>
                  <a:lnTo>
                    <a:pt x="927243" y="418"/>
                  </a:lnTo>
                  <a:lnTo>
                    <a:pt x="935101" y="418"/>
                  </a:lnTo>
                  <a:lnTo>
                    <a:pt x="942959" y="418"/>
                  </a:lnTo>
                  <a:lnTo>
                    <a:pt x="950817" y="418"/>
                  </a:lnTo>
                  <a:lnTo>
                    <a:pt x="958675" y="420"/>
                  </a:lnTo>
                  <a:lnTo>
                    <a:pt x="966533" y="421"/>
                  </a:lnTo>
                  <a:lnTo>
                    <a:pt x="974391" y="422"/>
                  </a:lnTo>
                  <a:lnTo>
                    <a:pt x="982249" y="423"/>
                  </a:lnTo>
                  <a:lnTo>
                    <a:pt x="990107" y="423"/>
                  </a:lnTo>
                  <a:lnTo>
                    <a:pt x="997965" y="422"/>
                  </a:lnTo>
                  <a:lnTo>
                    <a:pt x="1005823" y="421"/>
                  </a:lnTo>
                  <a:lnTo>
                    <a:pt x="1013681" y="421"/>
                  </a:lnTo>
                  <a:lnTo>
                    <a:pt x="1021539" y="419"/>
                  </a:lnTo>
                  <a:lnTo>
                    <a:pt x="1029397" y="417"/>
                  </a:lnTo>
                  <a:lnTo>
                    <a:pt x="1037254" y="418"/>
                  </a:lnTo>
                  <a:lnTo>
                    <a:pt x="1045112" y="418"/>
                  </a:lnTo>
                  <a:lnTo>
                    <a:pt x="1052970" y="418"/>
                  </a:lnTo>
                  <a:lnTo>
                    <a:pt x="1060828" y="416"/>
                  </a:lnTo>
                  <a:lnTo>
                    <a:pt x="1068686" y="414"/>
                  </a:lnTo>
                  <a:lnTo>
                    <a:pt x="1076544" y="412"/>
                  </a:lnTo>
                  <a:lnTo>
                    <a:pt x="1084402" y="413"/>
                  </a:lnTo>
                  <a:lnTo>
                    <a:pt x="1092260" y="414"/>
                  </a:lnTo>
                  <a:lnTo>
                    <a:pt x="1100118" y="413"/>
                  </a:lnTo>
                  <a:lnTo>
                    <a:pt x="1107976" y="411"/>
                  </a:lnTo>
                  <a:lnTo>
                    <a:pt x="1115834" y="411"/>
                  </a:lnTo>
                  <a:lnTo>
                    <a:pt x="1123692" y="410"/>
                  </a:lnTo>
                  <a:lnTo>
                    <a:pt x="1131550" y="410"/>
                  </a:lnTo>
                  <a:lnTo>
                    <a:pt x="1139408" y="408"/>
                  </a:lnTo>
                  <a:lnTo>
                    <a:pt x="1147266" y="407"/>
                  </a:lnTo>
                  <a:lnTo>
                    <a:pt x="1155124" y="406"/>
                  </a:lnTo>
                  <a:lnTo>
                    <a:pt x="1162982" y="406"/>
                  </a:lnTo>
                  <a:lnTo>
                    <a:pt x="1170840" y="406"/>
                  </a:lnTo>
                  <a:lnTo>
                    <a:pt x="1178698" y="405"/>
                  </a:lnTo>
                  <a:lnTo>
                    <a:pt x="1186556" y="406"/>
                  </a:lnTo>
                  <a:lnTo>
                    <a:pt x="1194414" y="406"/>
                  </a:lnTo>
                  <a:lnTo>
                    <a:pt x="1202272" y="406"/>
                  </a:lnTo>
                  <a:lnTo>
                    <a:pt x="1210130" y="404"/>
                  </a:lnTo>
                  <a:lnTo>
                    <a:pt x="1217988" y="404"/>
                  </a:lnTo>
                  <a:lnTo>
                    <a:pt x="1225846" y="403"/>
                  </a:lnTo>
                  <a:lnTo>
                    <a:pt x="1233704" y="403"/>
                  </a:lnTo>
                  <a:lnTo>
                    <a:pt x="1241562" y="403"/>
                  </a:lnTo>
                  <a:lnTo>
                    <a:pt x="1249420" y="402"/>
                  </a:lnTo>
                  <a:lnTo>
                    <a:pt x="1257278" y="402"/>
                  </a:lnTo>
                  <a:lnTo>
                    <a:pt x="1265136" y="401"/>
                  </a:lnTo>
                  <a:lnTo>
                    <a:pt x="1272994" y="400"/>
                  </a:lnTo>
                  <a:lnTo>
                    <a:pt x="1280852" y="399"/>
                  </a:lnTo>
                  <a:lnTo>
                    <a:pt x="1288710" y="398"/>
                  </a:lnTo>
                  <a:lnTo>
                    <a:pt x="1296568" y="398"/>
                  </a:lnTo>
                  <a:lnTo>
                    <a:pt x="1304426" y="398"/>
                  </a:lnTo>
                  <a:lnTo>
                    <a:pt x="1312284" y="396"/>
                  </a:lnTo>
                  <a:lnTo>
                    <a:pt x="1320142" y="395"/>
                  </a:lnTo>
                  <a:lnTo>
                    <a:pt x="1328000" y="394"/>
                  </a:lnTo>
                  <a:lnTo>
                    <a:pt x="1335858" y="392"/>
                  </a:lnTo>
                  <a:lnTo>
                    <a:pt x="1343716" y="391"/>
                  </a:lnTo>
                  <a:lnTo>
                    <a:pt x="1351574" y="390"/>
                  </a:lnTo>
                  <a:lnTo>
                    <a:pt x="1359432" y="390"/>
                  </a:lnTo>
                  <a:lnTo>
                    <a:pt x="1367290" y="390"/>
                  </a:lnTo>
                  <a:lnTo>
                    <a:pt x="1375148" y="390"/>
                  </a:lnTo>
                  <a:lnTo>
                    <a:pt x="1383006" y="390"/>
                  </a:lnTo>
                  <a:lnTo>
                    <a:pt x="1390864" y="389"/>
                  </a:lnTo>
                  <a:lnTo>
                    <a:pt x="1398722" y="389"/>
                  </a:lnTo>
                  <a:lnTo>
                    <a:pt x="1406580" y="389"/>
                  </a:lnTo>
                  <a:lnTo>
                    <a:pt x="1414438" y="389"/>
                  </a:lnTo>
                  <a:lnTo>
                    <a:pt x="1422296" y="388"/>
                  </a:lnTo>
                  <a:lnTo>
                    <a:pt x="1430154" y="389"/>
                  </a:lnTo>
                  <a:lnTo>
                    <a:pt x="1438012" y="389"/>
                  </a:lnTo>
                  <a:lnTo>
                    <a:pt x="1445870" y="387"/>
                  </a:lnTo>
                  <a:lnTo>
                    <a:pt x="1453728" y="385"/>
                  </a:lnTo>
                  <a:lnTo>
                    <a:pt x="1461586" y="385"/>
                  </a:lnTo>
                  <a:lnTo>
                    <a:pt x="1469444" y="384"/>
                  </a:lnTo>
                  <a:lnTo>
                    <a:pt x="1477302" y="383"/>
                  </a:lnTo>
                  <a:lnTo>
                    <a:pt x="1485160" y="382"/>
                  </a:lnTo>
                  <a:lnTo>
                    <a:pt x="1493018" y="381"/>
                  </a:lnTo>
                  <a:lnTo>
                    <a:pt x="1500876" y="379"/>
                  </a:lnTo>
                  <a:lnTo>
                    <a:pt x="1508734" y="378"/>
                  </a:lnTo>
                  <a:lnTo>
                    <a:pt x="1516592" y="376"/>
                  </a:lnTo>
                  <a:lnTo>
                    <a:pt x="1524450" y="374"/>
                  </a:lnTo>
                  <a:lnTo>
                    <a:pt x="1532308" y="372"/>
                  </a:lnTo>
                  <a:lnTo>
                    <a:pt x="1540166" y="371"/>
                  </a:lnTo>
                  <a:lnTo>
                    <a:pt x="1548024" y="369"/>
                  </a:lnTo>
                  <a:lnTo>
                    <a:pt x="1555882" y="367"/>
                  </a:lnTo>
                  <a:lnTo>
                    <a:pt x="1563740" y="366"/>
                  </a:lnTo>
                  <a:lnTo>
                    <a:pt x="1571598" y="365"/>
                  </a:lnTo>
                  <a:lnTo>
                    <a:pt x="1579456" y="364"/>
                  </a:lnTo>
                  <a:lnTo>
                    <a:pt x="1587314" y="363"/>
                  </a:lnTo>
                  <a:lnTo>
                    <a:pt x="1595172" y="363"/>
                  </a:lnTo>
                  <a:lnTo>
                    <a:pt x="1603030" y="363"/>
                  </a:lnTo>
                  <a:lnTo>
                    <a:pt x="1610888" y="361"/>
                  </a:lnTo>
                  <a:lnTo>
                    <a:pt x="1618746" y="360"/>
                  </a:lnTo>
                  <a:lnTo>
                    <a:pt x="1626604" y="359"/>
                  </a:lnTo>
                  <a:lnTo>
                    <a:pt x="1634462" y="359"/>
                  </a:lnTo>
                  <a:lnTo>
                    <a:pt x="1642320" y="358"/>
                  </a:lnTo>
                  <a:lnTo>
                    <a:pt x="1650178" y="356"/>
                  </a:lnTo>
                  <a:lnTo>
                    <a:pt x="1658036" y="355"/>
                  </a:lnTo>
                  <a:lnTo>
                    <a:pt x="1665894" y="353"/>
                  </a:lnTo>
                  <a:lnTo>
                    <a:pt x="1673752" y="352"/>
                  </a:lnTo>
                  <a:lnTo>
                    <a:pt x="1681610" y="353"/>
                  </a:lnTo>
                  <a:lnTo>
                    <a:pt x="1689468" y="353"/>
                  </a:lnTo>
                  <a:lnTo>
                    <a:pt x="1697326" y="352"/>
                  </a:lnTo>
                  <a:lnTo>
                    <a:pt x="1705184" y="349"/>
                  </a:lnTo>
                  <a:lnTo>
                    <a:pt x="1713042" y="347"/>
                  </a:lnTo>
                  <a:lnTo>
                    <a:pt x="1720900" y="344"/>
                  </a:lnTo>
                  <a:lnTo>
                    <a:pt x="1728758" y="342"/>
                  </a:lnTo>
                  <a:lnTo>
                    <a:pt x="1736616" y="340"/>
                  </a:lnTo>
                  <a:lnTo>
                    <a:pt x="1744474" y="337"/>
                  </a:lnTo>
                  <a:lnTo>
                    <a:pt x="1752332" y="335"/>
                  </a:lnTo>
                  <a:lnTo>
                    <a:pt x="1760190" y="332"/>
                  </a:lnTo>
                  <a:lnTo>
                    <a:pt x="1768048" y="331"/>
                  </a:lnTo>
                  <a:lnTo>
                    <a:pt x="1775906" y="330"/>
                  </a:lnTo>
                  <a:lnTo>
                    <a:pt x="1783764" y="327"/>
                  </a:lnTo>
                  <a:lnTo>
                    <a:pt x="1791622" y="325"/>
                  </a:lnTo>
                  <a:lnTo>
                    <a:pt x="1799480" y="323"/>
                  </a:lnTo>
                  <a:lnTo>
                    <a:pt x="1807338" y="322"/>
                  </a:lnTo>
                  <a:lnTo>
                    <a:pt x="1815196" y="320"/>
                  </a:lnTo>
                  <a:lnTo>
                    <a:pt x="1823054" y="318"/>
                  </a:lnTo>
                  <a:lnTo>
                    <a:pt x="1830912" y="316"/>
                  </a:lnTo>
                  <a:lnTo>
                    <a:pt x="1838770" y="314"/>
                  </a:lnTo>
                  <a:lnTo>
                    <a:pt x="1846628" y="313"/>
                  </a:lnTo>
                  <a:lnTo>
                    <a:pt x="1854486" y="311"/>
                  </a:lnTo>
                  <a:lnTo>
                    <a:pt x="1862344" y="309"/>
                  </a:lnTo>
                  <a:lnTo>
                    <a:pt x="1870202" y="307"/>
                  </a:lnTo>
                  <a:lnTo>
                    <a:pt x="1878060" y="305"/>
                  </a:lnTo>
                  <a:lnTo>
                    <a:pt x="1885918" y="303"/>
                  </a:lnTo>
                  <a:lnTo>
                    <a:pt x="1893776" y="301"/>
                  </a:lnTo>
                  <a:lnTo>
                    <a:pt x="1901634" y="300"/>
                  </a:lnTo>
                  <a:lnTo>
                    <a:pt x="1909492" y="298"/>
                  </a:lnTo>
                  <a:lnTo>
                    <a:pt x="1917350" y="296"/>
                  </a:lnTo>
                  <a:lnTo>
                    <a:pt x="1925208" y="294"/>
                  </a:lnTo>
                  <a:lnTo>
                    <a:pt x="1933066" y="292"/>
                  </a:lnTo>
                  <a:lnTo>
                    <a:pt x="1940924" y="290"/>
                  </a:lnTo>
                  <a:lnTo>
                    <a:pt x="1948782" y="288"/>
                  </a:lnTo>
                  <a:lnTo>
                    <a:pt x="1956640" y="286"/>
                  </a:lnTo>
                  <a:lnTo>
                    <a:pt x="1964498" y="284"/>
                  </a:lnTo>
                  <a:lnTo>
                    <a:pt x="1972356" y="282"/>
                  </a:lnTo>
                  <a:lnTo>
                    <a:pt x="1980214" y="281"/>
                  </a:lnTo>
                  <a:lnTo>
                    <a:pt x="1988072" y="279"/>
                  </a:lnTo>
                  <a:lnTo>
                    <a:pt x="1995930" y="279"/>
                  </a:lnTo>
                  <a:lnTo>
                    <a:pt x="2003788" y="278"/>
                  </a:lnTo>
                  <a:lnTo>
                    <a:pt x="2011646" y="277"/>
                  </a:lnTo>
                  <a:lnTo>
                    <a:pt x="2019504" y="276"/>
                  </a:lnTo>
                  <a:lnTo>
                    <a:pt x="2027362" y="274"/>
                  </a:lnTo>
                  <a:lnTo>
                    <a:pt x="2035220" y="2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6029658" y="2987941"/>
              <a:ext cx="2035220" cy="327"/>
            </a:xfrm>
            <a:custGeom>
              <a:avLst/>
              <a:pathLst>
                <a:path w="2035220" h="327">
                  <a:moveTo>
                    <a:pt x="2035220" y="327"/>
                  </a:moveTo>
                  <a:lnTo>
                    <a:pt x="2027362" y="327"/>
                  </a:lnTo>
                  <a:lnTo>
                    <a:pt x="2019504" y="325"/>
                  </a:lnTo>
                  <a:lnTo>
                    <a:pt x="2011646" y="325"/>
                  </a:lnTo>
                  <a:lnTo>
                    <a:pt x="2003788" y="324"/>
                  </a:lnTo>
                  <a:lnTo>
                    <a:pt x="1995930" y="323"/>
                  </a:lnTo>
                  <a:lnTo>
                    <a:pt x="1988072" y="322"/>
                  </a:lnTo>
                  <a:lnTo>
                    <a:pt x="1980214" y="321"/>
                  </a:lnTo>
                  <a:lnTo>
                    <a:pt x="1972356" y="320"/>
                  </a:lnTo>
                  <a:lnTo>
                    <a:pt x="1964498" y="319"/>
                  </a:lnTo>
                  <a:lnTo>
                    <a:pt x="1956640" y="319"/>
                  </a:lnTo>
                  <a:lnTo>
                    <a:pt x="1948782" y="317"/>
                  </a:lnTo>
                  <a:lnTo>
                    <a:pt x="1940924" y="317"/>
                  </a:lnTo>
                  <a:lnTo>
                    <a:pt x="1933066" y="316"/>
                  </a:lnTo>
                  <a:lnTo>
                    <a:pt x="1925208" y="315"/>
                  </a:lnTo>
                  <a:lnTo>
                    <a:pt x="1917350" y="314"/>
                  </a:lnTo>
                  <a:lnTo>
                    <a:pt x="1909492" y="313"/>
                  </a:lnTo>
                  <a:lnTo>
                    <a:pt x="1901634" y="312"/>
                  </a:lnTo>
                  <a:lnTo>
                    <a:pt x="1893776" y="311"/>
                  </a:lnTo>
                  <a:lnTo>
                    <a:pt x="1885918" y="310"/>
                  </a:lnTo>
                  <a:lnTo>
                    <a:pt x="1878060" y="309"/>
                  </a:lnTo>
                  <a:lnTo>
                    <a:pt x="1870202" y="308"/>
                  </a:lnTo>
                  <a:lnTo>
                    <a:pt x="1862344" y="307"/>
                  </a:lnTo>
                  <a:lnTo>
                    <a:pt x="1854486" y="306"/>
                  </a:lnTo>
                  <a:lnTo>
                    <a:pt x="1846628" y="305"/>
                  </a:lnTo>
                  <a:lnTo>
                    <a:pt x="1838770" y="305"/>
                  </a:lnTo>
                  <a:lnTo>
                    <a:pt x="1830912" y="304"/>
                  </a:lnTo>
                  <a:lnTo>
                    <a:pt x="1823054" y="303"/>
                  </a:lnTo>
                  <a:lnTo>
                    <a:pt x="1815196" y="302"/>
                  </a:lnTo>
                  <a:lnTo>
                    <a:pt x="1807338" y="301"/>
                  </a:lnTo>
                  <a:lnTo>
                    <a:pt x="1799480" y="300"/>
                  </a:lnTo>
                  <a:lnTo>
                    <a:pt x="1791622" y="299"/>
                  </a:lnTo>
                  <a:lnTo>
                    <a:pt x="1783764" y="298"/>
                  </a:lnTo>
                  <a:lnTo>
                    <a:pt x="1775906" y="297"/>
                  </a:lnTo>
                  <a:lnTo>
                    <a:pt x="1768048" y="296"/>
                  </a:lnTo>
                  <a:lnTo>
                    <a:pt x="1760190" y="295"/>
                  </a:lnTo>
                  <a:lnTo>
                    <a:pt x="1752332" y="293"/>
                  </a:lnTo>
                  <a:lnTo>
                    <a:pt x="1744474" y="292"/>
                  </a:lnTo>
                  <a:lnTo>
                    <a:pt x="1736616" y="291"/>
                  </a:lnTo>
                  <a:lnTo>
                    <a:pt x="1728758" y="288"/>
                  </a:lnTo>
                  <a:lnTo>
                    <a:pt x="1720900" y="287"/>
                  </a:lnTo>
                  <a:lnTo>
                    <a:pt x="1713042" y="286"/>
                  </a:lnTo>
                  <a:lnTo>
                    <a:pt x="1705184" y="285"/>
                  </a:lnTo>
                  <a:lnTo>
                    <a:pt x="1697326" y="284"/>
                  </a:lnTo>
                  <a:lnTo>
                    <a:pt x="1689468" y="283"/>
                  </a:lnTo>
                  <a:lnTo>
                    <a:pt x="1681610" y="282"/>
                  </a:lnTo>
                  <a:lnTo>
                    <a:pt x="1673752" y="280"/>
                  </a:lnTo>
                  <a:lnTo>
                    <a:pt x="1665894" y="278"/>
                  </a:lnTo>
                  <a:lnTo>
                    <a:pt x="1658036" y="277"/>
                  </a:lnTo>
                  <a:lnTo>
                    <a:pt x="1650178" y="276"/>
                  </a:lnTo>
                  <a:lnTo>
                    <a:pt x="1642320" y="275"/>
                  </a:lnTo>
                  <a:lnTo>
                    <a:pt x="1634462" y="274"/>
                  </a:lnTo>
                  <a:lnTo>
                    <a:pt x="1626604" y="273"/>
                  </a:lnTo>
                  <a:lnTo>
                    <a:pt x="1618746" y="272"/>
                  </a:lnTo>
                  <a:lnTo>
                    <a:pt x="1610888" y="271"/>
                  </a:lnTo>
                  <a:lnTo>
                    <a:pt x="1603030" y="270"/>
                  </a:lnTo>
                  <a:lnTo>
                    <a:pt x="1595172" y="269"/>
                  </a:lnTo>
                  <a:lnTo>
                    <a:pt x="1587314" y="267"/>
                  </a:lnTo>
                  <a:lnTo>
                    <a:pt x="1579456" y="266"/>
                  </a:lnTo>
                  <a:lnTo>
                    <a:pt x="1571598" y="265"/>
                  </a:lnTo>
                  <a:lnTo>
                    <a:pt x="1563740" y="264"/>
                  </a:lnTo>
                  <a:lnTo>
                    <a:pt x="1555882" y="263"/>
                  </a:lnTo>
                  <a:lnTo>
                    <a:pt x="1548024" y="261"/>
                  </a:lnTo>
                  <a:lnTo>
                    <a:pt x="1540166" y="260"/>
                  </a:lnTo>
                  <a:lnTo>
                    <a:pt x="1532308" y="259"/>
                  </a:lnTo>
                  <a:lnTo>
                    <a:pt x="1524450" y="257"/>
                  </a:lnTo>
                  <a:lnTo>
                    <a:pt x="1516592" y="256"/>
                  </a:lnTo>
                  <a:lnTo>
                    <a:pt x="1508734" y="256"/>
                  </a:lnTo>
                  <a:lnTo>
                    <a:pt x="1500876" y="255"/>
                  </a:lnTo>
                  <a:lnTo>
                    <a:pt x="1493018" y="254"/>
                  </a:lnTo>
                  <a:lnTo>
                    <a:pt x="1485160" y="252"/>
                  </a:lnTo>
                  <a:lnTo>
                    <a:pt x="1477302" y="251"/>
                  </a:lnTo>
                  <a:lnTo>
                    <a:pt x="1469444" y="250"/>
                  </a:lnTo>
                  <a:lnTo>
                    <a:pt x="1461586" y="249"/>
                  </a:lnTo>
                  <a:lnTo>
                    <a:pt x="1453728" y="247"/>
                  </a:lnTo>
                  <a:lnTo>
                    <a:pt x="1445870" y="246"/>
                  </a:lnTo>
                  <a:lnTo>
                    <a:pt x="1438012" y="245"/>
                  </a:lnTo>
                  <a:lnTo>
                    <a:pt x="1430154" y="244"/>
                  </a:lnTo>
                  <a:lnTo>
                    <a:pt x="1422296" y="243"/>
                  </a:lnTo>
                  <a:lnTo>
                    <a:pt x="1414438" y="241"/>
                  </a:lnTo>
                  <a:lnTo>
                    <a:pt x="1406580" y="240"/>
                  </a:lnTo>
                  <a:lnTo>
                    <a:pt x="1398722" y="237"/>
                  </a:lnTo>
                  <a:lnTo>
                    <a:pt x="1390864" y="236"/>
                  </a:lnTo>
                  <a:lnTo>
                    <a:pt x="1383006" y="235"/>
                  </a:lnTo>
                  <a:lnTo>
                    <a:pt x="1375148" y="234"/>
                  </a:lnTo>
                  <a:lnTo>
                    <a:pt x="1367290" y="232"/>
                  </a:lnTo>
                  <a:lnTo>
                    <a:pt x="1359432" y="231"/>
                  </a:lnTo>
                  <a:lnTo>
                    <a:pt x="1351574" y="230"/>
                  </a:lnTo>
                  <a:lnTo>
                    <a:pt x="1343716" y="229"/>
                  </a:lnTo>
                  <a:lnTo>
                    <a:pt x="1335858" y="228"/>
                  </a:lnTo>
                  <a:lnTo>
                    <a:pt x="1328000" y="226"/>
                  </a:lnTo>
                  <a:lnTo>
                    <a:pt x="1320142" y="225"/>
                  </a:lnTo>
                  <a:lnTo>
                    <a:pt x="1312284" y="223"/>
                  </a:lnTo>
                  <a:lnTo>
                    <a:pt x="1304426" y="222"/>
                  </a:lnTo>
                  <a:lnTo>
                    <a:pt x="1296568" y="220"/>
                  </a:lnTo>
                  <a:lnTo>
                    <a:pt x="1288710" y="217"/>
                  </a:lnTo>
                  <a:lnTo>
                    <a:pt x="1280852" y="215"/>
                  </a:lnTo>
                  <a:lnTo>
                    <a:pt x="1272994" y="212"/>
                  </a:lnTo>
                  <a:lnTo>
                    <a:pt x="1265136" y="210"/>
                  </a:lnTo>
                  <a:lnTo>
                    <a:pt x="1257278" y="209"/>
                  </a:lnTo>
                  <a:lnTo>
                    <a:pt x="1249420" y="207"/>
                  </a:lnTo>
                  <a:lnTo>
                    <a:pt x="1241562" y="206"/>
                  </a:lnTo>
                  <a:lnTo>
                    <a:pt x="1233704" y="205"/>
                  </a:lnTo>
                  <a:lnTo>
                    <a:pt x="1225846" y="203"/>
                  </a:lnTo>
                  <a:lnTo>
                    <a:pt x="1217988" y="201"/>
                  </a:lnTo>
                  <a:lnTo>
                    <a:pt x="1210130" y="199"/>
                  </a:lnTo>
                  <a:lnTo>
                    <a:pt x="1202272" y="197"/>
                  </a:lnTo>
                  <a:lnTo>
                    <a:pt x="1194414" y="194"/>
                  </a:lnTo>
                  <a:lnTo>
                    <a:pt x="1186556" y="191"/>
                  </a:lnTo>
                  <a:lnTo>
                    <a:pt x="1178698" y="189"/>
                  </a:lnTo>
                  <a:lnTo>
                    <a:pt x="1170840" y="188"/>
                  </a:lnTo>
                  <a:lnTo>
                    <a:pt x="1162982" y="186"/>
                  </a:lnTo>
                  <a:lnTo>
                    <a:pt x="1155124" y="184"/>
                  </a:lnTo>
                  <a:lnTo>
                    <a:pt x="1147266" y="183"/>
                  </a:lnTo>
                  <a:lnTo>
                    <a:pt x="1139408" y="182"/>
                  </a:lnTo>
                  <a:lnTo>
                    <a:pt x="1131550" y="180"/>
                  </a:lnTo>
                  <a:lnTo>
                    <a:pt x="1123692" y="178"/>
                  </a:lnTo>
                  <a:lnTo>
                    <a:pt x="1115834" y="177"/>
                  </a:lnTo>
                  <a:lnTo>
                    <a:pt x="1107976" y="175"/>
                  </a:lnTo>
                  <a:lnTo>
                    <a:pt x="1100118" y="173"/>
                  </a:lnTo>
                  <a:lnTo>
                    <a:pt x="1092260" y="171"/>
                  </a:lnTo>
                  <a:lnTo>
                    <a:pt x="1084402" y="170"/>
                  </a:lnTo>
                  <a:lnTo>
                    <a:pt x="1076544" y="168"/>
                  </a:lnTo>
                  <a:lnTo>
                    <a:pt x="1068686" y="166"/>
                  </a:lnTo>
                  <a:lnTo>
                    <a:pt x="1060828" y="164"/>
                  </a:lnTo>
                  <a:lnTo>
                    <a:pt x="1052970" y="163"/>
                  </a:lnTo>
                  <a:lnTo>
                    <a:pt x="1045112" y="161"/>
                  </a:lnTo>
                  <a:lnTo>
                    <a:pt x="1037254" y="159"/>
                  </a:lnTo>
                  <a:lnTo>
                    <a:pt x="1029397" y="158"/>
                  </a:lnTo>
                  <a:lnTo>
                    <a:pt x="1021539" y="156"/>
                  </a:lnTo>
                  <a:lnTo>
                    <a:pt x="1013681" y="154"/>
                  </a:lnTo>
                  <a:lnTo>
                    <a:pt x="1005823" y="152"/>
                  </a:lnTo>
                  <a:lnTo>
                    <a:pt x="997965" y="151"/>
                  </a:lnTo>
                  <a:lnTo>
                    <a:pt x="990107" y="149"/>
                  </a:lnTo>
                  <a:lnTo>
                    <a:pt x="982249" y="147"/>
                  </a:lnTo>
                  <a:lnTo>
                    <a:pt x="974391" y="145"/>
                  </a:lnTo>
                  <a:lnTo>
                    <a:pt x="966533" y="143"/>
                  </a:lnTo>
                  <a:lnTo>
                    <a:pt x="958675" y="142"/>
                  </a:lnTo>
                  <a:lnTo>
                    <a:pt x="950817" y="141"/>
                  </a:lnTo>
                  <a:lnTo>
                    <a:pt x="942959" y="139"/>
                  </a:lnTo>
                  <a:lnTo>
                    <a:pt x="935101" y="137"/>
                  </a:lnTo>
                  <a:lnTo>
                    <a:pt x="927243" y="136"/>
                  </a:lnTo>
                  <a:lnTo>
                    <a:pt x="919385" y="135"/>
                  </a:lnTo>
                  <a:lnTo>
                    <a:pt x="911527" y="134"/>
                  </a:lnTo>
                  <a:lnTo>
                    <a:pt x="903669" y="132"/>
                  </a:lnTo>
                  <a:lnTo>
                    <a:pt x="895811" y="131"/>
                  </a:lnTo>
                  <a:lnTo>
                    <a:pt x="887953" y="130"/>
                  </a:lnTo>
                  <a:lnTo>
                    <a:pt x="880095" y="129"/>
                  </a:lnTo>
                  <a:lnTo>
                    <a:pt x="872237" y="127"/>
                  </a:lnTo>
                  <a:lnTo>
                    <a:pt x="864379" y="125"/>
                  </a:lnTo>
                  <a:lnTo>
                    <a:pt x="856521" y="123"/>
                  </a:lnTo>
                  <a:lnTo>
                    <a:pt x="848663" y="121"/>
                  </a:lnTo>
                  <a:lnTo>
                    <a:pt x="840805" y="119"/>
                  </a:lnTo>
                  <a:lnTo>
                    <a:pt x="832947" y="117"/>
                  </a:lnTo>
                  <a:lnTo>
                    <a:pt x="825089" y="115"/>
                  </a:lnTo>
                  <a:lnTo>
                    <a:pt x="817231" y="113"/>
                  </a:lnTo>
                  <a:lnTo>
                    <a:pt x="809373" y="111"/>
                  </a:lnTo>
                  <a:lnTo>
                    <a:pt x="801515" y="109"/>
                  </a:lnTo>
                  <a:lnTo>
                    <a:pt x="793657" y="107"/>
                  </a:lnTo>
                  <a:lnTo>
                    <a:pt x="785799" y="105"/>
                  </a:lnTo>
                  <a:lnTo>
                    <a:pt x="777941" y="104"/>
                  </a:lnTo>
                  <a:lnTo>
                    <a:pt x="770083" y="103"/>
                  </a:lnTo>
                  <a:lnTo>
                    <a:pt x="762225" y="101"/>
                  </a:lnTo>
                  <a:lnTo>
                    <a:pt x="754367" y="99"/>
                  </a:lnTo>
                  <a:lnTo>
                    <a:pt x="746509" y="97"/>
                  </a:lnTo>
                  <a:lnTo>
                    <a:pt x="738651" y="94"/>
                  </a:lnTo>
                  <a:lnTo>
                    <a:pt x="730793" y="91"/>
                  </a:lnTo>
                  <a:lnTo>
                    <a:pt x="722935" y="90"/>
                  </a:lnTo>
                  <a:lnTo>
                    <a:pt x="715077" y="90"/>
                  </a:lnTo>
                  <a:lnTo>
                    <a:pt x="707219" y="89"/>
                  </a:lnTo>
                  <a:lnTo>
                    <a:pt x="699361" y="87"/>
                  </a:lnTo>
                  <a:lnTo>
                    <a:pt x="691503" y="83"/>
                  </a:lnTo>
                  <a:lnTo>
                    <a:pt x="683645" y="78"/>
                  </a:lnTo>
                  <a:lnTo>
                    <a:pt x="675787" y="77"/>
                  </a:lnTo>
                  <a:lnTo>
                    <a:pt x="667929" y="76"/>
                  </a:lnTo>
                  <a:lnTo>
                    <a:pt x="660071" y="74"/>
                  </a:lnTo>
                  <a:lnTo>
                    <a:pt x="652213" y="73"/>
                  </a:lnTo>
                  <a:lnTo>
                    <a:pt x="644355" y="70"/>
                  </a:lnTo>
                  <a:lnTo>
                    <a:pt x="636497" y="68"/>
                  </a:lnTo>
                  <a:lnTo>
                    <a:pt x="628639" y="67"/>
                  </a:lnTo>
                  <a:lnTo>
                    <a:pt x="620781" y="67"/>
                  </a:lnTo>
                  <a:lnTo>
                    <a:pt x="612923" y="66"/>
                  </a:lnTo>
                  <a:lnTo>
                    <a:pt x="605065" y="64"/>
                  </a:lnTo>
                  <a:lnTo>
                    <a:pt x="597207" y="63"/>
                  </a:lnTo>
                  <a:lnTo>
                    <a:pt x="589349" y="61"/>
                  </a:lnTo>
                  <a:lnTo>
                    <a:pt x="581491" y="59"/>
                  </a:lnTo>
                  <a:lnTo>
                    <a:pt x="573633" y="57"/>
                  </a:lnTo>
                  <a:lnTo>
                    <a:pt x="565775" y="56"/>
                  </a:lnTo>
                  <a:lnTo>
                    <a:pt x="557917" y="54"/>
                  </a:lnTo>
                  <a:lnTo>
                    <a:pt x="550059" y="53"/>
                  </a:lnTo>
                  <a:lnTo>
                    <a:pt x="542201" y="51"/>
                  </a:lnTo>
                  <a:lnTo>
                    <a:pt x="534343" y="49"/>
                  </a:lnTo>
                  <a:lnTo>
                    <a:pt x="526485" y="48"/>
                  </a:lnTo>
                  <a:lnTo>
                    <a:pt x="518627" y="47"/>
                  </a:lnTo>
                  <a:lnTo>
                    <a:pt x="510769" y="46"/>
                  </a:lnTo>
                  <a:lnTo>
                    <a:pt x="502911" y="45"/>
                  </a:lnTo>
                  <a:lnTo>
                    <a:pt x="495053" y="44"/>
                  </a:lnTo>
                  <a:lnTo>
                    <a:pt x="487195" y="44"/>
                  </a:lnTo>
                  <a:lnTo>
                    <a:pt x="479337" y="43"/>
                  </a:lnTo>
                  <a:lnTo>
                    <a:pt x="471479" y="42"/>
                  </a:lnTo>
                  <a:lnTo>
                    <a:pt x="463621" y="42"/>
                  </a:lnTo>
                  <a:lnTo>
                    <a:pt x="455763" y="41"/>
                  </a:lnTo>
                  <a:lnTo>
                    <a:pt x="447905" y="41"/>
                  </a:lnTo>
                  <a:lnTo>
                    <a:pt x="440047" y="40"/>
                  </a:lnTo>
                  <a:lnTo>
                    <a:pt x="432189" y="39"/>
                  </a:lnTo>
                  <a:lnTo>
                    <a:pt x="424331" y="36"/>
                  </a:lnTo>
                  <a:lnTo>
                    <a:pt x="416473" y="35"/>
                  </a:lnTo>
                  <a:lnTo>
                    <a:pt x="408615" y="34"/>
                  </a:lnTo>
                  <a:lnTo>
                    <a:pt x="400757" y="35"/>
                  </a:lnTo>
                  <a:lnTo>
                    <a:pt x="392899" y="34"/>
                  </a:lnTo>
                  <a:lnTo>
                    <a:pt x="385041" y="32"/>
                  </a:lnTo>
                  <a:lnTo>
                    <a:pt x="377183" y="31"/>
                  </a:lnTo>
                  <a:lnTo>
                    <a:pt x="369325" y="31"/>
                  </a:lnTo>
                  <a:lnTo>
                    <a:pt x="361467" y="29"/>
                  </a:lnTo>
                  <a:lnTo>
                    <a:pt x="353609" y="28"/>
                  </a:lnTo>
                  <a:lnTo>
                    <a:pt x="345751" y="27"/>
                  </a:lnTo>
                  <a:lnTo>
                    <a:pt x="337893" y="26"/>
                  </a:lnTo>
                  <a:lnTo>
                    <a:pt x="330035" y="25"/>
                  </a:lnTo>
                  <a:lnTo>
                    <a:pt x="322177" y="23"/>
                  </a:lnTo>
                  <a:lnTo>
                    <a:pt x="314319" y="22"/>
                  </a:lnTo>
                  <a:lnTo>
                    <a:pt x="306461" y="21"/>
                  </a:lnTo>
                  <a:lnTo>
                    <a:pt x="298603" y="20"/>
                  </a:lnTo>
                  <a:lnTo>
                    <a:pt x="290745" y="19"/>
                  </a:lnTo>
                  <a:lnTo>
                    <a:pt x="282887" y="20"/>
                  </a:lnTo>
                  <a:lnTo>
                    <a:pt x="275029" y="19"/>
                  </a:lnTo>
                  <a:lnTo>
                    <a:pt x="267171" y="19"/>
                  </a:lnTo>
                  <a:lnTo>
                    <a:pt x="259313" y="18"/>
                  </a:lnTo>
                  <a:lnTo>
                    <a:pt x="251455" y="16"/>
                  </a:lnTo>
                  <a:lnTo>
                    <a:pt x="243597" y="15"/>
                  </a:lnTo>
                  <a:lnTo>
                    <a:pt x="235739" y="13"/>
                  </a:lnTo>
                  <a:lnTo>
                    <a:pt x="227881" y="13"/>
                  </a:lnTo>
                  <a:lnTo>
                    <a:pt x="220023" y="13"/>
                  </a:lnTo>
                  <a:lnTo>
                    <a:pt x="212165" y="10"/>
                  </a:lnTo>
                  <a:lnTo>
                    <a:pt x="204307" y="8"/>
                  </a:lnTo>
                  <a:lnTo>
                    <a:pt x="196449" y="9"/>
                  </a:lnTo>
                  <a:lnTo>
                    <a:pt x="188591" y="9"/>
                  </a:lnTo>
                  <a:lnTo>
                    <a:pt x="180733" y="10"/>
                  </a:lnTo>
                  <a:lnTo>
                    <a:pt x="172875" y="7"/>
                  </a:lnTo>
                  <a:lnTo>
                    <a:pt x="165017" y="4"/>
                  </a:lnTo>
                  <a:lnTo>
                    <a:pt x="157159" y="3"/>
                  </a:lnTo>
                  <a:lnTo>
                    <a:pt x="149301" y="2"/>
                  </a:lnTo>
                  <a:lnTo>
                    <a:pt x="141443" y="2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1"/>
                  </a:lnTo>
                  <a:lnTo>
                    <a:pt x="94295" y="1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1"/>
                  </a:lnTo>
                  <a:lnTo>
                    <a:pt x="39289" y="1"/>
                  </a:lnTo>
                  <a:lnTo>
                    <a:pt x="31431" y="2"/>
                  </a:lnTo>
                  <a:lnTo>
                    <a:pt x="23573" y="1"/>
                  </a:lnTo>
                  <a:lnTo>
                    <a:pt x="15715" y="2"/>
                  </a:lnTo>
                  <a:lnTo>
                    <a:pt x="7857" y="2"/>
                  </a:lnTo>
                  <a:lnTo>
                    <a:pt x="0" y="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6029658" y="2937565"/>
              <a:ext cx="2035220" cy="50758"/>
            </a:xfrm>
            <a:custGeom>
              <a:avLst/>
              <a:pathLst>
                <a:path w="2035220" h="50758">
                  <a:moveTo>
                    <a:pt x="0" y="50139"/>
                  </a:moveTo>
                  <a:lnTo>
                    <a:pt x="7857" y="50142"/>
                  </a:lnTo>
                  <a:lnTo>
                    <a:pt x="15715" y="50153"/>
                  </a:lnTo>
                  <a:lnTo>
                    <a:pt x="23573" y="50155"/>
                  </a:lnTo>
                  <a:lnTo>
                    <a:pt x="31431" y="50157"/>
                  </a:lnTo>
                  <a:lnTo>
                    <a:pt x="39289" y="50159"/>
                  </a:lnTo>
                  <a:lnTo>
                    <a:pt x="47147" y="50162"/>
                  </a:lnTo>
                  <a:lnTo>
                    <a:pt x="55005" y="50164"/>
                  </a:lnTo>
                  <a:lnTo>
                    <a:pt x="62863" y="50165"/>
                  </a:lnTo>
                  <a:lnTo>
                    <a:pt x="70721" y="50170"/>
                  </a:lnTo>
                  <a:lnTo>
                    <a:pt x="78579" y="50174"/>
                  </a:lnTo>
                  <a:lnTo>
                    <a:pt x="86437" y="50173"/>
                  </a:lnTo>
                  <a:lnTo>
                    <a:pt x="94295" y="50176"/>
                  </a:lnTo>
                  <a:lnTo>
                    <a:pt x="102153" y="50177"/>
                  </a:lnTo>
                  <a:lnTo>
                    <a:pt x="110011" y="50177"/>
                  </a:lnTo>
                  <a:lnTo>
                    <a:pt x="117869" y="50178"/>
                  </a:lnTo>
                  <a:lnTo>
                    <a:pt x="125727" y="50178"/>
                  </a:lnTo>
                  <a:lnTo>
                    <a:pt x="133585" y="50176"/>
                  </a:lnTo>
                  <a:lnTo>
                    <a:pt x="141443" y="50176"/>
                  </a:lnTo>
                  <a:lnTo>
                    <a:pt x="149301" y="50177"/>
                  </a:lnTo>
                  <a:lnTo>
                    <a:pt x="157159" y="50177"/>
                  </a:lnTo>
                  <a:lnTo>
                    <a:pt x="165017" y="50175"/>
                  </a:lnTo>
                  <a:lnTo>
                    <a:pt x="172875" y="50172"/>
                  </a:lnTo>
                  <a:lnTo>
                    <a:pt x="180733" y="50169"/>
                  </a:lnTo>
                  <a:lnTo>
                    <a:pt x="188591" y="50169"/>
                  </a:lnTo>
                  <a:lnTo>
                    <a:pt x="196449" y="50167"/>
                  </a:lnTo>
                  <a:lnTo>
                    <a:pt x="204307" y="50166"/>
                  </a:lnTo>
                  <a:lnTo>
                    <a:pt x="212165" y="50164"/>
                  </a:lnTo>
                  <a:lnTo>
                    <a:pt x="220023" y="50162"/>
                  </a:lnTo>
                  <a:lnTo>
                    <a:pt x="227881" y="50160"/>
                  </a:lnTo>
                  <a:lnTo>
                    <a:pt x="235739" y="50155"/>
                  </a:lnTo>
                  <a:lnTo>
                    <a:pt x="243597" y="50151"/>
                  </a:lnTo>
                  <a:lnTo>
                    <a:pt x="251455" y="50145"/>
                  </a:lnTo>
                  <a:lnTo>
                    <a:pt x="259313" y="50142"/>
                  </a:lnTo>
                  <a:lnTo>
                    <a:pt x="267171" y="50139"/>
                  </a:lnTo>
                  <a:lnTo>
                    <a:pt x="275029" y="50134"/>
                  </a:lnTo>
                  <a:lnTo>
                    <a:pt x="282887" y="50130"/>
                  </a:lnTo>
                  <a:lnTo>
                    <a:pt x="290745" y="50125"/>
                  </a:lnTo>
                  <a:lnTo>
                    <a:pt x="298603" y="50119"/>
                  </a:lnTo>
                  <a:lnTo>
                    <a:pt x="306461" y="50113"/>
                  </a:lnTo>
                  <a:lnTo>
                    <a:pt x="314319" y="50104"/>
                  </a:lnTo>
                  <a:lnTo>
                    <a:pt x="322177" y="50095"/>
                  </a:lnTo>
                  <a:lnTo>
                    <a:pt x="330035" y="50087"/>
                  </a:lnTo>
                  <a:lnTo>
                    <a:pt x="337893" y="50078"/>
                  </a:lnTo>
                  <a:lnTo>
                    <a:pt x="345751" y="50070"/>
                  </a:lnTo>
                  <a:lnTo>
                    <a:pt x="353609" y="50062"/>
                  </a:lnTo>
                  <a:lnTo>
                    <a:pt x="361467" y="50051"/>
                  </a:lnTo>
                  <a:lnTo>
                    <a:pt x="369325" y="50042"/>
                  </a:lnTo>
                  <a:lnTo>
                    <a:pt x="377183" y="50034"/>
                  </a:lnTo>
                  <a:lnTo>
                    <a:pt x="385041" y="50023"/>
                  </a:lnTo>
                  <a:lnTo>
                    <a:pt x="392899" y="50016"/>
                  </a:lnTo>
                  <a:lnTo>
                    <a:pt x="400757" y="50006"/>
                  </a:lnTo>
                  <a:lnTo>
                    <a:pt x="408615" y="49998"/>
                  </a:lnTo>
                  <a:lnTo>
                    <a:pt x="416473" y="49989"/>
                  </a:lnTo>
                  <a:lnTo>
                    <a:pt x="424331" y="49977"/>
                  </a:lnTo>
                  <a:lnTo>
                    <a:pt x="432189" y="49970"/>
                  </a:lnTo>
                  <a:lnTo>
                    <a:pt x="440047" y="49961"/>
                  </a:lnTo>
                  <a:lnTo>
                    <a:pt x="447905" y="49947"/>
                  </a:lnTo>
                  <a:lnTo>
                    <a:pt x="455763" y="49936"/>
                  </a:lnTo>
                  <a:lnTo>
                    <a:pt x="463621" y="49924"/>
                  </a:lnTo>
                  <a:lnTo>
                    <a:pt x="471479" y="49915"/>
                  </a:lnTo>
                  <a:lnTo>
                    <a:pt x="479337" y="49904"/>
                  </a:lnTo>
                  <a:lnTo>
                    <a:pt x="487195" y="49893"/>
                  </a:lnTo>
                  <a:lnTo>
                    <a:pt x="495053" y="49887"/>
                  </a:lnTo>
                  <a:lnTo>
                    <a:pt x="502911" y="49873"/>
                  </a:lnTo>
                  <a:lnTo>
                    <a:pt x="510769" y="49860"/>
                  </a:lnTo>
                  <a:lnTo>
                    <a:pt x="518627" y="49848"/>
                  </a:lnTo>
                  <a:lnTo>
                    <a:pt x="526485" y="49836"/>
                  </a:lnTo>
                  <a:lnTo>
                    <a:pt x="534343" y="49818"/>
                  </a:lnTo>
                  <a:lnTo>
                    <a:pt x="542201" y="49798"/>
                  </a:lnTo>
                  <a:lnTo>
                    <a:pt x="550059" y="49785"/>
                  </a:lnTo>
                  <a:lnTo>
                    <a:pt x="557917" y="49772"/>
                  </a:lnTo>
                  <a:lnTo>
                    <a:pt x="565775" y="49753"/>
                  </a:lnTo>
                  <a:lnTo>
                    <a:pt x="573633" y="49730"/>
                  </a:lnTo>
                  <a:lnTo>
                    <a:pt x="581491" y="49715"/>
                  </a:lnTo>
                  <a:lnTo>
                    <a:pt x="589349" y="49700"/>
                  </a:lnTo>
                  <a:lnTo>
                    <a:pt x="597207" y="49686"/>
                  </a:lnTo>
                  <a:lnTo>
                    <a:pt x="605065" y="49669"/>
                  </a:lnTo>
                  <a:lnTo>
                    <a:pt x="612923" y="49641"/>
                  </a:lnTo>
                  <a:lnTo>
                    <a:pt x="620781" y="49618"/>
                  </a:lnTo>
                  <a:lnTo>
                    <a:pt x="628639" y="49603"/>
                  </a:lnTo>
                  <a:lnTo>
                    <a:pt x="636497" y="49585"/>
                  </a:lnTo>
                  <a:lnTo>
                    <a:pt x="644355" y="49556"/>
                  </a:lnTo>
                  <a:lnTo>
                    <a:pt x="652213" y="49525"/>
                  </a:lnTo>
                  <a:lnTo>
                    <a:pt x="660071" y="49493"/>
                  </a:lnTo>
                  <a:lnTo>
                    <a:pt x="667929" y="49462"/>
                  </a:lnTo>
                  <a:lnTo>
                    <a:pt x="675787" y="49439"/>
                  </a:lnTo>
                  <a:lnTo>
                    <a:pt x="683645" y="49416"/>
                  </a:lnTo>
                  <a:lnTo>
                    <a:pt x="691503" y="49402"/>
                  </a:lnTo>
                  <a:lnTo>
                    <a:pt x="699361" y="49391"/>
                  </a:lnTo>
                  <a:lnTo>
                    <a:pt x="707219" y="49364"/>
                  </a:lnTo>
                  <a:lnTo>
                    <a:pt x="715077" y="49344"/>
                  </a:lnTo>
                  <a:lnTo>
                    <a:pt x="722935" y="49327"/>
                  </a:lnTo>
                  <a:lnTo>
                    <a:pt x="730793" y="49300"/>
                  </a:lnTo>
                  <a:lnTo>
                    <a:pt x="738651" y="49274"/>
                  </a:lnTo>
                  <a:lnTo>
                    <a:pt x="746509" y="49246"/>
                  </a:lnTo>
                  <a:lnTo>
                    <a:pt x="754367" y="49210"/>
                  </a:lnTo>
                  <a:lnTo>
                    <a:pt x="762225" y="49174"/>
                  </a:lnTo>
                  <a:lnTo>
                    <a:pt x="770083" y="49138"/>
                  </a:lnTo>
                  <a:lnTo>
                    <a:pt x="777941" y="49099"/>
                  </a:lnTo>
                  <a:lnTo>
                    <a:pt x="785799" y="49060"/>
                  </a:lnTo>
                  <a:lnTo>
                    <a:pt x="793657" y="49021"/>
                  </a:lnTo>
                  <a:lnTo>
                    <a:pt x="801515" y="48988"/>
                  </a:lnTo>
                  <a:lnTo>
                    <a:pt x="809373" y="48952"/>
                  </a:lnTo>
                  <a:lnTo>
                    <a:pt x="817231" y="48918"/>
                  </a:lnTo>
                  <a:lnTo>
                    <a:pt x="825089" y="48885"/>
                  </a:lnTo>
                  <a:lnTo>
                    <a:pt x="832947" y="48851"/>
                  </a:lnTo>
                  <a:lnTo>
                    <a:pt x="840805" y="48817"/>
                  </a:lnTo>
                  <a:lnTo>
                    <a:pt x="848663" y="48782"/>
                  </a:lnTo>
                  <a:lnTo>
                    <a:pt x="856521" y="48741"/>
                  </a:lnTo>
                  <a:lnTo>
                    <a:pt x="864379" y="48692"/>
                  </a:lnTo>
                  <a:lnTo>
                    <a:pt x="872237" y="48649"/>
                  </a:lnTo>
                  <a:lnTo>
                    <a:pt x="880095" y="48609"/>
                  </a:lnTo>
                  <a:lnTo>
                    <a:pt x="887953" y="48569"/>
                  </a:lnTo>
                  <a:lnTo>
                    <a:pt x="895811" y="48528"/>
                  </a:lnTo>
                  <a:lnTo>
                    <a:pt x="903669" y="48484"/>
                  </a:lnTo>
                  <a:lnTo>
                    <a:pt x="911527" y="48443"/>
                  </a:lnTo>
                  <a:lnTo>
                    <a:pt x="919385" y="48399"/>
                  </a:lnTo>
                  <a:lnTo>
                    <a:pt x="927243" y="48355"/>
                  </a:lnTo>
                  <a:lnTo>
                    <a:pt x="935101" y="48309"/>
                  </a:lnTo>
                  <a:lnTo>
                    <a:pt x="942959" y="48260"/>
                  </a:lnTo>
                  <a:lnTo>
                    <a:pt x="950817" y="48206"/>
                  </a:lnTo>
                  <a:lnTo>
                    <a:pt x="958675" y="48151"/>
                  </a:lnTo>
                  <a:lnTo>
                    <a:pt x="966533" y="48095"/>
                  </a:lnTo>
                  <a:lnTo>
                    <a:pt x="974391" y="48037"/>
                  </a:lnTo>
                  <a:lnTo>
                    <a:pt x="982249" y="47978"/>
                  </a:lnTo>
                  <a:lnTo>
                    <a:pt x="990107" y="47918"/>
                  </a:lnTo>
                  <a:lnTo>
                    <a:pt x="997965" y="47857"/>
                  </a:lnTo>
                  <a:lnTo>
                    <a:pt x="1005823" y="47798"/>
                  </a:lnTo>
                  <a:lnTo>
                    <a:pt x="1013681" y="47747"/>
                  </a:lnTo>
                  <a:lnTo>
                    <a:pt x="1021539" y="47695"/>
                  </a:lnTo>
                  <a:lnTo>
                    <a:pt x="1029397" y="47642"/>
                  </a:lnTo>
                  <a:lnTo>
                    <a:pt x="1037254" y="47589"/>
                  </a:lnTo>
                  <a:lnTo>
                    <a:pt x="1045112" y="47535"/>
                  </a:lnTo>
                  <a:lnTo>
                    <a:pt x="1052970" y="47479"/>
                  </a:lnTo>
                  <a:lnTo>
                    <a:pt x="1060828" y="47423"/>
                  </a:lnTo>
                  <a:lnTo>
                    <a:pt x="1068686" y="47359"/>
                  </a:lnTo>
                  <a:lnTo>
                    <a:pt x="1076544" y="47274"/>
                  </a:lnTo>
                  <a:lnTo>
                    <a:pt x="1084402" y="47186"/>
                  </a:lnTo>
                  <a:lnTo>
                    <a:pt x="1092260" y="47118"/>
                  </a:lnTo>
                  <a:lnTo>
                    <a:pt x="1100118" y="47028"/>
                  </a:lnTo>
                  <a:lnTo>
                    <a:pt x="1107976" y="46924"/>
                  </a:lnTo>
                  <a:lnTo>
                    <a:pt x="1115834" y="46817"/>
                  </a:lnTo>
                  <a:lnTo>
                    <a:pt x="1123692" y="46709"/>
                  </a:lnTo>
                  <a:lnTo>
                    <a:pt x="1131550" y="46605"/>
                  </a:lnTo>
                  <a:lnTo>
                    <a:pt x="1139408" y="46499"/>
                  </a:lnTo>
                  <a:lnTo>
                    <a:pt x="1147266" y="46390"/>
                  </a:lnTo>
                  <a:lnTo>
                    <a:pt x="1155124" y="46292"/>
                  </a:lnTo>
                  <a:lnTo>
                    <a:pt x="1162982" y="46175"/>
                  </a:lnTo>
                  <a:lnTo>
                    <a:pt x="1170840" y="46057"/>
                  </a:lnTo>
                  <a:lnTo>
                    <a:pt x="1178698" y="45951"/>
                  </a:lnTo>
                  <a:lnTo>
                    <a:pt x="1186556" y="45844"/>
                  </a:lnTo>
                  <a:lnTo>
                    <a:pt x="1194414" y="45734"/>
                  </a:lnTo>
                  <a:lnTo>
                    <a:pt x="1202272" y="45619"/>
                  </a:lnTo>
                  <a:lnTo>
                    <a:pt x="1210130" y="45488"/>
                  </a:lnTo>
                  <a:lnTo>
                    <a:pt x="1217988" y="45354"/>
                  </a:lnTo>
                  <a:lnTo>
                    <a:pt x="1225846" y="45222"/>
                  </a:lnTo>
                  <a:lnTo>
                    <a:pt x="1233704" y="45111"/>
                  </a:lnTo>
                  <a:lnTo>
                    <a:pt x="1241562" y="44998"/>
                  </a:lnTo>
                  <a:lnTo>
                    <a:pt x="1249420" y="44882"/>
                  </a:lnTo>
                  <a:lnTo>
                    <a:pt x="1257278" y="44756"/>
                  </a:lnTo>
                  <a:lnTo>
                    <a:pt x="1265136" y="44621"/>
                  </a:lnTo>
                  <a:lnTo>
                    <a:pt x="1272994" y="44483"/>
                  </a:lnTo>
                  <a:lnTo>
                    <a:pt x="1280852" y="44342"/>
                  </a:lnTo>
                  <a:lnTo>
                    <a:pt x="1288710" y="44198"/>
                  </a:lnTo>
                  <a:lnTo>
                    <a:pt x="1296568" y="44055"/>
                  </a:lnTo>
                  <a:lnTo>
                    <a:pt x="1304426" y="43920"/>
                  </a:lnTo>
                  <a:lnTo>
                    <a:pt x="1312284" y="43790"/>
                  </a:lnTo>
                  <a:lnTo>
                    <a:pt x="1320142" y="43657"/>
                  </a:lnTo>
                  <a:lnTo>
                    <a:pt x="1328000" y="43521"/>
                  </a:lnTo>
                  <a:lnTo>
                    <a:pt x="1335858" y="43383"/>
                  </a:lnTo>
                  <a:lnTo>
                    <a:pt x="1343716" y="43231"/>
                  </a:lnTo>
                  <a:lnTo>
                    <a:pt x="1351574" y="43065"/>
                  </a:lnTo>
                  <a:lnTo>
                    <a:pt x="1359432" y="42896"/>
                  </a:lnTo>
                  <a:lnTo>
                    <a:pt x="1367290" y="42740"/>
                  </a:lnTo>
                  <a:lnTo>
                    <a:pt x="1375148" y="42582"/>
                  </a:lnTo>
                  <a:lnTo>
                    <a:pt x="1383006" y="42420"/>
                  </a:lnTo>
                  <a:lnTo>
                    <a:pt x="1390864" y="42255"/>
                  </a:lnTo>
                  <a:lnTo>
                    <a:pt x="1398722" y="42086"/>
                  </a:lnTo>
                  <a:lnTo>
                    <a:pt x="1406580" y="41914"/>
                  </a:lnTo>
                  <a:lnTo>
                    <a:pt x="1414438" y="41739"/>
                  </a:lnTo>
                  <a:lnTo>
                    <a:pt x="1422296" y="41561"/>
                  </a:lnTo>
                  <a:lnTo>
                    <a:pt x="1430154" y="41378"/>
                  </a:lnTo>
                  <a:lnTo>
                    <a:pt x="1438012" y="41192"/>
                  </a:lnTo>
                  <a:lnTo>
                    <a:pt x="1445870" y="41003"/>
                  </a:lnTo>
                  <a:lnTo>
                    <a:pt x="1453728" y="40809"/>
                  </a:lnTo>
                  <a:lnTo>
                    <a:pt x="1461586" y="40612"/>
                  </a:lnTo>
                  <a:lnTo>
                    <a:pt x="1469444" y="40411"/>
                  </a:lnTo>
                  <a:lnTo>
                    <a:pt x="1477302" y="40206"/>
                  </a:lnTo>
                  <a:lnTo>
                    <a:pt x="1485160" y="39997"/>
                  </a:lnTo>
                  <a:lnTo>
                    <a:pt x="1493018" y="39783"/>
                  </a:lnTo>
                  <a:lnTo>
                    <a:pt x="1500876" y="39565"/>
                  </a:lnTo>
                  <a:lnTo>
                    <a:pt x="1508734" y="39343"/>
                  </a:lnTo>
                  <a:lnTo>
                    <a:pt x="1516592" y="39117"/>
                  </a:lnTo>
                  <a:lnTo>
                    <a:pt x="1524450" y="38886"/>
                  </a:lnTo>
                  <a:lnTo>
                    <a:pt x="1532308" y="38651"/>
                  </a:lnTo>
                  <a:lnTo>
                    <a:pt x="1540166" y="38411"/>
                  </a:lnTo>
                  <a:lnTo>
                    <a:pt x="1548024" y="38166"/>
                  </a:lnTo>
                  <a:lnTo>
                    <a:pt x="1555882" y="37916"/>
                  </a:lnTo>
                  <a:lnTo>
                    <a:pt x="1563740" y="37626"/>
                  </a:lnTo>
                  <a:lnTo>
                    <a:pt x="1571598" y="37292"/>
                  </a:lnTo>
                  <a:lnTo>
                    <a:pt x="1579456" y="36949"/>
                  </a:lnTo>
                  <a:lnTo>
                    <a:pt x="1587314" y="36598"/>
                  </a:lnTo>
                  <a:lnTo>
                    <a:pt x="1595172" y="36238"/>
                  </a:lnTo>
                  <a:lnTo>
                    <a:pt x="1603030" y="35868"/>
                  </a:lnTo>
                  <a:lnTo>
                    <a:pt x="1610888" y="35488"/>
                  </a:lnTo>
                  <a:lnTo>
                    <a:pt x="1618746" y="35099"/>
                  </a:lnTo>
                  <a:lnTo>
                    <a:pt x="1626604" y="34700"/>
                  </a:lnTo>
                  <a:lnTo>
                    <a:pt x="1634462" y="34291"/>
                  </a:lnTo>
                  <a:lnTo>
                    <a:pt x="1642320" y="33871"/>
                  </a:lnTo>
                  <a:lnTo>
                    <a:pt x="1650178" y="33440"/>
                  </a:lnTo>
                  <a:lnTo>
                    <a:pt x="1658036" y="32999"/>
                  </a:lnTo>
                  <a:lnTo>
                    <a:pt x="1665894" y="32546"/>
                  </a:lnTo>
                  <a:lnTo>
                    <a:pt x="1673752" y="32081"/>
                  </a:lnTo>
                  <a:lnTo>
                    <a:pt x="1681610" y="31605"/>
                  </a:lnTo>
                  <a:lnTo>
                    <a:pt x="1689468" y="31128"/>
                  </a:lnTo>
                  <a:lnTo>
                    <a:pt x="1697326" y="30696"/>
                  </a:lnTo>
                  <a:lnTo>
                    <a:pt x="1705184" y="30254"/>
                  </a:lnTo>
                  <a:lnTo>
                    <a:pt x="1713042" y="29802"/>
                  </a:lnTo>
                  <a:lnTo>
                    <a:pt x="1720900" y="29343"/>
                  </a:lnTo>
                  <a:lnTo>
                    <a:pt x="1728758" y="28874"/>
                  </a:lnTo>
                  <a:lnTo>
                    <a:pt x="1736616" y="28395"/>
                  </a:lnTo>
                  <a:lnTo>
                    <a:pt x="1744474" y="27843"/>
                  </a:lnTo>
                  <a:lnTo>
                    <a:pt x="1752332" y="27273"/>
                  </a:lnTo>
                  <a:lnTo>
                    <a:pt x="1760190" y="26698"/>
                  </a:lnTo>
                  <a:lnTo>
                    <a:pt x="1768048" y="26183"/>
                  </a:lnTo>
                  <a:lnTo>
                    <a:pt x="1775906" y="25657"/>
                  </a:lnTo>
                  <a:lnTo>
                    <a:pt x="1783764" y="25121"/>
                  </a:lnTo>
                  <a:lnTo>
                    <a:pt x="1791622" y="24576"/>
                  </a:lnTo>
                  <a:lnTo>
                    <a:pt x="1799480" y="24020"/>
                  </a:lnTo>
                  <a:lnTo>
                    <a:pt x="1807338" y="23452"/>
                  </a:lnTo>
                  <a:lnTo>
                    <a:pt x="1815196" y="22873"/>
                  </a:lnTo>
                  <a:lnTo>
                    <a:pt x="1823054" y="22281"/>
                  </a:lnTo>
                  <a:lnTo>
                    <a:pt x="1830912" y="21698"/>
                  </a:lnTo>
                  <a:lnTo>
                    <a:pt x="1838770" y="21132"/>
                  </a:lnTo>
                  <a:lnTo>
                    <a:pt x="1846628" y="20504"/>
                  </a:lnTo>
                  <a:lnTo>
                    <a:pt x="1854486" y="19847"/>
                  </a:lnTo>
                  <a:lnTo>
                    <a:pt x="1862344" y="19175"/>
                  </a:lnTo>
                  <a:lnTo>
                    <a:pt x="1870202" y="18490"/>
                  </a:lnTo>
                  <a:lnTo>
                    <a:pt x="1878060" y="17789"/>
                  </a:lnTo>
                  <a:lnTo>
                    <a:pt x="1885918" y="17074"/>
                  </a:lnTo>
                  <a:lnTo>
                    <a:pt x="1893776" y="16358"/>
                  </a:lnTo>
                  <a:lnTo>
                    <a:pt x="1901634" y="15630"/>
                  </a:lnTo>
                  <a:lnTo>
                    <a:pt x="1909492" y="14886"/>
                  </a:lnTo>
                  <a:lnTo>
                    <a:pt x="1917350" y="14128"/>
                  </a:lnTo>
                  <a:lnTo>
                    <a:pt x="1925208" y="13353"/>
                  </a:lnTo>
                  <a:lnTo>
                    <a:pt x="1933066" y="12563"/>
                  </a:lnTo>
                  <a:lnTo>
                    <a:pt x="1940924" y="11757"/>
                  </a:lnTo>
                  <a:lnTo>
                    <a:pt x="1948782" y="10934"/>
                  </a:lnTo>
                  <a:lnTo>
                    <a:pt x="1956640" y="10094"/>
                  </a:lnTo>
                  <a:lnTo>
                    <a:pt x="1964498" y="9238"/>
                  </a:lnTo>
                  <a:lnTo>
                    <a:pt x="1972356" y="8363"/>
                  </a:lnTo>
                  <a:lnTo>
                    <a:pt x="1980214" y="7472"/>
                  </a:lnTo>
                  <a:lnTo>
                    <a:pt x="1988072" y="6562"/>
                  </a:lnTo>
                  <a:lnTo>
                    <a:pt x="1995930" y="5543"/>
                  </a:lnTo>
                  <a:lnTo>
                    <a:pt x="2003788" y="4485"/>
                  </a:lnTo>
                  <a:lnTo>
                    <a:pt x="2011646" y="3403"/>
                  </a:lnTo>
                  <a:lnTo>
                    <a:pt x="2019504" y="2294"/>
                  </a:lnTo>
                  <a:lnTo>
                    <a:pt x="2027362" y="1159"/>
                  </a:lnTo>
                  <a:lnTo>
                    <a:pt x="2035220" y="0"/>
                  </a:lnTo>
                  <a:lnTo>
                    <a:pt x="2035220" y="50758"/>
                  </a:lnTo>
                  <a:lnTo>
                    <a:pt x="2027362" y="50758"/>
                  </a:lnTo>
                  <a:lnTo>
                    <a:pt x="2019504" y="50757"/>
                  </a:lnTo>
                  <a:lnTo>
                    <a:pt x="2011646" y="50757"/>
                  </a:lnTo>
                  <a:lnTo>
                    <a:pt x="2003788" y="50757"/>
                  </a:lnTo>
                  <a:lnTo>
                    <a:pt x="1995930" y="50757"/>
                  </a:lnTo>
                  <a:lnTo>
                    <a:pt x="1988072" y="50756"/>
                  </a:lnTo>
                  <a:lnTo>
                    <a:pt x="1980214" y="50756"/>
                  </a:lnTo>
                  <a:lnTo>
                    <a:pt x="1972356" y="50756"/>
                  </a:lnTo>
                  <a:lnTo>
                    <a:pt x="1964498" y="50756"/>
                  </a:lnTo>
                  <a:lnTo>
                    <a:pt x="1956640" y="50755"/>
                  </a:lnTo>
                  <a:lnTo>
                    <a:pt x="1948782" y="50755"/>
                  </a:lnTo>
                  <a:lnTo>
                    <a:pt x="1940924" y="50755"/>
                  </a:lnTo>
                  <a:lnTo>
                    <a:pt x="1933066" y="50755"/>
                  </a:lnTo>
                  <a:lnTo>
                    <a:pt x="1925208" y="50755"/>
                  </a:lnTo>
                  <a:lnTo>
                    <a:pt x="1917350" y="50755"/>
                  </a:lnTo>
                  <a:lnTo>
                    <a:pt x="1909492" y="50755"/>
                  </a:lnTo>
                  <a:lnTo>
                    <a:pt x="1901634" y="50755"/>
                  </a:lnTo>
                  <a:lnTo>
                    <a:pt x="1893776" y="50755"/>
                  </a:lnTo>
                  <a:lnTo>
                    <a:pt x="1885918" y="50755"/>
                  </a:lnTo>
                  <a:lnTo>
                    <a:pt x="1878060" y="50755"/>
                  </a:lnTo>
                  <a:lnTo>
                    <a:pt x="1870202" y="50755"/>
                  </a:lnTo>
                  <a:lnTo>
                    <a:pt x="1862344" y="50755"/>
                  </a:lnTo>
                  <a:lnTo>
                    <a:pt x="1854486" y="50754"/>
                  </a:lnTo>
                  <a:lnTo>
                    <a:pt x="1846628" y="50754"/>
                  </a:lnTo>
                  <a:lnTo>
                    <a:pt x="1838770" y="50754"/>
                  </a:lnTo>
                  <a:lnTo>
                    <a:pt x="1830912" y="50754"/>
                  </a:lnTo>
                  <a:lnTo>
                    <a:pt x="1823054" y="50754"/>
                  </a:lnTo>
                  <a:lnTo>
                    <a:pt x="1815196" y="50754"/>
                  </a:lnTo>
                  <a:lnTo>
                    <a:pt x="1807338" y="50754"/>
                  </a:lnTo>
                  <a:lnTo>
                    <a:pt x="1799480" y="50754"/>
                  </a:lnTo>
                  <a:lnTo>
                    <a:pt x="1791622" y="50754"/>
                  </a:lnTo>
                  <a:lnTo>
                    <a:pt x="1783764" y="50754"/>
                  </a:lnTo>
                  <a:lnTo>
                    <a:pt x="1775906" y="50754"/>
                  </a:lnTo>
                  <a:lnTo>
                    <a:pt x="1768048" y="50753"/>
                  </a:lnTo>
                  <a:lnTo>
                    <a:pt x="1760190" y="50753"/>
                  </a:lnTo>
                  <a:lnTo>
                    <a:pt x="1752332" y="50753"/>
                  </a:lnTo>
                  <a:lnTo>
                    <a:pt x="1744474" y="50753"/>
                  </a:lnTo>
                  <a:lnTo>
                    <a:pt x="1736616" y="50753"/>
                  </a:lnTo>
                  <a:lnTo>
                    <a:pt x="1728758" y="50752"/>
                  </a:lnTo>
                  <a:lnTo>
                    <a:pt x="1720900" y="50752"/>
                  </a:lnTo>
                  <a:lnTo>
                    <a:pt x="1713042" y="50751"/>
                  </a:lnTo>
                  <a:lnTo>
                    <a:pt x="1705184" y="50751"/>
                  </a:lnTo>
                  <a:lnTo>
                    <a:pt x="1697326" y="50750"/>
                  </a:lnTo>
                  <a:lnTo>
                    <a:pt x="1689468" y="50749"/>
                  </a:lnTo>
                  <a:lnTo>
                    <a:pt x="1681610" y="50749"/>
                  </a:lnTo>
                  <a:lnTo>
                    <a:pt x="1673752" y="50748"/>
                  </a:lnTo>
                  <a:lnTo>
                    <a:pt x="1665894" y="50748"/>
                  </a:lnTo>
                  <a:lnTo>
                    <a:pt x="1658036" y="50748"/>
                  </a:lnTo>
                  <a:lnTo>
                    <a:pt x="1650178" y="50747"/>
                  </a:lnTo>
                  <a:lnTo>
                    <a:pt x="1642320" y="50747"/>
                  </a:lnTo>
                  <a:lnTo>
                    <a:pt x="1634462" y="50747"/>
                  </a:lnTo>
                  <a:lnTo>
                    <a:pt x="1626604" y="50746"/>
                  </a:lnTo>
                  <a:lnTo>
                    <a:pt x="1618746" y="50746"/>
                  </a:lnTo>
                  <a:lnTo>
                    <a:pt x="1610888" y="50746"/>
                  </a:lnTo>
                  <a:lnTo>
                    <a:pt x="1603030" y="50745"/>
                  </a:lnTo>
                  <a:lnTo>
                    <a:pt x="1595172" y="50745"/>
                  </a:lnTo>
                  <a:lnTo>
                    <a:pt x="1587314" y="50745"/>
                  </a:lnTo>
                  <a:lnTo>
                    <a:pt x="1579456" y="50745"/>
                  </a:lnTo>
                  <a:lnTo>
                    <a:pt x="1571598" y="50744"/>
                  </a:lnTo>
                  <a:lnTo>
                    <a:pt x="1563740" y="50744"/>
                  </a:lnTo>
                  <a:lnTo>
                    <a:pt x="1555882" y="50744"/>
                  </a:lnTo>
                  <a:lnTo>
                    <a:pt x="1548024" y="50743"/>
                  </a:lnTo>
                  <a:lnTo>
                    <a:pt x="1540166" y="50743"/>
                  </a:lnTo>
                  <a:lnTo>
                    <a:pt x="1532308" y="50742"/>
                  </a:lnTo>
                  <a:lnTo>
                    <a:pt x="1524450" y="50742"/>
                  </a:lnTo>
                  <a:lnTo>
                    <a:pt x="1516592" y="50742"/>
                  </a:lnTo>
                  <a:lnTo>
                    <a:pt x="1508734" y="50741"/>
                  </a:lnTo>
                  <a:lnTo>
                    <a:pt x="1500876" y="50741"/>
                  </a:lnTo>
                  <a:lnTo>
                    <a:pt x="1493018" y="50741"/>
                  </a:lnTo>
                  <a:lnTo>
                    <a:pt x="1485160" y="50741"/>
                  </a:lnTo>
                  <a:lnTo>
                    <a:pt x="1477302" y="50742"/>
                  </a:lnTo>
                  <a:lnTo>
                    <a:pt x="1469444" y="50742"/>
                  </a:lnTo>
                  <a:lnTo>
                    <a:pt x="1461586" y="50741"/>
                  </a:lnTo>
                  <a:lnTo>
                    <a:pt x="1453728" y="50740"/>
                  </a:lnTo>
                  <a:lnTo>
                    <a:pt x="1445870" y="50740"/>
                  </a:lnTo>
                  <a:lnTo>
                    <a:pt x="1438012" y="50739"/>
                  </a:lnTo>
                  <a:lnTo>
                    <a:pt x="1430154" y="50738"/>
                  </a:lnTo>
                  <a:lnTo>
                    <a:pt x="1422296" y="50738"/>
                  </a:lnTo>
                  <a:lnTo>
                    <a:pt x="1414438" y="50738"/>
                  </a:lnTo>
                  <a:lnTo>
                    <a:pt x="1406580" y="50738"/>
                  </a:lnTo>
                  <a:lnTo>
                    <a:pt x="1398722" y="50738"/>
                  </a:lnTo>
                  <a:lnTo>
                    <a:pt x="1390864" y="50737"/>
                  </a:lnTo>
                  <a:lnTo>
                    <a:pt x="1383006" y="50737"/>
                  </a:lnTo>
                  <a:lnTo>
                    <a:pt x="1375148" y="50737"/>
                  </a:lnTo>
                  <a:lnTo>
                    <a:pt x="1367290" y="50737"/>
                  </a:lnTo>
                  <a:lnTo>
                    <a:pt x="1359432" y="50736"/>
                  </a:lnTo>
                  <a:lnTo>
                    <a:pt x="1351574" y="50736"/>
                  </a:lnTo>
                  <a:lnTo>
                    <a:pt x="1343716" y="50736"/>
                  </a:lnTo>
                  <a:lnTo>
                    <a:pt x="1335858" y="50737"/>
                  </a:lnTo>
                  <a:lnTo>
                    <a:pt x="1328000" y="50737"/>
                  </a:lnTo>
                  <a:lnTo>
                    <a:pt x="1320142" y="50736"/>
                  </a:lnTo>
                  <a:lnTo>
                    <a:pt x="1312284" y="50735"/>
                  </a:lnTo>
                  <a:lnTo>
                    <a:pt x="1304426" y="50735"/>
                  </a:lnTo>
                  <a:lnTo>
                    <a:pt x="1296568" y="50734"/>
                  </a:lnTo>
                  <a:lnTo>
                    <a:pt x="1288710" y="50734"/>
                  </a:lnTo>
                  <a:lnTo>
                    <a:pt x="1280852" y="50734"/>
                  </a:lnTo>
                  <a:lnTo>
                    <a:pt x="1272994" y="50734"/>
                  </a:lnTo>
                  <a:lnTo>
                    <a:pt x="1265136" y="50733"/>
                  </a:lnTo>
                  <a:lnTo>
                    <a:pt x="1257278" y="50733"/>
                  </a:lnTo>
                  <a:lnTo>
                    <a:pt x="1249420" y="50733"/>
                  </a:lnTo>
                  <a:lnTo>
                    <a:pt x="1241562" y="50732"/>
                  </a:lnTo>
                  <a:lnTo>
                    <a:pt x="1233704" y="50732"/>
                  </a:lnTo>
                  <a:lnTo>
                    <a:pt x="1225846" y="50732"/>
                  </a:lnTo>
                  <a:lnTo>
                    <a:pt x="1217988" y="50732"/>
                  </a:lnTo>
                  <a:lnTo>
                    <a:pt x="1210130" y="50731"/>
                  </a:lnTo>
                  <a:lnTo>
                    <a:pt x="1202272" y="50731"/>
                  </a:lnTo>
                  <a:lnTo>
                    <a:pt x="1194414" y="50730"/>
                  </a:lnTo>
                  <a:lnTo>
                    <a:pt x="1186556" y="50730"/>
                  </a:lnTo>
                  <a:lnTo>
                    <a:pt x="1178698" y="50730"/>
                  </a:lnTo>
                  <a:lnTo>
                    <a:pt x="1170840" y="50729"/>
                  </a:lnTo>
                  <a:lnTo>
                    <a:pt x="1162982" y="50729"/>
                  </a:lnTo>
                  <a:lnTo>
                    <a:pt x="1155124" y="50728"/>
                  </a:lnTo>
                  <a:lnTo>
                    <a:pt x="1147266" y="50728"/>
                  </a:lnTo>
                  <a:lnTo>
                    <a:pt x="1139408" y="50728"/>
                  </a:lnTo>
                  <a:lnTo>
                    <a:pt x="1131550" y="50727"/>
                  </a:lnTo>
                  <a:lnTo>
                    <a:pt x="1123692" y="50727"/>
                  </a:lnTo>
                  <a:lnTo>
                    <a:pt x="1115834" y="50726"/>
                  </a:lnTo>
                  <a:lnTo>
                    <a:pt x="1107976" y="50726"/>
                  </a:lnTo>
                  <a:lnTo>
                    <a:pt x="1100118" y="50725"/>
                  </a:lnTo>
                  <a:lnTo>
                    <a:pt x="1092260" y="50725"/>
                  </a:lnTo>
                  <a:lnTo>
                    <a:pt x="1084402" y="50724"/>
                  </a:lnTo>
                  <a:lnTo>
                    <a:pt x="1076544" y="50724"/>
                  </a:lnTo>
                  <a:lnTo>
                    <a:pt x="1068686" y="50723"/>
                  </a:lnTo>
                  <a:lnTo>
                    <a:pt x="1060828" y="50722"/>
                  </a:lnTo>
                  <a:lnTo>
                    <a:pt x="1052970" y="50721"/>
                  </a:lnTo>
                  <a:lnTo>
                    <a:pt x="1045112" y="50721"/>
                  </a:lnTo>
                  <a:lnTo>
                    <a:pt x="1037254" y="50720"/>
                  </a:lnTo>
                  <a:lnTo>
                    <a:pt x="1029397" y="50719"/>
                  </a:lnTo>
                  <a:lnTo>
                    <a:pt x="1021539" y="50718"/>
                  </a:lnTo>
                  <a:lnTo>
                    <a:pt x="1013681" y="50717"/>
                  </a:lnTo>
                  <a:lnTo>
                    <a:pt x="1005823" y="50716"/>
                  </a:lnTo>
                  <a:lnTo>
                    <a:pt x="997965" y="50715"/>
                  </a:lnTo>
                  <a:lnTo>
                    <a:pt x="990107" y="50714"/>
                  </a:lnTo>
                  <a:lnTo>
                    <a:pt x="982249" y="50713"/>
                  </a:lnTo>
                  <a:lnTo>
                    <a:pt x="974391" y="50712"/>
                  </a:lnTo>
                  <a:lnTo>
                    <a:pt x="966533" y="50711"/>
                  </a:lnTo>
                  <a:lnTo>
                    <a:pt x="958675" y="50711"/>
                  </a:lnTo>
                  <a:lnTo>
                    <a:pt x="950817" y="50710"/>
                  </a:lnTo>
                  <a:lnTo>
                    <a:pt x="942959" y="50709"/>
                  </a:lnTo>
                  <a:lnTo>
                    <a:pt x="935101" y="50709"/>
                  </a:lnTo>
                  <a:lnTo>
                    <a:pt x="927243" y="50708"/>
                  </a:lnTo>
                  <a:lnTo>
                    <a:pt x="919385" y="50707"/>
                  </a:lnTo>
                  <a:lnTo>
                    <a:pt x="911527" y="50706"/>
                  </a:lnTo>
                  <a:lnTo>
                    <a:pt x="903669" y="50706"/>
                  </a:lnTo>
                  <a:lnTo>
                    <a:pt x="895811" y="50705"/>
                  </a:lnTo>
                  <a:lnTo>
                    <a:pt x="887953" y="50704"/>
                  </a:lnTo>
                  <a:lnTo>
                    <a:pt x="880095" y="50703"/>
                  </a:lnTo>
                  <a:lnTo>
                    <a:pt x="872237" y="50702"/>
                  </a:lnTo>
                  <a:lnTo>
                    <a:pt x="864379" y="50701"/>
                  </a:lnTo>
                  <a:lnTo>
                    <a:pt x="856521" y="50700"/>
                  </a:lnTo>
                  <a:lnTo>
                    <a:pt x="848663" y="50699"/>
                  </a:lnTo>
                  <a:lnTo>
                    <a:pt x="840805" y="50698"/>
                  </a:lnTo>
                  <a:lnTo>
                    <a:pt x="832947" y="50697"/>
                  </a:lnTo>
                  <a:lnTo>
                    <a:pt x="825089" y="50697"/>
                  </a:lnTo>
                  <a:lnTo>
                    <a:pt x="817231" y="50696"/>
                  </a:lnTo>
                  <a:lnTo>
                    <a:pt x="809373" y="50695"/>
                  </a:lnTo>
                  <a:lnTo>
                    <a:pt x="801515" y="50694"/>
                  </a:lnTo>
                  <a:lnTo>
                    <a:pt x="793657" y="50693"/>
                  </a:lnTo>
                  <a:lnTo>
                    <a:pt x="785799" y="50692"/>
                  </a:lnTo>
                  <a:lnTo>
                    <a:pt x="777941" y="50691"/>
                  </a:lnTo>
                  <a:lnTo>
                    <a:pt x="770083" y="50690"/>
                  </a:lnTo>
                  <a:lnTo>
                    <a:pt x="762225" y="50689"/>
                  </a:lnTo>
                  <a:lnTo>
                    <a:pt x="754367" y="50688"/>
                  </a:lnTo>
                  <a:lnTo>
                    <a:pt x="746509" y="50686"/>
                  </a:lnTo>
                  <a:lnTo>
                    <a:pt x="738651" y="50685"/>
                  </a:lnTo>
                  <a:lnTo>
                    <a:pt x="730793" y="50683"/>
                  </a:lnTo>
                  <a:lnTo>
                    <a:pt x="722935" y="50682"/>
                  </a:lnTo>
                  <a:lnTo>
                    <a:pt x="715077" y="50682"/>
                  </a:lnTo>
                  <a:lnTo>
                    <a:pt x="707219" y="50680"/>
                  </a:lnTo>
                  <a:lnTo>
                    <a:pt x="699361" y="50678"/>
                  </a:lnTo>
                  <a:lnTo>
                    <a:pt x="691503" y="50677"/>
                  </a:lnTo>
                  <a:lnTo>
                    <a:pt x="683645" y="50678"/>
                  </a:lnTo>
                  <a:lnTo>
                    <a:pt x="675787" y="50677"/>
                  </a:lnTo>
                  <a:lnTo>
                    <a:pt x="667929" y="50676"/>
                  </a:lnTo>
                  <a:lnTo>
                    <a:pt x="660071" y="50675"/>
                  </a:lnTo>
                  <a:lnTo>
                    <a:pt x="652213" y="50674"/>
                  </a:lnTo>
                  <a:lnTo>
                    <a:pt x="644355" y="50673"/>
                  </a:lnTo>
                  <a:lnTo>
                    <a:pt x="636497" y="50672"/>
                  </a:lnTo>
                  <a:lnTo>
                    <a:pt x="628639" y="50671"/>
                  </a:lnTo>
                  <a:lnTo>
                    <a:pt x="620781" y="50669"/>
                  </a:lnTo>
                  <a:lnTo>
                    <a:pt x="612923" y="50668"/>
                  </a:lnTo>
                  <a:lnTo>
                    <a:pt x="605065" y="50667"/>
                  </a:lnTo>
                  <a:lnTo>
                    <a:pt x="597207" y="50665"/>
                  </a:lnTo>
                  <a:lnTo>
                    <a:pt x="589349" y="50664"/>
                  </a:lnTo>
                  <a:lnTo>
                    <a:pt x="581491" y="50662"/>
                  </a:lnTo>
                  <a:lnTo>
                    <a:pt x="573633" y="50661"/>
                  </a:lnTo>
                  <a:lnTo>
                    <a:pt x="565775" y="50659"/>
                  </a:lnTo>
                  <a:lnTo>
                    <a:pt x="557917" y="50658"/>
                  </a:lnTo>
                  <a:lnTo>
                    <a:pt x="550059" y="50656"/>
                  </a:lnTo>
                  <a:lnTo>
                    <a:pt x="542201" y="50655"/>
                  </a:lnTo>
                  <a:lnTo>
                    <a:pt x="534343" y="50653"/>
                  </a:lnTo>
                  <a:lnTo>
                    <a:pt x="526485" y="50653"/>
                  </a:lnTo>
                  <a:lnTo>
                    <a:pt x="518627" y="50654"/>
                  </a:lnTo>
                  <a:lnTo>
                    <a:pt x="510769" y="50652"/>
                  </a:lnTo>
                  <a:lnTo>
                    <a:pt x="502911" y="50649"/>
                  </a:lnTo>
                  <a:lnTo>
                    <a:pt x="495053" y="50647"/>
                  </a:lnTo>
                  <a:lnTo>
                    <a:pt x="487195" y="50645"/>
                  </a:lnTo>
                  <a:lnTo>
                    <a:pt x="479337" y="50645"/>
                  </a:lnTo>
                  <a:lnTo>
                    <a:pt x="471479" y="50645"/>
                  </a:lnTo>
                  <a:lnTo>
                    <a:pt x="463621" y="50645"/>
                  </a:lnTo>
                  <a:lnTo>
                    <a:pt x="455763" y="50645"/>
                  </a:lnTo>
                  <a:lnTo>
                    <a:pt x="447905" y="50643"/>
                  </a:lnTo>
                  <a:lnTo>
                    <a:pt x="440047" y="50640"/>
                  </a:lnTo>
                  <a:lnTo>
                    <a:pt x="432189" y="50637"/>
                  </a:lnTo>
                  <a:lnTo>
                    <a:pt x="424331" y="50634"/>
                  </a:lnTo>
                  <a:lnTo>
                    <a:pt x="416473" y="50634"/>
                  </a:lnTo>
                  <a:lnTo>
                    <a:pt x="408615" y="50632"/>
                  </a:lnTo>
                  <a:lnTo>
                    <a:pt x="400757" y="50630"/>
                  </a:lnTo>
                  <a:lnTo>
                    <a:pt x="392899" y="50628"/>
                  </a:lnTo>
                  <a:lnTo>
                    <a:pt x="385041" y="50627"/>
                  </a:lnTo>
                  <a:lnTo>
                    <a:pt x="377183" y="50625"/>
                  </a:lnTo>
                  <a:lnTo>
                    <a:pt x="369325" y="50624"/>
                  </a:lnTo>
                  <a:lnTo>
                    <a:pt x="361467" y="50623"/>
                  </a:lnTo>
                  <a:lnTo>
                    <a:pt x="353609" y="50622"/>
                  </a:lnTo>
                  <a:lnTo>
                    <a:pt x="345751" y="50622"/>
                  </a:lnTo>
                  <a:lnTo>
                    <a:pt x="337893" y="50622"/>
                  </a:lnTo>
                  <a:lnTo>
                    <a:pt x="330035" y="50621"/>
                  </a:lnTo>
                  <a:lnTo>
                    <a:pt x="322177" y="50620"/>
                  </a:lnTo>
                  <a:lnTo>
                    <a:pt x="314319" y="50620"/>
                  </a:lnTo>
                  <a:lnTo>
                    <a:pt x="306461" y="50617"/>
                  </a:lnTo>
                  <a:lnTo>
                    <a:pt x="298603" y="50617"/>
                  </a:lnTo>
                  <a:lnTo>
                    <a:pt x="290745" y="50615"/>
                  </a:lnTo>
                  <a:lnTo>
                    <a:pt x="282887" y="50616"/>
                  </a:lnTo>
                  <a:lnTo>
                    <a:pt x="275029" y="50612"/>
                  </a:lnTo>
                  <a:lnTo>
                    <a:pt x="267171" y="50614"/>
                  </a:lnTo>
                  <a:lnTo>
                    <a:pt x="259313" y="50614"/>
                  </a:lnTo>
                  <a:lnTo>
                    <a:pt x="251455" y="50614"/>
                  </a:lnTo>
                  <a:lnTo>
                    <a:pt x="243597" y="50612"/>
                  </a:lnTo>
                  <a:lnTo>
                    <a:pt x="235739" y="50611"/>
                  </a:lnTo>
                  <a:lnTo>
                    <a:pt x="227881" y="50611"/>
                  </a:lnTo>
                  <a:lnTo>
                    <a:pt x="220023" y="50611"/>
                  </a:lnTo>
                  <a:lnTo>
                    <a:pt x="212165" y="50611"/>
                  </a:lnTo>
                  <a:lnTo>
                    <a:pt x="204307" y="50609"/>
                  </a:lnTo>
                  <a:lnTo>
                    <a:pt x="196449" y="50610"/>
                  </a:lnTo>
                  <a:lnTo>
                    <a:pt x="188591" y="50605"/>
                  </a:lnTo>
                  <a:lnTo>
                    <a:pt x="180733" y="50607"/>
                  </a:lnTo>
                  <a:lnTo>
                    <a:pt x="172875" y="50608"/>
                  </a:lnTo>
                  <a:lnTo>
                    <a:pt x="165017" y="50609"/>
                  </a:lnTo>
                  <a:lnTo>
                    <a:pt x="157159" y="50609"/>
                  </a:lnTo>
                  <a:lnTo>
                    <a:pt x="149301" y="50611"/>
                  </a:lnTo>
                  <a:lnTo>
                    <a:pt x="141443" y="50611"/>
                  </a:lnTo>
                  <a:lnTo>
                    <a:pt x="133585" y="50605"/>
                  </a:lnTo>
                  <a:lnTo>
                    <a:pt x="125727" y="50606"/>
                  </a:lnTo>
                  <a:lnTo>
                    <a:pt x="117869" y="50608"/>
                  </a:lnTo>
                  <a:lnTo>
                    <a:pt x="110011" y="50609"/>
                  </a:lnTo>
                  <a:lnTo>
                    <a:pt x="102153" y="50608"/>
                  </a:lnTo>
                  <a:lnTo>
                    <a:pt x="94295" y="50607"/>
                  </a:lnTo>
                  <a:lnTo>
                    <a:pt x="86437" y="50609"/>
                  </a:lnTo>
                  <a:lnTo>
                    <a:pt x="78579" y="50608"/>
                  </a:lnTo>
                  <a:lnTo>
                    <a:pt x="70721" y="50611"/>
                  </a:lnTo>
                  <a:lnTo>
                    <a:pt x="62863" y="50611"/>
                  </a:lnTo>
                  <a:lnTo>
                    <a:pt x="55005" y="50611"/>
                  </a:lnTo>
                  <a:lnTo>
                    <a:pt x="47147" y="50612"/>
                  </a:lnTo>
                  <a:lnTo>
                    <a:pt x="39289" y="50612"/>
                  </a:lnTo>
                  <a:lnTo>
                    <a:pt x="31431" y="50612"/>
                  </a:lnTo>
                  <a:lnTo>
                    <a:pt x="23573" y="50613"/>
                  </a:lnTo>
                  <a:lnTo>
                    <a:pt x="15715" y="50615"/>
                  </a:lnTo>
                  <a:lnTo>
                    <a:pt x="7857" y="50616"/>
                  </a:lnTo>
                  <a:lnTo>
                    <a:pt x="0" y="50616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6029658" y="2937565"/>
              <a:ext cx="2035220" cy="50178"/>
            </a:xfrm>
            <a:custGeom>
              <a:avLst/>
              <a:pathLst>
                <a:path w="2035220" h="50178">
                  <a:moveTo>
                    <a:pt x="0" y="50139"/>
                  </a:moveTo>
                  <a:lnTo>
                    <a:pt x="7857" y="50142"/>
                  </a:lnTo>
                  <a:lnTo>
                    <a:pt x="15715" y="50153"/>
                  </a:lnTo>
                  <a:lnTo>
                    <a:pt x="23573" y="50155"/>
                  </a:lnTo>
                  <a:lnTo>
                    <a:pt x="31431" y="50157"/>
                  </a:lnTo>
                  <a:lnTo>
                    <a:pt x="39289" y="50159"/>
                  </a:lnTo>
                  <a:lnTo>
                    <a:pt x="47147" y="50162"/>
                  </a:lnTo>
                  <a:lnTo>
                    <a:pt x="55005" y="50164"/>
                  </a:lnTo>
                  <a:lnTo>
                    <a:pt x="62863" y="50165"/>
                  </a:lnTo>
                  <a:lnTo>
                    <a:pt x="70721" y="50170"/>
                  </a:lnTo>
                  <a:lnTo>
                    <a:pt x="78579" y="50174"/>
                  </a:lnTo>
                  <a:lnTo>
                    <a:pt x="86437" y="50173"/>
                  </a:lnTo>
                  <a:lnTo>
                    <a:pt x="94295" y="50176"/>
                  </a:lnTo>
                  <a:lnTo>
                    <a:pt x="102153" y="50177"/>
                  </a:lnTo>
                  <a:lnTo>
                    <a:pt x="110011" y="50177"/>
                  </a:lnTo>
                  <a:lnTo>
                    <a:pt x="117869" y="50178"/>
                  </a:lnTo>
                  <a:lnTo>
                    <a:pt x="125727" y="50178"/>
                  </a:lnTo>
                  <a:lnTo>
                    <a:pt x="133585" y="50176"/>
                  </a:lnTo>
                  <a:lnTo>
                    <a:pt x="141443" y="50176"/>
                  </a:lnTo>
                  <a:lnTo>
                    <a:pt x="149301" y="50177"/>
                  </a:lnTo>
                  <a:lnTo>
                    <a:pt x="157159" y="50177"/>
                  </a:lnTo>
                  <a:lnTo>
                    <a:pt x="165017" y="50175"/>
                  </a:lnTo>
                  <a:lnTo>
                    <a:pt x="172875" y="50172"/>
                  </a:lnTo>
                  <a:lnTo>
                    <a:pt x="180733" y="50169"/>
                  </a:lnTo>
                  <a:lnTo>
                    <a:pt x="188591" y="50169"/>
                  </a:lnTo>
                  <a:lnTo>
                    <a:pt x="196449" y="50167"/>
                  </a:lnTo>
                  <a:lnTo>
                    <a:pt x="204307" y="50166"/>
                  </a:lnTo>
                  <a:lnTo>
                    <a:pt x="212165" y="50164"/>
                  </a:lnTo>
                  <a:lnTo>
                    <a:pt x="220023" y="50162"/>
                  </a:lnTo>
                  <a:lnTo>
                    <a:pt x="227881" y="50160"/>
                  </a:lnTo>
                  <a:lnTo>
                    <a:pt x="235739" y="50155"/>
                  </a:lnTo>
                  <a:lnTo>
                    <a:pt x="243597" y="50151"/>
                  </a:lnTo>
                  <a:lnTo>
                    <a:pt x="251455" y="50145"/>
                  </a:lnTo>
                  <a:lnTo>
                    <a:pt x="259313" y="50142"/>
                  </a:lnTo>
                  <a:lnTo>
                    <a:pt x="267171" y="50139"/>
                  </a:lnTo>
                  <a:lnTo>
                    <a:pt x="275029" y="50134"/>
                  </a:lnTo>
                  <a:lnTo>
                    <a:pt x="282887" y="50130"/>
                  </a:lnTo>
                  <a:lnTo>
                    <a:pt x="290745" y="50125"/>
                  </a:lnTo>
                  <a:lnTo>
                    <a:pt x="298603" y="50119"/>
                  </a:lnTo>
                  <a:lnTo>
                    <a:pt x="306461" y="50113"/>
                  </a:lnTo>
                  <a:lnTo>
                    <a:pt x="314319" y="50104"/>
                  </a:lnTo>
                  <a:lnTo>
                    <a:pt x="322177" y="50095"/>
                  </a:lnTo>
                  <a:lnTo>
                    <a:pt x="330035" y="50087"/>
                  </a:lnTo>
                  <a:lnTo>
                    <a:pt x="337893" y="50078"/>
                  </a:lnTo>
                  <a:lnTo>
                    <a:pt x="345751" y="50070"/>
                  </a:lnTo>
                  <a:lnTo>
                    <a:pt x="353609" y="50062"/>
                  </a:lnTo>
                  <a:lnTo>
                    <a:pt x="361467" y="50051"/>
                  </a:lnTo>
                  <a:lnTo>
                    <a:pt x="369325" y="50042"/>
                  </a:lnTo>
                  <a:lnTo>
                    <a:pt x="377183" y="50034"/>
                  </a:lnTo>
                  <a:lnTo>
                    <a:pt x="385041" y="50023"/>
                  </a:lnTo>
                  <a:lnTo>
                    <a:pt x="392899" y="50016"/>
                  </a:lnTo>
                  <a:lnTo>
                    <a:pt x="400757" y="50006"/>
                  </a:lnTo>
                  <a:lnTo>
                    <a:pt x="408615" y="49998"/>
                  </a:lnTo>
                  <a:lnTo>
                    <a:pt x="416473" y="49989"/>
                  </a:lnTo>
                  <a:lnTo>
                    <a:pt x="424331" y="49977"/>
                  </a:lnTo>
                  <a:lnTo>
                    <a:pt x="432189" y="49970"/>
                  </a:lnTo>
                  <a:lnTo>
                    <a:pt x="440047" y="49961"/>
                  </a:lnTo>
                  <a:lnTo>
                    <a:pt x="447905" y="49947"/>
                  </a:lnTo>
                  <a:lnTo>
                    <a:pt x="455763" y="49936"/>
                  </a:lnTo>
                  <a:lnTo>
                    <a:pt x="463621" y="49924"/>
                  </a:lnTo>
                  <a:lnTo>
                    <a:pt x="471479" y="49915"/>
                  </a:lnTo>
                  <a:lnTo>
                    <a:pt x="479337" y="49904"/>
                  </a:lnTo>
                  <a:lnTo>
                    <a:pt x="487195" y="49893"/>
                  </a:lnTo>
                  <a:lnTo>
                    <a:pt x="495053" y="49887"/>
                  </a:lnTo>
                  <a:lnTo>
                    <a:pt x="502911" y="49873"/>
                  </a:lnTo>
                  <a:lnTo>
                    <a:pt x="510769" y="49860"/>
                  </a:lnTo>
                  <a:lnTo>
                    <a:pt x="518627" y="49848"/>
                  </a:lnTo>
                  <a:lnTo>
                    <a:pt x="526485" y="49836"/>
                  </a:lnTo>
                  <a:lnTo>
                    <a:pt x="534343" y="49818"/>
                  </a:lnTo>
                  <a:lnTo>
                    <a:pt x="542201" y="49798"/>
                  </a:lnTo>
                  <a:lnTo>
                    <a:pt x="550059" y="49785"/>
                  </a:lnTo>
                  <a:lnTo>
                    <a:pt x="557917" y="49772"/>
                  </a:lnTo>
                  <a:lnTo>
                    <a:pt x="565775" y="49753"/>
                  </a:lnTo>
                  <a:lnTo>
                    <a:pt x="573633" y="49730"/>
                  </a:lnTo>
                  <a:lnTo>
                    <a:pt x="581491" y="49715"/>
                  </a:lnTo>
                  <a:lnTo>
                    <a:pt x="589349" y="49700"/>
                  </a:lnTo>
                  <a:lnTo>
                    <a:pt x="597207" y="49686"/>
                  </a:lnTo>
                  <a:lnTo>
                    <a:pt x="605065" y="49669"/>
                  </a:lnTo>
                  <a:lnTo>
                    <a:pt x="612923" y="49641"/>
                  </a:lnTo>
                  <a:lnTo>
                    <a:pt x="620781" y="49618"/>
                  </a:lnTo>
                  <a:lnTo>
                    <a:pt x="628639" y="49603"/>
                  </a:lnTo>
                  <a:lnTo>
                    <a:pt x="636497" y="49585"/>
                  </a:lnTo>
                  <a:lnTo>
                    <a:pt x="644355" y="49556"/>
                  </a:lnTo>
                  <a:lnTo>
                    <a:pt x="652213" y="49525"/>
                  </a:lnTo>
                  <a:lnTo>
                    <a:pt x="660071" y="49493"/>
                  </a:lnTo>
                  <a:lnTo>
                    <a:pt x="667929" y="49462"/>
                  </a:lnTo>
                  <a:lnTo>
                    <a:pt x="675787" y="49439"/>
                  </a:lnTo>
                  <a:lnTo>
                    <a:pt x="683645" y="49416"/>
                  </a:lnTo>
                  <a:lnTo>
                    <a:pt x="691503" y="49402"/>
                  </a:lnTo>
                  <a:lnTo>
                    <a:pt x="699361" y="49391"/>
                  </a:lnTo>
                  <a:lnTo>
                    <a:pt x="707219" y="49364"/>
                  </a:lnTo>
                  <a:lnTo>
                    <a:pt x="715077" y="49344"/>
                  </a:lnTo>
                  <a:lnTo>
                    <a:pt x="722935" y="49327"/>
                  </a:lnTo>
                  <a:lnTo>
                    <a:pt x="730793" y="49300"/>
                  </a:lnTo>
                  <a:lnTo>
                    <a:pt x="738651" y="49274"/>
                  </a:lnTo>
                  <a:lnTo>
                    <a:pt x="746509" y="49246"/>
                  </a:lnTo>
                  <a:lnTo>
                    <a:pt x="754367" y="49210"/>
                  </a:lnTo>
                  <a:lnTo>
                    <a:pt x="762225" y="49174"/>
                  </a:lnTo>
                  <a:lnTo>
                    <a:pt x="770083" y="49138"/>
                  </a:lnTo>
                  <a:lnTo>
                    <a:pt x="777941" y="49099"/>
                  </a:lnTo>
                  <a:lnTo>
                    <a:pt x="785799" y="49060"/>
                  </a:lnTo>
                  <a:lnTo>
                    <a:pt x="793657" y="49021"/>
                  </a:lnTo>
                  <a:lnTo>
                    <a:pt x="801515" y="48988"/>
                  </a:lnTo>
                  <a:lnTo>
                    <a:pt x="809373" y="48952"/>
                  </a:lnTo>
                  <a:lnTo>
                    <a:pt x="817231" y="48918"/>
                  </a:lnTo>
                  <a:lnTo>
                    <a:pt x="825089" y="48885"/>
                  </a:lnTo>
                  <a:lnTo>
                    <a:pt x="832947" y="48851"/>
                  </a:lnTo>
                  <a:lnTo>
                    <a:pt x="840805" y="48817"/>
                  </a:lnTo>
                  <a:lnTo>
                    <a:pt x="848663" y="48782"/>
                  </a:lnTo>
                  <a:lnTo>
                    <a:pt x="856521" y="48741"/>
                  </a:lnTo>
                  <a:lnTo>
                    <a:pt x="864379" y="48692"/>
                  </a:lnTo>
                  <a:lnTo>
                    <a:pt x="872237" y="48649"/>
                  </a:lnTo>
                  <a:lnTo>
                    <a:pt x="880095" y="48609"/>
                  </a:lnTo>
                  <a:lnTo>
                    <a:pt x="887953" y="48569"/>
                  </a:lnTo>
                  <a:lnTo>
                    <a:pt x="895811" y="48528"/>
                  </a:lnTo>
                  <a:lnTo>
                    <a:pt x="903669" y="48484"/>
                  </a:lnTo>
                  <a:lnTo>
                    <a:pt x="911527" y="48443"/>
                  </a:lnTo>
                  <a:lnTo>
                    <a:pt x="919385" y="48399"/>
                  </a:lnTo>
                  <a:lnTo>
                    <a:pt x="927243" y="48355"/>
                  </a:lnTo>
                  <a:lnTo>
                    <a:pt x="935101" y="48309"/>
                  </a:lnTo>
                  <a:lnTo>
                    <a:pt x="942959" y="48260"/>
                  </a:lnTo>
                  <a:lnTo>
                    <a:pt x="950817" y="48206"/>
                  </a:lnTo>
                  <a:lnTo>
                    <a:pt x="958675" y="48151"/>
                  </a:lnTo>
                  <a:lnTo>
                    <a:pt x="966533" y="48095"/>
                  </a:lnTo>
                  <a:lnTo>
                    <a:pt x="974391" y="48037"/>
                  </a:lnTo>
                  <a:lnTo>
                    <a:pt x="982249" y="47978"/>
                  </a:lnTo>
                  <a:lnTo>
                    <a:pt x="990107" y="47918"/>
                  </a:lnTo>
                  <a:lnTo>
                    <a:pt x="997965" y="47857"/>
                  </a:lnTo>
                  <a:lnTo>
                    <a:pt x="1005823" y="47798"/>
                  </a:lnTo>
                  <a:lnTo>
                    <a:pt x="1013681" y="47747"/>
                  </a:lnTo>
                  <a:lnTo>
                    <a:pt x="1021539" y="47695"/>
                  </a:lnTo>
                  <a:lnTo>
                    <a:pt x="1029397" y="47642"/>
                  </a:lnTo>
                  <a:lnTo>
                    <a:pt x="1037254" y="47589"/>
                  </a:lnTo>
                  <a:lnTo>
                    <a:pt x="1045112" y="47535"/>
                  </a:lnTo>
                  <a:lnTo>
                    <a:pt x="1052970" y="47479"/>
                  </a:lnTo>
                  <a:lnTo>
                    <a:pt x="1060828" y="47423"/>
                  </a:lnTo>
                  <a:lnTo>
                    <a:pt x="1068686" y="47359"/>
                  </a:lnTo>
                  <a:lnTo>
                    <a:pt x="1076544" y="47274"/>
                  </a:lnTo>
                  <a:lnTo>
                    <a:pt x="1084402" y="47186"/>
                  </a:lnTo>
                  <a:lnTo>
                    <a:pt x="1092260" y="47118"/>
                  </a:lnTo>
                  <a:lnTo>
                    <a:pt x="1100118" y="47028"/>
                  </a:lnTo>
                  <a:lnTo>
                    <a:pt x="1107976" y="46924"/>
                  </a:lnTo>
                  <a:lnTo>
                    <a:pt x="1115834" y="46817"/>
                  </a:lnTo>
                  <a:lnTo>
                    <a:pt x="1123692" y="46709"/>
                  </a:lnTo>
                  <a:lnTo>
                    <a:pt x="1131550" y="46605"/>
                  </a:lnTo>
                  <a:lnTo>
                    <a:pt x="1139408" y="46499"/>
                  </a:lnTo>
                  <a:lnTo>
                    <a:pt x="1147266" y="46390"/>
                  </a:lnTo>
                  <a:lnTo>
                    <a:pt x="1155124" y="46292"/>
                  </a:lnTo>
                  <a:lnTo>
                    <a:pt x="1162982" y="46175"/>
                  </a:lnTo>
                  <a:lnTo>
                    <a:pt x="1170840" y="46057"/>
                  </a:lnTo>
                  <a:lnTo>
                    <a:pt x="1178698" y="45951"/>
                  </a:lnTo>
                  <a:lnTo>
                    <a:pt x="1186556" y="45844"/>
                  </a:lnTo>
                  <a:lnTo>
                    <a:pt x="1194414" y="45734"/>
                  </a:lnTo>
                  <a:lnTo>
                    <a:pt x="1202272" y="45619"/>
                  </a:lnTo>
                  <a:lnTo>
                    <a:pt x="1210130" y="45488"/>
                  </a:lnTo>
                  <a:lnTo>
                    <a:pt x="1217988" y="45354"/>
                  </a:lnTo>
                  <a:lnTo>
                    <a:pt x="1225846" y="45222"/>
                  </a:lnTo>
                  <a:lnTo>
                    <a:pt x="1233704" y="45111"/>
                  </a:lnTo>
                  <a:lnTo>
                    <a:pt x="1241562" y="44998"/>
                  </a:lnTo>
                  <a:lnTo>
                    <a:pt x="1249420" y="44882"/>
                  </a:lnTo>
                  <a:lnTo>
                    <a:pt x="1257278" y="44756"/>
                  </a:lnTo>
                  <a:lnTo>
                    <a:pt x="1265136" y="44621"/>
                  </a:lnTo>
                  <a:lnTo>
                    <a:pt x="1272994" y="44483"/>
                  </a:lnTo>
                  <a:lnTo>
                    <a:pt x="1280852" y="44342"/>
                  </a:lnTo>
                  <a:lnTo>
                    <a:pt x="1288710" y="44198"/>
                  </a:lnTo>
                  <a:lnTo>
                    <a:pt x="1296568" y="44055"/>
                  </a:lnTo>
                  <a:lnTo>
                    <a:pt x="1304426" y="43920"/>
                  </a:lnTo>
                  <a:lnTo>
                    <a:pt x="1312284" y="43790"/>
                  </a:lnTo>
                  <a:lnTo>
                    <a:pt x="1320142" y="43657"/>
                  </a:lnTo>
                  <a:lnTo>
                    <a:pt x="1328000" y="43521"/>
                  </a:lnTo>
                  <a:lnTo>
                    <a:pt x="1335858" y="43383"/>
                  </a:lnTo>
                  <a:lnTo>
                    <a:pt x="1343716" y="43231"/>
                  </a:lnTo>
                  <a:lnTo>
                    <a:pt x="1351574" y="43065"/>
                  </a:lnTo>
                  <a:lnTo>
                    <a:pt x="1359432" y="42896"/>
                  </a:lnTo>
                  <a:lnTo>
                    <a:pt x="1367290" y="42740"/>
                  </a:lnTo>
                  <a:lnTo>
                    <a:pt x="1375148" y="42582"/>
                  </a:lnTo>
                  <a:lnTo>
                    <a:pt x="1383006" y="42420"/>
                  </a:lnTo>
                  <a:lnTo>
                    <a:pt x="1390864" y="42255"/>
                  </a:lnTo>
                  <a:lnTo>
                    <a:pt x="1398722" y="42086"/>
                  </a:lnTo>
                  <a:lnTo>
                    <a:pt x="1406580" y="41914"/>
                  </a:lnTo>
                  <a:lnTo>
                    <a:pt x="1414438" y="41739"/>
                  </a:lnTo>
                  <a:lnTo>
                    <a:pt x="1422296" y="41561"/>
                  </a:lnTo>
                  <a:lnTo>
                    <a:pt x="1430154" y="41378"/>
                  </a:lnTo>
                  <a:lnTo>
                    <a:pt x="1438012" y="41192"/>
                  </a:lnTo>
                  <a:lnTo>
                    <a:pt x="1445870" y="41003"/>
                  </a:lnTo>
                  <a:lnTo>
                    <a:pt x="1453728" y="40809"/>
                  </a:lnTo>
                  <a:lnTo>
                    <a:pt x="1461586" y="40612"/>
                  </a:lnTo>
                  <a:lnTo>
                    <a:pt x="1469444" y="40411"/>
                  </a:lnTo>
                  <a:lnTo>
                    <a:pt x="1477302" y="40206"/>
                  </a:lnTo>
                  <a:lnTo>
                    <a:pt x="1485160" y="39997"/>
                  </a:lnTo>
                  <a:lnTo>
                    <a:pt x="1493018" y="39783"/>
                  </a:lnTo>
                  <a:lnTo>
                    <a:pt x="1500876" y="39565"/>
                  </a:lnTo>
                  <a:lnTo>
                    <a:pt x="1508734" y="39343"/>
                  </a:lnTo>
                  <a:lnTo>
                    <a:pt x="1516592" y="39117"/>
                  </a:lnTo>
                  <a:lnTo>
                    <a:pt x="1524450" y="38886"/>
                  </a:lnTo>
                  <a:lnTo>
                    <a:pt x="1532308" y="38651"/>
                  </a:lnTo>
                  <a:lnTo>
                    <a:pt x="1540166" y="38411"/>
                  </a:lnTo>
                  <a:lnTo>
                    <a:pt x="1548024" y="38166"/>
                  </a:lnTo>
                  <a:lnTo>
                    <a:pt x="1555882" y="37916"/>
                  </a:lnTo>
                  <a:lnTo>
                    <a:pt x="1563740" y="37626"/>
                  </a:lnTo>
                  <a:lnTo>
                    <a:pt x="1571598" y="37292"/>
                  </a:lnTo>
                  <a:lnTo>
                    <a:pt x="1579456" y="36949"/>
                  </a:lnTo>
                  <a:lnTo>
                    <a:pt x="1587314" y="36598"/>
                  </a:lnTo>
                  <a:lnTo>
                    <a:pt x="1595172" y="36238"/>
                  </a:lnTo>
                  <a:lnTo>
                    <a:pt x="1603030" y="35868"/>
                  </a:lnTo>
                  <a:lnTo>
                    <a:pt x="1610888" y="35488"/>
                  </a:lnTo>
                  <a:lnTo>
                    <a:pt x="1618746" y="35099"/>
                  </a:lnTo>
                  <a:lnTo>
                    <a:pt x="1626604" y="34700"/>
                  </a:lnTo>
                  <a:lnTo>
                    <a:pt x="1634462" y="34291"/>
                  </a:lnTo>
                  <a:lnTo>
                    <a:pt x="1642320" y="33871"/>
                  </a:lnTo>
                  <a:lnTo>
                    <a:pt x="1650178" y="33440"/>
                  </a:lnTo>
                  <a:lnTo>
                    <a:pt x="1658036" y="32999"/>
                  </a:lnTo>
                  <a:lnTo>
                    <a:pt x="1665894" y="32546"/>
                  </a:lnTo>
                  <a:lnTo>
                    <a:pt x="1673752" y="32081"/>
                  </a:lnTo>
                  <a:lnTo>
                    <a:pt x="1681610" y="31605"/>
                  </a:lnTo>
                  <a:lnTo>
                    <a:pt x="1689468" y="31128"/>
                  </a:lnTo>
                  <a:lnTo>
                    <a:pt x="1697326" y="30696"/>
                  </a:lnTo>
                  <a:lnTo>
                    <a:pt x="1705184" y="30254"/>
                  </a:lnTo>
                  <a:lnTo>
                    <a:pt x="1713042" y="29802"/>
                  </a:lnTo>
                  <a:lnTo>
                    <a:pt x="1720900" y="29343"/>
                  </a:lnTo>
                  <a:lnTo>
                    <a:pt x="1728758" y="28874"/>
                  </a:lnTo>
                  <a:lnTo>
                    <a:pt x="1736616" y="28395"/>
                  </a:lnTo>
                  <a:lnTo>
                    <a:pt x="1744474" y="27843"/>
                  </a:lnTo>
                  <a:lnTo>
                    <a:pt x="1752332" y="27273"/>
                  </a:lnTo>
                  <a:lnTo>
                    <a:pt x="1760190" y="26698"/>
                  </a:lnTo>
                  <a:lnTo>
                    <a:pt x="1768048" y="26183"/>
                  </a:lnTo>
                  <a:lnTo>
                    <a:pt x="1775906" y="25657"/>
                  </a:lnTo>
                  <a:lnTo>
                    <a:pt x="1783764" y="25121"/>
                  </a:lnTo>
                  <a:lnTo>
                    <a:pt x="1791622" y="24576"/>
                  </a:lnTo>
                  <a:lnTo>
                    <a:pt x="1799480" y="24020"/>
                  </a:lnTo>
                  <a:lnTo>
                    <a:pt x="1807338" y="23452"/>
                  </a:lnTo>
                  <a:lnTo>
                    <a:pt x="1815196" y="22873"/>
                  </a:lnTo>
                  <a:lnTo>
                    <a:pt x="1823054" y="22281"/>
                  </a:lnTo>
                  <a:lnTo>
                    <a:pt x="1830912" y="21698"/>
                  </a:lnTo>
                  <a:lnTo>
                    <a:pt x="1838770" y="21132"/>
                  </a:lnTo>
                  <a:lnTo>
                    <a:pt x="1846628" y="20504"/>
                  </a:lnTo>
                  <a:lnTo>
                    <a:pt x="1854486" y="19847"/>
                  </a:lnTo>
                  <a:lnTo>
                    <a:pt x="1862344" y="19175"/>
                  </a:lnTo>
                  <a:lnTo>
                    <a:pt x="1870202" y="18490"/>
                  </a:lnTo>
                  <a:lnTo>
                    <a:pt x="1878060" y="17789"/>
                  </a:lnTo>
                  <a:lnTo>
                    <a:pt x="1885918" y="17074"/>
                  </a:lnTo>
                  <a:lnTo>
                    <a:pt x="1893776" y="16358"/>
                  </a:lnTo>
                  <a:lnTo>
                    <a:pt x="1901634" y="15630"/>
                  </a:lnTo>
                  <a:lnTo>
                    <a:pt x="1909492" y="14886"/>
                  </a:lnTo>
                  <a:lnTo>
                    <a:pt x="1917350" y="14128"/>
                  </a:lnTo>
                  <a:lnTo>
                    <a:pt x="1925208" y="13353"/>
                  </a:lnTo>
                  <a:lnTo>
                    <a:pt x="1933066" y="12563"/>
                  </a:lnTo>
                  <a:lnTo>
                    <a:pt x="1940924" y="11757"/>
                  </a:lnTo>
                  <a:lnTo>
                    <a:pt x="1948782" y="10934"/>
                  </a:lnTo>
                  <a:lnTo>
                    <a:pt x="1956640" y="10094"/>
                  </a:lnTo>
                  <a:lnTo>
                    <a:pt x="1964498" y="9238"/>
                  </a:lnTo>
                  <a:lnTo>
                    <a:pt x="1972356" y="8363"/>
                  </a:lnTo>
                  <a:lnTo>
                    <a:pt x="1980214" y="7472"/>
                  </a:lnTo>
                  <a:lnTo>
                    <a:pt x="1988072" y="6562"/>
                  </a:lnTo>
                  <a:lnTo>
                    <a:pt x="1995930" y="5543"/>
                  </a:lnTo>
                  <a:lnTo>
                    <a:pt x="2003788" y="4485"/>
                  </a:lnTo>
                  <a:lnTo>
                    <a:pt x="2011646" y="3403"/>
                  </a:lnTo>
                  <a:lnTo>
                    <a:pt x="2019504" y="2294"/>
                  </a:lnTo>
                  <a:lnTo>
                    <a:pt x="2027362" y="1159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6029658" y="2988171"/>
              <a:ext cx="2035220" cy="153"/>
            </a:xfrm>
            <a:custGeom>
              <a:avLst/>
              <a:pathLst>
                <a:path w="2035220" h="153">
                  <a:moveTo>
                    <a:pt x="2035220" y="153"/>
                  </a:moveTo>
                  <a:lnTo>
                    <a:pt x="2027362" y="152"/>
                  </a:lnTo>
                  <a:lnTo>
                    <a:pt x="2019504" y="152"/>
                  </a:lnTo>
                  <a:lnTo>
                    <a:pt x="2011646" y="152"/>
                  </a:lnTo>
                  <a:lnTo>
                    <a:pt x="2003788" y="152"/>
                  </a:lnTo>
                  <a:lnTo>
                    <a:pt x="1995930" y="151"/>
                  </a:lnTo>
                  <a:lnTo>
                    <a:pt x="1988072" y="151"/>
                  </a:lnTo>
                  <a:lnTo>
                    <a:pt x="1980214" y="151"/>
                  </a:lnTo>
                  <a:lnTo>
                    <a:pt x="1972356" y="150"/>
                  </a:lnTo>
                  <a:lnTo>
                    <a:pt x="1964498" y="150"/>
                  </a:lnTo>
                  <a:lnTo>
                    <a:pt x="1956640" y="150"/>
                  </a:lnTo>
                  <a:lnTo>
                    <a:pt x="1948782" y="150"/>
                  </a:lnTo>
                  <a:lnTo>
                    <a:pt x="1940924" y="150"/>
                  </a:lnTo>
                  <a:lnTo>
                    <a:pt x="1933066" y="150"/>
                  </a:lnTo>
                  <a:lnTo>
                    <a:pt x="1925208" y="150"/>
                  </a:lnTo>
                  <a:lnTo>
                    <a:pt x="1917350" y="150"/>
                  </a:lnTo>
                  <a:lnTo>
                    <a:pt x="1909492" y="150"/>
                  </a:lnTo>
                  <a:lnTo>
                    <a:pt x="1901634" y="150"/>
                  </a:lnTo>
                  <a:lnTo>
                    <a:pt x="1893776" y="149"/>
                  </a:lnTo>
                  <a:lnTo>
                    <a:pt x="1885918" y="149"/>
                  </a:lnTo>
                  <a:lnTo>
                    <a:pt x="1878060" y="149"/>
                  </a:lnTo>
                  <a:lnTo>
                    <a:pt x="1870202" y="149"/>
                  </a:lnTo>
                  <a:lnTo>
                    <a:pt x="1862344" y="149"/>
                  </a:lnTo>
                  <a:lnTo>
                    <a:pt x="1854486" y="149"/>
                  </a:lnTo>
                  <a:lnTo>
                    <a:pt x="1846628" y="149"/>
                  </a:lnTo>
                  <a:lnTo>
                    <a:pt x="1838770" y="149"/>
                  </a:lnTo>
                  <a:lnTo>
                    <a:pt x="1830912" y="149"/>
                  </a:lnTo>
                  <a:lnTo>
                    <a:pt x="1823054" y="149"/>
                  </a:lnTo>
                  <a:lnTo>
                    <a:pt x="1815196" y="149"/>
                  </a:lnTo>
                  <a:lnTo>
                    <a:pt x="1807338" y="149"/>
                  </a:lnTo>
                  <a:lnTo>
                    <a:pt x="1799480" y="149"/>
                  </a:lnTo>
                  <a:lnTo>
                    <a:pt x="1791622" y="148"/>
                  </a:lnTo>
                  <a:lnTo>
                    <a:pt x="1783764" y="148"/>
                  </a:lnTo>
                  <a:lnTo>
                    <a:pt x="1775906" y="148"/>
                  </a:lnTo>
                  <a:lnTo>
                    <a:pt x="1768048" y="148"/>
                  </a:lnTo>
                  <a:lnTo>
                    <a:pt x="1760190" y="148"/>
                  </a:lnTo>
                  <a:lnTo>
                    <a:pt x="1752332" y="148"/>
                  </a:lnTo>
                  <a:lnTo>
                    <a:pt x="1744474" y="148"/>
                  </a:lnTo>
                  <a:lnTo>
                    <a:pt x="1736616" y="148"/>
                  </a:lnTo>
                  <a:lnTo>
                    <a:pt x="1728758" y="147"/>
                  </a:lnTo>
                  <a:lnTo>
                    <a:pt x="1720900" y="146"/>
                  </a:lnTo>
                  <a:lnTo>
                    <a:pt x="1713042" y="146"/>
                  </a:lnTo>
                  <a:lnTo>
                    <a:pt x="1705184" y="145"/>
                  </a:lnTo>
                  <a:lnTo>
                    <a:pt x="1697326" y="145"/>
                  </a:lnTo>
                  <a:lnTo>
                    <a:pt x="1689468" y="144"/>
                  </a:lnTo>
                  <a:lnTo>
                    <a:pt x="1681610" y="143"/>
                  </a:lnTo>
                  <a:lnTo>
                    <a:pt x="1673752" y="143"/>
                  </a:lnTo>
                  <a:lnTo>
                    <a:pt x="1665894" y="142"/>
                  </a:lnTo>
                  <a:lnTo>
                    <a:pt x="1658036" y="142"/>
                  </a:lnTo>
                  <a:lnTo>
                    <a:pt x="1650178" y="142"/>
                  </a:lnTo>
                  <a:lnTo>
                    <a:pt x="1642320" y="142"/>
                  </a:lnTo>
                  <a:lnTo>
                    <a:pt x="1634462" y="141"/>
                  </a:lnTo>
                  <a:lnTo>
                    <a:pt x="1626604" y="141"/>
                  </a:lnTo>
                  <a:lnTo>
                    <a:pt x="1618746" y="141"/>
                  </a:lnTo>
                  <a:lnTo>
                    <a:pt x="1610888" y="140"/>
                  </a:lnTo>
                  <a:lnTo>
                    <a:pt x="1603030" y="140"/>
                  </a:lnTo>
                  <a:lnTo>
                    <a:pt x="1595172" y="140"/>
                  </a:lnTo>
                  <a:lnTo>
                    <a:pt x="1587314" y="140"/>
                  </a:lnTo>
                  <a:lnTo>
                    <a:pt x="1579456" y="139"/>
                  </a:lnTo>
                  <a:lnTo>
                    <a:pt x="1571598" y="139"/>
                  </a:lnTo>
                  <a:lnTo>
                    <a:pt x="1563740" y="139"/>
                  </a:lnTo>
                  <a:lnTo>
                    <a:pt x="1555882" y="138"/>
                  </a:lnTo>
                  <a:lnTo>
                    <a:pt x="1548024" y="138"/>
                  </a:lnTo>
                  <a:lnTo>
                    <a:pt x="1540166" y="137"/>
                  </a:lnTo>
                  <a:lnTo>
                    <a:pt x="1532308" y="137"/>
                  </a:lnTo>
                  <a:lnTo>
                    <a:pt x="1524450" y="137"/>
                  </a:lnTo>
                  <a:lnTo>
                    <a:pt x="1516592" y="136"/>
                  </a:lnTo>
                  <a:lnTo>
                    <a:pt x="1508734" y="136"/>
                  </a:lnTo>
                  <a:lnTo>
                    <a:pt x="1500876" y="136"/>
                  </a:lnTo>
                  <a:lnTo>
                    <a:pt x="1493018" y="136"/>
                  </a:lnTo>
                  <a:lnTo>
                    <a:pt x="1485160" y="136"/>
                  </a:lnTo>
                  <a:lnTo>
                    <a:pt x="1477302" y="137"/>
                  </a:lnTo>
                  <a:lnTo>
                    <a:pt x="1469444" y="136"/>
                  </a:lnTo>
                  <a:lnTo>
                    <a:pt x="1461586" y="136"/>
                  </a:lnTo>
                  <a:lnTo>
                    <a:pt x="1453728" y="135"/>
                  </a:lnTo>
                  <a:lnTo>
                    <a:pt x="1445870" y="134"/>
                  </a:lnTo>
                  <a:lnTo>
                    <a:pt x="1438012" y="134"/>
                  </a:lnTo>
                  <a:lnTo>
                    <a:pt x="1430154" y="133"/>
                  </a:lnTo>
                  <a:lnTo>
                    <a:pt x="1422296" y="133"/>
                  </a:lnTo>
                  <a:lnTo>
                    <a:pt x="1414438" y="133"/>
                  </a:lnTo>
                  <a:lnTo>
                    <a:pt x="1406580" y="132"/>
                  </a:lnTo>
                  <a:lnTo>
                    <a:pt x="1398722" y="132"/>
                  </a:lnTo>
                  <a:lnTo>
                    <a:pt x="1390864" y="132"/>
                  </a:lnTo>
                  <a:lnTo>
                    <a:pt x="1383006" y="132"/>
                  </a:lnTo>
                  <a:lnTo>
                    <a:pt x="1375148" y="132"/>
                  </a:lnTo>
                  <a:lnTo>
                    <a:pt x="1367290" y="131"/>
                  </a:lnTo>
                  <a:lnTo>
                    <a:pt x="1359432" y="131"/>
                  </a:lnTo>
                  <a:lnTo>
                    <a:pt x="1351574" y="131"/>
                  </a:lnTo>
                  <a:lnTo>
                    <a:pt x="1343716" y="131"/>
                  </a:lnTo>
                  <a:lnTo>
                    <a:pt x="1335858" y="131"/>
                  </a:lnTo>
                  <a:lnTo>
                    <a:pt x="1328000" y="131"/>
                  </a:lnTo>
                  <a:lnTo>
                    <a:pt x="1320142" y="131"/>
                  </a:lnTo>
                  <a:lnTo>
                    <a:pt x="1312284" y="130"/>
                  </a:lnTo>
                  <a:lnTo>
                    <a:pt x="1304426" y="129"/>
                  </a:lnTo>
                  <a:lnTo>
                    <a:pt x="1296568" y="129"/>
                  </a:lnTo>
                  <a:lnTo>
                    <a:pt x="1288710" y="129"/>
                  </a:lnTo>
                  <a:lnTo>
                    <a:pt x="1280852" y="129"/>
                  </a:lnTo>
                  <a:lnTo>
                    <a:pt x="1272994" y="128"/>
                  </a:lnTo>
                  <a:lnTo>
                    <a:pt x="1265136" y="128"/>
                  </a:lnTo>
                  <a:lnTo>
                    <a:pt x="1257278" y="128"/>
                  </a:lnTo>
                  <a:lnTo>
                    <a:pt x="1249420" y="127"/>
                  </a:lnTo>
                  <a:lnTo>
                    <a:pt x="1241562" y="127"/>
                  </a:lnTo>
                  <a:lnTo>
                    <a:pt x="1233704" y="127"/>
                  </a:lnTo>
                  <a:lnTo>
                    <a:pt x="1225846" y="127"/>
                  </a:lnTo>
                  <a:lnTo>
                    <a:pt x="1217988" y="127"/>
                  </a:lnTo>
                  <a:lnTo>
                    <a:pt x="1210130" y="126"/>
                  </a:lnTo>
                  <a:lnTo>
                    <a:pt x="1202272" y="126"/>
                  </a:lnTo>
                  <a:lnTo>
                    <a:pt x="1194414" y="125"/>
                  </a:lnTo>
                  <a:lnTo>
                    <a:pt x="1186556" y="125"/>
                  </a:lnTo>
                  <a:lnTo>
                    <a:pt x="1178698" y="124"/>
                  </a:lnTo>
                  <a:lnTo>
                    <a:pt x="1170840" y="124"/>
                  </a:lnTo>
                  <a:lnTo>
                    <a:pt x="1162982" y="124"/>
                  </a:lnTo>
                  <a:lnTo>
                    <a:pt x="1155124" y="123"/>
                  </a:lnTo>
                  <a:lnTo>
                    <a:pt x="1147266" y="123"/>
                  </a:lnTo>
                  <a:lnTo>
                    <a:pt x="1139408" y="122"/>
                  </a:lnTo>
                  <a:lnTo>
                    <a:pt x="1131550" y="122"/>
                  </a:lnTo>
                  <a:lnTo>
                    <a:pt x="1123692" y="121"/>
                  </a:lnTo>
                  <a:lnTo>
                    <a:pt x="1115834" y="121"/>
                  </a:lnTo>
                  <a:lnTo>
                    <a:pt x="1107976" y="120"/>
                  </a:lnTo>
                  <a:lnTo>
                    <a:pt x="1100118" y="120"/>
                  </a:lnTo>
                  <a:lnTo>
                    <a:pt x="1092260" y="119"/>
                  </a:lnTo>
                  <a:lnTo>
                    <a:pt x="1084402" y="119"/>
                  </a:lnTo>
                  <a:lnTo>
                    <a:pt x="1076544" y="118"/>
                  </a:lnTo>
                  <a:lnTo>
                    <a:pt x="1068686" y="117"/>
                  </a:lnTo>
                  <a:lnTo>
                    <a:pt x="1060828" y="117"/>
                  </a:lnTo>
                  <a:lnTo>
                    <a:pt x="1052970" y="116"/>
                  </a:lnTo>
                  <a:lnTo>
                    <a:pt x="1045112" y="115"/>
                  </a:lnTo>
                  <a:lnTo>
                    <a:pt x="1037254" y="114"/>
                  </a:lnTo>
                  <a:lnTo>
                    <a:pt x="1029397" y="114"/>
                  </a:lnTo>
                  <a:lnTo>
                    <a:pt x="1021539" y="113"/>
                  </a:lnTo>
                  <a:lnTo>
                    <a:pt x="1013681" y="112"/>
                  </a:lnTo>
                  <a:lnTo>
                    <a:pt x="1005823" y="111"/>
                  </a:lnTo>
                  <a:lnTo>
                    <a:pt x="997965" y="110"/>
                  </a:lnTo>
                  <a:lnTo>
                    <a:pt x="990107" y="109"/>
                  </a:lnTo>
                  <a:lnTo>
                    <a:pt x="982249" y="108"/>
                  </a:lnTo>
                  <a:lnTo>
                    <a:pt x="974391" y="107"/>
                  </a:lnTo>
                  <a:lnTo>
                    <a:pt x="966533" y="106"/>
                  </a:lnTo>
                  <a:lnTo>
                    <a:pt x="958675" y="105"/>
                  </a:lnTo>
                  <a:lnTo>
                    <a:pt x="950817" y="105"/>
                  </a:lnTo>
                  <a:lnTo>
                    <a:pt x="942959" y="104"/>
                  </a:lnTo>
                  <a:lnTo>
                    <a:pt x="935101" y="103"/>
                  </a:lnTo>
                  <a:lnTo>
                    <a:pt x="927243" y="103"/>
                  </a:lnTo>
                  <a:lnTo>
                    <a:pt x="919385" y="102"/>
                  </a:lnTo>
                  <a:lnTo>
                    <a:pt x="911527" y="101"/>
                  </a:lnTo>
                  <a:lnTo>
                    <a:pt x="903669" y="100"/>
                  </a:lnTo>
                  <a:lnTo>
                    <a:pt x="895811" y="100"/>
                  </a:lnTo>
                  <a:lnTo>
                    <a:pt x="887953" y="99"/>
                  </a:lnTo>
                  <a:lnTo>
                    <a:pt x="880095" y="98"/>
                  </a:lnTo>
                  <a:lnTo>
                    <a:pt x="872237" y="97"/>
                  </a:lnTo>
                  <a:lnTo>
                    <a:pt x="864379" y="96"/>
                  </a:lnTo>
                  <a:lnTo>
                    <a:pt x="856521" y="95"/>
                  </a:lnTo>
                  <a:lnTo>
                    <a:pt x="848663" y="94"/>
                  </a:lnTo>
                  <a:lnTo>
                    <a:pt x="840805" y="93"/>
                  </a:lnTo>
                  <a:lnTo>
                    <a:pt x="832947" y="92"/>
                  </a:lnTo>
                  <a:lnTo>
                    <a:pt x="825089" y="91"/>
                  </a:lnTo>
                  <a:lnTo>
                    <a:pt x="817231" y="91"/>
                  </a:lnTo>
                  <a:lnTo>
                    <a:pt x="809373" y="90"/>
                  </a:lnTo>
                  <a:lnTo>
                    <a:pt x="801515" y="89"/>
                  </a:lnTo>
                  <a:lnTo>
                    <a:pt x="793657" y="88"/>
                  </a:lnTo>
                  <a:lnTo>
                    <a:pt x="785799" y="87"/>
                  </a:lnTo>
                  <a:lnTo>
                    <a:pt x="777941" y="86"/>
                  </a:lnTo>
                  <a:lnTo>
                    <a:pt x="770083" y="85"/>
                  </a:lnTo>
                  <a:lnTo>
                    <a:pt x="762225" y="84"/>
                  </a:lnTo>
                  <a:lnTo>
                    <a:pt x="754367" y="82"/>
                  </a:lnTo>
                  <a:lnTo>
                    <a:pt x="746509" y="81"/>
                  </a:lnTo>
                  <a:lnTo>
                    <a:pt x="738651" y="80"/>
                  </a:lnTo>
                  <a:lnTo>
                    <a:pt x="730793" y="78"/>
                  </a:lnTo>
                  <a:lnTo>
                    <a:pt x="722935" y="77"/>
                  </a:lnTo>
                  <a:lnTo>
                    <a:pt x="715077" y="76"/>
                  </a:lnTo>
                  <a:lnTo>
                    <a:pt x="707219" y="74"/>
                  </a:lnTo>
                  <a:lnTo>
                    <a:pt x="699361" y="73"/>
                  </a:lnTo>
                  <a:lnTo>
                    <a:pt x="691503" y="72"/>
                  </a:lnTo>
                  <a:lnTo>
                    <a:pt x="683645" y="73"/>
                  </a:lnTo>
                  <a:lnTo>
                    <a:pt x="675787" y="72"/>
                  </a:lnTo>
                  <a:lnTo>
                    <a:pt x="667929" y="71"/>
                  </a:lnTo>
                  <a:lnTo>
                    <a:pt x="660071" y="70"/>
                  </a:lnTo>
                  <a:lnTo>
                    <a:pt x="652213" y="69"/>
                  </a:lnTo>
                  <a:lnTo>
                    <a:pt x="644355" y="68"/>
                  </a:lnTo>
                  <a:lnTo>
                    <a:pt x="636497" y="67"/>
                  </a:lnTo>
                  <a:lnTo>
                    <a:pt x="628639" y="65"/>
                  </a:lnTo>
                  <a:lnTo>
                    <a:pt x="620781" y="64"/>
                  </a:lnTo>
                  <a:lnTo>
                    <a:pt x="612923" y="63"/>
                  </a:lnTo>
                  <a:lnTo>
                    <a:pt x="605065" y="61"/>
                  </a:lnTo>
                  <a:lnTo>
                    <a:pt x="597207" y="60"/>
                  </a:lnTo>
                  <a:lnTo>
                    <a:pt x="589349" y="58"/>
                  </a:lnTo>
                  <a:lnTo>
                    <a:pt x="581491" y="57"/>
                  </a:lnTo>
                  <a:lnTo>
                    <a:pt x="573633" y="55"/>
                  </a:lnTo>
                  <a:lnTo>
                    <a:pt x="565775" y="54"/>
                  </a:lnTo>
                  <a:lnTo>
                    <a:pt x="557917" y="52"/>
                  </a:lnTo>
                  <a:lnTo>
                    <a:pt x="550059" y="51"/>
                  </a:lnTo>
                  <a:lnTo>
                    <a:pt x="542201" y="49"/>
                  </a:lnTo>
                  <a:lnTo>
                    <a:pt x="534343" y="48"/>
                  </a:lnTo>
                  <a:lnTo>
                    <a:pt x="526485" y="48"/>
                  </a:lnTo>
                  <a:lnTo>
                    <a:pt x="518627" y="48"/>
                  </a:lnTo>
                  <a:lnTo>
                    <a:pt x="510769" y="47"/>
                  </a:lnTo>
                  <a:lnTo>
                    <a:pt x="502911" y="44"/>
                  </a:lnTo>
                  <a:lnTo>
                    <a:pt x="495053" y="41"/>
                  </a:lnTo>
                  <a:lnTo>
                    <a:pt x="487195" y="40"/>
                  </a:lnTo>
                  <a:lnTo>
                    <a:pt x="479337" y="40"/>
                  </a:lnTo>
                  <a:lnTo>
                    <a:pt x="471479" y="40"/>
                  </a:lnTo>
                  <a:lnTo>
                    <a:pt x="463621" y="40"/>
                  </a:lnTo>
                  <a:lnTo>
                    <a:pt x="455763" y="40"/>
                  </a:lnTo>
                  <a:lnTo>
                    <a:pt x="447905" y="38"/>
                  </a:lnTo>
                  <a:lnTo>
                    <a:pt x="440047" y="35"/>
                  </a:lnTo>
                  <a:lnTo>
                    <a:pt x="432189" y="32"/>
                  </a:lnTo>
                  <a:lnTo>
                    <a:pt x="424331" y="29"/>
                  </a:lnTo>
                  <a:lnTo>
                    <a:pt x="416473" y="28"/>
                  </a:lnTo>
                  <a:lnTo>
                    <a:pt x="408615" y="27"/>
                  </a:lnTo>
                  <a:lnTo>
                    <a:pt x="400757" y="24"/>
                  </a:lnTo>
                  <a:lnTo>
                    <a:pt x="392899" y="23"/>
                  </a:lnTo>
                  <a:lnTo>
                    <a:pt x="385041" y="22"/>
                  </a:lnTo>
                  <a:lnTo>
                    <a:pt x="377183" y="20"/>
                  </a:lnTo>
                  <a:lnTo>
                    <a:pt x="369325" y="18"/>
                  </a:lnTo>
                  <a:lnTo>
                    <a:pt x="361467" y="18"/>
                  </a:lnTo>
                  <a:lnTo>
                    <a:pt x="353609" y="17"/>
                  </a:lnTo>
                  <a:lnTo>
                    <a:pt x="345751" y="17"/>
                  </a:lnTo>
                  <a:lnTo>
                    <a:pt x="337893" y="17"/>
                  </a:lnTo>
                  <a:lnTo>
                    <a:pt x="330035" y="16"/>
                  </a:lnTo>
                  <a:lnTo>
                    <a:pt x="322177" y="15"/>
                  </a:lnTo>
                  <a:lnTo>
                    <a:pt x="314319" y="15"/>
                  </a:lnTo>
                  <a:lnTo>
                    <a:pt x="306461" y="12"/>
                  </a:lnTo>
                  <a:lnTo>
                    <a:pt x="298603" y="12"/>
                  </a:lnTo>
                  <a:lnTo>
                    <a:pt x="290745" y="10"/>
                  </a:lnTo>
                  <a:lnTo>
                    <a:pt x="282887" y="10"/>
                  </a:lnTo>
                  <a:lnTo>
                    <a:pt x="275029" y="7"/>
                  </a:lnTo>
                  <a:lnTo>
                    <a:pt x="267171" y="9"/>
                  </a:lnTo>
                  <a:lnTo>
                    <a:pt x="259313" y="9"/>
                  </a:lnTo>
                  <a:lnTo>
                    <a:pt x="251455" y="8"/>
                  </a:lnTo>
                  <a:lnTo>
                    <a:pt x="243597" y="7"/>
                  </a:lnTo>
                  <a:lnTo>
                    <a:pt x="235739" y="6"/>
                  </a:lnTo>
                  <a:lnTo>
                    <a:pt x="227881" y="6"/>
                  </a:lnTo>
                  <a:lnTo>
                    <a:pt x="220023" y="6"/>
                  </a:lnTo>
                  <a:lnTo>
                    <a:pt x="212165" y="6"/>
                  </a:lnTo>
                  <a:lnTo>
                    <a:pt x="204307" y="4"/>
                  </a:lnTo>
                  <a:lnTo>
                    <a:pt x="196449" y="4"/>
                  </a:lnTo>
                  <a:lnTo>
                    <a:pt x="188591" y="0"/>
                  </a:lnTo>
                  <a:lnTo>
                    <a:pt x="180733" y="1"/>
                  </a:lnTo>
                  <a:lnTo>
                    <a:pt x="172875" y="3"/>
                  </a:lnTo>
                  <a:lnTo>
                    <a:pt x="165017" y="3"/>
                  </a:lnTo>
                  <a:lnTo>
                    <a:pt x="157159" y="4"/>
                  </a:lnTo>
                  <a:lnTo>
                    <a:pt x="149301" y="5"/>
                  </a:lnTo>
                  <a:lnTo>
                    <a:pt x="141443" y="6"/>
                  </a:lnTo>
                  <a:lnTo>
                    <a:pt x="133585" y="0"/>
                  </a:lnTo>
                  <a:lnTo>
                    <a:pt x="125727" y="1"/>
                  </a:lnTo>
                  <a:lnTo>
                    <a:pt x="117869" y="2"/>
                  </a:lnTo>
                  <a:lnTo>
                    <a:pt x="110011" y="4"/>
                  </a:lnTo>
                  <a:lnTo>
                    <a:pt x="102153" y="3"/>
                  </a:lnTo>
                  <a:lnTo>
                    <a:pt x="94295" y="2"/>
                  </a:lnTo>
                  <a:lnTo>
                    <a:pt x="86437" y="4"/>
                  </a:lnTo>
                  <a:lnTo>
                    <a:pt x="78579" y="3"/>
                  </a:lnTo>
                  <a:lnTo>
                    <a:pt x="70721" y="6"/>
                  </a:lnTo>
                  <a:lnTo>
                    <a:pt x="62863" y="5"/>
                  </a:lnTo>
                  <a:lnTo>
                    <a:pt x="55005" y="6"/>
                  </a:lnTo>
                  <a:lnTo>
                    <a:pt x="47147" y="6"/>
                  </a:lnTo>
                  <a:lnTo>
                    <a:pt x="39289" y="6"/>
                  </a:lnTo>
                  <a:lnTo>
                    <a:pt x="31431" y="6"/>
                  </a:lnTo>
                  <a:lnTo>
                    <a:pt x="23573" y="8"/>
                  </a:lnTo>
                  <a:lnTo>
                    <a:pt x="15715" y="10"/>
                  </a:lnTo>
                  <a:lnTo>
                    <a:pt x="7857" y="10"/>
                  </a:lnTo>
                  <a:lnTo>
                    <a:pt x="0" y="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6029658" y="2983023"/>
              <a:ext cx="2035220" cy="4908"/>
            </a:xfrm>
            <a:custGeom>
              <a:avLst/>
              <a:pathLst>
                <a:path w="2035220" h="4908">
                  <a:moveTo>
                    <a:pt x="0" y="4908"/>
                  </a:moveTo>
                  <a:lnTo>
                    <a:pt x="7857" y="4906"/>
                  </a:lnTo>
                  <a:lnTo>
                    <a:pt x="15715" y="4904"/>
                  </a:lnTo>
                  <a:lnTo>
                    <a:pt x="23573" y="4902"/>
                  </a:lnTo>
                  <a:lnTo>
                    <a:pt x="31431" y="4899"/>
                  </a:lnTo>
                  <a:lnTo>
                    <a:pt x="39289" y="4897"/>
                  </a:lnTo>
                  <a:lnTo>
                    <a:pt x="47147" y="4895"/>
                  </a:lnTo>
                  <a:lnTo>
                    <a:pt x="55005" y="4892"/>
                  </a:lnTo>
                  <a:lnTo>
                    <a:pt x="62863" y="4889"/>
                  </a:lnTo>
                  <a:lnTo>
                    <a:pt x="70721" y="4887"/>
                  </a:lnTo>
                  <a:lnTo>
                    <a:pt x="78579" y="4884"/>
                  </a:lnTo>
                  <a:lnTo>
                    <a:pt x="86437" y="4882"/>
                  </a:lnTo>
                  <a:lnTo>
                    <a:pt x="94295" y="4879"/>
                  </a:lnTo>
                  <a:lnTo>
                    <a:pt x="102153" y="4876"/>
                  </a:lnTo>
                  <a:lnTo>
                    <a:pt x="110011" y="4873"/>
                  </a:lnTo>
                  <a:lnTo>
                    <a:pt x="117869" y="4871"/>
                  </a:lnTo>
                  <a:lnTo>
                    <a:pt x="125727" y="4868"/>
                  </a:lnTo>
                  <a:lnTo>
                    <a:pt x="133585" y="4865"/>
                  </a:lnTo>
                  <a:lnTo>
                    <a:pt x="141443" y="4862"/>
                  </a:lnTo>
                  <a:lnTo>
                    <a:pt x="149301" y="4859"/>
                  </a:lnTo>
                  <a:lnTo>
                    <a:pt x="157159" y="4856"/>
                  </a:lnTo>
                  <a:lnTo>
                    <a:pt x="165017" y="4853"/>
                  </a:lnTo>
                  <a:lnTo>
                    <a:pt x="172875" y="4850"/>
                  </a:lnTo>
                  <a:lnTo>
                    <a:pt x="180733" y="4847"/>
                  </a:lnTo>
                  <a:lnTo>
                    <a:pt x="188591" y="4844"/>
                  </a:lnTo>
                  <a:lnTo>
                    <a:pt x="196449" y="4841"/>
                  </a:lnTo>
                  <a:lnTo>
                    <a:pt x="204307" y="4837"/>
                  </a:lnTo>
                  <a:lnTo>
                    <a:pt x="212165" y="4834"/>
                  </a:lnTo>
                  <a:lnTo>
                    <a:pt x="220023" y="4831"/>
                  </a:lnTo>
                  <a:lnTo>
                    <a:pt x="227881" y="4828"/>
                  </a:lnTo>
                  <a:lnTo>
                    <a:pt x="235739" y="4824"/>
                  </a:lnTo>
                  <a:lnTo>
                    <a:pt x="243597" y="4821"/>
                  </a:lnTo>
                  <a:lnTo>
                    <a:pt x="251455" y="4817"/>
                  </a:lnTo>
                  <a:lnTo>
                    <a:pt x="259313" y="4814"/>
                  </a:lnTo>
                  <a:lnTo>
                    <a:pt x="267171" y="4810"/>
                  </a:lnTo>
                  <a:lnTo>
                    <a:pt x="275029" y="4807"/>
                  </a:lnTo>
                  <a:lnTo>
                    <a:pt x="282887" y="4803"/>
                  </a:lnTo>
                  <a:lnTo>
                    <a:pt x="290745" y="4799"/>
                  </a:lnTo>
                  <a:lnTo>
                    <a:pt x="298603" y="4795"/>
                  </a:lnTo>
                  <a:lnTo>
                    <a:pt x="306461" y="4792"/>
                  </a:lnTo>
                  <a:lnTo>
                    <a:pt x="314319" y="4788"/>
                  </a:lnTo>
                  <a:lnTo>
                    <a:pt x="322177" y="4784"/>
                  </a:lnTo>
                  <a:lnTo>
                    <a:pt x="330035" y="4780"/>
                  </a:lnTo>
                  <a:lnTo>
                    <a:pt x="337893" y="4776"/>
                  </a:lnTo>
                  <a:lnTo>
                    <a:pt x="345751" y="4772"/>
                  </a:lnTo>
                  <a:lnTo>
                    <a:pt x="353609" y="4768"/>
                  </a:lnTo>
                  <a:lnTo>
                    <a:pt x="361467" y="4764"/>
                  </a:lnTo>
                  <a:lnTo>
                    <a:pt x="369325" y="4759"/>
                  </a:lnTo>
                  <a:lnTo>
                    <a:pt x="377183" y="4755"/>
                  </a:lnTo>
                  <a:lnTo>
                    <a:pt x="385041" y="4751"/>
                  </a:lnTo>
                  <a:lnTo>
                    <a:pt x="392899" y="4746"/>
                  </a:lnTo>
                  <a:lnTo>
                    <a:pt x="400757" y="4742"/>
                  </a:lnTo>
                  <a:lnTo>
                    <a:pt x="408615" y="4737"/>
                  </a:lnTo>
                  <a:lnTo>
                    <a:pt x="416473" y="4733"/>
                  </a:lnTo>
                  <a:lnTo>
                    <a:pt x="424331" y="4728"/>
                  </a:lnTo>
                  <a:lnTo>
                    <a:pt x="432189" y="4724"/>
                  </a:lnTo>
                  <a:lnTo>
                    <a:pt x="440047" y="4719"/>
                  </a:lnTo>
                  <a:lnTo>
                    <a:pt x="447905" y="4714"/>
                  </a:lnTo>
                  <a:lnTo>
                    <a:pt x="455763" y="4709"/>
                  </a:lnTo>
                  <a:lnTo>
                    <a:pt x="463621" y="4704"/>
                  </a:lnTo>
                  <a:lnTo>
                    <a:pt x="471479" y="4699"/>
                  </a:lnTo>
                  <a:lnTo>
                    <a:pt x="479337" y="4694"/>
                  </a:lnTo>
                  <a:lnTo>
                    <a:pt x="487195" y="4689"/>
                  </a:lnTo>
                  <a:lnTo>
                    <a:pt x="495053" y="4684"/>
                  </a:lnTo>
                  <a:lnTo>
                    <a:pt x="502911" y="4679"/>
                  </a:lnTo>
                  <a:lnTo>
                    <a:pt x="510769" y="4673"/>
                  </a:lnTo>
                  <a:lnTo>
                    <a:pt x="518627" y="4668"/>
                  </a:lnTo>
                  <a:lnTo>
                    <a:pt x="526485" y="4662"/>
                  </a:lnTo>
                  <a:lnTo>
                    <a:pt x="534343" y="4657"/>
                  </a:lnTo>
                  <a:lnTo>
                    <a:pt x="542201" y="4651"/>
                  </a:lnTo>
                  <a:lnTo>
                    <a:pt x="550059" y="4645"/>
                  </a:lnTo>
                  <a:lnTo>
                    <a:pt x="557917" y="4640"/>
                  </a:lnTo>
                  <a:lnTo>
                    <a:pt x="565775" y="4634"/>
                  </a:lnTo>
                  <a:lnTo>
                    <a:pt x="573633" y="4628"/>
                  </a:lnTo>
                  <a:lnTo>
                    <a:pt x="581491" y="4622"/>
                  </a:lnTo>
                  <a:lnTo>
                    <a:pt x="589349" y="4616"/>
                  </a:lnTo>
                  <a:lnTo>
                    <a:pt x="597207" y="4610"/>
                  </a:lnTo>
                  <a:lnTo>
                    <a:pt x="605065" y="4603"/>
                  </a:lnTo>
                  <a:lnTo>
                    <a:pt x="612923" y="4597"/>
                  </a:lnTo>
                  <a:lnTo>
                    <a:pt x="620781" y="4591"/>
                  </a:lnTo>
                  <a:lnTo>
                    <a:pt x="628639" y="4584"/>
                  </a:lnTo>
                  <a:lnTo>
                    <a:pt x="636497" y="4578"/>
                  </a:lnTo>
                  <a:lnTo>
                    <a:pt x="644355" y="4571"/>
                  </a:lnTo>
                  <a:lnTo>
                    <a:pt x="652213" y="4565"/>
                  </a:lnTo>
                  <a:lnTo>
                    <a:pt x="660071" y="4558"/>
                  </a:lnTo>
                  <a:lnTo>
                    <a:pt x="667929" y="4551"/>
                  </a:lnTo>
                  <a:lnTo>
                    <a:pt x="675787" y="4544"/>
                  </a:lnTo>
                  <a:lnTo>
                    <a:pt x="683645" y="4537"/>
                  </a:lnTo>
                  <a:lnTo>
                    <a:pt x="691503" y="4530"/>
                  </a:lnTo>
                  <a:lnTo>
                    <a:pt x="699361" y="4523"/>
                  </a:lnTo>
                  <a:lnTo>
                    <a:pt x="707219" y="4515"/>
                  </a:lnTo>
                  <a:lnTo>
                    <a:pt x="715077" y="4508"/>
                  </a:lnTo>
                  <a:lnTo>
                    <a:pt x="722935" y="4500"/>
                  </a:lnTo>
                  <a:lnTo>
                    <a:pt x="730793" y="4492"/>
                  </a:lnTo>
                  <a:lnTo>
                    <a:pt x="738651" y="4485"/>
                  </a:lnTo>
                  <a:lnTo>
                    <a:pt x="746509" y="4477"/>
                  </a:lnTo>
                  <a:lnTo>
                    <a:pt x="754367" y="4469"/>
                  </a:lnTo>
                  <a:lnTo>
                    <a:pt x="762225" y="4461"/>
                  </a:lnTo>
                  <a:lnTo>
                    <a:pt x="770083" y="4453"/>
                  </a:lnTo>
                  <a:lnTo>
                    <a:pt x="777941" y="4444"/>
                  </a:lnTo>
                  <a:lnTo>
                    <a:pt x="785799" y="4436"/>
                  </a:lnTo>
                  <a:lnTo>
                    <a:pt x="793657" y="4428"/>
                  </a:lnTo>
                  <a:lnTo>
                    <a:pt x="801515" y="4419"/>
                  </a:lnTo>
                  <a:lnTo>
                    <a:pt x="809373" y="4411"/>
                  </a:lnTo>
                  <a:lnTo>
                    <a:pt x="817231" y="4402"/>
                  </a:lnTo>
                  <a:lnTo>
                    <a:pt x="825089" y="4393"/>
                  </a:lnTo>
                  <a:lnTo>
                    <a:pt x="832947" y="4384"/>
                  </a:lnTo>
                  <a:lnTo>
                    <a:pt x="840805" y="4375"/>
                  </a:lnTo>
                  <a:lnTo>
                    <a:pt x="848663" y="4365"/>
                  </a:lnTo>
                  <a:lnTo>
                    <a:pt x="856521" y="4355"/>
                  </a:lnTo>
                  <a:lnTo>
                    <a:pt x="864379" y="4345"/>
                  </a:lnTo>
                  <a:lnTo>
                    <a:pt x="872237" y="4335"/>
                  </a:lnTo>
                  <a:lnTo>
                    <a:pt x="880095" y="4324"/>
                  </a:lnTo>
                  <a:lnTo>
                    <a:pt x="887953" y="4314"/>
                  </a:lnTo>
                  <a:lnTo>
                    <a:pt x="895811" y="4304"/>
                  </a:lnTo>
                  <a:lnTo>
                    <a:pt x="903669" y="4293"/>
                  </a:lnTo>
                  <a:lnTo>
                    <a:pt x="911527" y="4283"/>
                  </a:lnTo>
                  <a:lnTo>
                    <a:pt x="919385" y="4271"/>
                  </a:lnTo>
                  <a:lnTo>
                    <a:pt x="927243" y="4260"/>
                  </a:lnTo>
                  <a:lnTo>
                    <a:pt x="935101" y="4249"/>
                  </a:lnTo>
                  <a:lnTo>
                    <a:pt x="942959" y="4237"/>
                  </a:lnTo>
                  <a:lnTo>
                    <a:pt x="950817" y="4226"/>
                  </a:lnTo>
                  <a:lnTo>
                    <a:pt x="958675" y="4216"/>
                  </a:lnTo>
                  <a:lnTo>
                    <a:pt x="966533" y="4204"/>
                  </a:lnTo>
                  <a:lnTo>
                    <a:pt x="974391" y="4192"/>
                  </a:lnTo>
                  <a:lnTo>
                    <a:pt x="982249" y="4180"/>
                  </a:lnTo>
                  <a:lnTo>
                    <a:pt x="990107" y="4168"/>
                  </a:lnTo>
                  <a:lnTo>
                    <a:pt x="997965" y="4156"/>
                  </a:lnTo>
                  <a:lnTo>
                    <a:pt x="1005823" y="4144"/>
                  </a:lnTo>
                  <a:lnTo>
                    <a:pt x="1013681" y="4131"/>
                  </a:lnTo>
                  <a:lnTo>
                    <a:pt x="1021539" y="4118"/>
                  </a:lnTo>
                  <a:lnTo>
                    <a:pt x="1029397" y="4105"/>
                  </a:lnTo>
                  <a:lnTo>
                    <a:pt x="1037254" y="4092"/>
                  </a:lnTo>
                  <a:lnTo>
                    <a:pt x="1045112" y="4079"/>
                  </a:lnTo>
                  <a:lnTo>
                    <a:pt x="1052970" y="4066"/>
                  </a:lnTo>
                  <a:lnTo>
                    <a:pt x="1060828" y="4053"/>
                  </a:lnTo>
                  <a:lnTo>
                    <a:pt x="1068686" y="4039"/>
                  </a:lnTo>
                  <a:lnTo>
                    <a:pt x="1076544" y="4026"/>
                  </a:lnTo>
                  <a:lnTo>
                    <a:pt x="1084402" y="4012"/>
                  </a:lnTo>
                  <a:lnTo>
                    <a:pt x="1092260" y="3998"/>
                  </a:lnTo>
                  <a:lnTo>
                    <a:pt x="1100118" y="3983"/>
                  </a:lnTo>
                  <a:lnTo>
                    <a:pt x="1107976" y="3969"/>
                  </a:lnTo>
                  <a:lnTo>
                    <a:pt x="1115834" y="3954"/>
                  </a:lnTo>
                  <a:lnTo>
                    <a:pt x="1123692" y="3940"/>
                  </a:lnTo>
                  <a:lnTo>
                    <a:pt x="1131550" y="3924"/>
                  </a:lnTo>
                  <a:lnTo>
                    <a:pt x="1139408" y="3909"/>
                  </a:lnTo>
                  <a:lnTo>
                    <a:pt x="1147266" y="3894"/>
                  </a:lnTo>
                  <a:lnTo>
                    <a:pt x="1155124" y="3879"/>
                  </a:lnTo>
                  <a:lnTo>
                    <a:pt x="1162982" y="3864"/>
                  </a:lnTo>
                  <a:lnTo>
                    <a:pt x="1170840" y="3848"/>
                  </a:lnTo>
                  <a:lnTo>
                    <a:pt x="1178698" y="3831"/>
                  </a:lnTo>
                  <a:lnTo>
                    <a:pt x="1186556" y="3815"/>
                  </a:lnTo>
                  <a:lnTo>
                    <a:pt x="1194414" y="3797"/>
                  </a:lnTo>
                  <a:lnTo>
                    <a:pt x="1202272" y="3779"/>
                  </a:lnTo>
                  <a:lnTo>
                    <a:pt x="1210130" y="3762"/>
                  </a:lnTo>
                  <a:lnTo>
                    <a:pt x="1217988" y="3744"/>
                  </a:lnTo>
                  <a:lnTo>
                    <a:pt x="1225846" y="3726"/>
                  </a:lnTo>
                  <a:lnTo>
                    <a:pt x="1233704" y="3708"/>
                  </a:lnTo>
                  <a:lnTo>
                    <a:pt x="1241562" y="3690"/>
                  </a:lnTo>
                  <a:lnTo>
                    <a:pt x="1249420" y="3672"/>
                  </a:lnTo>
                  <a:lnTo>
                    <a:pt x="1257278" y="3652"/>
                  </a:lnTo>
                  <a:lnTo>
                    <a:pt x="1265136" y="3633"/>
                  </a:lnTo>
                  <a:lnTo>
                    <a:pt x="1272994" y="3611"/>
                  </a:lnTo>
                  <a:lnTo>
                    <a:pt x="1280852" y="3592"/>
                  </a:lnTo>
                  <a:lnTo>
                    <a:pt x="1288710" y="3575"/>
                  </a:lnTo>
                  <a:lnTo>
                    <a:pt x="1296568" y="3555"/>
                  </a:lnTo>
                  <a:lnTo>
                    <a:pt x="1304426" y="3538"/>
                  </a:lnTo>
                  <a:lnTo>
                    <a:pt x="1312284" y="3519"/>
                  </a:lnTo>
                  <a:lnTo>
                    <a:pt x="1320142" y="3497"/>
                  </a:lnTo>
                  <a:lnTo>
                    <a:pt x="1328000" y="3478"/>
                  </a:lnTo>
                  <a:lnTo>
                    <a:pt x="1335858" y="3458"/>
                  </a:lnTo>
                  <a:lnTo>
                    <a:pt x="1343716" y="3437"/>
                  </a:lnTo>
                  <a:lnTo>
                    <a:pt x="1351574" y="3415"/>
                  </a:lnTo>
                  <a:lnTo>
                    <a:pt x="1359432" y="3393"/>
                  </a:lnTo>
                  <a:lnTo>
                    <a:pt x="1367290" y="3368"/>
                  </a:lnTo>
                  <a:lnTo>
                    <a:pt x="1375148" y="3346"/>
                  </a:lnTo>
                  <a:lnTo>
                    <a:pt x="1383006" y="3322"/>
                  </a:lnTo>
                  <a:lnTo>
                    <a:pt x="1390864" y="3299"/>
                  </a:lnTo>
                  <a:lnTo>
                    <a:pt x="1398722" y="3276"/>
                  </a:lnTo>
                  <a:lnTo>
                    <a:pt x="1406580" y="3252"/>
                  </a:lnTo>
                  <a:lnTo>
                    <a:pt x="1414438" y="3230"/>
                  </a:lnTo>
                  <a:lnTo>
                    <a:pt x="1422296" y="3206"/>
                  </a:lnTo>
                  <a:lnTo>
                    <a:pt x="1430154" y="3182"/>
                  </a:lnTo>
                  <a:lnTo>
                    <a:pt x="1438012" y="3157"/>
                  </a:lnTo>
                  <a:lnTo>
                    <a:pt x="1445870" y="3131"/>
                  </a:lnTo>
                  <a:lnTo>
                    <a:pt x="1453728" y="3104"/>
                  </a:lnTo>
                  <a:lnTo>
                    <a:pt x="1461586" y="3080"/>
                  </a:lnTo>
                  <a:lnTo>
                    <a:pt x="1469444" y="3055"/>
                  </a:lnTo>
                  <a:lnTo>
                    <a:pt x="1477302" y="3027"/>
                  </a:lnTo>
                  <a:lnTo>
                    <a:pt x="1485160" y="3000"/>
                  </a:lnTo>
                  <a:lnTo>
                    <a:pt x="1493018" y="2973"/>
                  </a:lnTo>
                  <a:lnTo>
                    <a:pt x="1500876" y="2945"/>
                  </a:lnTo>
                  <a:lnTo>
                    <a:pt x="1508734" y="2915"/>
                  </a:lnTo>
                  <a:lnTo>
                    <a:pt x="1516592" y="2886"/>
                  </a:lnTo>
                  <a:lnTo>
                    <a:pt x="1524450" y="2855"/>
                  </a:lnTo>
                  <a:lnTo>
                    <a:pt x="1532308" y="2827"/>
                  </a:lnTo>
                  <a:lnTo>
                    <a:pt x="1540166" y="2798"/>
                  </a:lnTo>
                  <a:lnTo>
                    <a:pt x="1548024" y="2769"/>
                  </a:lnTo>
                  <a:lnTo>
                    <a:pt x="1555882" y="2740"/>
                  </a:lnTo>
                  <a:lnTo>
                    <a:pt x="1563740" y="2710"/>
                  </a:lnTo>
                  <a:lnTo>
                    <a:pt x="1571598" y="2681"/>
                  </a:lnTo>
                  <a:lnTo>
                    <a:pt x="1579456" y="2652"/>
                  </a:lnTo>
                  <a:lnTo>
                    <a:pt x="1587314" y="2620"/>
                  </a:lnTo>
                  <a:lnTo>
                    <a:pt x="1595172" y="2586"/>
                  </a:lnTo>
                  <a:lnTo>
                    <a:pt x="1603030" y="2552"/>
                  </a:lnTo>
                  <a:lnTo>
                    <a:pt x="1610888" y="2522"/>
                  </a:lnTo>
                  <a:lnTo>
                    <a:pt x="1618746" y="2488"/>
                  </a:lnTo>
                  <a:lnTo>
                    <a:pt x="1626604" y="2454"/>
                  </a:lnTo>
                  <a:lnTo>
                    <a:pt x="1634462" y="2421"/>
                  </a:lnTo>
                  <a:lnTo>
                    <a:pt x="1642320" y="2388"/>
                  </a:lnTo>
                  <a:lnTo>
                    <a:pt x="1650178" y="2353"/>
                  </a:lnTo>
                  <a:lnTo>
                    <a:pt x="1658036" y="2319"/>
                  </a:lnTo>
                  <a:lnTo>
                    <a:pt x="1665894" y="2285"/>
                  </a:lnTo>
                  <a:lnTo>
                    <a:pt x="1673752" y="2249"/>
                  </a:lnTo>
                  <a:lnTo>
                    <a:pt x="1681610" y="2212"/>
                  </a:lnTo>
                  <a:lnTo>
                    <a:pt x="1689468" y="2175"/>
                  </a:lnTo>
                  <a:lnTo>
                    <a:pt x="1697326" y="2139"/>
                  </a:lnTo>
                  <a:lnTo>
                    <a:pt x="1705184" y="2102"/>
                  </a:lnTo>
                  <a:lnTo>
                    <a:pt x="1713042" y="2065"/>
                  </a:lnTo>
                  <a:lnTo>
                    <a:pt x="1720900" y="2022"/>
                  </a:lnTo>
                  <a:lnTo>
                    <a:pt x="1728758" y="1984"/>
                  </a:lnTo>
                  <a:lnTo>
                    <a:pt x="1736616" y="1945"/>
                  </a:lnTo>
                  <a:lnTo>
                    <a:pt x="1744474" y="1903"/>
                  </a:lnTo>
                  <a:lnTo>
                    <a:pt x="1752332" y="1862"/>
                  </a:lnTo>
                  <a:lnTo>
                    <a:pt x="1760190" y="1818"/>
                  </a:lnTo>
                  <a:lnTo>
                    <a:pt x="1768048" y="1778"/>
                  </a:lnTo>
                  <a:lnTo>
                    <a:pt x="1775906" y="1737"/>
                  </a:lnTo>
                  <a:lnTo>
                    <a:pt x="1783764" y="1694"/>
                  </a:lnTo>
                  <a:lnTo>
                    <a:pt x="1791622" y="1649"/>
                  </a:lnTo>
                  <a:lnTo>
                    <a:pt x="1799480" y="1603"/>
                  </a:lnTo>
                  <a:lnTo>
                    <a:pt x="1807338" y="1557"/>
                  </a:lnTo>
                  <a:lnTo>
                    <a:pt x="1815196" y="1510"/>
                  </a:lnTo>
                  <a:lnTo>
                    <a:pt x="1823054" y="1465"/>
                  </a:lnTo>
                  <a:lnTo>
                    <a:pt x="1830912" y="1418"/>
                  </a:lnTo>
                  <a:lnTo>
                    <a:pt x="1838770" y="1372"/>
                  </a:lnTo>
                  <a:lnTo>
                    <a:pt x="1846628" y="1326"/>
                  </a:lnTo>
                  <a:lnTo>
                    <a:pt x="1854486" y="1282"/>
                  </a:lnTo>
                  <a:lnTo>
                    <a:pt x="1862344" y="1237"/>
                  </a:lnTo>
                  <a:lnTo>
                    <a:pt x="1870202" y="1187"/>
                  </a:lnTo>
                  <a:lnTo>
                    <a:pt x="1878060" y="1133"/>
                  </a:lnTo>
                  <a:lnTo>
                    <a:pt x="1885918" y="1080"/>
                  </a:lnTo>
                  <a:lnTo>
                    <a:pt x="1893776" y="1031"/>
                  </a:lnTo>
                  <a:lnTo>
                    <a:pt x="1901634" y="982"/>
                  </a:lnTo>
                  <a:lnTo>
                    <a:pt x="1909492" y="935"/>
                  </a:lnTo>
                  <a:lnTo>
                    <a:pt x="1917350" y="882"/>
                  </a:lnTo>
                  <a:lnTo>
                    <a:pt x="1925208" y="828"/>
                  </a:lnTo>
                  <a:lnTo>
                    <a:pt x="1933066" y="771"/>
                  </a:lnTo>
                  <a:lnTo>
                    <a:pt x="1940924" y="715"/>
                  </a:lnTo>
                  <a:lnTo>
                    <a:pt x="1948782" y="662"/>
                  </a:lnTo>
                  <a:lnTo>
                    <a:pt x="1956640" y="605"/>
                  </a:lnTo>
                  <a:lnTo>
                    <a:pt x="1964498" y="548"/>
                  </a:lnTo>
                  <a:lnTo>
                    <a:pt x="1972356" y="492"/>
                  </a:lnTo>
                  <a:lnTo>
                    <a:pt x="1980214" y="434"/>
                  </a:lnTo>
                  <a:lnTo>
                    <a:pt x="1988072" y="374"/>
                  </a:lnTo>
                  <a:lnTo>
                    <a:pt x="1995930" y="313"/>
                  </a:lnTo>
                  <a:lnTo>
                    <a:pt x="2003788" y="252"/>
                  </a:lnTo>
                  <a:lnTo>
                    <a:pt x="2011646" y="189"/>
                  </a:lnTo>
                  <a:lnTo>
                    <a:pt x="2019504" y="125"/>
                  </a:lnTo>
                  <a:lnTo>
                    <a:pt x="2027362" y="61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6029658" y="2987199"/>
              <a:ext cx="2035220" cy="828"/>
            </a:xfrm>
            <a:custGeom>
              <a:avLst/>
              <a:pathLst>
                <a:path w="2035220" h="828">
                  <a:moveTo>
                    <a:pt x="0" y="828"/>
                  </a:moveTo>
                  <a:lnTo>
                    <a:pt x="7857" y="828"/>
                  </a:lnTo>
                  <a:lnTo>
                    <a:pt x="15715" y="827"/>
                  </a:lnTo>
                  <a:lnTo>
                    <a:pt x="23573" y="826"/>
                  </a:lnTo>
                  <a:lnTo>
                    <a:pt x="31431" y="825"/>
                  </a:lnTo>
                  <a:lnTo>
                    <a:pt x="39289" y="825"/>
                  </a:lnTo>
                  <a:lnTo>
                    <a:pt x="47147" y="824"/>
                  </a:lnTo>
                  <a:lnTo>
                    <a:pt x="55005" y="823"/>
                  </a:lnTo>
                  <a:lnTo>
                    <a:pt x="62863" y="822"/>
                  </a:lnTo>
                  <a:lnTo>
                    <a:pt x="70721" y="822"/>
                  </a:lnTo>
                  <a:lnTo>
                    <a:pt x="78579" y="821"/>
                  </a:lnTo>
                  <a:lnTo>
                    <a:pt x="86437" y="821"/>
                  </a:lnTo>
                  <a:lnTo>
                    <a:pt x="94295" y="820"/>
                  </a:lnTo>
                  <a:lnTo>
                    <a:pt x="102153" y="819"/>
                  </a:lnTo>
                  <a:lnTo>
                    <a:pt x="110011" y="818"/>
                  </a:lnTo>
                  <a:lnTo>
                    <a:pt x="117869" y="818"/>
                  </a:lnTo>
                  <a:lnTo>
                    <a:pt x="125727" y="816"/>
                  </a:lnTo>
                  <a:lnTo>
                    <a:pt x="133585" y="816"/>
                  </a:lnTo>
                  <a:lnTo>
                    <a:pt x="141443" y="815"/>
                  </a:lnTo>
                  <a:lnTo>
                    <a:pt x="149301" y="813"/>
                  </a:lnTo>
                  <a:lnTo>
                    <a:pt x="157159" y="813"/>
                  </a:lnTo>
                  <a:lnTo>
                    <a:pt x="165017" y="812"/>
                  </a:lnTo>
                  <a:lnTo>
                    <a:pt x="172875" y="811"/>
                  </a:lnTo>
                  <a:lnTo>
                    <a:pt x="180733" y="810"/>
                  </a:lnTo>
                  <a:lnTo>
                    <a:pt x="188591" y="809"/>
                  </a:lnTo>
                  <a:lnTo>
                    <a:pt x="196449" y="808"/>
                  </a:lnTo>
                  <a:lnTo>
                    <a:pt x="204307" y="807"/>
                  </a:lnTo>
                  <a:lnTo>
                    <a:pt x="212165" y="806"/>
                  </a:lnTo>
                  <a:lnTo>
                    <a:pt x="220023" y="805"/>
                  </a:lnTo>
                  <a:lnTo>
                    <a:pt x="227881" y="804"/>
                  </a:lnTo>
                  <a:lnTo>
                    <a:pt x="235739" y="803"/>
                  </a:lnTo>
                  <a:lnTo>
                    <a:pt x="243597" y="802"/>
                  </a:lnTo>
                  <a:lnTo>
                    <a:pt x="251455" y="801"/>
                  </a:lnTo>
                  <a:lnTo>
                    <a:pt x="259313" y="800"/>
                  </a:lnTo>
                  <a:lnTo>
                    <a:pt x="267171" y="799"/>
                  </a:lnTo>
                  <a:lnTo>
                    <a:pt x="275029" y="798"/>
                  </a:lnTo>
                  <a:lnTo>
                    <a:pt x="282887" y="797"/>
                  </a:lnTo>
                  <a:lnTo>
                    <a:pt x="290745" y="795"/>
                  </a:lnTo>
                  <a:lnTo>
                    <a:pt x="298603" y="794"/>
                  </a:lnTo>
                  <a:lnTo>
                    <a:pt x="306461" y="793"/>
                  </a:lnTo>
                  <a:lnTo>
                    <a:pt x="314319" y="792"/>
                  </a:lnTo>
                  <a:lnTo>
                    <a:pt x="322177" y="791"/>
                  </a:lnTo>
                  <a:lnTo>
                    <a:pt x="330035" y="790"/>
                  </a:lnTo>
                  <a:lnTo>
                    <a:pt x="337893" y="789"/>
                  </a:lnTo>
                  <a:lnTo>
                    <a:pt x="345751" y="788"/>
                  </a:lnTo>
                  <a:lnTo>
                    <a:pt x="353609" y="786"/>
                  </a:lnTo>
                  <a:lnTo>
                    <a:pt x="361467" y="785"/>
                  </a:lnTo>
                  <a:lnTo>
                    <a:pt x="369325" y="784"/>
                  </a:lnTo>
                  <a:lnTo>
                    <a:pt x="377183" y="783"/>
                  </a:lnTo>
                  <a:lnTo>
                    <a:pt x="385041" y="782"/>
                  </a:lnTo>
                  <a:lnTo>
                    <a:pt x="392899" y="781"/>
                  </a:lnTo>
                  <a:lnTo>
                    <a:pt x="400757" y="779"/>
                  </a:lnTo>
                  <a:lnTo>
                    <a:pt x="408615" y="778"/>
                  </a:lnTo>
                  <a:lnTo>
                    <a:pt x="416473" y="777"/>
                  </a:lnTo>
                  <a:lnTo>
                    <a:pt x="424331" y="775"/>
                  </a:lnTo>
                  <a:lnTo>
                    <a:pt x="432189" y="774"/>
                  </a:lnTo>
                  <a:lnTo>
                    <a:pt x="440047" y="772"/>
                  </a:lnTo>
                  <a:lnTo>
                    <a:pt x="447905" y="771"/>
                  </a:lnTo>
                  <a:lnTo>
                    <a:pt x="455763" y="770"/>
                  </a:lnTo>
                  <a:lnTo>
                    <a:pt x="463621" y="768"/>
                  </a:lnTo>
                  <a:lnTo>
                    <a:pt x="471479" y="766"/>
                  </a:lnTo>
                  <a:lnTo>
                    <a:pt x="479337" y="765"/>
                  </a:lnTo>
                  <a:lnTo>
                    <a:pt x="487195" y="763"/>
                  </a:lnTo>
                  <a:lnTo>
                    <a:pt x="495053" y="762"/>
                  </a:lnTo>
                  <a:lnTo>
                    <a:pt x="502911" y="761"/>
                  </a:lnTo>
                  <a:lnTo>
                    <a:pt x="510769" y="760"/>
                  </a:lnTo>
                  <a:lnTo>
                    <a:pt x="518627" y="758"/>
                  </a:lnTo>
                  <a:lnTo>
                    <a:pt x="526485" y="756"/>
                  </a:lnTo>
                  <a:lnTo>
                    <a:pt x="534343" y="755"/>
                  </a:lnTo>
                  <a:lnTo>
                    <a:pt x="542201" y="753"/>
                  </a:lnTo>
                  <a:lnTo>
                    <a:pt x="550059" y="751"/>
                  </a:lnTo>
                  <a:lnTo>
                    <a:pt x="557917" y="749"/>
                  </a:lnTo>
                  <a:lnTo>
                    <a:pt x="565775" y="747"/>
                  </a:lnTo>
                  <a:lnTo>
                    <a:pt x="573633" y="746"/>
                  </a:lnTo>
                  <a:lnTo>
                    <a:pt x="581491" y="744"/>
                  </a:lnTo>
                  <a:lnTo>
                    <a:pt x="589349" y="742"/>
                  </a:lnTo>
                  <a:lnTo>
                    <a:pt x="597207" y="740"/>
                  </a:lnTo>
                  <a:lnTo>
                    <a:pt x="605065" y="739"/>
                  </a:lnTo>
                  <a:lnTo>
                    <a:pt x="612923" y="737"/>
                  </a:lnTo>
                  <a:lnTo>
                    <a:pt x="620781" y="736"/>
                  </a:lnTo>
                  <a:lnTo>
                    <a:pt x="628639" y="735"/>
                  </a:lnTo>
                  <a:lnTo>
                    <a:pt x="636497" y="733"/>
                  </a:lnTo>
                  <a:lnTo>
                    <a:pt x="644355" y="731"/>
                  </a:lnTo>
                  <a:lnTo>
                    <a:pt x="652213" y="729"/>
                  </a:lnTo>
                  <a:lnTo>
                    <a:pt x="660071" y="727"/>
                  </a:lnTo>
                  <a:lnTo>
                    <a:pt x="667929" y="725"/>
                  </a:lnTo>
                  <a:lnTo>
                    <a:pt x="675787" y="723"/>
                  </a:lnTo>
                  <a:lnTo>
                    <a:pt x="683645" y="722"/>
                  </a:lnTo>
                  <a:lnTo>
                    <a:pt x="691503" y="720"/>
                  </a:lnTo>
                  <a:lnTo>
                    <a:pt x="699361" y="719"/>
                  </a:lnTo>
                  <a:lnTo>
                    <a:pt x="707219" y="717"/>
                  </a:lnTo>
                  <a:lnTo>
                    <a:pt x="715077" y="715"/>
                  </a:lnTo>
                  <a:lnTo>
                    <a:pt x="722935" y="713"/>
                  </a:lnTo>
                  <a:lnTo>
                    <a:pt x="730793" y="711"/>
                  </a:lnTo>
                  <a:lnTo>
                    <a:pt x="738651" y="709"/>
                  </a:lnTo>
                  <a:lnTo>
                    <a:pt x="746509" y="707"/>
                  </a:lnTo>
                  <a:lnTo>
                    <a:pt x="754367" y="705"/>
                  </a:lnTo>
                  <a:lnTo>
                    <a:pt x="762225" y="703"/>
                  </a:lnTo>
                  <a:lnTo>
                    <a:pt x="770083" y="701"/>
                  </a:lnTo>
                  <a:lnTo>
                    <a:pt x="777941" y="699"/>
                  </a:lnTo>
                  <a:lnTo>
                    <a:pt x="785799" y="697"/>
                  </a:lnTo>
                  <a:lnTo>
                    <a:pt x="793657" y="694"/>
                  </a:lnTo>
                  <a:lnTo>
                    <a:pt x="801515" y="692"/>
                  </a:lnTo>
                  <a:lnTo>
                    <a:pt x="809373" y="690"/>
                  </a:lnTo>
                  <a:lnTo>
                    <a:pt x="817231" y="688"/>
                  </a:lnTo>
                  <a:lnTo>
                    <a:pt x="825089" y="686"/>
                  </a:lnTo>
                  <a:lnTo>
                    <a:pt x="832947" y="684"/>
                  </a:lnTo>
                  <a:lnTo>
                    <a:pt x="840805" y="682"/>
                  </a:lnTo>
                  <a:lnTo>
                    <a:pt x="848663" y="680"/>
                  </a:lnTo>
                  <a:lnTo>
                    <a:pt x="856521" y="678"/>
                  </a:lnTo>
                  <a:lnTo>
                    <a:pt x="864379" y="676"/>
                  </a:lnTo>
                  <a:lnTo>
                    <a:pt x="872237" y="674"/>
                  </a:lnTo>
                  <a:lnTo>
                    <a:pt x="880095" y="672"/>
                  </a:lnTo>
                  <a:lnTo>
                    <a:pt x="887953" y="670"/>
                  </a:lnTo>
                  <a:lnTo>
                    <a:pt x="895811" y="667"/>
                  </a:lnTo>
                  <a:lnTo>
                    <a:pt x="903669" y="665"/>
                  </a:lnTo>
                  <a:lnTo>
                    <a:pt x="911527" y="663"/>
                  </a:lnTo>
                  <a:lnTo>
                    <a:pt x="919385" y="662"/>
                  </a:lnTo>
                  <a:lnTo>
                    <a:pt x="927243" y="660"/>
                  </a:lnTo>
                  <a:lnTo>
                    <a:pt x="935101" y="658"/>
                  </a:lnTo>
                  <a:lnTo>
                    <a:pt x="942959" y="655"/>
                  </a:lnTo>
                  <a:lnTo>
                    <a:pt x="950817" y="653"/>
                  </a:lnTo>
                  <a:lnTo>
                    <a:pt x="958675" y="650"/>
                  </a:lnTo>
                  <a:lnTo>
                    <a:pt x="966533" y="647"/>
                  </a:lnTo>
                  <a:lnTo>
                    <a:pt x="974391" y="645"/>
                  </a:lnTo>
                  <a:lnTo>
                    <a:pt x="982249" y="643"/>
                  </a:lnTo>
                  <a:lnTo>
                    <a:pt x="990107" y="640"/>
                  </a:lnTo>
                  <a:lnTo>
                    <a:pt x="997965" y="638"/>
                  </a:lnTo>
                  <a:lnTo>
                    <a:pt x="1005823" y="635"/>
                  </a:lnTo>
                  <a:lnTo>
                    <a:pt x="1013681" y="633"/>
                  </a:lnTo>
                  <a:lnTo>
                    <a:pt x="1021539" y="630"/>
                  </a:lnTo>
                  <a:lnTo>
                    <a:pt x="1029397" y="626"/>
                  </a:lnTo>
                  <a:lnTo>
                    <a:pt x="1037254" y="624"/>
                  </a:lnTo>
                  <a:lnTo>
                    <a:pt x="1045112" y="621"/>
                  </a:lnTo>
                  <a:lnTo>
                    <a:pt x="1052970" y="619"/>
                  </a:lnTo>
                  <a:lnTo>
                    <a:pt x="1060828" y="616"/>
                  </a:lnTo>
                  <a:lnTo>
                    <a:pt x="1068686" y="614"/>
                  </a:lnTo>
                  <a:lnTo>
                    <a:pt x="1076544" y="611"/>
                  </a:lnTo>
                  <a:lnTo>
                    <a:pt x="1084402" y="608"/>
                  </a:lnTo>
                  <a:lnTo>
                    <a:pt x="1092260" y="605"/>
                  </a:lnTo>
                  <a:lnTo>
                    <a:pt x="1100118" y="603"/>
                  </a:lnTo>
                  <a:lnTo>
                    <a:pt x="1107976" y="601"/>
                  </a:lnTo>
                  <a:lnTo>
                    <a:pt x="1115834" y="597"/>
                  </a:lnTo>
                  <a:lnTo>
                    <a:pt x="1123692" y="595"/>
                  </a:lnTo>
                  <a:lnTo>
                    <a:pt x="1131550" y="591"/>
                  </a:lnTo>
                  <a:lnTo>
                    <a:pt x="1139408" y="589"/>
                  </a:lnTo>
                  <a:lnTo>
                    <a:pt x="1147266" y="586"/>
                  </a:lnTo>
                  <a:lnTo>
                    <a:pt x="1155124" y="583"/>
                  </a:lnTo>
                  <a:lnTo>
                    <a:pt x="1162982" y="579"/>
                  </a:lnTo>
                  <a:lnTo>
                    <a:pt x="1170840" y="575"/>
                  </a:lnTo>
                  <a:lnTo>
                    <a:pt x="1178698" y="572"/>
                  </a:lnTo>
                  <a:lnTo>
                    <a:pt x="1186556" y="569"/>
                  </a:lnTo>
                  <a:lnTo>
                    <a:pt x="1194414" y="566"/>
                  </a:lnTo>
                  <a:lnTo>
                    <a:pt x="1202272" y="562"/>
                  </a:lnTo>
                  <a:lnTo>
                    <a:pt x="1210130" y="559"/>
                  </a:lnTo>
                  <a:lnTo>
                    <a:pt x="1217988" y="556"/>
                  </a:lnTo>
                  <a:lnTo>
                    <a:pt x="1225846" y="552"/>
                  </a:lnTo>
                  <a:lnTo>
                    <a:pt x="1233704" y="549"/>
                  </a:lnTo>
                  <a:lnTo>
                    <a:pt x="1241562" y="546"/>
                  </a:lnTo>
                  <a:lnTo>
                    <a:pt x="1249420" y="543"/>
                  </a:lnTo>
                  <a:lnTo>
                    <a:pt x="1257278" y="540"/>
                  </a:lnTo>
                  <a:lnTo>
                    <a:pt x="1265136" y="536"/>
                  </a:lnTo>
                  <a:lnTo>
                    <a:pt x="1272994" y="532"/>
                  </a:lnTo>
                  <a:lnTo>
                    <a:pt x="1280852" y="530"/>
                  </a:lnTo>
                  <a:lnTo>
                    <a:pt x="1288710" y="526"/>
                  </a:lnTo>
                  <a:lnTo>
                    <a:pt x="1296568" y="522"/>
                  </a:lnTo>
                  <a:lnTo>
                    <a:pt x="1304426" y="520"/>
                  </a:lnTo>
                  <a:lnTo>
                    <a:pt x="1312284" y="518"/>
                  </a:lnTo>
                  <a:lnTo>
                    <a:pt x="1320142" y="514"/>
                  </a:lnTo>
                  <a:lnTo>
                    <a:pt x="1328000" y="511"/>
                  </a:lnTo>
                  <a:lnTo>
                    <a:pt x="1335858" y="507"/>
                  </a:lnTo>
                  <a:lnTo>
                    <a:pt x="1343716" y="503"/>
                  </a:lnTo>
                  <a:lnTo>
                    <a:pt x="1351574" y="500"/>
                  </a:lnTo>
                  <a:lnTo>
                    <a:pt x="1359432" y="496"/>
                  </a:lnTo>
                  <a:lnTo>
                    <a:pt x="1367290" y="492"/>
                  </a:lnTo>
                  <a:lnTo>
                    <a:pt x="1375148" y="488"/>
                  </a:lnTo>
                  <a:lnTo>
                    <a:pt x="1383006" y="483"/>
                  </a:lnTo>
                  <a:lnTo>
                    <a:pt x="1390864" y="479"/>
                  </a:lnTo>
                  <a:lnTo>
                    <a:pt x="1398722" y="475"/>
                  </a:lnTo>
                  <a:lnTo>
                    <a:pt x="1406580" y="471"/>
                  </a:lnTo>
                  <a:lnTo>
                    <a:pt x="1414438" y="467"/>
                  </a:lnTo>
                  <a:lnTo>
                    <a:pt x="1422296" y="463"/>
                  </a:lnTo>
                  <a:lnTo>
                    <a:pt x="1430154" y="459"/>
                  </a:lnTo>
                  <a:lnTo>
                    <a:pt x="1438012" y="455"/>
                  </a:lnTo>
                  <a:lnTo>
                    <a:pt x="1445870" y="451"/>
                  </a:lnTo>
                  <a:lnTo>
                    <a:pt x="1453728" y="447"/>
                  </a:lnTo>
                  <a:lnTo>
                    <a:pt x="1461586" y="442"/>
                  </a:lnTo>
                  <a:lnTo>
                    <a:pt x="1469444" y="438"/>
                  </a:lnTo>
                  <a:lnTo>
                    <a:pt x="1477302" y="434"/>
                  </a:lnTo>
                  <a:lnTo>
                    <a:pt x="1485160" y="429"/>
                  </a:lnTo>
                  <a:lnTo>
                    <a:pt x="1493018" y="424"/>
                  </a:lnTo>
                  <a:lnTo>
                    <a:pt x="1500876" y="420"/>
                  </a:lnTo>
                  <a:lnTo>
                    <a:pt x="1508734" y="415"/>
                  </a:lnTo>
                  <a:lnTo>
                    <a:pt x="1516592" y="411"/>
                  </a:lnTo>
                  <a:lnTo>
                    <a:pt x="1524450" y="406"/>
                  </a:lnTo>
                  <a:lnTo>
                    <a:pt x="1532308" y="401"/>
                  </a:lnTo>
                  <a:lnTo>
                    <a:pt x="1540166" y="397"/>
                  </a:lnTo>
                  <a:lnTo>
                    <a:pt x="1548024" y="393"/>
                  </a:lnTo>
                  <a:lnTo>
                    <a:pt x="1555882" y="389"/>
                  </a:lnTo>
                  <a:lnTo>
                    <a:pt x="1563740" y="384"/>
                  </a:lnTo>
                  <a:lnTo>
                    <a:pt x="1571598" y="380"/>
                  </a:lnTo>
                  <a:lnTo>
                    <a:pt x="1579456" y="375"/>
                  </a:lnTo>
                  <a:lnTo>
                    <a:pt x="1587314" y="370"/>
                  </a:lnTo>
                  <a:lnTo>
                    <a:pt x="1595172" y="366"/>
                  </a:lnTo>
                  <a:lnTo>
                    <a:pt x="1603030" y="361"/>
                  </a:lnTo>
                  <a:lnTo>
                    <a:pt x="1610888" y="357"/>
                  </a:lnTo>
                  <a:lnTo>
                    <a:pt x="1618746" y="352"/>
                  </a:lnTo>
                  <a:lnTo>
                    <a:pt x="1626604" y="347"/>
                  </a:lnTo>
                  <a:lnTo>
                    <a:pt x="1634462" y="342"/>
                  </a:lnTo>
                  <a:lnTo>
                    <a:pt x="1642320" y="338"/>
                  </a:lnTo>
                  <a:lnTo>
                    <a:pt x="1650178" y="332"/>
                  </a:lnTo>
                  <a:lnTo>
                    <a:pt x="1658036" y="327"/>
                  </a:lnTo>
                  <a:lnTo>
                    <a:pt x="1665894" y="321"/>
                  </a:lnTo>
                  <a:lnTo>
                    <a:pt x="1673752" y="315"/>
                  </a:lnTo>
                  <a:lnTo>
                    <a:pt x="1681610" y="309"/>
                  </a:lnTo>
                  <a:lnTo>
                    <a:pt x="1689468" y="304"/>
                  </a:lnTo>
                  <a:lnTo>
                    <a:pt x="1697326" y="300"/>
                  </a:lnTo>
                  <a:lnTo>
                    <a:pt x="1705184" y="294"/>
                  </a:lnTo>
                  <a:lnTo>
                    <a:pt x="1713042" y="290"/>
                  </a:lnTo>
                  <a:lnTo>
                    <a:pt x="1720900" y="285"/>
                  </a:lnTo>
                  <a:lnTo>
                    <a:pt x="1728758" y="280"/>
                  </a:lnTo>
                  <a:lnTo>
                    <a:pt x="1736616" y="274"/>
                  </a:lnTo>
                  <a:lnTo>
                    <a:pt x="1744474" y="268"/>
                  </a:lnTo>
                  <a:lnTo>
                    <a:pt x="1752332" y="262"/>
                  </a:lnTo>
                  <a:lnTo>
                    <a:pt x="1760190" y="257"/>
                  </a:lnTo>
                  <a:lnTo>
                    <a:pt x="1768048" y="249"/>
                  </a:lnTo>
                  <a:lnTo>
                    <a:pt x="1775906" y="243"/>
                  </a:lnTo>
                  <a:lnTo>
                    <a:pt x="1783764" y="236"/>
                  </a:lnTo>
                  <a:lnTo>
                    <a:pt x="1791622" y="229"/>
                  </a:lnTo>
                  <a:lnTo>
                    <a:pt x="1799480" y="223"/>
                  </a:lnTo>
                  <a:lnTo>
                    <a:pt x="1807338" y="217"/>
                  </a:lnTo>
                  <a:lnTo>
                    <a:pt x="1815196" y="209"/>
                  </a:lnTo>
                  <a:lnTo>
                    <a:pt x="1823054" y="203"/>
                  </a:lnTo>
                  <a:lnTo>
                    <a:pt x="1830912" y="196"/>
                  </a:lnTo>
                  <a:lnTo>
                    <a:pt x="1838770" y="188"/>
                  </a:lnTo>
                  <a:lnTo>
                    <a:pt x="1846628" y="182"/>
                  </a:lnTo>
                  <a:lnTo>
                    <a:pt x="1854486" y="176"/>
                  </a:lnTo>
                  <a:lnTo>
                    <a:pt x="1862344" y="169"/>
                  </a:lnTo>
                  <a:lnTo>
                    <a:pt x="1870202" y="163"/>
                  </a:lnTo>
                  <a:lnTo>
                    <a:pt x="1878060" y="156"/>
                  </a:lnTo>
                  <a:lnTo>
                    <a:pt x="1885918" y="149"/>
                  </a:lnTo>
                  <a:lnTo>
                    <a:pt x="1893776" y="141"/>
                  </a:lnTo>
                  <a:lnTo>
                    <a:pt x="1901634" y="133"/>
                  </a:lnTo>
                  <a:lnTo>
                    <a:pt x="1909492" y="125"/>
                  </a:lnTo>
                  <a:lnTo>
                    <a:pt x="1917350" y="118"/>
                  </a:lnTo>
                  <a:lnTo>
                    <a:pt x="1925208" y="112"/>
                  </a:lnTo>
                  <a:lnTo>
                    <a:pt x="1933066" y="104"/>
                  </a:lnTo>
                  <a:lnTo>
                    <a:pt x="1940924" y="97"/>
                  </a:lnTo>
                  <a:lnTo>
                    <a:pt x="1948782" y="90"/>
                  </a:lnTo>
                  <a:lnTo>
                    <a:pt x="1956640" y="82"/>
                  </a:lnTo>
                  <a:lnTo>
                    <a:pt x="1964498" y="74"/>
                  </a:lnTo>
                  <a:lnTo>
                    <a:pt x="1972356" y="66"/>
                  </a:lnTo>
                  <a:lnTo>
                    <a:pt x="1980214" y="57"/>
                  </a:lnTo>
                  <a:lnTo>
                    <a:pt x="1988072" y="49"/>
                  </a:lnTo>
                  <a:lnTo>
                    <a:pt x="1995930" y="42"/>
                  </a:lnTo>
                  <a:lnTo>
                    <a:pt x="2003788" y="35"/>
                  </a:lnTo>
                  <a:lnTo>
                    <a:pt x="2011646" y="26"/>
                  </a:lnTo>
                  <a:lnTo>
                    <a:pt x="2019504" y="17"/>
                  </a:lnTo>
                  <a:lnTo>
                    <a:pt x="2027362" y="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6029658" y="2987938"/>
              <a:ext cx="2035220" cy="171"/>
            </a:xfrm>
            <a:custGeom>
              <a:avLst/>
              <a:pathLst>
                <a:path w="2035220" h="171">
                  <a:moveTo>
                    <a:pt x="0" y="0"/>
                  </a:moveTo>
                  <a:lnTo>
                    <a:pt x="7857" y="1"/>
                  </a:lnTo>
                  <a:lnTo>
                    <a:pt x="15715" y="3"/>
                  </a:lnTo>
                  <a:lnTo>
                    <a:pt x="23573" y="6"/>
                  </a:lnTo>
                  <a:lnTo>
                    <a:pt x="31431" y="8"/>
                  </a:lnTo>
                  <a:lnTo>
                    <a:pt x="39289" y="10"/>
                  </a:lnTo>
                  <a:lnTo>
                    <a:pt x="47147" y="12"/>
                  </a:lnTo>
                  <a:lnTo>
                    <a:pt x="55005" y="14"/>
                  </a:lnTo>
                  <a:lnTo>
                    <a:pt x="62863" y="15"/>
                  </a:lnTo>
                  <a:lnTo>
                    <a:pt x="70721" y="17"/>
                  </a:lnTo>
                  <a:lnTo>
                    <a:pt x="78579" y="19"/>
                  </a:lnTo>
                  <a:lnTo>
                    <a:pt x="86437" y="21"/>
                  </a:lnTo>
                  <a:lnTo>
                    <a:pt x="94295" y="23"/>
                  </a:lnTo>
                  <a:lnTo>
                    <a:pt x="102153" y="24"/>
                  </a:lnTo>
                  <a:lnTo>
                    <a:pt x="110011" y="26"/>
                  </a:lnTo>
                  <a:lnTo>
                    <a:pt x="117869" y="28"/>
                  </a:lnTo>
                  <a:lnTo>
                    <a:pt x="125727" y="30"/>
                  </a:lnTo>
                  <a:lnTo>
                    <a:pt x="133585" y="32"/>
                  </a:lnTo>
                  <a:lnTo>
                    <a:pt x="141443" y="33"/>
                  </a:lnTo>
                  <a:lnTo>
                    <a:pt x="149301" y="34"/>
                  </a:lnTo>
                  <a:lnTo>
                    <a:pt x="157159" y="36"/>
                  </a:lnTo>
                  <a:lnTo>
                    <a:pt x="165017" y="37"/>
                  </a:lnTo>
                  <a:lnTo>
                    <a:pt x="172875" y="39"/>
                  </a:lnTo>
                  <a:lnTo>
                    <a:pt x="180733" y="40"/>
                  </a:lnTo>
                  <a:lnTo>
                    <a:pt x="188591" y="42"/>
                  </a:lnTo>
                  <a:lnTo>
                    <a:pt x="196449" y="43"/>
                  </a:lnTo>
                  <a:lnTo>
                    <a:pt x="204307" y="44"/>
                  </a:lnTo>
                  <a:lnTo>
                    <a:pt x="212165" y="46"/>
                  </a:lnTo>
                  <a:lnTo>
                    <a:pt x="220023" y="48"/>
                  </a:lnTo>
                  <a:lnTo>
                    <a:pt x="227881" y="49"/>
                  </a:lnTo>
                  <a:lnTo>
                    <a:pt x="235739" y="50"/>
                  </a:lnTo>
                  <a:lnTo>
                    <a:pt x="243597" y="52"/>
                  </a:lnTo>
                  <a:lnTo>
                    <a:pt x="251455" y="54"/>
                  </a:lnTo>
                  <a:lnTo>
                    <a:pt x="259313" y="55"/>
                  </a:lnTo>
                  <a:lnTo>
                    <a:pt x="267171" y="56"/>
                  </a:lnTo>
                  <a:lnTo>
                    <a:pt x="275029" y="57"/>
                  </a:lnTo>
                  <a:lnTo>
                    <a:pt x="282887" y="59"/>
                  </a:lnTo>
                  <a:lnTo>
                    <a:pt x="290745" y="60"/>
                  </a:lnTo>
                  <a:lnTo>
                    <a:pt x="298603" y="61"/>
                  </a:lnTo>
                  <a:lnTo>
                    <a:pt x="306461" y="63"/>
                  </a:lnTo>
                  <a:lnTo>
                    <a:pt x="314319" y="64"/>
                  </a:lnTo>
                  <a:lnTo>
                    <a:pt x="322177" y="66"/>
                  </a:lnTo>
                  <a:lnTo>
                    <a:pt x="330035" y="67"/>
                  </a:lnTo>
                  <a:lnTo>
                    <a:pt x="337893" y="68"/>
                  </a:lnTo>
                  <a:lnTo>
                    <a:pt x="345751" y="70"/>
                  </a:lnTo>
                  <a:lnTo>
                    <a:pt x="353609" y="71"/>
                  </a:lnTo>
                  <a:lnTo>
                    <a:pt x="361467" y="72"/>
                  </a:lnTo>
                  <a:lnTo>
                    <a:pt x="369325" y="73"/>
                  </a:lnTo>
                  <a:lnTo>
                    <a:pt x="377183" y="75"/>
                  </a:lnTo>
                  <a:lnTo>
                    <a:pt x="385041" y="76"/>
                  </a:lnTo>
                  <a:lnTo>
                    <a:pt x="392899" y="77"/>
                  </a:lnTo>
                  <a:lnTo>
                    <a:pt x="400757" y="78"/>
                  </a:lnTo>
                  <a:lnTo>
                    <a:pt x="408615" y="79"/>
                  </a:lnTo>
                  <a:lnTo>
                    <a:pt x="416473" y="80"/>
                  </a:lnTo>
                  <a:lnTo>
                    <a:pt x="424331" y="81"/>
                  </a:lnTo>
                  <a:lnTo>
                    <a:pt x="432189" y="82"/>
                  </a:lnTo>
                  <a:lnTo>
                    <a:pt x="440047" y="83"/>
                  </a:lnTo>
                  <a:lnTo>
                    <a:pt x="447905" y="84"/>
                  </a:lnTo>
                  <a:lnTo>
                    <a:pt x="455763" y="85"/>
                  </a:lnTo>
                  <a:lnTo>
                    <a:pt x="463621" y="86"/>
                  </a:lnTo>
                  <a:lnTo>
                    <a:pt x="471479" y="87"/>
                  </a:lnTo>
                  <a:lnTo>
                    <a:pt x="479337" y="89"/>
                  </a:lnTo>
                  <a:lnTo>
                    <a:pt x="487195" y="90"/>
                  </a:lnTo>
                  <a:lnTo>
                    <a:pt x="495053" y="91"/>
                  </a:lnTo>
                  <a:lnTo>
                    <a:pt x="502911" y="92"/>
                  </a:lnTo>
                  <a:lnTo>
                    <a:pt x="510769" y="93"/>
                  </a:lnTo>
                  <a:lnTo>
                    <a:pt x="518627" y="94"/>
                  </a:lnTo>
                  <a:lnTo>
                    <a:pt x="526485" y="95"/>
                  </a:lnTo>
                  <a:lnTo>
                    <a:pt x="534343" y="96"/>
                  </a:lnTo>
                  <a:lnTo>
                    <a:pt x="542201" y="96"/>
                  </a:lnTo>
                  <a:lnTo>
                    <a:pt x="550059" y="97"/>
                  </a:lnTo>
                  <a:lnTo>
                    <a:pt x="557917" y="98"/>
                  </a:lnTo>
                  <a:lnTo>
                    <a:pt x="565775" y="99"/>
                  </a:lnTo>
                  <a:lnTo>
                    <a:pt x="573633" y="100"/>
                  </a:lnTo>
                  <a:lnTo>
                    <a:pt x="581491" y="101"/>
                  </a:lnTo>
                  <a:lnTo>
                    <a:pt x="589349" y="102"/>
                  </a:lnTo>
                  <a:lnTo>
                    <a:pt x="597207" y="103"/>
                  </a:lnTo>
                  <a:lnTo>
                    <a:pt x="605065" y="104"/>
                  </a:lnTo>
                  <a:lnTo>
                    <a:pt x="612923" y="105"/>
                  </a:lnTo>
                  <a:lnTo>
                    <a:pt x="620781" y="106"/>
                  </a:lnTo>
                  <a:lnTo>
                    <a:pt x="628639" y="107"/>
                  </a:lnTo>
                  <a:lnTo>
                    <a:pt x="636497" y="108"/>
                  </a:lnTo>
                  <a:lnTo>
                    <a:pt x="644355" y="109"/>
                  </a:lnTo>
                  <a:lnTo>
                    <a:pt x="652213" y="109"/>
                  </a:lnTo>
                  <a:lnTo>
                    <a:pt x="660071" y="110"/>
                  </a:lnTo>
                  <a:lnTo>
                    <a:pt x="667929" y="111"/>
                  </a:lnTo>
                  <a:lnTo>
                    <a:pt x="675787" y="112"/>
                  </a:lnTo>
                  <a:lnTo>
                    <a:pt x="683645" y="113"/>
                  </a:lnTo>
                  <a:lnTo>
                    <a:pt x="691503" y="114"/>
                  </a:lnTo>
                  <a:lnTo>
                    <a:pt x="699361" y="114"/>
                  </a:lnTo>
                  <a:lnTo>
                    <a:pt x="707219" y="115"/>
                  </a:lnTo>
                  <a:lnTo>
                    <a:pt x="715077" y="116"/>
                  </a:lnTo>
                  <a:lnTo>
                    <a:pt x="722935" y="116"/>
                  </a:lnTo>
                  <a:lnTo>
                    <a:pt x="730793" y="117"/>
                  </a:lnTo>
                  <a:lnTo>
                    <a:pt x="738651" y="118"/>
                  </a:lnTo>
                  <a:lnTo>
                    <a:pt x="746509" y="118"/>
                  </a:lnTo>
                  <a:lnTo>
                    <a:pt x="754367" y="119"/>
                  </a:lnTo>
                  <a:lnTo>
                    <a:pt x="762225" y="119"/>
                  </a:lnTo>
                  <a:lnTo>
                    <a:pt x="770083" y="120"/>
                  </a:lnTo>
                  <a:lnTo>
                    <a:pt x="777941" y="120"/>
                  </a:lnTo>
                  <a:lnTo>
                    <a:pt x="785799" y="121"/>
                  </a:lnTo>
                  <a:lnTo>
                    <a:pt x="793657" y="122"/>
                  </a:lnTo>
                  <a:lnTo>
                    <a:pt x="801515" y="122"/>
                  </a:lnTo>
                  <a:lnTo>
                    <a:pt x="809373" y="123"/>
                  </a:lnTo>
                  <a:lnTo>
                    <a:pt x="817231" y="124"/>
                  </a:lnTo>
                  <a:lnTo>
                    <a:pt x="825089" y="124"/>
                  </a:lnTo>
                  <a:lnTo>
                    <a:pt x="832947" y="125"/>
                  </a:lnTo>
                  <a:lnTo>
                    <a:pt x="840805" y="125"/>
                  </a:lnTo>
                  <a:lnTo>
                    <a:pt x="848663" y="126"/>
                  </a:lnTo>
                  <a:lnTo>
                    <a:pt x="856521" y="127"/>
                  </a:lnTo>
                  <a:lnTo>
                    <a:pt x="864379" y="127"/>
                  </a:lnTo>
                  <a:lnTo>
                    <a:pt x="872237" y="128"/>
                  </a:lnTo>
                  <a:lnTo>
                    <a:pt x="880095" y="129"/>
                  </a:lnTo>
                  <a:lnTo>
                    <a:pt x="887953" y="129"/>
                  </a:lnTo>
                  <a:lnTo>
                    <a:pt x="895811" y="130"/>
                  </a:lnTo>
                  <a:lnTo>
                    <a:pt x="903669" y="130"/>
                  </a:lnTo>
                  <a:lnTo>
                    <a:pt x="911527" y="131"/>
                  </a:lnTo>
                  <a:lnTo>
                    <a:pt x="919385" y="132"/>
                  </a:lnTo>
                  <a:lnTo>
                    <a:pt x="927243" y="133"/>
                  </a:lnTo>
                  <a:lnTo>
                    <a:pt x="935101" y="133"/>
                  </a:lnTo>
                  <a:lnTo>
                    <a:pt x="942959" y="134"/>
                  </a:lnTo>
                  <a:lnTo>
                    <a:pt x="950817" y="134"/>
                  </a:lnTo>
                  <a:lnTo>
                    <a:pt x="958675" y="135"/>
                  </a:lnTo>
                  <a:lnTo>
                    <a:pt x="966533" y="135"/>
                  </a:lnTo>
                  <a:lnTo>
                    <a:pt x="974391" y="136"/>
                  </a:lnTo>
                  <a:lnTo>
                    <a:pt x="982249" y="137"/>
                  </a:lnTo>
                  <a:lnTo>
                    <a:pt x="990107" y="137"/>
                  </a:lnTo>
                  <a:lnTo>
                    <a:pt x="997965" y="138"/>
                  </a:lnTo>
                  <a:lnTo>
                    <a:pt x="1005823" y="138"/>
                  </a:lnTo>
                  <a:lnTo>
                    <a:pt x="1013681" y="139"/>
                  </a:lnTo>
                  <a:lnTo>
                    <a:pt x="1021539" y="139"/>
                  </a:lnTo>
                  <a:lnTo>
                    <a:pt x="1029397" y="140"/>
                  </a:lnTo>
                  <a:lnTo>
                    <a:pt x="1037254" y="140"/>
                  </a:lnTo>
                  <a:lnTo>
                    <a:pt x="1045112" y="140"/>
                  </a:lnTo>
                  <a:lnTo>
                    <a:pt x="1052970" y="141"/>
                  </a:lnTo>
                  <a:lnTo>
                    <a:pt x="1060828" y="141"/>
                  </a:lnTo>
                  <a:lnTo>
                    <a:pt x="1068686" y="142"/>
                  </a:lnTo>
                  <a:lnTo>
                    <a:pt x="1076544" y="142"/>
                  </a:lnTo>
                  <a:lnTo>
                    <a:pt x="1084402" y="142"/>
                  </a:lnTo>
                  <a:lnTo>
                    <a:pt x="1092260" y="143"/>
                  </a:lnTo>
                  <a:lnTo>
                    <a:pt x="1100118" y="143"/>
                  </a:lnTo>
                  <a:lnTo>
                    <a:pt x="1107976" y="144"/>
                  </a:lnTo>
                  <a:lnTo>
                    <a:pt x="1115834" y="144"/>
                  </a:lnTo>
                  <a:lnTo>
                    <a:pt x="1123692" y="145"/>
                  </a:lnTo>
                  <a:lnTo>
                    <a:pt x="1131550" y="145"/>
                  </a:lnTo>
                  <a:lnTo>
                    <a:pt x="1139408" y="146"/>
                  </a:lnTo>
                  <a:lnTo>
                    <a:pt x="1147266" y="146"/>
                  </a:lnTo>
                  <a:lnTo>
                    <a:pt x="1155124" y="146"/>
                  </a:lnTo>
                  <a:lnTo>
                    <a:pt x="1162982" y="147"/>
                  </a:lnTo>
                  <a:lnTo>
                    <a:pt x="1170840" y="147"/>
                  </a:lnTo>
                  <a:lnTo>
                    <a:pt x="1178698" y="147"/>
                  </a:lnTo>
                  <a:lnTo>
                    <a:pt x="1186556" y="148"/>
                  </a:lnTo>
                  <a:lnTo>
                    <a:pt x="1194414" y="148"/>
                  </a:lnTo>
                  <a:lnTo>
                    <a:pt x="1202272" y="148"/>
                  </a:lnTo>
                  <a:lnTo>
                    <a:pt x="1210130" y="149"/>
                  </a:lnTo>
                  <a:lnTo>
                    <a:pt x="1217988" y="149"/>
                  </a:lnTo>
                  <a:lnTo>
                    <a:pt x="1225846" y="149"/>
                  </a:lnTo>
                  <a:lnTo>
                    <a:pt x="1233704" y="150"/>
                  </a:lnTo>
                  <a:lnTo>
                    <a:pt x="1241562" y="150"/>
                  </a:lnTo>
                  <a:lnTo>
                    <a:pt x="1249420" y="150"/>
                  </a:lnTo>
                  <a:lnTo>
                    <a:pt x="1257278" y="151"/>
                  </a:lnTo>
                  <a:lnTo>
                    <a:pt x="1265136" y="151"/>
                  </a:lnTo>
                  <a:lnTo>
                    <a:pt x="1272994" y="151"/>
                  </a:lnTo>
                  <a:lnTo>
                    <a:pt x="1280852" y="152"/>
                  </a:lnTo>
                  <a:lnTo>
                    <a:pt x="1288710" y="152"/>
                  </a:lnTo>
                  <a:lnTo>
                    <a:pt x="1296568" y="152"/>
                  </a:lnTo>
                  <a:lnTo>
                    <a:pt x="1304426" y="153"/>
                  </a:lnTo>
                  <a:lnTo>
                    <a:pt x="1312284" y="153"/>
                  </a:lnTo>
                  <a:lnTo>
                    <a:pt x="1320142" y="153"/>
                  </a:lnTo>
                  <a:lnTo>
                    <a:pt x="1328000" y="154"/>
                  </a:lnTo>
                  <a:lnTo>
                    <a:pt x="1335858" y="154"/>
                  </a:lnTo>
                  <a:lnTo>
                    <a:pt x="1343716" y="154"/>
                  </a:lnTo>
                  <a:lnTo>
                    <a:pt x="1351574" y="155"/>
                  </a:lnTo>
                  <a:lnTo>
                    <a:pt x="1359432" y="155"/>
                  </a:lnTo>
                  <a:lnTo>
                    <a:pt x="1367290" y="155"/>
                  </a:lnTo>
                  <a:lnTo>
                    <a:pt x="1375148" y="155"/>
                  </a:lnTo>
                  <a:lnTo>
                    <a:pt x="1383006" y="156"/>
                  </a:lnTo>
                  <a:lnTo>
                    <a:pt x="1390864" y="156"/>
                  </a:lnTo>
                  <a:lnTo>
                    <a:pt x="1398722" y="156"/>
                  </a:lnTo>
                  <a:lnTo>
                    <a:pt x="1406580" y="157"/>
                  </a:lnTo>
                  <a:lnTo>
                    <a:pt x="1414438" y="157"/>
                  </a:lnTo>
                  <a:lnTo>
                    <a:pt x="1422296" y="157"/>
                  </a:lnTo>
                  <a:lnTo>
                    <a:pt x="1430154" y="157"/>
                  </a:lnTo>
                  <a:lnTo>
                    <a:pt x="1438012" y="157"/>
                  </a:lnTo>
                  <a:lnTo>
                    <a:pt x="1445870" y="158"/>
                  </a:lnTo>
                  <a:lnTo>
                    <a:pt x="1453728" y="158"/>
                  </a:lnTo>
                  <a:lnTo>
                    <a:pt x="1461586" y="158"/>
                  </a:lnTo>
                  <a:lnTo>
                    <a:pt x="1469444" y="159"/>
                  </a:lnTo>
                  <a:lnTo>
                    <a:pt x="1477302" y="159"/>
                  </a:lnTo>
                  <a:lnTo>
                    <a:pt x="1485160" y="159"/>
                  </a:lnTo>
                  <a:lnTo>
                    <a:pt x="1493018" y="159"/>
                  </a:lnTo>
                  <a:lnTo>
                    <a:pt x="1500876" y="159"/>
                  </a:lnTo>
                  <a:lnTo>
                    <a:pt x="1508734" y="160"/>
                  </a:lnTo>
                  <a:lnTo>
                    <a:pt x="1516592" y="160"/>
                  </a:lnTo>
                  <a:lnTo>
                    <a:pt x="1524450" y="160"/>
                  </a:lnTo>
                  <a:lnTo>
                    <a:pt x="1532308" y="161"/>
                  </a:lnTo>
                  <a:lnTo>
                    <a:pt x="1540166" y="161"/>
                  </a:lnTo>
                  <a:lnTo>
                    <a:pt x="1548024" y="161"/>
                  </a:lnTo>
                  <a:lnTo>
                    <a:pt x="1555882" y="161"/>
                  </a:lnTo>
                  <a:lnTo>
                    <a:pt x="1563740" y="161"/>
                  </a:lnTo>
                  <a:lnTo>
                    <a:pt x="1571598" y="162"/>
                  </a:lnTo>
                  <a:lnTo>
                    <a:pt x="1579456" y="162"/>
                  </a:lnTo>
                  <a:lnTo>
                    <a:pt x="1587314" y="162"/>
                  </a:lnTo>
                  <a:lnTo>
                    <a:pt x="1595172" y="162"/>
                  </a:lnTo>
                  <a:lnTo>
                    <a:pt x="1603030" y="162"/>
                  </a:lnTo>
                  <a:lnTo>
                    <a:pt x="1610888" y="162"/>
                  </a:lnTo>
                  <a:lnTo>
                    <a:pt x="1618746" y="163"/>
                  </a:lnTo>
                  <a:lnTo>
                    <a:pt x="1626604" y="163"/>
                  </a:lnTo>
                  <a:lnTo>
                    <a:pt x="1634462" y="163"/>
                  </a:lnTo>
                  <a:lnTo>
                    <a:pt x="1642320" y="163"/>
                  </a:lnTo>
                  <a:lnTo>
                    <a:pt x="1650178" y="163"/>
                  </a:lnTo>
                  <a:lnTo>
                    <a:pt x="1658036" y="163"/>
                  </a:lnTo>
                  <a:lnTo>
                    <a:pt x="1665894" y="163"/>
                  </a:lnTo>
                  <a:lnTo>
                    <a:pt x="1673752" y="164"/>
                  </a:lnTo>
                  <a:lnTo>
                    <a:pt x="1681610" y="164"/>
                  </a:lnTo>
                  <a:lnTo>
                    <a:pt x="1689468" y="164"/>
                  </a:lnTo>
                  <a:lnTo>
                    <a:pt x="1697326" y="164"/>
                  </a:lnTo>
                  <a:lnTo>
                    <a:pt x="1705184" y="164"/>
                  </a:lnTo>
                  <a:lnTo>
                    <a:pt x="1713042" y="164"/>
                  </a:lnTo>
                  <a:lnTo>
                    <a:pt x="1720900" y="165"/>
                  </a:lnTo>
                  <a:lnTo>
                    <a:pt x="1728758" y="165"/>
                  </a:lnTo>
                  <a:lnTo>
                    <a:pt x="1736616" y="165"/>
                  </a:lnTo>
                  <a:lnTo>
                    <a:pt x="1744474" y="165"/>
                  </a:lnTo>
                  <a:lnTo>
                    <a:pt x="1752332" y="166"/>
                  </a:lnTo>
                  <a:lnTo>
                    <a:pt x="1760190" y="166"/>
                  </a:lnTo>
                  <a:lnTo>
                    <a:pt x="1768048" y="166"/>
                  </a:lnTo>
                  <a:lnTo>
                    <a:pt x="1775906" y="166"/>
                  </a:lnTo>
                  <a:lnTo>
                    <a:pt x="1783764" y="167"/>
                  </a:lnTo>
                  <a:lnTo>
                    <a:pt x="1791622" y="167"/>
                  </a:lnTo>
                  <a:lnTo>
                    <a:pt x="1799480" y="167"/>
                  </a:lnTo>
                  <a:lnTo>
                    <a:pt x="1807338" y="167"/>
                  </a:lnTo>
                  <a:lnTo>
                    <a:pt x="1815196" y="167"/>
                  </a:lnTo>
                  <a:lnTo>
                    <a:pt x="1823054" y="168"/>
                  </a:lnTo>
                  <a:lnTo>
                    <a:pt x="1830912" y="168"/>
                  </a:lnTo>
                  <a:lnTo>
                    <a:pt x="1838770" y="168"/>
                  </a:lnTo>
                  <a:lnTo>
                    <a:pt x="1846628" y="168"/>
                  </a:lnTo>
                  <a:lnTo>
                    <a:pt x="1854486" y="168"/>
                  </a:lnTo>
                  <a:lnTo>
                    <a:pt x="1862344" y="168"/>
                  </a:lnTo>
                  <a:lnTo>
                    <a:pt x="1870202" y="168"/>
                  </a:lnTo>
                  <a:lnTo>
                    <a:pt x="1878060" y="168"/>
                  </a:lnTo>
                  <a:lnTo>
                    <a:pt x="1885918" y="169"/>
                  </a:lnTo>
                  <a:lnTo>
                    <a:pt x="1893776" y="169"/>
                  </a:lnTo>
                  <a:lnTo>
                    <a:pt x="1901634" y="169"/>
                  </a:lnTo>
                  <a:lnTo>
                    <a:pt x="1909492" y="169"/>
                  </a:lnTo>
                  <a:lnTo>
                    <a:pt x="1917350" y="169"/>
                  </a:lnTo>
                  <a:lnTo>
                    <a:pt x="1925208" y="169"/>
                  </a:lnTo>
                  <a:lnTo>
                    <a:pt x="1933066" y="169"/>
                  </a:lnTo>
                  <a:lnTo>
                    <a:pt x="1940924" y="170"/>
                  </a:lnTo>
                  <a:lnTo>
                    <a:pt x="1948782" y="170"/>
                  </a:lnTo>
                  <a:lnTo>
                    <a:pt x="1956640" y="170"/>
                  </a:lnTo>
                  <a:lnTo>
                    <a:pt x="1964498" y="170"/>
                  </a:lnTo>
                  <a:lnTo>
                    <a:pt x="1972356" y="170"/>
                  </a:lnTo>
                  <a:lnTo>
                    <a:pt x="1980214" y="170"/>
                  </a:lnTo>
                  <a:lnTo>
                    <a:pt x="1988072" y="170"/>
                  </a:lnTo>
                  <a:lnTo>
                    <a:pt x="1995930" y="170"/>
                  </a:lnTo>
                  <a:lnTo>
                    <a:pt x="2003788" y="171"/>
                  </a:lnTo>
                  <a:lnTo>
                    <a:pt x="2011646" y="171"/>
                  </a:lnTo>
                  <a:lnTo>
                    <a:pt x="2019504" y="171"/>
                  </a:lnTo>
                  <a:lnTo>
                    <a:pt x="2027362" y="171"/>
                  </a:lnTo>
                  <a:lnTo>
                    <a:pt x="2035220" y="171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6029658" y="2987707"/>
              <a:ext cx="2035220" cy="251"/>
            </a:xfrm>
            <a:custGeom>
              <a:avLst/>
              <a:pathLst>
                <a:path w="2035220" h="251">
                  <a:moveTo>
                    <a:pt x="0" y="0"/>
                  </a:moveTo>
                  <a:lnTo>
                    <a:pt x="7857" y="1"/>
                  </a:lnTo>
                  <a:lnTo>
                    <a:pt x="15715" y="2"/>
                  </a:lnTo>
                  <a:lnTo>
                    <a:pt x="23573" y="4"/>
                  </a:lnTo>
                  <a:lnTo>
                    <a:pt x="31431" y="5"/>
                  </a:lnTo>
                  <a:lnTo>
                    <a:pt x="39289" y="8"/>
                  </a:lnTo>
                  <a:lnTo>
                    <a:pt x="47147" y="9"/>
                  </a:lnTo>
                  <a:lnTo>
                    <a:pt x="55005" y="10"/>
                  </a:lnTo>
                  <a:lnTo>
                    <a:pt x="62863" y="12"/>
                  </a:lnTo>
                  <a:lnTo>
                    <a:pt x="70721" y="13"/>
                  </a:lnTo>
                  <a:lnTo>
                    <a:pt x="78579" y="14"/>
                  </a:lnTo>
                  <a:lnTo>
                    <a:pt x="86437" y="16"/>
                  </a:lnTo>
                  <a:lnTo>
                    <a:pt x="94295" y="17"/>
                  </a:lnTo>
                  <a:lnTo>
                    <a:pt x="102153" y="19"/>
                  </a:lnTo>
                  <a:lnTo>
                    <a:pt x="110011" y="20"/>
                  </a:lnTo>
                  <a:lnTo>
                    <a:pt x="117869" y="22"/>
                  </a:lnTo>
                  <a:lnTo>
                    <a:pt x="125727" y="23"/>
                  </a:lnTo>
                  <a:lnTo>
                    <a:pt x="133585" y="24"/>
                  </a:lnTo>
                  <a:lnTo>
                    <a:pt x="141443" y="25"/>
                  </a:lnTo>
                  <a:lnTo>
                    <a:pt x="149301" y="26"/>
                  </a:lnTo>
                  <a:lnTo>
                    <a:pt x="157159" y="28"/>
                  </a:lnTo>
                  <a:lnTo>
                    <a:pt x="165017" y="30"/>
                  </a:lnTo>
                  <a:lnTo>
                    <a:pt x="172875" y="32"/>
                  </a:lnTo>
                  <a:lnTo>
                    <a:pt x="180733" y="33"/>
                  </a:lnTo>
                  <a:lnTo>
                    <a:pt x="188591" y="34"/>
                  </a:lnTo>
                  <a:lnTo>
                    <a:pt x="196449" y="37"/>
                  </a:lnTo>
                  <a:lnTo>
                    <a:pt x="204307" y="38"/>
                  </a:lnTo>
                  <a:lnTo>
                    <a:pt x="212165" y="39"/>
                  </a:lnTo>
                  <a:lnTo>
                    <a:pt x="220023" y="41"/>
                  </a:lnTo>
                  <a:lnTo>
                    <a:pt x="227881" y="42"/>
                  </a:lnTo>
                  <a:lnTo>
                    <a:pt x="235739" y="43"/>
                  </a:lnTo>
                  <a:lnTo>
                    <a:pt x="243597" y="45"/>
                  </a:lnTo>
                  <a:lnTo>
                    <a:pt x="251455" y="46"/>
                  </a:lnTo>
                  <a:lnTo>
                    <a:pt x="259313" y="48"/>
                  </a:lnTo>
                  <a:lnTo>
                    <a:pt x="267171" y="49"/>
                  </a:lnTo>
                  <a:lnTo>
                    <a:pt x="275029" y="50"/>
                  </a:lnTo>
                  <a:lnTo>
                    <a:pt x="282887" y="52"/>
                  </a:lnTo>
                  <a:lnTo>
                    <a:pt x="290745" y="53"/>
                  </a:lnTo>
                  <a:lnTo>
                    <a:pt x="298603" y="54"/>
                  </a:lnTo>
                  <a:lnTo>
                    <a:pt x="306461" y="56"/>
                  </a:lnTo>
                  <a:lnTo>
                    <a:pt x="314319" y="57"/>
                  </a:lnTo>
                  <a:lnTo>
                    <a:pt x="322177" y="59"/>
                  </a:lnTo>
                  <a:lnTo>
                    <a:pt x="330035" y="60"/>
                  </a:lnTo>
                  <a:lnTo>
                    <a:pt x="337893" y="61"/>
                  </a:lnTo>
                  <a:lnTo>
                    <a:pt x="345751" y="63"/>
                  </a:lnTo>
                  <a:lnTo>
                    <a:pt x="353609" y="64"/>
                  </a:lnTo>
                  <a:lnTo>
                    <a:pt x="361467" y="65"/>
                  </a:lnTo>
                  <a:lnTo>
                    <a:pt x="369325" y="67"/>
                  </a:lnTo>
                  <a:lnTo>
                    <a:pt x="377183" y="68"/>
                  </a:lnTo>
                  <a:lnTo>
                    <a:pt x="385041" y="69"/>
                  </a:lnTo>
                  <a:lnTo>
                    <a:pt x="392899" y="70"/>
                  </a:lnTo>
                  <a:lnTo>
                    <a:pt x="400757" y="71"/>
                  </a:lnTo>
                  <a:lnTo>
                    <a:pt x="408615" y="72"/>
                  </a:lnTo>
                  <a:lnTo>
                    <a:pt x="416473" y="73"/>
                  </a:lnTo>
                  <a:lnTo>
                    <a:pt x="424331" y="75"/>
                  </a:lnTo>
                  <a:lnTo>
                    <a:pt x="432189" y="76"/>
                  </a:lnTo>
                  <a:lnTo>
                    <a:pt x="440047" y="78"/>
                  </a:lnTo>
                  <a:lnTo>
                    <a:pt x="447905" y="79"/>
                  </a:lnTo>
                  <a:lnTo>
                    <a:pt x="455763" y="81"/>
                  </a:lnTo>
                  <a:lnTo>
                    <a:pt x="463621" y="82"/>
                  </a:lnTo>
                  <a:lnTo>
                    <a:pt x="471479" y="83"/>
                  </a:lnTo>
                  <a:lnTo>
                    <a:pt x="479337" y="84"/>
                  </a:lnTo>
                  <a:lnTo>
                    <a:pt x="487195" y="86"/>
                  </a:lnTo>
                  <a:lnTo>
                    <a:pt x="495053" y="87"/>
                  </a:lnTo>
                  <a:lnTo>
                    <a:pt x="502911" y="88"/>
                  </a:lnTo>
                  <a:lnTo>
                    <a:pt x="510769" y="89"/>
                  </a:lnTo>
                  <a:lnTo>
                    <a:pt x="518627" y="91"/>
                  </a:lnTo>
                  <a:lnTo>
                    <a:pt x="526485" y="93"/>
                  </a:lnTo>
                  <a:lnTo>
                    <a:pt x="534343" y="94"/>
                  </a:lnTo>
                  <a:lnTo>
                    <a:pt x="542201" y="96"/>
                  </a:lnTo>
                  <a:lnTo>
                    <a:pt x="550059" y="97"/>
                  </a:lnTo>
                  <a:lnTo>
                    <a:pt x="557917" y="98"/>
                  </a:lnTo>
                  <a:lnTo>
                    <a:pt x="565775" y="99"/>
                  </a:lnTo>
                  <a:lnTo>
                    <a:pt x="573633" y="100"/>
                  </a:lnTo>
                  <a:lnTo>
                    <a:pt x="581491" y="101"/>
                  </a:lnTo>
                  <a:lnTo>
                    <a:pt x="589349" y="102"/>
                  </a:lnTo>
                  <a:lnTo>
                    <a:pt x="597207" y="103"/>
                  </a:lnTo>
                  <a:lnTo>
                    <a:pt x="605065" y="104"/>
                  </a:lnTo>
                  <a:lnTo>
                    <a:pt x="612923" y="106"/>
                  </a:lnTo>
                  <a:lnTo>
                    <a:pt x="620781" y="106"/>
                  </a:lnTo>
                  <a:lnTo>
                    <a:pt x="628639" y="108"/>
                  </a:lnTo>
                  <a:lnTo>
                    <a:pt x="636497" y="109"/>
                  </a:lnTo>
                  <a:lnTo>
                    <a:pt x="644355" y="111"/>
                  </a:lnTo>
                  <a:lnTo>
                    <a:pt x="652213" y="112"/>
                  </a:lnTo>
                  <a:lnTo>
                    <a:pt x="660071" y="113"/>
                  </a:lnTo>
                  <a:lnTo>
                    <a:pt x="667929" y="114"/>
                  </a:lnTo>
                  <a:lnTo>
                    <a:pt x="675787" y="115"/>
                  </a:lnTo>
                  <a:lnTo>
                    <a:pt x="683645" y="117"/>
                  </a:lnTo>
                  <a:lnTo>
                    <a:pt x="691503" y="118"/>
                  </a:lnTo>
                  <a:lnTo>
                    <a:pt x="699361" y="119"/>
                  </a:lnTo>
                  <a:lnTo>
                    <a:pt x="707219" y="120"/>
                  </a:lnTo>
                  <a:lnTo>
                    <a:pt x="715077" y="122"/>
                  </a:lnTo>
                  <a:lnTo>
                    <a:pt x="722935" y="123"/>
                  </a:lnTo>
                  <a:lnTo>
                    <a:pt x="730793" y="124"/>
                  </a:lnTo>
                  <a:lnTo>
                    <a:pt x="738651" y="125"/>
                  </a:lnTo>
                  <a:lnTo>
                    <a:pt x="746509" y="126"/>
                  </a:lnTo>
                  <a:lnTo>
                    <a:pt x="754367" y="127"/>
                  </a:lnTo>
                  <a:lnTo>
                    <a:pt x="762225" y="128"/>
                  </a:lnTo>
                  <a:lnTo>
                    <a:pt x="770083" y="129"/>
                  </a:lnTo>
                  <a:lnTo>
                    <a:pt x="777941" y="131"/>
                  </a:lnTo>
                  <a:lnTo>
                    <a:pt x="785799" y="132"/>
                  </a:lnTo>
                  <a:lnTo>
                    <a:pt x="793657" y="133"/>
                  </a:lnTo>
                  <a:lnTo>
                    <a:pt x="801515" y="135"/>
                  </a:lnTo>
                  <a:lnTo>
                    <a:pt x="809373" y="136"/>
                  </a:lnTo>
                  <a:lnTo>
                    <a:pt x="817231" y="137"/>
                  </a:lnTo>
                  <a:lnTo>
                    <a:pt x="825089" y="138"/>
                  </a:lnTo>
                  <a:lnTo>
                    <a:pt x="832947" y="139"/>
                  </a:lnTo>
                  <a:lnTo>
                    <a:pt x="840805" y="139"/>
                  </a:lnTo>
                  <a:lnTo>
                    <a:pt x="848663" y="140"/>
                  </a:lnTo>
                  <a:lnTo>
                    <a:pt x="856521" y="142"/>
                  </a:lnTo>
                  <a:lnTo>
                    <a:pt x="864379" y="143"/>
                  </a:lnTo>
                  <a:lnTo>
                    <a:pt x="872237" y="144"/>
                  </a:lnTo>
                  <a:lnTo>
                    <a:pt x="880095" y="145"/>
                  </a:lnTo>
                  <a:lnTo>
                    <a:pt x="887953" y="146"/>
                  </a:lnTo>
                  <a:lnTo>
                    <a:pt x="895811" y="147"/>
                  </a:lnTo>
                  <a:lnTo>
                    <a:pt x="903669" y="148"/>
                  </a:lnTo>
                  <a:lnTo>
                    <a:pt x="911527" y="149"/>
                  </a:lnTo>
                  <a:lnTo>
                    <a:pt x="919385" y="150"/>
                  </a:lnTo>
                  <a:lnTo>
                    <a:pt x="927243" y="151"/>
                  </a:lnTo>
                  <a:lnTo>
                    <a:pt x="935101" y="152"/>
                  </a:lnTo>
                  <a:lnTo>
                    <a:pt x="942959" y="153"/>
                  </a:lnTo>
                  <a:lnTo>
                    <a:pt x="950817" y="154"/>
                  </a:lnTo>
                  <a:lnTo>
                    <a:pt x="958675" y="154"/>
                  </a:lnTo>
                  <a:lnTo>
                    <a:pt x="966533" y="155"/>
                  </a:lnTo>
                  <a:lnTo>
                    <a:pt x="974391" y="156"/>
                  </a:lnTo>
                  <a:lnTo>
                    <a:pt x="982249" y="157"/>
                  </a:lnTo>
                  <a:lnTo>
                    <a:pt x="990107" y="158"/>
                  </a:lnTo>
                  <a:lnTo>
                    <a:pt x="997965" y="158"/>
                  </a:lnTo>
                  <a:lnTo>
                    <a:pt x="1005823" y="159"/>
                  </a:lnTo>
                  <a:lnTo>
                    <a:pt x="1013681" y="161"/>
                  </a:lnTo>
                  <a:lnTo>
                    <a:pt x="1021539" y="161"/>
                  </a:lnTo>
                  <a:lnTo>
                    <a:pt x="1029397" y="163"/>
                  </a:lnTo>
                  <a:lnTo>
                    <a:pt x="1037254" y="164"/>
                  </a:lnTo>
                  <a:lnTo>
                    <a:pt x="1045112" y="165"/>
                  </a:lnTo>
                  <a:lnTo>
                    <a:pt x="1052970" y="166"/>
                  </a:lnTo>
                  <a:lnTo>
                    <a:pt x="1060828" y="167"/>
                  </a:lnTo>
                  <a:lnTo>
                    <a:pt x="1068686" y="167"/>
                  </a:lnTo>
                  <a:lnTo>
                    <a:pt x="1076544" y="168"/>
                  </a:lnTo>
                  <a:lnTo>
                    <a:pt x="1084402" y="169"/>
                  </a:lnTo>
                  <a:lnTo>
                    <a:pt x="1092260" y="170"/>
                  </a:lnTo>
                  <a:lnTo>
                    <a:pt x="1100118" y="170"/>
                  </a:lnTo>
                  <a:lnTo>
                    <a:pt x="1107976" y="171"/>
                  </a:lnTo>
                  <a:lnTo>
                    <a:pt x="1115834" y="172"/>
                  </a:lnTo>
                  <a:lnTo>
                    <a:pt x="1123692" y="173"/>
                  </a:lnTo>
                  <a:lnTo>
                    <a:pt x="1131550" y="174"/>
                  </a:lnTo>
                  <a:lnTo>
                    <a:pt x="1139408" y="175"/>
                  </a:lnTo>
                  <a:lnTo>
                    <a:pt x="1147266" y="176"/>
                  </a:lnTo>
                  <a:lnTo>
                    <a:pt x="1155124" y="177"/>
                  </a:lnTo>
                  <a:lnTo>
                    <a:pt x="1162982" y="177"/>
                  </a:lnTo>
                  <a:lnTo>
                    <a:pt x="1170840" y="179"/>
                  </a:lnTo>
                  <a:lnTo>
                    <a:pt x="1178698" y="180"/>
                  </a:lnTo>
                  <a:lnTo>
                    <a:pt x="1186556" y="180"/>
                  </a:lnTo>
                  <a:lnTo>
                    <a:pt x="1194414" y="181"/>
                  </a:lnTo>
                  <a:lnTo>
                    <a:pt x="1202272" y="182"/>
                  </a:lnTo>
                  <a:lnTo>
                    <a:pt x="1210130" y="183"/>
                  </a:lnTo>
                  <a:lnTo>
                    <a:pt x="1217988" y="184"/>
                  </a:lnTo>
                  <a:lnTo>
                    <a:pt x="1225846" y="185"/>
                  </a:lnTo>
                  <a:lnTo>
                    <a:pt x="1233704" y="185"/>
                  </a:lnTo>
                  <a:lnTo>
                    <a:pt x="1241562" y="187"/>
                  </a:lnTo>
                  <a:lnTo>
                    <a:pt x="1249420" y="188"/>
                  </a:lnTo>
                  <a:lnTo>
                    <a:pt x="1257278" y="188"/>
                  </a:lnTo>
                  <a:lnTo>
                    <a:pt x="1265136" y="189"/>
                  </a:lnTo>
                  <a:lnTo>
                    <a:pt x="1272994" y="189"/>
                  </a:lnTo>
                  <a:lnTo>
                    <a:pt x="1280852" y="190"/>
                  </a:lnTo>
                  <a:lnTo>
                    <a:pt x="1288710" y="191"/>
                  </a:lnTo>
                  <a:lnTo>
                    <a:pt x="1296568" y="191"/>
                  </a:lnTo>
                  <a:lnTo>
                    <a:pt x="1304426" y="192"/>
                  </a:lnTo>
                  <a:lnTo>
                    <a:pt x="1312284" y="193"/>
                  </a:lnTo>
                  <a:lnTo>
                    <a:pt x="1320142" y="193"/>
                  </a:lnTo>
                  <a:lnTo>
                    <a:pt x="1328000" y="194"/>
                  </a:lnTo>
                  <a:lnTo>
                    <a:pt x="1335858" y="195"/>
                  </a:lnTo>
                  <a:lnTo>
                    <a:pt x="1343716" y="195"/>
                  </a:lnTo>
                  <a:lnTo>
                    <a:pt x="1351574" y="196"/>
                  </a:lnTo>
                  <a:lnTo>
                    <a:pt x="1359432" y="197"/>
                  </a:lnTo>
                  <a:lnTo>
                    <a:pt x="1367290" y="198"/>
                  </a:lnTo>
                  <a:lnTo>
                    <a:pt x="1375148" y="198"/>
                  </a:lnTo>
                  <a:lnTo>
                    <a:pt x="1383006" y="199"/>
                  </a:lnTo>
                  <a:lnTo>
                    <a:pt x="1390864" y="200"/>
                  </a:lnTo>
                  <a:lnTo>
                    <a:pt x="1398722" y="200"/>
                  </a:lnTo>
                  <a:lnTo>
                    <a:pt x="1406580" y="201"/>
                  </a:lnTo>
                  <a:lnTo>
                    <a:pt x="1414438" y="202"/>
                  </a:lnTo>
                  <a:lnTo>
                    <a:pt x="1422296" y="203"/>
                  </a:lnTo>
                  <a:lnTo>
                    <a:pt x="1430154" y="204"/>
                  </a:lnTo>
                  <a:lnTo>
                    <a:pt x="1438012" y="204"/>
                  </a:lnTo>
                  <a:lnTo>
                    <a:pt x="1445870" y="205"/>
                  </a:lnTo>
                  <a:lnTo>
                    <a:pt x="1453728" y="206"/>
                  </a:lnTo>
                  <a:lnTo>
                    <a:pt x="1461586" y="207"/>
                  </a:lnTo>
                  <a:lnTo>
                    <a:pt x="1469444" y="208"/>
                  </a:lnTo>
                  <a:lnTo>
                    <a:pt x="1477302" y="209"/>
                  </a:lnTo>
                  <a:lnTo>
                    <a:pt x="1485160" y="209"/>
                  </a:lnTo>
                  <a:lnTo>
                    <a:pt x="1493018" y="209"/>
                  </a:lnTo>
                  <a:lnTo>
                    <a:pt x="1500876" y="211"/>
                  </a:lnTo>
                  <a:lnTo>
                    <a:pt x="1508734" y="211"/>
                  </a:lnTo>
                  <a:lnTo>
                    <a:pt x="1516592" y="212"/>
                  </a:lnTo>
                  <a:lnTo>
                    <a:pt x="1524450" y="213"/>
                  </a:lnTo>
                  <a:lnTo>
                    <a:pt x="1532308" y="213"/>
                  </a:lnTo>
                  <a:lnTo>
                    <a:pt x="1540166" y="214"/>
                  </a:lnTo>
                  <a:lnTo>
                    <a:pt x="1548024" y="215"/>
                  </a:lnTo>
                  <a:lnTo>
                    <a:pt x="1555882" y="215"/>
                  </a:lnTo>
                  <a:lnTo>
                    <a:pt x="1563740" y="216"/>
                  </a:lnTo>
                  <a:lnTo>
                    <a:pt x="1571598" y="217"/>
                  </a:lnTo>
                  <a:lnTo>
                    <a:pt x="1579456" y="217"/>
                  </a:lnTo>
                  <a:lnTo>
                    <a:pt x="1587314" y="218"/>
                  </a:lnTo>
                  <a:lnTo>
                    <a:pt x="1595172" y="219"/>
                  </a:lnTo>
                  <a:lnTo>
                    <a:pt x="1603030" y="219"/>
                  </a:lnTo>
                  <a:lnTo>
                    <a:pt x="1610888" y="220"/>
                  </a:lnTo>
                  <a:lnTo>
                    <a:pt x="1618746" y="221"/>
                  </a:lnTo>
                  <a:lnTo>
                    <a:pt x="1626604" y="222"/>
                  </a:lnTo>
                  <a:lnTo>
                    <a:pt x="1634462" y="222"/>
                  </a:lnTo>
                  <a:lnTo>
                    <a:pt x="1642320" y="223"/>
                  </a:lnTo>
                  <a:lnTo>
                    <a:pt x="1650178" y="223"/>
                  </a:lnTo>
                  <a:lnTo>
                    <a:pt x="1658036" y="224"/>
                  </a:lnTo>
                  <a:lnTo>
                    <a:pt x="1665894" y="224"/>
                  </a:lnTo>
                  <a:lnTo>
                    <a:pt x="1673752" y="225"/>
                  </a:lnTo>
                  <a:lnTo>
                    <a:pt x="1681610" y="225"/>
                  </a:lnTo>
                  <a:lnTo>
                    <a:pt x="1689468" y="226"/>
                  </a:lnTo>
                  <a:lnTo>
                    <a:pt x="1697326" y="226"/>
                  </a:lnTo>
                  <a:lnTo>
                    <a:pt x="1705184" y="227"/>
                  </a:lnTo>
                  <a:lnTo>
                    <a:pt x="1713042" y="227"/>
                  </a:lnTo>
                  <a:lnTo>
                    <a:pt x="1720900" y="228"/>
                  </a:lnTo>
                  <a:lnTo>
                    <a:pt x="1728758" y="229"/>
                  </a:lnTo>
                  <a:lnTo>
                    <a:pt x="1736616" y="229"/>
                  </a:lnTo>
                  <a:lnTo>
                    <a:pt x="1744474" y="230"/>
                  </a:lnTo>
                  <a:lnTo>
                    <a:pt x="1752332" y="231"/>
                  </a:lnTo>
                  <a:lnTo>
                    <a:pt x="1760190" y="231"/>
                  </a:lnTo>
                  <a:lnTo>
                    <a:pt x="1768048" y="232"/>
                  </a:lnTo>
                  <a:lnTo>
                    <a:pt x="1775906" y="233"/>
                  </a:lnTo>
                  <a:lnTo>
                    <a:pt x="1783764" y="233"/>
                  </a:lnTo>
                  <a:lnTo>
                    <a:pt x="1791622" y="234"/>
                  </a:lnTo>
                  <a:lnTo>
                    <a:pt x="1799480" y="235"/>
                  </a:lnTo>
                  <a:lnTo>
                    <a:pt x="1807338" y="235"/>
                  </a:lnTo>
                  <a:lnTo>
                    <a:pt x="1815196" y="236"/>
                  </a:lnTo>
                  <a:lnTo>
                    <a:pt x="1823054" y="236"/>
                  </a:lnTo>
                  <a:lnTo>
                    <a:pt x="1830912" y="237"/>
                  </a:lnTo>
                  <a:lnTo>
                    <a:pt x="1838770" y="238"/>
                  </a:lnTo>
                  <a:lnTo>
                    <a:pt x="1846628" y="238"/>
                  </a:lnTo>
                  <a:lnTo>
                    <a:pt x="1854486" y="239"/>
                  </a:lnTo>
                  <a:lnTo>
                    <a:pt x="1862344" y="239"/>
                  </a:lnTo>
                  <a:lnTo>
                    <a:pt x="1870202" y="240"/>
                  </a:lnTo>
                  <a:lnTo>
                    <a:pt x="1878060" y="240"/>
                  </a:lnTo>
                  <a:lnTo>
                    <a:pt x="1885918" y="241"/>
                  </a:lnTo>
                  <a:lnTo>
                    <a:pt x="1893776" y="241"/>
                  </a:lnTo>
                  <a:lnTo>
                    <a:pt x="1901634" y="242"/>
                  </a:lnTo>
                  <a:lnTo>
                    <a:pt x="1909492" y="243"/>
                  </a:lnTo>
                  <a:lnTo>
                    <a:pt x="1917350" y="243"/>
                  </a:lnTo>
                  <a:lnTo>
                    <a:pt x="1925208" y="244"/>
                  </a:lnTo>
                  <a:lnTo>
                    <a:pt x="1933066" y="244"/>
                  </a:lnTo>
                  <a:lnTo>
                    <a:pt x="1940924" y="245"/>
                  </a:lnTo>
                  <a:lnTo>
                    <a:pt x="1948782" y="245"/>
                  </a:lnTo>
                  <a:lnTo>
                    <a:pt x="1956640" y="246"/>
                  </a:lnTo>
                  <a:lnTo>
                    <a:pt x="1964498" y="246"/>
                  </a:lnTo>
                  <a:lnTo>
                    <a:pt x="1972356" y="247"/>
                  </a:lnTo>
                  <a:lnTo>
                    <a:pt x="1980214" y="247"/>
                  </a:lnTo>
                  <a:lnTo>
                    <a:pt x="1988072" y="248"/>
                  </a:lnTo>
                  <a:lnTo>
                    <a:pt x="1995930" y="249"/>
                  </a:lnTo>
                  <a:lnTo>
                    <a:pt x="2003788" y="249"/>
                  </a:lnTo>
                  <a:lnTo>
                    <a:pt x="2011646" y="250"/>
                  </a:lnTo>
                  <a:lnTo>
                    <a:pt x="2019504" y="250"/>
                  </a:lnTo>
                  <a:lnTo>
                    <a:pt x="2027362" y="251"/>
                  </a:lnTo>
                  <a:lnTo>
                    <a:pt x="2035220" y="251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6029658" y="2987895"/>
              <a:ext cx="2035220" cy="37"/>
            </a:xfrm>
            <a:custGeom>
              <a:avLst/>
              <a:pathLst>
                <a:path w="2035220" h="37">
                  <a:moveTo>
                    <a:pt x="0" y="36"/>
                  </a:moveTo>
                  <a:lnTo>
                    <a:pt x="7857" y="36"/>
                  </a:lnTo>
                  <a:lnTo>
                    <a:pt x="15715" y="36"/>
                  </a:lnTo>
                  <a:lnTo>
                    <a:pt x="23573" y="36"/>
                  </a:lnTo>
                  <a:lnTo>
                    <a:pt x="31431" y="36"/>
                  </a:lnTo>
                  <a:lnTo>
                    <a:pt x="39289" y="37"/>
                  </a:lnTo>
                  <a:lnTo>
                    <a:pt x="47147" y="37"/>
                  </a:lnTo>
                  <a:lnTo>
                    <a:pt x="55005" y="36"/>
                  </a:lnTo>
                  <a:lnTo>
                    <a:pt x="62863" y="37"/>
                  </a:lnTo>
                  <a:lnTo>
                    <a:pt x="70721" y="36"/>
                  </a:lnTo>
                  <a:lnTo>
                    <a:pt x="78579" y="37"/>
                  </a:lnTo>
                  <a:lnTo>
                    <a:pt x="86437" y="37"/>
                  </a:lnTo>
                  <a:lnTo>
                    <a:pt x="94295" y="37"/>
                  </a:lnTo>
                  <a:lnTo>
                    <a:pt x="102153" y="37"/>
                  </a:lnTo>
                  <a:lnTo>
                    <a:pt x="110011" y="37"/>
                  </a:lnTo>
                  <a:lnTo>
                    <a:pt x="117869" y="37"/>
                  </a:lnTo>
                  <a:lnTo>
                    <a:pt x="125727" y="36"/>
                  </a:lnTo>
                  <a:lnTo>
                    <a:pt x="133585" y="36"/>
                  </a:lnTo>
                  <a:lnTo>
                    <a:pt x="141443" y="37"/>
                  </a:lnTo>
                  <a:lnTo>
                    <a:pt x="149301" y="37"/>
                  </a:lnTo>
                  <a:lnTo>
                    <a:pt x="157159" y="37"/>
                  </a:lnTo>
                  <a:lnTo>
                    <a:pt x="165017" y="37"/>
                  </a:lnTo>
                  <a:lnTo>
                    <a:pt x="172875" y="37"/>
                  </a:lnTo>
                  <a:lnTo>
                    <a:pt x="180733" y="37"/>
                  </a:lnTo>
                  <a:lnTo>
                    <a:pt x="188591" y="37"/>
                  </a:lnTo>
                  <a:lnTo>
                    <a:pt x="196449" y="37"/>
                  </a:lnTo>
                  <a:lnTo>
                    <a:pt x="204307" y="37"/>
                  </a:lnTo>
                  <a:lnTo>
                    <a:pt x="212165" y="37"/>
                  </a:lnTo>
                  <a:lnTo>
                    <a:pt x="220023" y="37"/>
                  </a:lnTo>
                  <a:lnTo>
                    <a:pt x="227881" y="37"/>
                  </a:lnTo>
                  <a:lnTo>
                    <a:pt x="235739" y="36"/>
                  </a:lnTo>
                  <a:lnTo>
                    <a:pt x="243597" y="36"/>
                  </a:lnTo>
                  <a:lnTo>
                    <a:pt x="251455" y="36"/>
                  </a:lnTo>
                  <a:lnTo>
                    <a:pt x="259313" y="36"/>
                  </a:lnTo>
                  <a:lnTo>
                    <a:pt x="267171" y="36"/>
                  </a:lnTo>
                  <a:lnTo>
                    <a:pt x="275029" y="36"/>
                  </a:lnTo>
                  <a:lnTo>
                    <a:pt x="282887" y="36"/>
                  </a:lnTo>
                  <a:lnTo>
                    <a:pt x="290745" y="36"/>
                  </a:lnTo>
                  <a:lnTo>
                    <a:pt x="298603" y="36"/>
                  </a:lnTo>
                  <a:lnTo>
                    <a:pt x="306461" y="36"/>
                  </a:lnTo>
                  <a:lnTo>
                    <a:pt x="314319" y="36"/>
                  </a:lnTo>
                  <a:lnTo>
                    <a:pt x="322177" y="36"/>
                  </a:lnTo>
                  <a:lnTo>
                    <a:pt x="330035" y="36"/>
                  </a:lnTo>
                  <a:lnTo>
                    <a:pt x="337893" y="35"/>
                  </a:lnTo>
                  <a:lnTo>
                    <a:pt x="345751" y="35"/>
                  </a:lnTo>
                  <a:lnTo>
                    <a:pt x="353609" y="35"/>
                  </a:lnTo>
                  <a:lnTo>
                    <a:pt x="361467" y="35"/>
                  </a:lnTo>
                  <a:lnTo>
                    <a:pt x="369325" y="34"/>
                  </a:lnTo>
                  <a:lnTo>
                    <a:pt x="377183" y="34"/>
                  </a:lnTo>
                  <a:lnTo>
                    <a:pt x="385041" y="34"/>
                  </a:lnTo>
                  <a:lnTo>
                    <a:pt x="392899" y="34"/>
                  </a:lnTo>
                  <a:lnTo>
                    <a:pt x="400757" y="34"/>
                  </a:lnTo>
                  <a:lnTo>
                    <a:pt x="408615" y="34"/>
                  </a:lnTo>
                  <a:lnTo>
                    <a:pt x="416473" y="35"/>
                  </a:lnTo>
                  <a:lnTo>
                    <a:pt x="424331" y="35"/>
                  </a:lnTo>
                  <a:lnTo>
                    <a:pt x="432189" y="35"/>
                  </a:lnTo>
                  <a:lnTo>
                    <a:pt x="440047" y="34"/>
                  </a:lnTo>
                  <a:lnTo>
                    <a:pt x="447905" y="34"/>
                  </a:lnTo>
                  <a:lnTo>
                    <a:pt x="455763" y="33"/>
                  </a:lnTo>
                  <a:lnTo>
                    <a:pt x="463621" y="34"/>
                  </a:lnTo>
                  <a:lnTo>
                    <a:pt x="471479" y="33"/>
                  </a:lnTo>
                  <a:lnTo>
                    <a:pt x="479337" y="33"/>
                  </a:lnTo>
                  <a:lnTo>
                    <a:pt x="487195" y="33"/>
                  </a:lnTo>
                  <a:lnTo>
                    <a:pt x="495053" y="32"/>
                  </a:lnTo>
                  <a:lnTo>
                    <a:pt x="502911" y="32"/>
                  </a:lnTo>
                  <a:lnTo>
                    <a:pt x="510769" y="32"/>
                  </a:lnTo>
                  <a:lnTo>
                    <a:pt x="518627" y="32"/>
                  </a:lnTo>
                  <a:lnTo>
                    <a:pt x="526485" y="30"/>
                  </a:lnTo>
                  <a:lnTo>
                    <a:pt x="534343" y="30"/>
                  </a:lnTo>
                  <a:lnTo>
                    <a:pt x="542201" y="31"/>
                  </a:lnTo>
                  <a:lnTo>
                    <a:pt x="550059" y="31"/>
                  </a:lnTo>
                  <a:lnTo>
                    <a:pt x="557917" y="31"/>
                  </a:lnTo>
                  <a:lnTo>
                    <a:pt x="565775" y="29"/>
                  </a:lnTo>
                  <a:lnTo>
                    <a:pt x="573633" y="28"/>
                  </a:lnTo>
                  <a:lnTo>
                    <a:pt x="581491" y="28"/>
                  </a:lnTo>
                  <a:lnTo>
                    <a:pt x="589349" y="28"/>
                  </a:lnTo>
                  <a:lnTo>
                    <a:pt x="597207" y="28"/>
                  </a:lnTo>
                  <a:lnTo>
                    <a:pt x="605065" y="28"/>
                  </a:lnTo>
                  <a:lnTo>
                    <a:pt x="612923" y="28"/>
                  </a:lnTo>
                  <a:lnTo>
                    <a:pt x="620781" y="28"/>
                  </a:lnTo>
                  <a:lnTo>
                    <a:pt x="628639" y="27"/>
                  </a:lnTo>
                  <a:lnTo>
                    <a:pt x="636497" y="27"/>
                  </a:lnTo>
                  <a:lnTo>
                    <a:pt x="644355" y="27"/>
                  </a:lnTo>
                  <a:lnTo>
                    <a:pt x="652213" y="27"/>
                  </a:lnTo>
                  <a:lnTo>
                    <a:pt x="660071" y="27"/>
                  </a:lnTo>
                  <a:lnTo>
                    <a:pt x="667929" y="27"/>
                  </a:lnTo>
                  <a:lnTo>
                    <a:pt x="675787" y="27"/>
                  </a:lnTo>
                  <a:lnTo>
                    <a:pt x="683645" y="26"/>
                  </a:lnTo>
                  <a:lnTo>
                    <a:pt x="691503" y="26"/>
                  </a:lnTo>
                  <a:lnTo>
                    <a:pt x="699361" y="26"/>
                  </a:lnTo>
                  <a:lnTo>
                    <a:pt x="707219" y="26"/>
                  </a:lnTo>
                  <a:lnTo>
                    <a:pt x="715077" y="26"/>
                  </a:lnTo>
                  <a:lnTo>
                    <a:pt x="722935" y="26"/>
                  </a:lnTo>
                  <a:lnTo>
                    <a:pt x="730793" y="25"/>
                  </a:lnTo>
                  <a:lnTo>
                    <a:pt x="738651" y="25"/>
                  </a:lnTo>
                  <a:lnTo>
                    <a:pt x="746509" y="25"/>
                  </a:lnTo>
                  <a:lnTo>
                    <a:pt x="754367" y="24"/>
                  </a:lnTo>
                  <a:lnTo>
                    <a:pt x="762225" y="24"/>
                  </a:lnTo>
                  <a:lnTo>
                    <a:pt x="770083" y="23"/>
                  </a:lnTo>
                  <a:lnTo>
                    <a:pt x="777941" y="23"/>
                  </a:lnTo>
                  <a:lnTo>
                    <a:pt x="785799" y="23"/>
                  </a:lnTo>
                  <a:lnTo>
                    <a:pt x="793657" y="23"/>
                  </a:lnTo>
                  <a:lnTo>
                    <a:pt x="801515" y="23"/>
                  </a:lnTo>
                  <a:lnTo>
                    <a:pt x="809373" y="23"/>
                  </a:lnTo>
                  <a:lnTo>
                    <a:pt x="817231" y="23"/>
                  </a:lnTo>
                  <a:lnTo>
                    <a:pt x="825089" y="23"/>
                  </a:lnTo>
                  <a:lnTo>
                    <a:pt x="832947" y="23"/>
                  </a:lnTo>
                  <a:lnTo>
                    <a:pt x="840805" y="23"/>
                  </a:lnTo>
                  <a:lnTo>
                    <a:pt x="848663" y="22"/>
                  </a:lnTo>
                  <a:lnTo>
                    <a:pt x="856521" y="22"/>
                  </a:lnTo>
                  <a:lnTo>
                    <a:pt x="864379" y="22"/>
                  </a:lnTo>
                  <a:lnTo>
                    <a:pt x="872237" y="22"/>
                  </a:lnTo>
                  <a:lnTo>
                    <a:pt x="880095" y="21"/>
                  </a:lnTo>
                  <a:lnTo>
                    <a:pt x="887953" y="21"/>
                  </a:lnTo>
                  <a:lnTo>
                    <a:pt x="895811" y="21"/>
                  </a:lnTo>
                  <a:lnTo>
                    <a:pt x="903669" y="21"/>
                  </a:lnTo>
                  <a:lnTo>
                    <a:pt x="911527" y="21"/>
                  </a:lnTo>
                  <a:lnTo>
                    <a:pt x="919385" y="21"/>
                  </a:lnTo>
                  <a:lnTo>
                    <a:pt x="927243" y="21"/>
                  </a:lnTo>
                  <a:lnTo>
                    <a:pt x="935101" y="21"/>
                  </a:lnTo>
                  <a:lnTo>
                    <a:pt x="942959" y="21"/>
                  </a:lnTo>
                  <a:lnTo>
                    <a:pt x="950817" y="21"/>
                  </a:lnTo>
                  <a:lnTo>
                    <a:pt x="958675" y="21"/>
                  </a:lnTo>
                  <a:lnTo>
                    <a:pt x="966533" y="21"/>
                  </a:lnTo>
                  <a:lnTo>
                    <a:pt x="974391" y="21"/>
                  </a:lnTo>
                  <a:lnTo>
                    <a:pt x="982249" y="21"/>
                  </a:lnTo>
                  <a:lnTo>
                    <a:pt x="990107" y="20"/>
                  </a:lnTo>
                  <a:lnTo>
                    <a:pt x="997965" y="20"/>
                  </a:lnTo>
                  <a:lnTo>
                    <a:pt x="1005823" y="20"/>
                  </a:lnTo>
                  <a:lnTo>
                    <a:pt x="1013681" y="19"/>
                  </a:lnTo>
                  <a:lnTo>
                    <a:pt x="1021539" y="19"/>
                  </a:lnTo>
                  <a:lnTo>
                    <a:pt x="1029397" y="19"/>
                  </a:lnTo>
                  <a:lnTo>
                    <a:pt x="1037254" y="19"/>
                  </a:lnTo>
                  <a:lnTo>
                    <a:pt x="1045112" y="19"/>
                  </a:lnTo>
                  <a:lnTo>
                    <a:pt x="1052970" y="19"/>
                  </a:lnTo>
                  <a:lnTo>
                    <a:pt x="1060828" y="17"/>
                  </a:lnTo>
                  <a:lnTo>
                    <a:pt x="1068686" y="17"/>
                  </a:lnTo>
                  <a:lnTo>
                    <a:pt x="1076544" y="17"/>
                  </a:lnTo>
                  <a:lnTo>
                    <a:pt x="1084402" y="16"/>
                  </a:lnTo>
                  <a:lnTo>
                    <a:pt x="1092260" y="16"/>
                  </a:lnTo>
                  <a:lnTo>
                    <a:pt x="1100118" y="16"/>
                  </a:lnTo>
                  <a:lnTo>
                    <a:pt x="1107976" y="16"/>
                  </a:lnTo>
                  <a:lnTo>
                    <a:pt x="1115834" y="14"/>
                  </a:lnTo>
                  <a:lnTo>
                    <a:pt x="1123692" y="13"/>
                  </a:lnTo>
                  <a:lnTo>
                    <a:pt x="1131550" y="12"/>
                  </a:lnTo>
                  <a:lnTo>
                    <a:pt x="1139408" y="12"/>
                  </a:lnTo>
                  <a:lnTo>
                    <a:pt x="1147266" y="13"/>
                  </a:lnTo>
                  <a:lnTo>
                    <a:pt x="1155124" y="12"/>
                  </a:lnTo>
                  <a:lnTo>
                    <a:pt x="1162982" y="12"/>
                  </a:lnTo>
                  <a:lnTo>
                    <a:pt x="1170840" y="12"/>
                  </a:lnTo>
                  <a:lnTo>
                    <a:pt x="1178698" y="12"/>
                  </a:lnTo>
                  <a:lnTo>
                    <a:pt x="1186556" y="13"/>
                  </a:lnTo>
                  <a:lnTo>
                    <a:pt x="1194414" y="13"/>
                  </a:lnTo>
                  <a:lnTo>
                    <a:pt x="1202272" y="13"/>
                  </a:lnTo>
                  <a:lnTo>
                    <a:pt x="1210130" y="12"/>
                  </a:lnTo>
                  <a:lnTo>
                    <a:pt x="1217988" y="12"/>
                  </a:lnTo>
                  <a:lnTo>
                    <a:pt x="1225846" y="12"/>
                  </a:lnTo>
                  <a:lnTo>
                    <a:pt x="1233704" y="11"/>
                  </a:lnTo>
                  <a:lnTo>
                    <a:pt x="1241562" y="10"/>
                  </a:lnTo>
                  <a:lnTo>
                    <a:pt x="1249420" y="10"/>
                  </a:lnTo>
                  <a:lnTo>
                    <a:pt x="1257278" y="11"/>
                  </a:lnTo>
                  <a:lnTo>
                    <a:pt x="1265136" y="11"/>
                  </a:lnTo>
                  <a:lnTo>
                    <a:pt x="1272994" y="11"/>
                  </a:lnTo>
                  <a:lnTo>
                    <a:pt x="1280852" y="10"/>
                  </a:lnTo>
                  <a:lnTo>
                    <a:pt x="1288710" y="10"/>
                  </a:lnTo>
                  <a:lnTo>
                    <a:pt x="1296568" y="10"/>
                  </a:lnTo>
                  <a:lnTo>
                    <a:pt x="1304426" y="10"/>
                  </a:lnTo>
                  <a:lnTo>
                    <a:pt x="1312284" y="9"/>
                  </a:lnTo>
                  <a:lnTo>
                    <a:pt x="1320142" y="10"/>
                  </a:lnTo>
                  <a:lnTo>
                    <a:pt x="1328000" y="10"/>
                  </a:lnTo>
                  <a:lnTo>
                    <a:pt x="1335858" y="10"/>
                  </a:lnTo>
                  <a:lnTo>
                    <a:pt x="1343716" y="10"/>
                  </a:lnTo>
                  <a:lnTo>
                    <a:pt x="1351574" y="10"/>
                  </a:lnTo>
                  <a:lnTo>
                    <a:pt x="1359432" y="9"/>
                  </a:lnTo>
                  <a:lnTo>
                    <a:pt x="1367290" y="9"/>
                  </a:lnTo>
                  <a:lnTo>
                    <a:pt x="1375148" y="10"/>
                  </a:lnTo>
                  <a:lnTo>
                    <a:pt x="1383006" y="9"/>
                  </a:lnTo>
                  <a:lnTo>
                    <a:pt x="1390864" y="9"/>
                  </a:lnTo>
                  <a:lnTo>
                    <a:pt x="1398722" y="9"/>
                  </a:lnTo>
                  <a:lnTo>
                    <a:pt x="1406580" y="8"/>
                  </a:lnTo>
                  <a:lnTo>
                    <a:pt x="1414438" y="8"/>
                  </a:lnTo>
                  <a:lnTo>
                    <a:pt x="1422296" y="8"/>
                  </a:lnTo>
                  <a:lnTo>
                    <a:pt x="1430154" y="8"/>
                  </a:lnTo>
                  <a:lnTo>
                    <a:pt x="1438012" y="8"/>
                  </a:lnTo>
                  <a:lnTo>
                    <a:pt x="1445870" y="9"/>
                  </a:lnTo>
                  <a:lnTo>
                    <a:pt x="1453728" y="9"/>
                  </a:lnTo>
                  <a:lnTo>
                    <a:pt x="1461586" y="9"/>
                  </a:lnTo>
                  <a:lnTo>
                    <a:pt x="1469444" y="9"/>
                  </a:lnTo>
                  <a:lnTo>
                    <a:pt x="1477302" y="8"/>
                  </a:lnTo>
                  <a:lnTo>
                    <a:pt x="1485160" y="8"/>
                  </a:lnTo>
                  <a:lnTo>
                    <a:pt x="1493018" y="8"/>
                  </a:lnTo>
                  <a:lnTo>
                    <a:pt x="1500876" y="7"/>
                  </a:lnTo>
                  <a:lnTo>
                    <a:pt x="1508734" y="7"/>
                  </a:lnTo>
                  <a:lnTo>
                    <a:pt x="1516592" y="7"/>
                  </a:lnTo>
                  <a:lnTo>
                    <a:pt x="1524450" y="7"/>
                  </a:lnTo>
                  <a:lnTo>
                    <a:pt x="1532308" y="7"/>
                  </a:lnTo>
                  <a:lnTo>
                    <a:pt x="1540166" y="6"/>
                  </a:lnTo>
                  <a:lnTo>
                    <a:pt x="1548024" y="6"/>
                  </a:lnTo>
                  <a:lnTo>
                    <a:pt x="1555882" y="6"/>
                  </a:lnTo>
                  <a:lnTo>
                    <a:pt x="1563740" y="6"/>
                  </a:lnTo>
                  <a:lnTo>
                    <a:pt x="1571598" y="6"/>
                  </a:lnTo>
                  <a:lnTo>
                    <a:pt x="1579456" y="6"/>
                  </a:lnTo>
                  <a:lnTo>
                    <a:pt x="1587314" y="6"/>
                  </a:lnTo>
                  <a:lnTo>
                    <a:pt x="1595172" y="7"/>
                  </a:lnTo>
                  <a:lnTo>
                    <a:pt x="1603030" y="6"/>
                  </a:lnTo>
                  <a:lnTo>
                    <a:pt x="1610888" y="6"/>
                  </a:lnTo>
                  <a:lnTo>
                    <a:pt x="1618746" y="6"/>
                  </a:lnTo>
                  <a:lnTo>
                    <a:pt x="1626604" y="6"/>
                  </a:lnTo>
                  <a:lnTo>
                    <a:pt x="1634462" y="7"/>
                  </a:lnTo>
                  <a:lnTo>
                    <a:pt x="1642320" y="7"/>
                  </a:lnTo>
                  <a:lnTo>
                    <a:pt x="1650178" y="7"/>
                  </a:lnTo>
                  <a:lnTo>
                    <a:pt x="1658036" y="7"/>
                  </a:lnTo>
                  <a:lnTo>
                    <a:pt x="1665894" y="6"/>
                  </a:lnTo>
                  <a:lnTo>
                    <a:pt x="1673752" y="6"/>
                  </a:lnTo>
                  <a:lnTo>
                    <a:pt x="1681610" y="6"/>
                  </a:lnTo>
                  <a:lnTo>
                    <a:pt x="1689468" y="6"/>
                  </a:lnTo>
                  <a:lnTo>
                    <a:pt x="1697326" y="5"/>
                  </a:lnTo>
                  <a:lnTo>
                    <a:pt x="1705184" y="5"/>
                  </a:lnTo>
                  <a:lnTo>
                    <a:pt x="1713042" y="5"/>
                  </a:lnTo>
                  <a:lnTo>
                    <a:pt x="1720900" y="5"/>
                  </a:lnTo>
                  <a:lnTo>
                    <a:pt x="1728758" y="5"/>
                  </a:lnTo>
                  <a:lnTo>
                    <a:pt x="1736616" y="4"/>
                  </a:lnTo>
                  <a:lnTo>
                    <a:pt x="1744474" y="4"/>
                  </a:lnTo>
                  <a:lnTo>
                    <a:pt x="1752332" y="4"/>
                  </a:lnTo>
                  <a:lnTo>
                    <a:pt x="1760190" y="4"/>
                  </a:lnTo>
                  <a:lnTo>
                    <a:pt x="1768048" y="4"/>
                  </a:lnTo>
                  <a:lnTo>
                    <a:pt x="1775906" y="4"/>
                  </a:lnTo>
                  <a:lnTo>
                    <a:pt x="1783764" y="3"/>
                  </a:lnTo>
                  <a:lnTo>
                    <a:pt x="1791622" y="3"/>
                  </a:lnTo>
                  <a:lnTo>
                    <a:pt x="1799480" y="3"/>
                  </a:lnTo>
                  <a:lnTo>
                    <a:pt x="1807338" y="4"/>
                  </a:lnTo>
                  <a:lnTo>
                    <a:pt x="1815196" y="4"/>
                  </a:lnTo>
                  <a:lnTo>
                    <a:pt x="1823054" y="4"/>
                  </a:lnTo>
                  <a:lnTo>
                    <a:pt x="1830912" y="4"/>
                  </a:lnTo>
                  <a:lnTo>
                    <a:pt x="1838770" y="4"/>
                  </a:lnTo>
                  <a:lnTo>
                    <a:pt x="1846628" y="4"/>
                  </a:lnTo>
                  <a:lnTo>
                    <a:pt x="1854486" y="4"/>
                  </a:lnTo>
                  <a:lnTo>
                    <a:pt x="1862344" y="3"/>
                  </a:lnTo>
                  <a:lnTo>
                    <a:pt x="1870202" y="3"/>
                  </a:lnTo>
                  <a:lnTo>
                    <a:pt x="1878060" y="3"/>
                  </a:lnTo>
                  <a:lnTo>
                    <a:pt x="1885918" y="3"/>
                  </a:lnTo>
                  <a:lnTo>
                    <a:pt x="1893776" y="3"/>
                  </a:lnTo>
                  <a:lnTo>
                    <a:pt x="1901634" y="3"/>
                  </a:lnTo>
                  <a:lnTo>
                    <a:pt x="1909492" y="3"/>
                  </a:lnTo>
                  <a:lnTo>
                    <a:pt x="1917350" y="2"/>
                  </a:lnTo>
                  <a:lnTo>
                    <a:pt x="1925208" y="2"/>
                  </a:lnTo>
                  <a:lnTo>
                    <a:pt x="1933066" y="2"/>
                  </a:lnTo>
                  <a:lnTo>
                    <a:pt x="1940924" y="2"/>
                  </a:lnTo>
                  <a:lnTo>
                    <a:pt x="1948782" y="2"/>
                  </a:lnTo>
                  <a:lnTo>
                    <a:pt x="1956640" y="2"/>
                  </a:lnTo>
                  <a:lnTo>
                    <a:pt x="1964498" y="1"/>
                  </a:lnTo>
                  <a:lnTo>
                    <a:pt x="1972356" y="1"/>
                  </a:lnTo>
                  <a:lnTo>
                    <a:pt x="1980214" y="1"/>
                  </a:lnTo>
                  <a:lnTo>
                    <a:pt x="1988072" y="1"/>
                  </a:lnTo>
                  <a:lnTo>
                    <a:pt x="1995930" y="1"/>
                  </a:lnTo>
                  <a:lnTo>
                    <a:pt x="2003788" y="1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rc221"/>
            <p:cNvSpPr/>
            <p:nvPr/>
          </p:nvSpPr>
          <p:spPr>
            <a:xfrm>
              <a:off x="5927897" y="2396548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rc222"/>
            <p:cNvSpPr/>
            <p:nvPr/>
          </p:nvSpPr>
          <p:spPr>
            <a:xfrm>
              <a:off x="5927897" y="3322206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5927897" y="391340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5927897" y="3700767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5927897" y="348813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5946228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6466071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6985915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7505759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8025603" y="3322206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5927897" y="3913403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0"/>
                  </a:lnTo>
                  <a:lnTo>
                    <a:pt x="1933066" y="0"/>
                  </a:lnTo>
                  <a:lnTo>
                    <a:pt x="1925208" y="0"/>
                  </a:lnTo>
                  <a:lnTo>
                    <a:pt x="1917350" y="0"/>
                  </a:lnTo>
                  <a:lnTo>
                    <a:pt x="1909492" y="0"/>
                  </a:lnTo>
                  <a:lnTo>
                    <a:pt x="1901634" y="0"/>
                  </a:lnTo>
                  <a:lnTo>
                    <a:pt x="1893776" y="0"/>
                  </a:lnTo>
                  <a:lnTo>
                    <a:pt x="1885918" y="0"/>
                  </a:lnTo>
                  <a:lnTo>
                    <a:pt x="1878060" y="0"/>
                  </a:lnTo>
                  <a:lnTo>
                    <a:pt x="1870202" y="0"/>
                  </a:lnTo>
                  <a:lnTo>
                    <a:pt x="1862344" y="0"/>
                  </a:lnTo>
                  <a:lnTo>
                    <a:pt x="1854486" y="0"/>
                  </a:lnTo>
                  <a:lnTo>
                    <a:pt x="1846628" y="0"/>
                  </a:lnTo>
                  <a:lnTo>
                    <a:pt x="1838770" y="0"/>
                  </a:lnTo>
                  <a:lnTo>
                    <a:pt x="1830912" y="0"/>
                  </a:lnTo>
                  <a:lnTo>
                    <a:pt x="1823054" y="0"/>
                  </a:lnTo>
                  <a:lnTo>
                    <a:pt x="1815196" y="0"/>
                  </a:lnTo>
                  <a:lnTo>
                    <a:pt x="1807338" y="0"/>
                  </a:lnTo>
                  <a:lnTo>
                    <a:pt x="1799480" y="0"/>
                  </a:lnTo>
                  <a:lnTo>
                    <a:pt x="1791622" y="0"/>
                  </a:lnTo>
                  <a:lnTo>
                    <a:pt x="1783764" y="0"/>
                  </a:lnTo>
                  <a:lnTo>
                    <a:pt x="1775906" y="0"/>
                  </a:lnTo>
                  <a:lnTo>
                    <a:pt x="1768048" y="0"/>
                  </a:lnTo>
                  <a:lnTo>
                    <a:pt x="1760190" y="0"/>
                  </a:lnTo>
                  <a:lnTo>
                    <a:pt x="1752332" y="0"/>
                  </a:lnTo>
                  <a:lnTo>
                    <a:pt x="1744474" y="0"/>
                  </a:lnTo>
                  <a:lnTo>
                    <a:pt x="1736616" y="0"/>
                  </a:lnTo>
                  <a:lnTo>
                    <a:pt x="1728758" y="0"/>
                  </a:lnTo>
                  <a:lnTo>
                    <a:pt x="1720900" y="0"/>
                  </a:lnTo>
                  <a:lnTo>
                    <a:pt x="1713042" y="0"/>
                  </a:lnTo>
                  <a:lnTo>
                    <a:pt x="1705184" y="0"/>
                  </a:lnTo>
                  <a:lnTo>
                    <a:pt x="1697326" y="0"/>
                  </a:lnTo>
                  <a:lnTo>
                    <a:pt x="1689468" y="0"/>
                  </a:lnTo>
                  <a:lnTo>
                    <a:pt x="1681610" y="0"/>
                  </a:lnTo>
                  <a:lnTo>
                    <a:pt x="1673752" y="0"/>
                  </a:lnTo>
                  <a:lnTo>
                    <a:pt x="1665894" y="0"/>
                  </a:lnTo>
                  <a:lnTo>
                    <a:pt x="1658036" y="0"/>
                  </a:lnTo>
                  <a:lnTo>
                    <a:pt x="1650178" y="0"/>
                  </a:lnTo>
                  <a:lnTo>
                    <a:pt x="1642320" y="0"/>
                  </a:lnTo>
                  <a:lnTo>
                    <a:pt x="1634462" y="0"/>
                  </a:lnTo>
                  <a:lnTo>
                    <a:pt x="1626604" y="0"/>
                  </a:lnTo>
                  <a:lnTo>
                    <a:pt x="1618746" y="0"/>
                  </a:lnTo>
                  <a:lnTo>
                    <a:pt x="1610888" y="0"/>
                  </a:lnTo>
                  <a:lnTo>
                    <a:pt x="1603030" y="0"/>
                  </a:lnTo>
                  <a:lnTo>
                    <a:pt x="1595172" y="0"/>
                  </a:lnTo>
                  <a:lnTo>
                    <a:pt x="1587314" y="0"/>
                  </a:lnTo>
                  <a:lnTo>
                    <a:pt x="1579456" y="0"/>
                  </a:lnTo>
                  <a:lnTo>
                    <a:pt x="1571598" y="0"/>
                  </a:lnTo>
                  <a:lnTo>
                    <a:pt x="1563740" y="0"/>
                  </a:lnTo>
                  <a:lnTo>
                    <a:pt x="1555882" y="0"/>
                  </a:lnTo>
                  <a:lnTo>
                    <a:pt x="1548024" y="0"/>
                  </a:lnTo>
                  <a:lnTo>
                    <a:pt x="1540166" y="0"/>
                  </a:lnTo>
                  <a:lnTo>
                    <a:pt x="1532308" y="0"/>
                  </a:lnTo>
                  <a:lnTo>
                    <a:pt x="1524450" y="0"/>
                  </a:lnTo>
                  <a:lnTo>
                    <a:pt x="1516592" y="0"/>
                  </a:lnTo>
                  <a:lnTo>
                    <a:pt x="1508734" y="0"/>
                  </a:lnTo>
                  <a:lnTo>
                    <a:pt x="1500876" y="0"/>
                  </a:lnTo>
                  <a:lnTo>
                    <a:pt x="1493018" y="0"/>
                  </a:lnTo>
                  <a:lnTo>
                    <a:pt x="1485160" y="0"/>
                  </a:lnTo>
                  <a:lnTo>
                    <a:pt x="1477302" y="0"/>
                  </a:lnTo>
                  <a:lnTo>
                    <a:pt x="1469444" y="0"/>
                  </a:lnTo>
                  <a:lnTo>
                    <a:pt x="1461586" y="0"/>
                  </a:lnTo>
                  <a:lnTo>
                    <a:pt x="1453728" y="0"/>
                  </a:lnTo>
                  <a:lnTo>
                    <a:pt x="1445870" y="0"/>
                  </a:lnTo>
                  <a:lnTo>
                    <a:pt x="1438012" y="0"/>
                  </a:lnTo>
                  <a:lnTo>
                    <a:pt x="1430154" y="0"/>
                  </a:lnTo>
                  <a:lnTo>
                    <a:pt x="1422296" y="0"/>
                  </a:lnTo>
                  <a:lnTo>
                    <a:pt x="1414438" y="0"/>
                  </a:lnTo>
                  <a:lnTo>
                    <a:pt x="1406580" y="0"/>
                  </a:lnTo>
                  <a:lnTo>
                    <a:pt x="1398722" y="0"/>
                  </a:lnTo>
                  <a:lnTo>
                    <a:pt x="1390864" y="0"/>
                  </a:lnTo>
                  <a:lnTo>
                    <a:pt x="1383006" y="0"/>
                  </a:lnTo>
                  <a:lnTo>
                    <a:pt x="1375148" y="0"/>
                  </a:lnTo>
                  <a:lnTo>
                    <a:pt x="1367290" y="0"/>
                  </a:lnTo>
                  <a:lnTo>
                    <a:pt x="1359432" y="0"/>
                  </a:lnTo>
                  <a:lnTo>
                    <a:pt x="1351574" y="0"/>
                  </a:lnTo>
                  <a:lnTo>
                    <a:pt x="1343716" y="0"/>
                  </a:lnTo>
                  <a:lnTo>
                    <a:pt x="1335858" y="0"/>
                  </a:lnTo>
                  <a:lnTo>
                    <a:pt x="1328000" y="0"/>
                  </a:lnTo>
                  <a:lnTo>
                    <a:pt x="1320142" y="0"/>
                  </a:lnTo>
                  <a:lnTo>
                    <a:pt x="1312284" y="0"/>
                  </a:lnTo>
                  <a:lnTo>
                    <a:pt x="1304426" y="0"/>
                  </a:lnTo>
                  <a:lnTo>
                    <a:pt x="1296568" y="0"/>
                  </a:lnTo>
                  <a:lnTo>
                    <a:pt x="1288710" y="0"/>
                  </a:lnTo>
                  <a:lnTo>
                    <a:pt x="1280852" y="0"/>
                  </a:lnTo>
                  <a:lnTo>
                    <a:pt x="1272994" y="0"/>
                  </a:lnTo>
                  <a:lnTo>
                    <a:pt x="1265136" y="0"/>
                  </a:lnTo>
                  <a:lnTo>
                    <a:pt x="1257278" y="0"/>
                  </a:lnTo>
                  <a:lnTo>
                    <a:pt x="1249420" y="0"/>
                  </a:lnTo>
                  <a:lnTo>
                    <a:pt x="1241562" y="0"/>
                  </a:lnTo>
                  <a:lnTo>
                    <a:pt x="1233704" y="0"/>
                  </a:lnTo>
                  <a:lnTo>
                    <a:pt x="1225846" y="0"/>
                  </a:lnTo>
                  <a:lnTo>
                    <a:pt x="1217988" y="0"/>
                  </a:lnTo>
                  <a:lnTo>
                    <a:pt x="1210130" y="0"/>
                  </a:lnTo>
                  <a:lnTo>
                    <a:pt x="1202272" y="0"/>
                  </a:lnTo>
                  <a:lnTo>
                    <a:pt x="1194414" y="0"/>
                  </a:lnTo>
                  <a:lnTo>
                    <a:pt x="1186556" y="0"/>
                  </a:lnTo>
                  <a:lnTo>
                    <a:pt x="1178698" y="0"/>
                  </a:lnTo>
                  <a:lnTo>
                    <a:pt x="1170840" y="0"/>
                  </a:lnTo>
                  <a:lnTo>
                    <a:pt x="1162982" y="0"/>
                  </a:lnTo>
                  <a:lnTo>
                    <a:pt x="1155124" y="0"/>
                  </a:lnTo>
                  <a:lnTo>
                    <a:pt x="1147266" y="0"/>
                  </a:lnTo>
                  <a:lnTo>
                    <a:pt x="1139408" y="0"/>
                  </a:lnTo>
                  <a:lnTo>
                    <a:pt x="1131550" y="0"/>
                  </a:lnTo>
                  <a:lnTo>
                    <a:pt x="1123692" y="0"/>
                  </a:lnTo>
                  <a:lnTo>
                    <a:pt x="1115834" y="0"/>
                  </a:lnTo>
                  <a:lnTo>
                    <a:pt x="1107976" y="0"/>
                  </a:lnTo>
                  <a:lnTo>
                    <a:pt x="1100118" y="0"/>
                  </a:lnTo>
                  <a:lnTo>
                    <a:pt x="1092260" y="0"/>
                  </a:lnTo>
                  <a:lnTo>
                    <a:pt x="1084402" y="0"/>
                  </a:lnTo>
                  <a:lnTo>
                    <a:pt x="1076544" y="0"/>
                  </a:lnTo>
                  <a:lnTo>
                    <a:pt x="1068686" y="0"/>
                  </a:lnTo>
                  <a:lnTo>
                    <a:pt x="1060828" y="0"/>
                  </a:lnTo>
                  <a:lnTo>
                    <a:pt x="1052970" y="0"/>
                  </a:lnTo>
                  <a:lnTo>
                    <a:pt x="1045112" y="0"/>
                  </a:lnTo>
                  <a:lnTo>
                    <a:pt x="1037254" y="0"/>
                  </a:lnTo>
                  <a:lnTo>
                    <a:pt x="1029397" y="0"/>
                  </a:lnTo>
                  <a:lnTo>
                    <a:pt x="1021539" y="0"/>
                  </a:lnTo>
                  <a:lnTo>
                    <a:pt x="1013681" y="0"/>
                  </a:lnTo>
                  <a:lnTo>
                    <a:pt x="1005823" y="0"/>
                  </a:lnTo>
                  <a:lnTo>
                    <a:pt x="997965" y="0"/>
                  </a:lnTo>
                  <a:lnTo>
                    <a:pt x="990107" y="0"/>
                  </a:lnTo>
                  <a:lnTo>
                    <a:pt x="982249" y="0"/>
                  </a:lnTo>
                  <a:lnTo>
                    <a:pt x="974391" y="0"/>
                  </a:lnTo>
                  <a:lnTo>
                    <a:pt x="966533" y="0"/>
                  </a:lnTo>
                  <a:lnTo>
                    <a:pt x="958675" y="0"/>
                  </a:lnTo>
                  <a:lnTo>
                    <a:pt x="950817" y="0"/>
                  </a:lnTo>
                  <a:lnTo>
                    <a:pt x="942959" y="0"/>
                  </a:lnTo>
                  <a:lnTo>
                    <a:pt x="935101" y="0"/>
                  </a:lnTo>
                  <a:lnTo>
                    <a:pt x="927243" y="0"/>
                  </a:lnTo>
                  <a:lnTo>
                    <a:pt x="919385" y="0"/>
                  </a:lnTo>
                  <a:lnTo>
                    <a:pt x="911527" y="0"/>
                  </a:lnTo>
                  <a:lnTo>
                    <a:pt x="903669" y="0"/>
                  </a:lnTo>
                  <a:lnTo>
                    <a:pt x="895811" y="0"/>
                  </a:lnTo>
                  <a:lnTo>
                    <a:pt x="887953" y="0"/>
                  </a:lnTo>
                  <a:lnTo>
                    <a:pt x="880095" y="0"/>
                  </a:lnTo>
                  <a:lnTo>
                    <a:pt x="872237" y="0"/>
                  </a:lnTo>
                  <a:lnTo>
                    <a:pt x="864379" y="0"/>
                  </a:lnTo>
                  <a:lnTo>
                    <a:pt x="856521" y="0"/>
                  </a:lnTo>
                  <a:lnTo>
                    <a:pt x="848663" y="0"/>
                  </a:lnTo>
                  <a:lnTo>
                    <a:pt x="840805" y="0"/>
                  </a:lnTo>
                  <a:lnTo>
                    <a:pt x="832947" y="0"/>
                  </a:lnTo>
                  <a:lnTo>
                    <a:pt x="825089" y="0"/>
                  </a:lnTo>
                  <a:lnTo>
                    <a:pt x="817231" y="0"/>
                  </a:lnTo>
                  <a:lnTo>
                    <a:pt x="809373" y="0"/>
                  </a:lnTo>
                  <a:lnTo>
                    <a:pt x="801515" y="0"/>
                  </a:lnTo>
                  <a:lnTo>
                    <a:pt x="793657" y="0"/>
                  </a:lnTo>
                  <a:lnTo>
                    <a:pt x="785799" y="0"/>
                  </a:lnTo>
                  <a:lnTo>
                    <a:pt x="777941" y="0"/>
                  </a:lnTo>
                  <a:lnTo>
                    <a:pt x="770083" y="0"/>
                  </a:lnTo>
                  <a:lnTo>
                    <a:pt x="762225" y="0"/>
                  </a:lnTo>
                  <a:lnTo>
                    <a:pt x="754367" y="0"/>
                  </a:lnTo>
                  <a:lnTo>
                    <a:pt x="746509" y="0"/>
                  </a:lnTo>
                  <a:lnTo>
                    <a:pt x="738651" y="0"/>
                  </a:lnTo>
                  <a:lnTo>
                    <a:pt x="730793" y="0"/>
                  </a:lnTo>
                  <a:lnTo>
                    <a:pt x="722935" y="0"/>
                  </a:lnTo>
                  <a:lnTo>
                    <a:pt x="715077" y="0"/>
                  </a:lnTo>
                  <a:lnTo>
                    <a:pt x="707219" y="0"/>
                  </a:lnTo>
                  <a:lnTo>
                    <a:pt x="699361" y="0"/>
                  </a:lnTo>
                  <a:lnTo>
                    <a:pt x="691503" y="0"/>
                  </a:lnTo>
                  <a:lnTo>
                    <a:pt x="683645" y="0"/>
                  </a:lnTo>
                  <a:lnTo>
                    <a:pt x="675787" y="0"/>
                  </a:lnTo>
                  <a:lnTo>
                    <a:pt x="667929" y="0"/>
                  </a:lnTo>
                  <a:lnTo>
                    <a:pt x="660071" y="0"/>
                  </a:lnTo>
                  <a:lnTo>
                    <a:pt x="652213" y="0"/>
                  </a:lnTo>
                  <a:lnTo>
                    <a:pt x="644355" y="0"/>
                  </a:lnTo>
                  <a:lnTo>
                    <a:pt x="636497" y="0"/>
                  </a:lnTo>
                  <a:lnTo>
                    <a:pt x="628639" y="0"/>
                  </a:lnTo>
                  <a:lnTo>
                    <a:pt x="620781" y="0"/>
                  </a:lnTo>
                  <a:lnTo>
                    <a:pt x="612923" y="0"/>
                  </a:lnTo>
                  <a:lnTo>
                    <a:pt x="605065" y="0"/>
                  </a:lnTo>
                  <a:lnTo>
                    <a:pt x="597207" y="0"/>
                  </a:lnTo>
                  <a:lnTo>
                    <a:pt x="589349" y="0"/>
                  </a:lnTo>
                  <a:lnTo>
                    <a:pt x="581491" y="0"/>
                  </a:lnTo>
                  <a:lnTo>
                    <a:pt x="573633" y="0"/>
                  </a:lnTo>
                  <a:lnTo>
                    <a:pt x="565775" y="0"/>
                  </a:lnTo>
                  <a:lnTo>
                    <a:pt x="557917" y="0"/>
                  </a:lnTo>
                  <a:lnTo>
                    <a:pt x="550059" y="0"/>
                  </a:lnTo>
                  <a:lnTo>
                    <a:pt x="542201" y="0"/>
                  </a:lnTo>
                  <a:lnTo>
                    <a:pt x="534343" y="0"/>
                  </a:lnTo>
                  <a:lnTo>
                    <a:pt x="526485" y="0"/>
                  </a:lnTo>
                  <a:lnTo>
                    <a:pt x="518627" y="0"/>
                  </a:lnTo>
                  <a:lnTo>
                    <a:pt x="510769" y="0"/>
                  </a:lnTo>
                  <a:lnTo>
                    <a:pt x="502911" y="0"/>
                  </a:lnTo>
                  <a:lnTo>
                    <a:pt x="495053" y="0"/>
                  </a:lnTo>
                  <a:lnTo>
                    <a:pt x="487195" y="0"/>
                  </a:lnTo>
                  <a:lnTo>
                    <a:pt x="479337" y="0"/>
                  </a:lnTo>
                  <a:lnTo>
                    <a:pt x="471479" y="0"/>
                  </a:lnTo>
                  <a:lnTo>
                    <a:pt x="463621" y="0"/>
                  </a:lnTo>
                  <a:lnTo>
                    <a:pt x="455763" y="0"/>
                  </a:lnTo>
                  <a:lnTo>
                    <a:pt x="447905" y="0"/>
                  </a:lnTo>
                  <a:lnTo>
                    <a:pt x="440047" y="0"/>
                  </a:lnTo>
                  <a:lnTo>
                    <a:pt x="432189" y="0"/>
                  </a:lnTo>
                  <a:lnTo>
                    <a:pt x="424331" y="0"/>
                  </a:lnTo>
                  <a:lnTo>
                    <a:pt x="416473" y="0"/>
                  </a:lnTo>
                  <a:lnTo>
                    <a:pt x="408615" y="0"/>
                  </a:lnTo>
                  <a:lnTo>
                    <a:pt x="400757" y="0"/>
                  </a:lnTo>
                  <a:lnTo>
                    <a:pt x="392899" y="0"/>
                  </a:lnTo>
                  <a:lnTo>
                    <a:pt x="385041" y="0"/>
                  </a:lnTo>
                  <a:lnTo>
                    <a:pt x="377183" y="0"/>
                  </a:lnTo>
                  <a:lnTo>
                    <a:pt x="369325" y="0"/>
                  </a:lnTo>
                  <a:lnTo>
                    <a:pt x="361467" y="0"/>
                  </a:lnTo>
                  <a:lnTo>
                    <a:pt x="353609" y="0"/>
                  </a:lnTo>
                  <a:lnTo>
                    <a:pt x="345751" y="0"/>
                  </a:lnTo>
                  <a:lnTo>
                    <a:pt x="337893" y="0"/>
                  </a:lnTo>
                  <a:lnTo>
                    <a:pt x="330035" y="0"/>
                  </a:lnTo>
                  <a:lnTo>
                    <a:pt x="322177" y="0"/>
                  </a:lnTo>
                  <a:lnTo>
                    <a:pt x="314319" y="0"/>
                  </a:lnTo>
                  <a:lnTo>
                    <a:pt x="306461" y="0"/>
                  </a:lnTo>
                  <a:lnTo>
                    <a:pt x="298603" y="0"/>
                  </a:lnTo>
                  <a:lnTo>
                    <a:pt x="290745" y="0"/>
                  </a:lnTo>
                  <a:lnTo>
                    <a:pt x="282887" y="0"/>
                  </a:lnTo>
                  <a:lnTo>
                    <a:pt x="275029" y="0"/>
                  </a:lnTo>
                  <a:lnTo>
                    <a:pt x="267171" y="0"/>
                  </a:lnTo>
                  <a:lnTo>
                    <a:pt x="259313" y="0"/>
                  </a:lnTo>
                  <a:lnTo>
                    <a:pt x="251455" y="0"/>
                  </a:lnTo>
                  <a:lnTo>
                    <a:pt x="243597" y="0"/>
                  </a:lnTo>
                  <a:lnTo>
                    <a:pt x="235739" y="0"/>
                  </a:lnTo>
                  <a:lnTo>
                    <a:pt x="227881" y="0"/>
                  </a:lnTo>
                  <a:lnTo>
                    <a:pt x="220023" y="0"/>
                  </a:lnTo>
                  <a:lnTo>
                    <a:pt x="212165" y="0"/>
                  </a:lnTo>
                  <a:lnTo>
                    <a:pt x="204307" y="0"/>
                  </a:lnTo>
                  <a:lnTo>
                    <a:pt x="196449" y="0"/>
                  </a:lnTo>
                  <a:lnTo>
                    <a:pt x="188591" y="0"/>
                  </a:lnTo>
                  <a:lnTo>
                    <a:pt x="180733" y="0"/>
                  </a:lnTo>
                  <a:lnTo>
                    <a:pt x="172875" y="0"/>
                  </a:lnTo>
                  <a:lnTo>
                    <a:pt x="165017" y="0"/>
                  </a:lnTo>
                  <a:lnTo>
                    <a:pt x="157159" y="0"/>
                  </a:lnTo>
                  <a:lnTo>
                    <a:pt x="149301" y="0"/>
                  </a:lnTo>
                  <a:lnTo>
                    <a:pt x="141443" y="0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0"/>
                  </a:lnTo>
                  <a:lnTo>
                    <a:pt x="94295" y="0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0"/>
                  </a:lnTo>
                  <a:lnTo>
                    <a:pt x="39289" y="0"/>
                  </a:lnTo>
                  <a:lnTo>
                    <a:pt x="31431" y="0"/>
                  </a:lnTo>
                  <a:lnTo>
                    <a:pt x="23573" y="0"/>
                  </a:lnTo>
                  <a:lnTo>
                    <a:pt x="15715" y="0"/>
                  </a:lnTo>
                  <a:lnTo>
                    <a:pt x="7857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6029658" y="3913403"/>
              <a:ext cx="2035220" cy="0"/>
            </a:xfrm>
            <a:custGeom>
              <a:avLst/>
              <a:pathLst>
                <a:path w="2035220" h="0">
                  <a:moveTo>
                    <a:pt x="0" y="0"/>
                  </a:moveTo>
                  <a:lnTo>
                    <a:pt x="7857" y="0"/>
                  </a:lnTo>
                  <a:lnTo>
                    <a:pt x="15715" y="0"/>
                  </a:lnTo>
                  <a:lnTo>
                    <a:pt x="23573" y="0"/>
                  </a:lnTo>
                  <a:lnTo>
                    <a:pt x="31431" y="0"/>
                  </a:lnTo>
                  <a:lnTo>
                    <a:pt x="39289" y="0"/>
                  </a:lnTo>
                  <a:lnTo>
                    <a:pt x="47147" y="0"/>
                  </a:lnTo>
                  <a:lnTo>
                    <a:pt x="55005" y="0"/>
                  </a:lnTo>
                  <a:lnTo>
                    <a:pt x="62863" y="0"/>
                  </a:lnTo>
                  <a:lnTo>
                    <a:pt x="70721" y="0"/>
                  </a:lnTo>
                  <a:lnTo>
                    <a:pt x="78579" y="0"/>
                  </a:lnTo>
                  <a:lnTo>
                    <a:pt x="86437" y="0"/>
                  </a:lnTo>
                  <a:lnTo>
                    <a:pt x="94295" y="0"/>
                  </a:lnTo>
                  <a:lnTo>
                    <a:pt x="102153" y="0"/>
                  </a:lnTo>
                  <a:lnTo>
                    <a:pt x="110011" y="0"/>
                  </a:lnTo>
                  <a:lnTo>
                    <a:pt x="117869" y="0"/>
                  </a:lnTo>
                  <a:lnTo>
                    <a:pt x="125727" y="0"/>
                  </a:lnTo>
                  <a:lnTo>
                    <a:pt x="133585" y="0"/>
                  </a:lnTo>
                  <a:lnTo>
                    <a:pt x="141443" y="0"/>
                  </a:lnTo>
                  <a:lnTo>
                    <a:pt x="149301" y="0"/>
                  </a:lnTo>
                  <a:lnTo>
                    <a:pt x="157159" y="0"/>
                  </a:lnTo>
                  <a:lnTo>
                    <a:pt x="165017" y="0"/>
                  </a:lnTo>
                  <a:lnTo>
                    <a:pt x="172875" y="0"/>
                  </a:lnTo>
                  <a:lnTo>
                    <a:pt x="180733" y="0"/>
                  </a:lnTo>
                  <a:lnTo>
                    <a:pt x="188591" y="0"/>
                  </a:lnTo>
                  <a:lnTo>
                    <a:pt x="196449" y="0"/>
                  </a:lnTo>
                  <a:lnTo>
                    <a:pt x="204307" y="0"/>
                  </a:lnTo>
                  <a:lnTo>
                    <a:pt x="212165" y="0"/>
                  </a:lnTo>
                  <a:lnTo>
                    <a:pt x="220023" y="0"/>
                  </a:lnTo>
                  <a:lnTo>
                    <a:pt x="227881" y="0"/>
                  </a:lnTo>
                  <a:lnTo>
                    <a:pt x="235739" y="0"/>
                  </a:lnTo>
                  <a:lnTo>
                    <a:pt x="243597" y="0"/>
                  </a:lnTo>
                  <a:lnTo>
                    <a:pt x="251455" y="0"/>
                  </a:lnTo>
                  <a:lnTo>
                    <a:pt x="259313" y="0"/>
                  </a:lnTo>
                  <a:lnTo>
                    <a:pt x="267171" y="0"/>
                  </a:lnTo>
                  <a:lnTo>
                    <a:pt x="275029" y="0"/>
                  </a:lnTo>
                  <a:lnTo>
                    <a:pt x="282887" y="0"/>
                  </a:lnTo>
                  <a:lnTo>
                    <a:pt x="290745" y="0"/>
                  </a:lnTo>
                  <a:lnTo>
                    <a:pt x="298603" y="0"/>
                  </a:lnTo>
                  <a:lnTo>
                    <a:pt x="306461" y="0"/>
                  </a:lnTo>
                  <a:lnTo>
                    <a:pt x="314319" y="0"/>
                  </a:lnTo>
                  <a:lnTo>
                    <a:pt x="322177" y="0"/>
                  </a:lnTo>
                  <a:lnTo>
                    <a:pt x="330035" y="0"/>
                  </a:lnTo>
                  <a:lnTo>
                    <a:pt x="337893" y="0"/>
                  </a:lnTo>
                  <a:lnTo>
                    <a:pt x="345751" y="0"/>
                  </a:lnTo>
                  <a:lnTo>
                    <a:pt x="353609" y="0"/>
                  </a:lnTo>
                  <a:lnTo>
                    <a:pt x="361467" y="0"/>
                  </a:lnTo>
                  <a:lnTo>
                    <a:pt x="369325" y="0"/>
                  </a:lnTo>
                  <a:lnTo>
                    <a:pt x="377183" y="0"/>
                  </a:lnTo>
                  <a:lnTo>
                    <a:pt x="385041" y="0"/>
                  </a:lnTo>
                  <a:lnTo>
                    <a:pt x="392899" y="0"/>
                  </a:lnTo>
                  <a:lnTo>
                    <a:pt x="400757" y="0"/>
                  </a:lnTo>
                  <a:lnTo>
                    <a:pt x="408615" y="0"/>
                  </a:lnTo>
                  <a:lnTo>
                    <a:pt x="416473" y="0"/>
                  </a:lnTo>
                  <a:lnTo>
                    <a:pt x="424331" y="0"/>
                  </a:lnTo>
                  <a:lnTo>
                    <a:pt x="432189" y="0"/>
                  </a:lnTo>
                  <a:lnTo>
                    <a:pt x="440047" y="0"/>
                  </a:lnTo>
                  <a:lnTo>
                    <a:pt x="447905" y="0"/>
                  </a:lnTo>
                  <a:lnTo>
                    <a:pt x="455763" y="0"/>
                  </a:lnTo>
                  <a:lnTo>
                    <a:pt x="463621" y="0"/>
                  </a:lnTo>
                  <a:lnTo>
                    <a:pt x="471479" y="0"/>
                  </a:lnTo>
                  <a:lnTo>
                    <a:pt x="479337" y="0"/>
                  </a:lnTo>
                  <a:lnTo>
                    <a:pt x="487195" y="0"/>
                  </a:lnTo>
                  <a:lnTo>
                    <a:pt x="495053" y="0"/>
                  </a:lnTo>
                  <a:lnTo>
                    <a:pt x="502911" y="0"/>
                  </a:lnTo>
                  <a:lnTo>
                    <a:pt x="510769" y="0"/>
                  </a:lnTo>
                  <a:lnTo>
                    <a:pt x="518627" y="0"/>
                  </a:lnTo>
                  <a:lnTo>
                    <a:pt x="526485" y="0"/>
                  </a:lnTo>
                  <a:lnTo>
                    <a:pt x="534343" y="0"/>
                  </a:lnTo>
                  <a:lnTo>
                    <a:pt x="542201" y="0"/>
                  </a:lnTo>
                  <a:lnTo>
                    <a:pt x="550059" y="0"/>
                  </a:lnTo>
                  <a:lnTo>
                    <a:pt x="557917" y="0"/>
                  </a:lnTo>
                  <a:lnTo>
                    <a:pt x="565775" y="0"/>
                  </a:lnTo>
                  <a:lnTo>
                    <a:pt x="573633" y="0"/>
                  </a:lnTo>
                  <a:lnTo>
                    <a:pt x="581491" y="0"/>
                  </a:lnTo>
                  <a:lnTo>
                    <a:pt x="589349" y="0"/>
                  </a:lnTo>
                  <a:lnTo>
                    <a:pt x="597207" y="0"/>
                  </a:lnTo>
                  <a:lnTo>
                    <a:pt x="605065" y="0"/>
                  </a:lnTo>
                  <a:lnTo>
                    <a:pt x="612923" y="0"/>
                  </a:lnTo>
                  <a:lnTo>
                    <a:pt x="620781" y="0"/>
                  </a:lnTo>
                  <a:lnTo>
                    <a:pt x="628639" y="0"/>
                  </a:lnTo>
                  <a:lnTo>
                    <a:pt x="636497" y="0"/>
                  </a:lnTo>
                  <a:lnTo>
                    <a:pt x="644355" y="0"/>
                  </a:lnTo>
                  <a:lnTo>
                    <a:pt x="652213" y="0"/>
                  </a:lnTo>
                  <a:lnTo>
                    <a:pt x="660071" y="0"/>
                  </a:lnTo>
                  <a:lnTo>
                    <a:pt x="667929" y="0"/>
                  </a:lnTo>
                  <a:lnTo>
                    <a:pt x="675787" y="0"/>
                  </a:lnTo>
                  <a:lnTo>
                    <a:pt x="683645" y="0"/>
                  </a:lnTo>
                  <a:lnTo>
                    <a:pt x="691503" y="0"/>
                  </a:lnTo>
                  <a:lnTo>
                    <a:pt x="699361" y="0"/>
                  </a:lnTo>
                  <a:lnTo>
                    <a:pt x="707219" y="0"/>
                  </a:lnTo>
                  <a:lnTo>
                    <a:pt x="715077" y="0"/>
                  </a:lnTo>
                  <a:lnTo>
                    <a:pt x="722935" y="0"/>
                  </a:lnTo>
                  <a:lnTo>
                    <a:pt x="730793" y="0"/>
                  </a:lnTo>
                  <a:lnTo>
                    <a:pt x="738651" y="0"/>
                  </a:lnTo>
                  <a:lnTo>
                    <a:pt x="746509" y="0"/>
                  </a:lnTo>
                  <a:lnTo>
                    <a:pt x="754367" y="0"/>
                  </a:lnTo>
                  <a:lnTo>
                    <a:pt x="762225" y="0"/>
                  </a:lnTo>
                  <a:lnTo>
                    <a:pt x="770083" y="0"/>
                  </a:lnTo>
                  <a:lnTo>
                    <a:pt x="777941" y="0"/>
                  </a:lnTo>
                  <a:lnTo>
                    <a:pt x="785799" y="0"/>
                  </a:lnTo>
                  <a:lnTo>
                    <a:pt x="793657" y="0"/>
                  </a:lnTo>
                  <a:lnTo>
                    <a:pt x="801515" y="0"/>
                  </a:lnTo>
                  <a:lnTo>
                    <a:pt x="809373" y="0"/>
                  </a:lnTo>
                  <a:lnTo>
                    <a:pt x="817231" y="0"/>
                  </a:lnTo>
                  <a:lnTo>
                    <a:pt x="825089" y="0"/>
                  </a:lnTo>
                  <a:lnTo>
                    <a:pt x="832947" y="0"/>
                  </a:lnTo>
                  <a:lnTo>
                    <a:pt x="840805" y="0"/>
                  </a:lnTo>
                  <a:lnTo>
                    <a:pt x="848663" y="0"/>
                  </a:lnTo>
                  <a:lnTo>
                    <a:pt x="856521" y="0"/>
                  </a:lnTo>
                  <a:lnTo>
                    <a:pt x="864379" y="0"/>
                  </a:lnTo>
                  <a:lnTo>
                    <a:pt x="872237" y="0"/>
                  </a:lnTo>
                  <a:lnTo>
                    <a:pt x="880095" y="0"/>
                  </a:lnTo>
                  <a:lnTo>
                    <a:pt x="887953" y="0"/>
                  </a:lnTo>
                  <a:lnTo>
                    <a:pt x="895811" y="0"/>
                  </a:lnTo>
                  <a:lnTo>
                    <a:pt x="903669" y="0"/>
                  </a:lnTo>
                  <a:lnTo>
                    <a:pt x="911527" y="0"/>
                  </a:lnTo>
                  <a:lnTo>
                    <a:pt x="919385" y="0"/>
                  </a:lnTo>
                  <a:lnTo>
                    <a:pt x="927243" y="0"/>
                  </a:lnTo>
                  <a:lnTo>
                    <a:pt x="935101" y="0"/>
                  </a:lnTo>
                  <a:lnTo>
                    <a:pt x="942959" y="0"/>
                  </a:lnTo>
                  <a:lnTo>
                    <a:pt x="950817" y="0"/>
                  </a:lnTo>
                  <a:lnTo>
                    <a:pt x="958675" y="0"/>
                  </a:lnTo>
                  <a:lnTo>
                    <a:pt x="966533" y="0"/>
                  </a:lnTo>
                  <a:lnTo>
                    <a:pt x="974391" y="0"/>
                  </a:lnTo>
                  <a:lnTo>
                    <a:pt x="982249" y="0"/>
                  </a:lnTo>
                  <a:lnTo>
                    <a:pt x="990107" y="0"/>
                  </a:lnTo>
                  <a:lnTo>
                    <a:pt x="997965" y="0"/>
                  </a:lnTo>
                  <a:lnTo>
                    <a:pt x="1005823" y="0"/>
                  </a:lnTo>
                  <a:lnTo>
                    <a:pt x="1013681" y="0"/>
                  </a:lnTo>
                  <a:lnTo>
                    <a:pt x="1021539" y="0"/>
                  </a:lnTo>
                  <a:lnTo>
                    <a:pt x="1029397" y="0"/>
                  </a:lnTo>
                  <a:lnTo>
                    <a:pt x="1037254" y="0"/>
                  </a:lnTo>
                  <a:lnTo>
                    <a:pt x="1045112" y="0"/>
                  </a:lnTo>
                  <a:lnTo>
                    <a:pt x="1052970" y="0"/>
                  </a:lnTo>
                  <a:lnTo>
                    <a:pt x="1060828" y="0"/>
                  </a:lnTo>
                  <a:lnTo>
                    <a:pt x="1068686" y="0"/>
                  </a:lnTo>
                  <a:lnTo>
                    <a:pt x="1076544" y="0"/>
                  </a:lnTo>
                  <a:lnTo>
                    <a:pt x="1084402" y="0"/>
                  </a:lnTo>
                  <a:lnTo>
                    <a:pt x="1092260" y="0"/>
                  </a:lnTo>
                  <a:lnTo>
                    <a:pt x="1100118" y="0"/>
                  </a:lnTo>
                  <a:lnTo>
                    <a:pt x="1107976" y="0"/>
                  </a:lnTo>
                  <a:lnTo>
                    <a:pt x="1115834" y="0"/>
                  </a:lnTo>
                  <a:lnTo>
                    <a:pt x="1123692" y="0"/>
                  </a:lnTo>
                  <a:lnTo>
                    <a:pt x="1131550" y="0"/>
                  </a:lnTo>
                  <a:lnTo>
                    <a:pt x="1139408" y="0"/>
                  </a:lnTo>
                  <a:lnTo>
                    <a:pt x="1147266" y="0"/>
                  </a:lnTo>
                  <a:lnTo>
                    <a:pt x="1155124" y="0"/>
                  </a:lnTo>
                  <a:lnTo>
                    <a:pt x="1162982" y="0"/>
                  </a:lnTo>
                  <a:lnTo>
                    <a:pt x="1170840" y="0"/>
                  </a:lnTo>
                  <a:lnTo>
                    <a:pt x="1178698" y="0"/>
                  </a:lnTo>
                  <a:lnTo>
                    <a:pt x="1186556" y="0"/>
                  </a:lnTo>
                  <a:lnTo>
                    <a:pt x="1194414" y="0"/>
                  </a:lnTo>
                  <a:lnTo>
                    <a:pt x="1202272" y="0"/>
                  </a:lnTo>
                  <a:lnTo>
                    <a:pt x="1210130" y="0"/>
                  </a:lnTo>
                  <a:lnTo>
                    <a:pt x="1217988" y="0"/>
                  </a:lnTo>
                  <a:lnTo>
                    <a:pt x="1225846" y="0"/>
                  </a:lnTo>
                  <a:lnTo>
                    <a:pt x="1233704" y="0"/>
                  </a:lnTo>
                  <a:lnTo>
                    <a:pt x="1241562" y="0"/>
                  </a:lnTo>
                  <a:lnTo>
                    <a:pt x="1249420" y="0"/>
                  </a:lnTo>
                  <a:lnTo>
                    <a:pt x="1257278" y="0"/>
                  </a:lnTo>
                  <a:lnTo>
                    <a:pt x="1265136" y="0"/>
                  </a:lnTo>
                  <a:lnTo>
                    <a:pt x="1272994" y="0"/>
                  </a:lnTo>
                  <a:lnTo>
                    <a:pt x="1280852" y="0"/>
                  </a:lnTo>
                  <a:lnTo>
                    <a:pt x="1288710" y="0"/>
                  </a:lnTo>
                  <a:lnTo>
                    <a:pt x="1296568" y="0"/>
                  </a:lnTo>
                  <a:lnTo>
                    <a:pt x="1304426" y="0"/>
                  </a:lnTo>
                  <a:lnTo>
                    <a:pt x="1312284" y="0"/>
                  </a:lnTo>
                  <a:lnTo>
                    <a:pt x="1320142" y="0"/>
                  </a:lnTo>
                  <a:lnTo>
                    <a:pt x="1328000" y="0"/>
                  </a:lnTo>
                  <a:lnTo>
                    <a:pt x="1335858" y="0"/>
                  </a:lnTo>
                  <a:lnTo>
                    <a:pt x="1343716" y="0"/>
                  </a:lnTo>
                  <a:lnTo>
                    <a:pt x="1351574" y="0"/>
                  </a:lnTo>
                  <a:lnTo>
                    <a:pt x="1359432" y="0"/>
                  </a:lnTo>
                  <a:lnTo>
                    <a:pt x="1367290" y="0"/>
                  </a:lnTo>
                  <a:lnTo>
                    <a:pt x="1375148" y="0"/>
                  </a:lnTo>
                  <a:lnTo>
                    <a:pt x="1383006" y="0"/>
                  </a:lnTo>
                  <a:lnTo>
                    <a:pt x="1390864" y="0"/>
                  </a:lnTo>
                  <a:lnTo>
                    <a:pt x="1398722" y="0"/>
                  </a:lnTo>
                  <a:lnTo>
                    <a:pt x="1406580" y="0"/>
                  </a:lnTo>
                  <a:lnTo>
                    <a:pt x="1414438" y="0"/>
                  </a:lnTo>
                  <a:lnTo>
                    <a:pt x="1422296" y="0"/>
                  </a:lnTo>
                  <a:lnTo>
                    <a:pt x="1430154" y="0"/>
                  </a:lnTo>
                  <a:lnTo>
                    <a:pt x="1438012" y="0"/>
                  </a:lnTo>
                  <a:lnTo>
                    <a:pt x="1445870" y="0"/>
                  </a:lnTo>
                  <a:lnTo>
                    <a:pt x="1453728" y="0"/>
                  </a:lnTo>
                  <a:lnTo>
                    <a:pt x="1461586" y="0"/>
                  </a:lnTo>
                  <a:lnTo>
                    <a:pt x="1469444" y="0"/>
                  </a:lnTo>
                  <a:lnTo>
                    <a:pt x="1477302" y="0"/>
                  </a:lnTo>
                  <a:lnTo>
                    <a:pt x="1485160" y="0"/>
                  </a:lnTo>
                  <a:lnTo>
                    <a:pt x="1493018" y="0"/>
                  </a:lnTo>
                  <a:lnTo>
                    <a:pt x="1500876" y="0"/>
                  </a:lnTo>
                  <a:lnTo>
                    <a:pt x="1508734" y="0"/>
                  </a:lnTo>
                  <a:lnTo>
                    <a:pt x="1516592" y="0"/>
                  </a:lnTo>
                  <a:lnTo>
                    <a:pt x="1524450" y="0"/>
                  </a:lnTo>
                  <a:lnTo>
                    <a:pt x="1532308" y="0"/>
                  </a:lnTo>
                  <a:lnTo>
                    <a:pt x="1540166" y="0"/>
                  </a:lnTo>
                  <a:lnTo>
                    <a:pt x="1548024" y="0"/>
                  </a:lnTo>
                  <a:lnTo>
                    <a:pt x="1555882" y="0"/>
                  </a:lnTo>
                  <a:lnTo>
                    <a:pt x="1563740" y="0"/>
                  </a:lnTo>
                  <a:lnTo>
                    <a:pt x="1571598" y="0"/>
                  </a:lnTo>
                  <a:lnTo>
                    <a:pt x="1579456" y="0"/>
                  </a:lnTo>
                  <a:lnTo>
                    <a:pt x="1587314" y="0"/>
                  </a:lnTo>
                  <a:lnTo>
                    <a:pt x="1595172" y="0"/>
                  </a:lnTo>
                  <a:lnTo>
                    <a:pt x="1603030" y="0"/>
                  </a:lnTo>
                  <a:lnTo>
                    <a:pt x="1610888" y="0"/>
                  </a:lnTo>
                  <a:lnTo>
                    <a:pt x="1618746" y="0"/>
                  </a:lnTo>
                  <a:lnTo>
                    <a:pt x="1626604" y="0"/>
                  </a:lnTo>
                  <a:lnTo>
                    <a:pt x="1634462" y="0"/>
                  </a:lnTo>
                  <a:lnTo>
                    <a:pt x="1642320" y="0"/>
                  </a:lnTo>
                  <a:lnTo>
                    <a:pt x="1650178" y="0"/>
                  </a:lnTo>
                  <a:lnTo>
                    <a:pt x="1658036" y="0"/>
                  </a:lnTo>
                  <a:lnTo>
                    <a:pt x="1665894" y="0"/>
                  </a:lnTo>
                  <a:lnTo>
                    <a:pt x="1673752" y="0"/>
                  </a:lnTo>
                  <a:lnTo>
                    <a:pt x="1681610" y="0"/>
                  </a:lnTo>
                  <a:lnTo>
                    <a:pt x="1689468" y="0"/>
                  </a:lnTo>
                  <a:lnTo>
                    <a:pt x="1697326" y="0"/>
                  </a:lnTo>
                  <a:lnTo>
                    <a:pt x="1705184" y="0"/>
                  </a:lnTo>
                  <a:lnTo>
                    <a:pt x="1713042" y="0"/>
                  </a:lnTo>
                  <a:lnTo>
                    <a:pt x="1720900" y="0"/>
                  </a:lnTo>
                  <a:lnTo>
                    <a:pt x="1728758" y="0"/>
                  </a:lnTo>
                  <a:lnTo>
                    <a:pt x="1736616" y="0"/>
                  </a:lnTo>
                  <a:lnTo>
                    <a:pt x="1744474" y="0"/>
                  </a:lnTo>
                  <a:lnTo>
                    <a:pt x="1752332" y="0"/>
                  </a:lnTo>
                  <a:lnTo>
                    <a:pt x="1760190" y="0"/>
                  </a:lnTo>
                  <a:lnTo>
                    <a:pt x="1768048" y="0"/>
                  </a:lnTo>
                  <a:lnTo>
                    <a:pt x="1775906" y="0"/>
                  </a:lnTo>
                  <a:lnTo>
                    <a:pt x="1783764" y="0"/>
                  </a:lnTo>
                  <a:lnTo>
                    <a:pt x="1791622" y="0"/>
                  </a:lnTo>
                  <a:lnTo>
                    <a:pt x="1799480" y="0"/>
                  </a:lnTo>
                  <a:lnTo>
                    <a:pt x="1807338" y="0"/>
                  </a:lnTo>
                  <a:lnTo>
                    <a:pt x="1815196" y="0"/>
                  </a:lnTo>
                  <a:lnTo>
                    <a:pt x="1823054" y="0"/>
                  </a:lnTo>
                  <a:lnTo>
                    <a:pt x="1830912" y="0"/>
                  </a:lnTo>
                  <a:lnTo>
                    <a:pt x="1838770" y="0"/>
                  </a:lnTo>
                  <a:lnTo>
                    <a:pt x="1846628" y="0"/>
                  </a:lnTo>
                  <a:lnTo>
                    <a:pt x="1854486" y="0"/>
                  </a:lnTo>
                  <a:lnTo>
                    <a:pt x="1862344" y="0"/>
                  </a:lnTo>
                  <a:lnTo>
                    <a:pt x="1870202" y="0"/>
                  </a:lnTo>
                  <a:lnTo>
                    <a:pt x="1878060" y="0"/>
                  </a:lnTo>
                  <a:lnTo>
                    <a:pt x="1885918" y="0"/>
                  </a:lnTo>
                  <a:lnTo>
                    <a:pt x="1893776" y="0"/>
                  </a:lnTo>
                  <a:lnTo>
                    <a:pt x="1901634" y="0"/>
                  </a:lnTo>
                  <a:lnTo>
                    <a:pt x="1909492" y="0"/>
                  </a:lnTo>
                  <a:lnTo>
                    <a:pt x="1917350" y="0"/>
                  </a:lnTo>
                  <a:lnTo>
                    <a:pt x="1925208" y="0"/>
                  </a:lnTo>
                  <a:lnTo>
                    <a:pt x="1933066" y="0"/>
                  </a:lnTo>
                  <a:lnTo>
                    <a:pt x="1940924" y="0"/>
                  </a:lnTo>
                  <a:lnTo>
                    <a:pt x="1948782" y="0"/>
                  </a:lnTo>
                  <a:lnTo>
                    <a:pt x="1956640" y="0"/>
                  </a:lnTo>
                  <a:lnTo>
                    <a:pt x="1964498" y="0"/>
                  </a:lnTo>
                  <a:lnTo>
                    <a:pt x="1972356" y="0"/>
                  </a:lnTo>
                  <a:lnTo>
                    <a:pt x="1980214" y="0"/>
                  </a:lnTo>
                  <a:lnTo>
                    <a:pt x="1988072" y="0"/>
                  </a:lnTo>
                  <a:lnTo>
                    <a:pt x="1995930" y="0"/>
                  </a:lnTo>
                  <a:lnTo>
                    <a:pt x="2003788" y="0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5927897" y="3322206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5927897" y="4247864"/>
              <a:ext cx="2238742" cy="7427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5927897" y="483906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5"/>
            <p:cNvSpPr/>
            <p:nvPr/>
          </p:nvSpPr>
          <p:spPr>
            <a:xfrm>
              <a:off x="5927897" y="4626425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5927897" y="4413789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5946228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6466071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6985915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7505759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8025603" y="4247864"/>
              <a:ext cx="0" cy="742778"/>
            </a:xfrm>
            <a:custGeom>
              <a:avLst/>
              <a:pathLst>
                <a:path w="0" h="742778">
                  <a:moveTo>
                    <a:pt x="0" y="742778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5927897" y="4839061"/>
              <a:ext cx="2238742" cy="0"/>
            </a:xfrm>
            <a:custGeom>
              <a:avLst/>
              <a:pathLst>
                <a:path w="2238742" h="0">
                  <a:moveTo>
                    <a:pt x="0" y="0"/>
                  </a:moveTo>
                  <a:lnTo>
                    <a:pt x="2238742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6029658" y="4816312"/>
              <a:ext cx="2035220" cy="23121"/>
            </a:xfrm>
            <a:custGeom>
              <a:avLst/>
              <a:pathLst>
                <a:path w="2035220" h="23121">
                  <a:moveTo>
                    <a:pt x="0" y="22833"/>
                  </a:moveTo>
                  <a:lnTo>
                    <a:pt x="7857" y="22832"/>
                  </a:lnTo>
                  <a:lnTo>
                    <a:pt x="15715" y="22831"/>
                  </a:lnTo>
                  <a:lnTo>
                    <a:pt x="23573" y="22829"/>
                  </a:lnTo>
                  <a:lnTo>
                    <a:pt x="31431" y="22828"/>
                  </a:lnTo>
                  <a:lnTo>
                    <a:pt x="39289" y="22827"/>
                  </a:lnTo>
                  <a:lnTo>
                    <a:pt x="47147" y="22826"/>
                  </a:lnTo>
                  <a:lnTo>
                    <a:pt x="55005" y="22824"/>
                  </a:lnTo>
                  <a:lnTo>
                    <a:pt x="62863" y="22823"/>
                  </a:lnTo>
                  <a:lnTo>
                    <a:pt x="70721" y="22822"/>
                  </a:lnTo>
                  <a:lnTo>
                    <a:pt x="78579" y="22821"/>
                  </a:lnTo>
                  <a:lnTo>
                    <a:pt x="86437" y="22819"/>
                  </a:lnTo>
                  <a:lnTo>
                    <a:pt x="94295" y="22818"/>
                  </a:lnTo>
                  <a:lnTo>
                    <a:pt x="102153" y="22817"/>
                  </a:lnTo>
                  <a:lnTo>
                    <a:pt x="110011" y="22815"/>
                  </a:lnTo>
                  <a:lnTo>
                    <a:pt x="117869" y="22814"/>
                  </a:lnTo>
                  <a:lnTo>
                    <a:pt x="125727" y="22812"/>
                  </a:lnTo>
                  <a:lnTo>
                    <a:pt x="133585" y="22811"/>
                  </a:lnTo>
                  <a:lnTo>
                    <a:pt x="141443" y="22810"/>
                  </a:lnTo>
                  <a:lnTo>
                    <a:pt x="149301" y="22808"/>
                  </a:lnTo>
                  <a:lnTo>
                    <a:pt x="157159" y="22807"/>
                  </a:lnTo>
                  <a:lnTo>
                    <a:pt x="165017" y="22805"/>
                  </a:lnTo>
                  <a:lnTo>
                    <a:pt x="172875" y="22804"/>
                  </a:lnTo>
                  <a:lnTo>
                    <a:pt x="180733" y="22802"/>
                  </a:lnTo>
                  <a:lnTo>
                    <a:pt x="188591" y="22801"/>
                  </a:lnTo>
                  <a:lnTo>
                    <a:pt x="196449" y="22799"/>
                  </a:lnTo>
                  <a:lnTo>
                    <a:pt x="204307" y="22798"/>
                  </a:lnTo>
                  <a:lnTo>
                    <a:pt x="212165" y="22796"/>
                  </a:lnTo>
                  <a:lnTo>
                    <a:pt x="220023" y="22794"/>
                  </a:lnTo>
                  <a:lnTo>
                    <a:pt x="227881" y="22793"/>
                  </a:lnTo>
                  <a:lnTo>
                    <a:pt x="235739" y="22791"/>
                  </a:lnTo>
                  <a:lnTo>
                    <a:pt x="243597" y="22790"/>
                  </a:lnTo>
                  <a:lnTo>
                    <a:pt x="251455" y="22788"/>
                  </a:lnTo>
                  <a:lnTo>
                    <a:pt x="259313" y="22787"/>
                  </a:lnTo>
                  <a:lnTo>
                    <a:pt x="267171" y="22785"/>
                  </a:lnTo>
                  <a:lnTo>
                    <a:pt x="275029" y="22783"/>
                  </a:lnTo>
                  <a:lnTo>
                    <a:pt x="282887" y="22782"/>
                  </a:lnTo>
                  <a:lnTo>
                    <a:pt x="290745" y="22780"/>
                  </a:lnTo>
                  <a:lnTo>
                    <a:pt x="298603" y="22779"/>
                  </a:lnTo>
                  <a:lnTo>
                    <a:pt x="306461" y="22777"/>
                  </a:lnTo>
                  <a:lnTo>
                    <a:pt x="314319" y="22775"/>
                  </a:lnTo>
                  <a:lnTo>
                    <a:pt x="322177" y="22774"/>
                  </a:lnTo>
                  <a:lnTo>
                    <a:pt x="330035" y="22772"/>
                  </a:lnTo>
                  <a:lnTo>
                    <a:pt x="337893" y="22770"/>
                  </a:lnTo>
                  <a:lnTo>
                    <a:pt x="345751" y="22769"/>
                  </a:lnTo>
                  <a:lnTo>
                    <a:pt x="353609" y="22767"/>
                  </a:lnTo>
                  <a:lnTo>
                    <a:pt x="361467" y="22765"/>
                  </a:lnTo>
                  <a:lnTo>
                    <a:pt x="369325" y="22764"/>
                  </a:lnTo>
                  <a:lnTo>
                    <a:pt x="377183" y="22762"/>
                  </a:lnTo>
                  <a:lnTo>
                    <a:pt x="385041" y="22760"/>
                  </a:lnTo>
                  <a:lnTo>
                    <a:pt x="392899" y="22758"/>
                  </a:lnTo>
                  <a:lnTo>
                    <a:pt x="400757" y="22756"/>
                  </a:lnTo>
                  <a:lnTo>
                    <a:pt x="408615" y="22755"/>
                  </a:lnTo>
                  <a:lnTo>
                    <a:pt x="416473" y="22753"/>
                  </a:lnTo>
                  <a:lnTo>
                    <a:pt x="424331" y="22751"/>
                  </a:lnTo>
                  <a:lnTo>
                    <a:pt x="432189" y="22749"/>
                  </a:lnTo>
                  <a:lnTo>
                    <a:pt x="440047" y="22744"/>
                  </a:lnTo>
                  <a:lnTo>
                    <a:pt x="447905" y="22733"/>
                  </a:lnTo>
                  <a:lnTo>
                    <a:pt x="455763" y="22723"/>
                  </a:lnTo>
                  <a:lnTo>
                    <a:pt x="463621" y="22713"/>
                  </a:lnTo>
                  <a:lnTo>
                    <a:pt x="471479" y="22702"/>
                  </a:lnTo>
                  <a:lnTo>
                    <a:pt x="479337" y="22691"/>
                  </a:lnTo>
                  <a:lnTo>
                    <a:pt x="487195" y="22680"/>
                  </a:lnTo>
                  <a:lnTo>
                    <a:pt x="495053" y="22669"/>
                  </a:lnTo>
                  <a:lnTo>
                    <a:pt x="502911" y="22657"/>
                  </a:lnTo>
                  <a:lnTo>
                    <a:pt x="510769" y="22646"/>
                  </a:lnTo>
                  <a:lnTo>
                    <a:pt x="518627" y="22634"/>
                  </a:lnTo>
                  <a:lnTo>
                    <a:pt x="526485" y="22622"/>
                  </a:lnTo>
                  <a:lnTo>
                    <a:pt x="534343" y="22610"/>
                  </a:lnTo>
                  <a:lnTo>
                    <a:pt x="542201" y="22597"/>
                  </a:lnTo>
                  <a:lnTo>
                    <a:pt x="550059" y="22584"/>
                  </a:lnTo>
                  <a:lnTo>
                    <a:pt x="557917" y="22571"/>
                  </a:lnTo>
                  <a:lnTo>
                    <a:pt x="565775" y="22558"/>
                  </a:lnTo>
                  <a:lnTo>
                    <a:pt x="573633" y="22545"/>
                  </a:lnTo>
                  <a:lnTo>
                    <a:pt x="581491" y="22531"/>
                  </a:lnTo>
                  <a:lnTo>
                    <a:pt x="589349" y="22517"/>
                  </a:lnTo>
                  <a:lnTo>
                    <a:pt x="597207" y="22503"/>
                  </a:lnTo>
                  <a:lnTo>
                    <a:pt x="605065" y="22488"/>
                  </a:lnTo>
                  <a:lnTo>
                    <a:pt x="612923" y="22473"/>
                  </a:lnTo>
                  <a:lnTo>
                    <a:pt x="620781" y="22458"/>
                  </a:lnTo>
                  <a:lnTo>
                    <a:pt x="628639" y="22442"/>
                  </a:lnTo>
                  <a:lnTo>
                    <a:pt x="636497" y="22426"/>
                  </a:lnTo>
                  <a:lnTo>
                    <a:pt x="644355" y="22410"/>
                  </a:lnTo>
                  <a:lnTo>
                    <a:pt x="652213" y="22394"/>
                  </a:lnTo>
                  <a:lnTo>
                    <a:pt x="660071" y="22378"/>
                  </a:lnTo>
                  <a:lnTo>
                    <a:pt x="667929" y="22361"/>
                  </a:lnTo>
                  <a:lnTo>
                    <a:pt x="675787" y="22342"/>
                  </a:lnTo>
                  <a:lnTo>
                    <a:pt x="683645" y="22325"/>
                  </a:lnTo>
                  <a:lnTo>
                    <a:pt x="691503" y="22308"/>
                  </a:lnTo>
                  <a:lnTo>
                    <a:pt x="699361" y="22290"/>
                  </a:lnTo>
                  <a:lnTo>
                    <a:pt x="707219" y="22273"/>
                  </a:lnTo>
                  <a:lnTo>
                    <a:pt x="715077" y="22254"/>
                  </a:lnTo>
                  <a:lnTo>
                    <a:pt x="722935" y="22234"/>
                  </a:lnTo>
                  <a:lnTo>
                    <a:pt x="730793" y="22215"/>
                  </a:lnTo>
                  <a:lnTo>
                    <a:pt x="738651" y="22196"/>
                  </a:lnTo>
                  <a:lnTo>
                    <a:pt x="746509" y="22176"/>
                  </a:lnTo>
                  <a:lnTo>
                    <a:pt x="754367" y="22155"/>
                  </a:lnTo>
                  <a:lnTo>
                    <a:pt x="762225" y="22134"/>
                  </a:lnTo>
                  <a:lnTo>
                    <a:pt x="770083" y="22115"/>
                  </a:lnTo>
                  <a:lnTo>
                    <a:pt x="777941" y="22096"/>
                  </a:lnTo>
                  <a:lnTo>
                    <a:pt x="785799" y="22077"/>
                  </a:lnTo>
                  <a:lnTo>
                    <a:pt x="793657" y="22057"/>
                  </a:lnTo>
                  <a:lnTo>
                    <a:pt x="801515" y="22035"/>
                  </a:lnTo>
                  <a:lnTo>
                    <a:pt x="809373" y="22011"/>
                  </a:lnTo>
                  <a:lnTo>
                    <a:pt x="817231" y="21988"/>
                  </a:lnTo>
                  <a:lnTo>
                    <a:pt x="825089" y="21964"/>
                  </a:lnTo>
                  <a:lnTo>
                    <a:pt x="832947" y="21940"/>
                  </a:lnTo>
                  <a:lnTo>
                    <a:pt x="840805" y="21915"/>
                  </a:lnTo>
                  <a:lnTo>
                    <a:pt x="848663" y="21890"/>
                  </a:lnTo>
                  <a:lnTo>
                    <a:pt x="856521" y="21864"/>
                  </a:lnTo>
                  <a:lnTo>
                    <a:pt x="864379" y="21838"/>
                  </a:lnTo>
                  <a:lnTo>
                    <a:pt x="872237" y="21811"/>
                  </a:lnTo>
                  <a:lnTo>
                    <a:pt x="880095" y="21784"/>
                  </a:lnTo>
                  <a:lnTo>
                    <a:pt x="887953" y="21756"/>
                  </a:lnTo>
                  <a:lnTo>
                    <a:pt x="895811" y="21728"/>
                  </a:lnTo>
                  <a:lnTo>
                    <a:pt x="903669" y="21699"/>
                  </a:lnTo>
                  <a:lnTo>
                    <a:pt x="911527" y="21670"/>
                  </a:lnTo>
                  <a:lnTo>
                    <a:pt x="919385" y="21640"/>
                  </a:lnTo>
                  <a:lnTo>
                    <a:pt x="927243" y="21610"/>
                  </a:lnTo>
                  <a:lnTo>
                    <a:pt x="935101" y="21579"/>
                  </a:lnTo>
                  <a:lnTo>
                    <a:pt x="942959" y="21547"/>
                  </a:lnTo>
                  <a:lnTo>
                    <a:pt x="950817" y="21515"/>
                  </a:lnTo>
                  <a:lnTo>
                    <a:pt x="958675" y="21482"/>
                  </a:lnTo>
                  <a:lnTo>
                    <a:pt x="966533" y="21446"/>
                  </a:lnTo>
                  <a:lnTo>
                    <a:pt x="974391" y="21410"/>
                  </a:lnTo>
                  <a:lnTo>
                    <a:pt x="982249" y="21375"/>
                  </a:lnTo>
                  <a:lnTo>
                    <a:pt x="990107" y="21341"/>
                  </a:lnTo>
                  <a:lnTo>
                    <a:pt x="997965" y="21306"/>
                  </a:lnTo>
                  <a:lnTo>
                    <a:pt x="1005823" y="21270"/>
                  </a:lnTo>
                  <a:lnTo>
                    <a:pt x="1013681" y="21234"/>
                  </a:lnTo>
                  <a:lnTo>
                    <a:pt x="1021539" y="21197"/>
                  </a:lnTo>
                  <a:lnTo>
                    <a:pt x="1029397" y="21160"/>
                  </a:lnTo>
                  <a:lnTo>
                    <a:pt x="1037254" y="21120"/>
                  </a:lnTo>
                  <a:lnTo>
                    <a:pt x="1045112" y="21080"/>
                  </a:lnTo>
                  <a:lnTo>
                    <a:pt x="1052970" y="21038"/>
                  </a:lnTo>
                  <a:lnTo>
                    <a:pt x="1060828" y="20997"/>
                  </a:lnTo>
                  <a:lnTo>
                    <a:pt x="1068686" y="20956"/>
                  </a:lnTo>
                  <a:lnTo>
                    <a:pt x="1076544" y="20913"/>
                  </a:lnTo>
                  <a:lnTo>
                    <a:pt x="1084402" y="20869"/>
                  </a:lnTo>
                  <a:lnTo>
                    <a:pt x="1092260" y="20824"/>
                  </a:lnTo>
                  <a:lnTo>
                    <a:pt x="1100118" y="20779"/>
                  </a:lnTo>
                  <a:lnTo>
                    <a:pt x="1107976" y="20730"/>
                  </a:lnTo>
                  <a:lnTo>
                    <a:pt x="1115834" y="20680"/>
                  </a:lnTo>
                  <a:lnTo>
                    <a:pt x="1123692" y="20628"/>
                  </a:lnTo>
                  <a:lnTo>
                    <a:pt x="1131550" y="20579"/>
                  </a:lnTo>
                  <a:lnTo>
                    <a:pt x="1139408" y="20530"/>
                  </a:lnTo>
                  <a:lnTo>
                    <a:pt x="1147266" y="20475"/>
                  </a:lnTo>
                  <a:lnTo>
                    <a:pt x="1155124" y="20418"/>
                  </a:lnTo>
                  <a:lnTo>
                    <a:pt x="1162982" y="20366"/>
                  </a:lnTo>
                  <a:lnTo>
                    <a:pt x="1170840" y="20315"/>
                  </a:lnTo>
                  <a:lnTo>
                    <a:pt x="1178698" y="20262"/>
                  </a:lnTo>
                  <a:lnTo>
                    <a:pt x="1186556" y="20201"/>
                  </a:lnTo>
                  <a:lnTo>
                    <a:pt x="1194414" y="20139"/>
                  </a:lnTo>
                  <a:lnTo>
                    <a:pt x="1202272" y="20075"/>
                  </a:lnTo>
                  <a:lnTo>
                    <a:pt x="1210130" y="20018"/>
                  </a:lnTo>
                  <a:lnTo>
                    <a:pt x="1217988" y="19962"/>
                  </a:lnTo>
                  <a:lnTo>
                    <a:pt x="1225846" y="19895"/>
                  </a:lnTo>
                  <a:lnTo>
                    <a:pt x="1233704" y="19829"/>
                  </a:lnTo>
                  <a:lnTo>
                    <a:pt x="1241562" y="19762"/>
                  </a:lnTo>
                  <a:lnTo>
                    <a:pt x="1249420" y="19694"/>
                  </a:lnTo>
                  <a:lnTo>
                    <a:pt x="1257278" y="19624"/>
                  </a:lnTo>
                  <a:lnTo>
                    <a:pt x="1265136" y="19555"/>
                  </a:lnTo>
                  <a:lnTo>
                    <a:pt x="1272994" y="19487"/>
                  </a:lnTo>
                  <a:lnTo>
                    <a:pt x="1280852" y="19418"/>
                  </a:lnTo>
                  <a:lnTo>
                    <a:pt x="1288710" y="19347"/>
                  </a:lnTo>
                  <a:lnTo>
                    <a:pt x="1296568" y="19262"/>
                  </a:lnTo>
                  <a:lnTo>
                    <a:pt x="1304426" y="19190"/>
                  </a:lnTo>
                  <a:lnTo>
                    <a:pt x="1312284" y="19118"/>
                  </a:lnTo>
                  <a:lnTo>
                    <a:pt x="1320142" y="19044"/>
                  </a:lnTo>
                  <a:lnTo>
                    <a:pt x="1328000" y="18969"/>
                  </a:lnTo>
                  <a:lnTo>
                    <a:pt x="1335858" y="18892"/>
                  </a:lnTo>
                  <a:lnTo>
                    <a:pt x="1343716" y="18815"/>
                  </a:lnTo>
                  <a:lnTo>
                    <a:pt x="1351574" y="18733"/>
                  </a:lnTo>
                  <a:lnTo>
                    <a:pt x="1359432" y="18654"/>
                  </a:lnTo>
                  <a:lnTo>
                    <a:pt x="1367290" y="18573"/>
                  </a:lnTo>
                  <a:lnTo>
                    <a:pt x="1375148" y="18489"/>
                  </a:lnTo>
                  <a:lnTo>
                    <a:pt x="1383006" y="18397"/>
                  </a:lnTo>
                  <a:lnTo>
                    <a:pt x="1390864" y="18282"/>
                  </a:lnTo>
                  <a:lnTo>
                    <a:pt x="1398722" y="18165"/>
                  </a:lnTo>
                  <a:lnTo>
                    <a:pt x="1406580" y="18045"/>
                  </a:lnTo>
                  <a:lnTo>
                    <a:pt x="1414438" y="17922"/>
                  </a:lnTo>
                  <a:lnTo>
                    <a:pt x="1422296" y="17827"/>
                  </a:lnTo>
                  <a:lnTo>
                    <a:pt x="1430154" y="17733"/>
                  </a:lnTo>
                  <a:lnTo>
                    <a:pt x="1438012" y="17636"/>
                  </a:lnTo>
                  <a:lnTo>
                    <a:pt x="1445870" y="17539"/>
                  </a:lnTo>
                  <a:lnTo>
                    <a:pt x="1453728" y="17440"/>
                  </a:lnTo>
                  <a:lnTo>
                    <a:pt x="1461586" y="17340"/>
                  </a:lnTo>
                  <a:lnTo>
                    <a:pt x="1469444" y="17254"/>
                  </a:lnTo>
                  <a:lnTo>
                    <a:pt x="1477302" y="17138"/>
                  </a:lnTo>
                  <a:lnTo>
                    <a:pt x="1485160" y="17026"/>
                  </a:lnTo>
                  <a:lnTo>
                    <a:pt x="1493018" y="16918"/>
                  </a:lnTo>
                  <a:lnTo>
                    <a:pt x="1500876" y="16796"/>
                  </a:lnTo>
                  <a:lnTo>
                    <a:pt x="1508734" y="16650"/>
                  </a:lnTo>
                  <a:lnTo>
                    <a:pt x="1516592" y="16535"/>
                  </a:lnTo>
                  <a:lnTo>
                    <a:pt x="1524450" y="16419"/>
                  </a:lnTo>
                  <a:lnTo>
                    <a:pt x="1532308" y="16298"/>
                  </a:lnTo>
                  <a:lnTo>
                    <a:pt x="1540166" y="16161"/>
                  </a:lnTo>
                  <a:lnTo>
                    <a:pt x="1548024" y="16022"/>
                  </a:lnTo>
                  <a:lnTo>
                    <a:pt x="1555882" y="15880"/>
                  </a:lnTo>
                  <a:lnTo>
                    <a:pt x="1563740" y="15735"/>
                  </a:lnTo>
                  <a:lnTo>
                    <a:pt x="1571598" y="15587"/>
                  </a:lnTo>
                  <a:lnTo>
                    <a:pt x="1579456" y="15436"/>
                  </a:lnTo>
                  <a:lnTo>
                    <a:pt x="1587314" y="15282"/>
                  </a:lnTo>
                  <a:lnTo>
                    <a:pt x="1595172" y="15125"/>
                  </a:lnTo>
                  <a:lnTo>
                    <a:pt x="1603030" y="14965"/>
                  </a:lnTo>
                  <a:lnTo>
                    <a:pt x="1610888" y="14802"/>
                  </a:lnTo>
                  <a:lnTo>
                    <a:pt x="1618746" y="14636"/>
                  </a:lnTo>
                  <a:lnTo>
                    <a:pt x="1626604" y="14466"/>
                  </a:lnTo>
                  <a:lnTo>
                    <a:pt x="1634462" y="14293"/>
                  </a:lnTo>
                  <a:lnTo>
                    <a:pt x="1642320" y="14112"/>
                  </a:lnTo>
                  <a:lnTo>
                    <a:pt x="1650178" y="13919"/>
                  </a:lnTo>
                  <a:lnTo>
                    <a:pt x="1658036" y="13722"/>
                  </a:lnTo>
                  <a:lnTo>
                    <a:pt x="1665894" y="13534"/>
                  </a:lnTo>
                  <a:lnTo>
                    <a:pt x="1673752" y="13344"/>
                  </a:lnTo>
                  <a:lnTo>
                    <a:pt x="1681610" y="13151"/>
                  </a:lnTo>
                  <a:lnTo>
                    <a:pt x="1689468" y="12955"/>
                  </a:lnTo>
                  <a:lnTo>
                    <a:pt x="1697326" y="12774"/>
                  </a:lnTo>
                  <a:lnTo>
                    <a:pt x="1705184" y="12576"/>
                  </a:lnTo>
                  <a:lnTo>
                    <a:pt x="1713042" y="12366"/>
                  </a:lnTo>
                  <a:lnTo>
                    <a:pt x="1720900" y="12152"/>
                  </a:lnTo>
                  <a:lnTo>
                    <a:pt x="1728758" y="11954"/>
                  </a:lnTo>
                  <a:lnTo>
                    <a:pt x="1736616" y="11729"/>
                  </a:lnTo>
                  <a:lnTo>
                    <a:pt x="1744474" y="11513"/>
                  </a:lnTo>
                  <a:lnTo>
                    <a:pt x="1752332" y="11294"/>
                  </a:lnTo>
                  <a:lnTo>
                    <a:pt x="1760190" y="11071"/>
                  </a:lnTo>
                  <a:lnTo>
                    <a:pt x="1768048" y="10843"/>
                  </a:lnTo>
                  <a:lnTo>
                    <a:pt x="1775906" y="10612"/>
                  </a:lnTo>
                  <a:lnTo>
                    <a:pt x="1783764" y="10373"/>
                  </a:lnTo>
                  <a:lnTo>
                    <a:pt x="1791622" y="10114"/>
                  </a:lnTo>
                  <a:lnTo>
                    <a:pt x="1799480" y="9851"/>
                  </a:lnTo>
                  <a:lnTo>
                    <a:pt x="1807338" y="9582"/>
                  </a:lnTo>
                  <a:lnTo>
                    <a:pt x="1815196" y="9308"/>
                  </a:lnTo>
                  <a:lnTo>
                    <a:pt x="1823054" y="9029"/>
                  </a:lnTo>
                  <a:lnTo>
                    <a:pt x="1830912" y="8744"/>
                  </a:lnTo>
                  <a:lnTo>
                    <a:pt x="1838770" y="8453"/>
                  </a:lnTo>
                  <a:lnTo>
                    <a:pt x="1846628" y="8157"/>
                  </a:lnTo>
                  <a:lnTo>
                    <a:pt x="1854486" y="7854"/>
                  </a:lnTo>
                  <a:lnTo>
                    <a:pt x="1862344" y="7546"/>
                  </a:lnTo>
                  <a:lnTo>
                    <a:pt x="1870202" y="7231"/>
                  </a:lnTo>
                  <a:lnTo>
                    <a:pt x="1878060" y="6911"/>
                  </a:lnTo>
                  <a:lnTo>
                    <a:pt x="1885918" y="6588"/>
                  </a:lnTo>
                  <a:lnTo>
                    <a:pt x="1893776" y="6265"/>
                  </a:lnTo>
                  <a:lnTo>
                    <a:pt x="1901634" y="5935"/>
                  </a:lnTo>
                  <a:lnTo>
                    <a:pt x="1909492" y="5600"/>
                  </a:lnTo>
                  <a:lnTo>
                    <a:pt x="1917350" y="5288"/>
                  </a:lnTo>
                  <a:lnTo>
                    <a:pt x="1925208" y="5000"/>
                  </a:lnTo>
                  <a:lnTo>
                    <a:pt x="1933066" y="4708"/>
                  </a:lnTo>
                  <a:lnTo>
                    <a:pt x="1940924" y="4412"/>
                  </a:lnTo>
                  <a:lnTo>
                    <a:pt x="1948782" y="4111"/>
                  </a:lnTo>
                  <a:lnTo>
                    <a:pt x="1956640" y="3806"/>
                  </a:lnTo>
                  <a:lnTo>
                    <a:pt x="1964498" y="3496"/>
                  </a:lnTo>
                  <a:lnTo>
                    <a:pt x="1972356" y="3181"/>
                  </a:lnTo>
                  <a:lnTo>
                    <a:pt x="1980214" y="2850"/>
                  </a:lnTo>
                  <a:lnTo>
                    <a:pt x="1988072" y="2473"/>
                  </a:lnTo>
                  <a:lnTo>
                    <a:pt x="1995930" y="2088"/>
                  </a:lnTo>
                  <a:lnTo>
                    <a:pt x="2003788" y="1697"/>
                  </a:lnTo>
                  <a:lnTo>
                    <a:pt x="2011646" y="1299"/>
                  </a:lnTo>
                  <a:lnTo>
                    <a:pt x="2019504" y="894"/>
                  </a:lnTo>
                  <a:lnTo>
                    <a:pt x="2027362" y="458"/>
                  </a:lnTo>
                  <a:lnTo>
                    <a:pt x="2035220" y="0"/>
                  </a:lnTo>
                  <a:lnTo>
                    <a:pt x="2035220" y="21981"/>
                  </a:lnTo>
                  <a:lnTo>
                    <a:pt x="2027362" y="21987"/>
                  </a:lnTo>
                  <a:lnTo>
                    <a:pt x="2019504" y="21994"/>
                  </a:lnTo>
                  <a:lnTo>
                    <a:pt x="2011646" y="22000"/>
                  </a:lnTo>
                  <a:lnTo>
                    <a:pt x="2003788" y="22006"/>
                  </a:lnTo>
                  <a:lnTo>
                    <a:pt x="1995930" y="22012"/>
                  </a:lnTo>
                  <a:lnTo>
                    <a:pt x="1988072" y="22018"/>
                  </a:lnTo>
                  <a:lnTo>
                    <a:pt x="1980214" y="22024"/>
                  </a:lnTo>
                  <a:lnTo>
                    <a:pt x="1972356" y="22030"/>
                  </a:lnTo>
                  <a:lnTo>
                    <a:pt x="1964498" y="22036"/>
                  </a:lnTo>
                  <a:lnTo>
                    <a:pt x="1956640" y="22041"/>
                  </a:lnTo>
                  <a:lnTo>
                    <a:pt x="1948782" y="22047"/>
                  </a:lnTo>
                  <a:lnTo>
                    <a:pt x="1940924" y="22053"/>
                  </a:lnTo>
                  <a:lnTo>
                    <a:pt x="1933066" y="22058"/>
                  </a:lnTo>
                  <a:lnTo>
                    <a:pt x="1925208" y="22063"/>
                  </a:lnTo>
                  <a:lnTo>
                    <a:pt x="1917350" y="22069"/>
                  </a:lnTo>
                  <a:lnTo>
                    <a:pt x="1909492" y="22074"/>
                  </a:lnTo>
                  <a:lnTo>
                    <a:pt x="1901634" y="22080"/>
                  </a:lnTo>
                  <a:lnTo>
                    <a:pt x="1893776" y="22085"/>
                  </a:lnTo>
                  <a:lnTo>
                    <a:pt x="1885918" y="22090"/>
                  </a:lnTo>
                  <a:lnTo>
                    <a:pt x="1878060" y="22096"/>
                  </a:lnTo>
                  <a:lnTo>
                    <a:pt x="1870202" y="22101"/>
                  </a:lnTo>
                  <a:lnTo>
                    <a:pt x="1862344" y="22106"/>
                  </a:lnTo>
                  <a:lnTo>
                    <a:pt x="1854486" y="22112"/>
                  </a:lnTo>
                  <a:lnTo>
                    <a:pt x="1846628" y="22117"/>
                  </a:lnTo>
                  <a:lnTo>
                    <a:pt x="1838770" y="22123"/>
                  </a:lnTo>
                  <a:lnTo>
                    <a:pt x="1830912" y="22129"/>
                  </a:lnTo>
                  <a:lnTo>
                    <a:pt x="1823054" y="22135"/>
                  </a:lnTo>
                  <a:lnTo>
                    <a:pt x="1815196" y="22142"/>
                  </a:lnTo>
                  <a:lnTo>
                    <a:pt x="1807338" y="22148"/>
                  </a:lnTo>
                  <a:lnTo>
                    <a:pt x="1799480" y="22155"/>
                  </a:lnTo>
                  <a:lnTo>
                    <a:pt x="1791622" y="22161"/>
                  </a:lnTo>
                  <a:lnTo>
                    <a:pt x="1783764" y="22166"/>
                  </a:lnTo>
                  <a:lnTo>
                    <a:pt x="1775906" y="22171"/>
                  </a:lnTo>
                  <a:lnTo>
                    <a:pt x="1768048" y="22177"/>
                  </a:lnTo>
                  <a:lnTo>
                    <a:pt x="1760190" y="22182"/>
                  </a:lnTo>
                  <a:lnTo>
                    <a:pt x="1752332" y="22187"/>
                  </a:lnTo>
                  <a:lnTo>
                    <a:pt x="1744474" y="22192"/>
                  </a:lnTo>
                  <a:lnTo>
                    <a:pt x="1736616" y="22197"/>
                  </a:lnTo>
                  <a:lnTo>
                    <a:pt x="1728758" y="22202"/>
                  </a:lnTo>
                  <a:lnTo>
                    <a:pt x="1720900" y="22207"/>
                  </a:lnTo>
                  <a:lnTo>
                    <a:pt x="1713042" y="22213"/>
                  </a:lnTo>
                  <a:lnTo>
                    <a:pt x="1705184" y="22218"/>
                  </a:lnTo>
                  <a:lnTo>
                    <a:pt x="1697326" y="22222"/>
                  </a:lnTo>
                  <a:lnTo>
                    <a:pt x="1689468" y="22227"/>
                  </a:lnTo>
                  <a:lnTo>
                    <a:pt x="1681610" y="22232"/>
                  </a:lnTo>
                  <a:lnTo>
                    <a:pt x="1673752" y="22237"/>
                  </a:lnTo>
                  <a:lnTo>
                    <a:pt x="1665894" y="22242"/>
                  </a:lnTo>
                  <a:lnTo>
                    <a:pt x="1658036" y="22247"/>
                  </a:lnTo>
                  <a:lnTo>
                    <a:pt x="1650178" y="22252"/>
                  </a:lnTo>
                  <a:lnTo>
                    <a:pt x="1642320" y="22257"/>
                  </a:lnTo>
                  <a:lnTo>
                    <a:pt x="1634462" y="22261"/>
                  </a:lnTo>
                  <a:lnTo>
                    <a:pt x="1626604" y="22266"/>
                  </a:lnTo>
                  <a:lnTo>
                    <a:pt x="1618746" y="22271"/>
                  </a:lnTo>
                  <a:lnTo>
                    <a:pt x="1610888" y="22275"/>
                  </a:lnTo>
                  <a:lnTo>
                    <a:pt x="1603030" y="22280"/>
                  </a:lnTo>
                  <a:lnTo>
                    <a:pt x="1595172" y="22284"/>
                  </a:lnTo>
                  <a:lnTo>
                    <a:pt x="1587314" y="22289"/>
                  </a:lnTo>
                  <a:lnTo>
                    <a:pt x="1579456" y="22293"/>
                  </a:lnTo>
                  <a:lnTo>
                    <a:pt x="1571598" y="22298"/>
                  </a:lnTo>
                  <a:lnTo>
                    <a:pt x="1563740" y="22303"/>
                  </a:lnTo>
                  <a:lnTo>
                    <a:pt x="1555882" y="22307"/>
                  </a:lnTo>
                  <a:lnTo>
                    <a:pt x="1548024" y="22312"/>
                  </a:lnTo>
                  <a:lnTo>
                    <a:pt x="1540166" y="22317"/>
                  </a:lnTo>
                  <a:lnTo>
                    <a:pt x="1532308" y="22321"/>
                  </a:lnTo>
                  <a:lnTo>
                    <a:pt x="1524450" y="22326"/>
                  </a:lnTo>
                  <a:lnTo>
                    <a:pt x="1516592" y="22330"/>
                  </a:lnTo>
                  <a:lnTo>
                    <a:pt x="1508734" y="22334"/>
                  </a:lnTo>
                  <a:lnTo>
                    <a:pt x="1500876" y="22339"/>
                  </a:lnTo>
                  <a:lnTo>
                    <a:pt x="1493018" y="22343"/>
                  </a:lnTo>
                  <a:lnTo>
                    <a:pt x="1485160" y="22347"/>
                  </a:lnTo>
                  <a:lnTo>
                    <a:pt x="1477302" y="22351"/>
                  </a:lnTo>
                  <a:lnTo>
                    <a:pt x="1469444" y="22355"/>
                  </a:lnTo>
                  <a:lnTo>
                    <a:pt x="1461586" y="22360"/>
                  </a:lnTo>
                  <a:lnTo>
                    <a:pt x="1453728" y="22365"/>
                  </a:lnTo>
                  <a:lnTo>
                    <a:pt x="1445870" y="22369"/>
                  </a:lnTo>
                  <a:lnTo>
                    <a:pt x="1438012" y="22374"/>
                  </a:lnTo>
                  <a:lnTo>
                    <a:pt x="1430154" y="22379"/>
                  </a:lnTo>
                  <a:lnTo>
                    <a:pt x="1422296" y="22383"/>
                  </a:lnTo>
                  <a:lnTo>
                    <a:pt x="1414438" y="22388"/>
                  </a:lnTo>
                  <a:lnTo>
                    <a:pt x="1406580" y="22392"/>
                  </a:lnTo>
                  <a:lnTo>
                    <a:pt x="1398722" y="22397"/>
                  </a:lnTo>
                  <a:lnTo>
                    <a:pt x="1390864" y="22401"/>
                  </a:lnTo>
                  <a:lnTo>
                    <a:pt x="1383006" y="22406"/>
                  </a:lnTo>
                  <a:lnTo>
                    <a:pt x="1375148" y="22410"/>
                  </a:lnTo>
                  <a:lnTo>
                    <a:pt x="1367290" y="22414"/>
                  </a:lnTo>
                  <a:lnTo>
                    <a:pt x="1359432" y="22419"/>
                  </a:lnTo>
                  <a:lnTo>
                    <a:pt x="1351574" y="22423"/>
                  </a:lnTo>
                  <a:lnTo>
                    <a:pt x="1343716" y="22427"/>
                  </a:lnTo>
                  <a:lnTo>
                    <a:pt x="1335858" y="22432"/>
                  </a:lnTo>
                  <a:lnTo>
                    <a:pt x="1328000" y="22436"/>
                  </a:lnTo>
                  <a:lnTo>
                    <a:pt x="1320142" y="22439"/>
                  </a:lnTo>
                  <a:lnTo>
                    <a:pt x="1312284" y="22443"/>
                  </a:lnTo>
                  <a:lnTo>
                    <a:pt x="1304426" y="22446"/>
                  </a:lnTo>
                  <a:lnTo>
                    <a:pt x="1296568" y="22450"/>
                  </a:lnTo>
                  <a:lnTo>
                    <a:pt x="1288710" y="22453"/>
                  </a:lnTo>
                  <a:lnTo>
                    <a:pt x="1280852" y="22457"/>
                  </a:lnTo>
                  <a:lnTo>
                    <a:pt x="1272994" y="22461"/>
                  </a:lnTo>
                  <a:lnTo>
                    <a:pt x="1265136" y="22465"/>
                  </a:lnTo>
                  <a:lnTo>
                    <a:pt x="1257278" y="22468"/>
                  </a:lnTo>
                  <a:lnTo>
                    <a:pt x="1249420" y="22472"/>
                  </a:lnTo>
                  <a:lnTo>
                    <a:pt x="1241562" y="22476"/>
                  </a:lnTo>
                  <a:lnTo>
                    <a:pt x="1233704" y="22479"/>
                  </a:lnTo>
                  <a:lnTo>
                    <a:pt x="1225846" y="22483"/>
                  </a:lnTo>
                  <a:lnTo>
                    <a:pt x="1217988" y="22487"/>
                  </a:lnTo>
                  <a:lnTo>
                    <a:pt x="1210130" y="22490"/>
                  </a:lnTo>
                  <a:lnTo>
                    <a:pt x="1202272" y="22494"/>
                  </a:lnTo>
                  <a:lnTo>
                    <a:pt x="1194414" y="22497"/>
                  </a:lnTo>
                  <a:lnTo>
                    <a:pt x="1186556" y="22501"/>
                  </a:lnTo>
                  <a:lnTo>
                    <a:pt x="1178698" y="22505"/>
                  </a:lnTo>
                  <a:lnTo>
                    <a:pt x="1170840" y="22508"/>
                  </a:lnTo>
                  <a:lnTo>
                    <a:pt x="1162982" y="22511"/>
                  </a:lnTo>
                  <a:lnTo>
                    <a:pt x="1155124" y="22515"/>
                  </a:lnTo>
                  <a:lnTo>
                    <a:pt x="1147266" y="22518"/>
                  </a:lnTo>
                  <a:lnTo>
                    <a:pt x="1139408" y="22521"/>
                  </a:lnTo>
                  <a:lnTo>
                    <a:pt x="1131550" y="22525"/>
                  </a:lnTo>
                  <a:lnTo>
                    <a:pt x="1123692" y="22528"/>
                  </a:lnTo>
                  <a:lnTo>
                    <a:pt x="1115834" y="22531"/>
                  </a:lnTo>
                  <a:lnTo>
                    <a:pt x="1107976" y="22535"/>
                  </a:lnTo>
                  <a:lnTo>
                    <a:pt x="1100118" y="22538"/>
                  </a:lnTo>
                  <a:lnTo>
                    <a:pt x="1092260" y="22541"/>
                  </a:lnTo>
                  <a:lnTo>
                    <a:pt x="1084402" y="22544"/>
                  </a:lnTo>
                  <a:lnTo>
                    <a:pt x="1076544" y="22547"/>
                  </a:lnTo>
                  <a:lnTo>
                    <a:pt x="1068686" y="22550"/>
                  </a:lnTo>
                  <a:lnTo>
                    <a:pt x="1060828" y="22553"/>
                  </a:lnTo>
                  <a:lnTo>
                    <a:pt x="1052970" y="22556"/>
                  </a:lnTo>
                  <a:lnTo>
                    <a:pt x="1045112" y="22559"/>
                  </a:lnTo>
                  <a:lnTo>
                    <a:pt x="1037254" y="22562"/>
                  </a:lnTo>
                  <a:lnTo>
                    <a:pt x="1029397" y="22565"/>
                  </a:lnTo>
                  <a:lnTo>
                    <a:pt x="1021539" y="22568"/>
                  </a:lnTo>
                  <a:lnTo>
                    <a:pt x="1013681" y="22570"/>
                  </a:lnTo>
                  <a:lnTo>
                    <a:pt x="1005823" y="22573"/>
                  </a:lnTo>
                  <a:lnTo>
                    <a:pt x="997965" y="22576"/>
                  </a:lnTo>
                  <a:lnTo>
                    <a:pt x="990107" y="22579"/>
                  </a:lnTo>
                  <a:lnTo>
                    <a:pt x="982249" y="22582"/>
                  </a:lnTo>
                  <a:lnTo>
                    <a:pt x="974391" y="22585"/>
                  </a:lnTo>
                  <a:lnTo>
                    <a:pt x="966533" y="22588"/>
                  </a:lnTo>
                  <a:lnTo>
                    <a:pt x="958675" y="22591"/>
                  </a:lnTo>
                  <a:lnTo>
                    <a:pt x="950817" y="22594"/>
                  </a:lnTo>
                  <a:lnTo>
                    <a:pt x="942959" y="22597"/>
                  </a:lnTo>
                  <a:lnTo>
                    <a:pt x="935101" y="22600"/>
                  </a:lnTo>
                  <a:lnTo>
                    <a:pt x="927243" y="22603"/>
                  </a:lnTo>
                  <a:lnTo>
                    <a:pt x="919385" y="22606"/>
                  </a:lnTo>
                  <a:lnTo>
                    <a:pt x="911527" y="22609"/>
                  </a:lnTo>
                  <a:lnTo>
                    <a:pt x="903669" y="22612"/>
                  </a:lnTo>
                  <a:lnTo>
                    <a:pt x="895811" y="22615"/>
                  </a:lnTo>
                  <a:lnTo>
                    <a:pt x="887953" y="22617"/>
                  </a:lnTo>
                  <a:lnTo>
                    <a:pt x="880095" y="22620"/>
                  </a:lnTo>
                  <a:lnTo>
                    <a:pt x="872237" y="22623"/>
                  </a:lnTo>
                  <a:lnTo>
                    <a:pt x="864379" y="22626"/>
                  </a:lnTo>
                  <a:lnTo>
                    <a:pt x="856521" y="22629"/>
                  </a:lnTo>
                  <a:lnTo>
                    <a:pt x="848663" y="22631"/>
                  </a:lnTo>
                  <a:lnTo>
                    <a:pt x="840805" y="22634"/>
                  </a:lnTo>
                  <a:lnTo>
                    <a:pt x="832947" y="22637"/>
                  </a:lnTo>
                  <a:lnTo>
                    <a:pt x="825089" y="22639"/>
                  </a:lnTo>
                  <a:lnTo>
                    <a:pt x="817231" y="22642"/>
                  </a:lnTo>
                  <a:lnTo>
                    <a:pt x="809373" y="22645"/>
                  </a:lnTo>
                  <a:lnTo>
                    <a:pt x="801515" y="22647"/>
                  </a:lnTo>
                  <a:lnTo>
                    <a:pt x="793657" y="22650"/>
                  </a:lnTo>
                  <a:lnTo>
                    <a:pt x="785799" y="22652"/>
                  </a:lnTo>
                  <a:lnTo>
                    <a:pt x="777941" y="22655"/>
                  </a:lnTo>
                  <a:lnTo>
                    <a:pt x="770083" y="22657"/>
                  </a:lnTo>
                  <a:lnTo>
                    <a:pt x="762225" y="22660"/>
                  </a:lnTo>
                  <a:lnTo>
                    <a:pt x="754367" y="22662"/>
                  </a:lnTo>
                  <a:lnTo>
                    <a:pt x="746509" y="22664"/>
                  </a:lnTo>
                  <a:lnTo>
                    <a:pt x="738651" y="22667"/>
                  </a:lnTo>
                  <a:lnTo>
                    <a:pt x="730793" y="22669"/>
                  </a:lnTo>
                  <a:lnTo>
                    <a:pt x="722935" y="22672"/>
                  </a:lnTo>
                  <a:lnTo>
                    <a:pt x="715077" y="22674"/>
                  </a:lnTo>
                  <a:lnTo>
                    <a:pt x="707219" y="22676"/>
                  </a:lnTo>
                  <a:lnTo>
                    <a:pt x="699361" y="22679"/>
                  </a:lnTo>
                  <a:lnTo>
                    <a:pt x="691503" y="22681"/>
                  </a:lnTo>
                  <a:lnTo>
                    <a:pt x="683645" y="22683"/>
                  </a:lnTo>
                  <a:lnTo>
                    <a:pt x="675787" y="22685"/>
                  </a:lnTo>
                  <a:lnTo>
                    <a:pt x="667929" y="22688"/>
                  </a:lnTo>
                  <a:lnTo>
                    <a:pt x="660071" y="22690"/>
                  </a:lnTo>
                  <a:lnTo>
                    <a:pt x="652213" y="22692"/>
                  </a:lnTo>
                  <a:lnTo>
                    <a:pt x="644355" y="22694"/>
                  </a:lnTo>
                  <a:lnTo>
                    <a:pt x="636497" y="22697"/>
                  </a:lnTo>
                  <a:lnTo>
                    <a:pt x="628639" y="22699"/>
                  </a:lnTo>
                  <a:lnTo>
                    <a:pt x="620781" y="22701"/>
                  </a:lnTo>
                  <a:lnTo>
                    <a:pt x="612923" y="22703"/>
                  </a:lnTo>
                  <a:lnTo>
                    <a:pt x="605065" y="22705"/>
                  </a:lnTo>
                  <a:lnTo>
                    <a:pt x="597207" y="22707"/>
                  </a:lnTo>
                  <a:lnTo>
                    <a:pt x="589349" y="22710"/>
                  </a:lnTo>
                  <a:lnTo>
                    <a:pt x="581491" y="22712"/>
                  </a:lnTo>
                  <a:lnTo>
                    <a:pt x="573633" y="22714"/>
                  </a:lnTo>
                  <a:lnTo>
                    <a:pt x="565775" y="22716"/>
                  </a:lnTo>
                  <a:lnTo>
                    <a:pt x="557917" y="22718"/>
                  </a:lnTo>
                  <a:lnTo>
                    <a:pt x="550059" y="22720"/>
                  </a:lnTo>
                  <a:lnTo>
                    <a:pt x="542201" y="22722"/>
                  </a:lnTo>
                  <a:lnTo>
                    <a:pt x="534343" y="22724"/>
                  </a:lnTo>
                  <a:lnTo>
                    <a:pt x="526485" y="22726"/>
                  </a:lnTo>
                  <a:lnTo>
                    <a:pt x="518627" y="22728"/>
                  </a:lnTo>
                  <a:lnTo>
                    <a:pt x="510769" y="22730"/>
                  </a:lnTo>
                  <a:lnTo>
                    <a:pt x="502911" y="22732"/>
                  </a:lnTo>
                  <a:lnTo>
                    <a:pt x="495053" y="22734"/>
                  </a:lnTo>
                  <a:lnTo>
                    <a:pt x="487195" y="22736"/>
                  </a:lnTo>
                  <a:lnTo>
                    <a:pt x="479337" y="22738"/>
                  </a:lnTo>
                  <a:lnTo>
                    <a:pt x="471479" y="22740"/>
                  </a:lnTo>
                  <a:lnTo>
                    <a:pt x="463621" y="22742"/>
                  </a:lnTo>
                  <a:lnTo>
                    <a:pt x="455763" y="22744"/>
                  </a:lnTo>
                  <a:lnTo>
                    <a:pt x="447905" y="22745"/>
                  </a:lnTo>
                  <a:lnTo>
                    <a:pt x="440047" y="22747"/>
                  </a:lnTo>
                  <a:lnTo>
                    <a:pt x="432189" y="22753"/>
                  </a:lnTo>
                  <a:lnTo>
                    <a:pt x="424331" y="22763"/>
                  </a:lnTo>
                  <a:lnTo>
                    <a:pt x="416473" y="22773"/>
                  </a:lnTo>
                  <a:lnTo>
                    <a:pt x="408615" y="22782"/>
                  </a:lnTo>
                  <a:lnTo>
                    <a:pt x="400757" y="22792"/>
                  </a:lnTo>
                  <a:lnTo>
                    <a:pt x="392899" y="22801"/>
                  </a:lnTo>
                  <a:lnTo>
                    <a:pt x="385041" y="22810"/>
                  </a:lnTo>
                  <a:lnTo>
                    <a:pt x="377183" y="22819"/>
                  </a:lnTo>
                  <a:lnTo>
                    <a:pt x="369325" y="22828"/>
                  </a:lnTo>
                  <a:lnTo>
                    <a:pt x="361467" y="22836"/>
                  </a:lnTo>
                  <a:lnTo>
                    <a:pt x="353609" y="22845"/>
                  </a:lnTo>
                  <a:lnTo>
                    <a:pt x="345751" y="22853"/>
                  </a:lnTo>
                  <a:lnTo>
                    <a:pt x="337893" y="22861"/>
                  </a:lnTo>
                  <a:lnTo>
                    <a:pt x="330035" y="22869"/>
                  </a:lnTo>
                  <a:lnTo>
                    <a:pt x="322177" y="22877"/>
                  </a:lnTo>
                  <a:lnTo>
                    <a:pt x="314319" y="22885"/>
                  </a:lnTo>
                  <a:lnTo>
                    <a:pt x="306461" y="22892"/>
                  </a:lnTo>
                  <a:lnTo>
                    <a:pt x="298603" y="22900"/>
                  </a:lnTo>
                  <a:lnTo>
                    <a:pt x="290745" y="22907"/>
                  </a:lnTo>
                  <a:lnTo>
                    <a:pt x="282887" y="22915"/>
                  </a:lnTo>
                  <a:lnTo>
                    <a:pt x="275029" y="22922"/>
                  </a:lnTo>
                  <a:lnTo>
                    <a:pt x="267171" y="22929"/>
                  </a:lnTo>
                  <a:lnTo>
                    <a:pt x="259313" y="22936"/>
                  </a:lnTo>
                  <a:lnTo>
                    <a:pt x="251455" y="22943"/>
                  </a:lnTo>
                  <a:lnTo>
                    <a:pt x="243597" y="22950"/>
                  </a:lnTo>
                  <a:lnTo>
                    <a:pt x="235739" y="22956"/>
                  </a:lnTo>
                  <a:lnTo>
                    <a:pt x="227881" y="22963"/>
                  </a:lnTo>
                  <a:lnTo>
                    <a:pt x="220023" y="22970"/>
                  </a:lnTo>
                  <a:lnTo>
                    <a:pt x="212165" y="22977"/>
                  </a:lnTo>
                  <a:lnTo>
                    <a:pt x="204307" y="22984"/>
                  </a:lnTo>
                  <a:lnTo>
                    <a:pt x="196449" y="22990"/>
                  </a:lnTo>
                  <a:lnTo>
                    <a:pt x="188591" y="22996"/>
                  </a:lnTo>
                  <a:lnTo>
                    <a:pt x="180733" y="23002"/>
                  </a:lnTo>
                  <a:lnTo>
                    <a:pt x="172875" y="23007"/>
                  </a:lnTo>
                  <a:lnTo>
                    <a:pt x="165017" y="23013"/>
                  </a:lnTo>
                  <a:lnTo>
                    <a:pt x="157159" y="23018"/>
                  </a:lnTo>
                  <a:lnTo>
                    <a:pt x="149301" y="23024"/>
                  </a:lnTo>
                  <a:lnTo>
                    <a:pt x="141443" y="23029"/>
                  </a:lnTo>
                  <a:lnTo>
                    <a:pt x="133585" y="23035"/>
                  </a:lnTo>
                  <a:lnTo>
                    <a:pt x="125727" y="23040"/>
                  </a:lnTo>
                  <a:lnTo>
                    <a:pt x="117869" y="23045"/>
                  </a:lnTo>
                  <a:lnTo>
                    <a:pt x="110011" y="23050"/>
                  </a:lnTo>
                  <a:lnTo>
                    <a:pt x="102153" y="23055"/>
                  </a:lnTo>
                  <a:lnTo>
                    <a:pt x="94295" y="23061"/>
                  </a:lnTo>
                  <a:lnTo>
                    <a:pt x="86437" y="23066"/>
                  </a:lnTo>
                  <a:lnTo>
                    <a:pt x="78579" y="23071"/>
                  </a:lnTo>
                  <a:lnTo>
                    <a:pt x="70721" y="23076"/>
                  </a:lnTo>
                  <a:lnTo>
                    <a:pt x="62863" y="23081"/>
                  </a:lnTo>
                  <a:lnTo>
                    <a:pt x="55005" y="23085"/>
                  </a:lnTo>
                  <a:lnTo>
                    <a:pt x="47147" y="23090"/>
                  </a:lnTo>
                  <a:lnTo>
                    <a:pt x="39289" y="23095"/>
                  </a:lnTo>
                  <a:lnTo>
                    <a:pt x="31431" y="23100"/>
                  </a:lnTo>
                  <a:lnTo>
                    <a:pt x="23573" y="23105"/>
                  </a:lnTo>
                  <a:lnTo>
                    <a:pt x="15715" y="23110"/>
                  </a:lnTo>
                  <a:lnTo>
                    <a:pt x="7857" y="23115"/>
                  </a:lnTo>
                  <a:lnTo>
                    <a:pt x="0" y="23121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6029658" y="4816312"/>
              <a:ext cx="2035220" cy="22833"/>
            </a:xfrm>
            <a:custGeom>
              <a:avLst/>
              <a:pathLst>
                <a:path w="2035220" h="22833">
                  <a:moveTo>
                    <a:pt x="0" y="22833"/>
                  </a:moveTo>
                  <a:lnTo>
                    <a:pt x="7857" y="22832"/>
                  </a:lnTo>
                  <a:lnTo>
                    <a:pt x="15715" y="22831"/>
                  </a:lnTo>
                  <a:lnTo>
                    <a:pt x="23573" y="22829"/>
                  </a:lnTo>
                  <a:lnTo>
                    <a:pt x="31431" y="22828"/>
                  </a:lnTo>
                  <a:lnTo>
                    <a:pt x="39289" y="22827"/>
                  </a:lnTo>
                  <a:lnTo>
                    <a:pt x="47147" y="22826"/>
                  </a:lnTo>
                  <a:lnTo>
                    <a:pt x="55005" y="22824"/>
                  </a:lnTo>
                  <a:lnTo>
                    <a:pt x="62863" y="22823"/>
                  </a:lnTo>
                  <a:lnTo>
                    <a:pt x="70721" y="22822"/>
                  </a:lnTo>
                  <a:lnTo>
                    <a:pt x="78579" y="22821"/>
                  </a:lnTo>
                  <a:lnTo>
                    <a:pt x="86437" y="22819"/>
                  </a:lnTo>
                  <a:lnTo>
                    <a:pt x="94295" y="22818"/>
                  </a:lnTo>
                  <a:lnTo>
                    <a:pt x="102153" y="22817"/>
                  </a:lnTo>
                  <a:lnTo>
                    <a:pt x="110011" y="22815"/>
                  </a:lnTo>
                  <a:lnTo>
                    <a:pt x="117869" y="22814"/>
                  </a:lnTo>
                  <a:lnTo>
                    <a:pt x="125727" y="22812"/>
                  </a:lnTo>
                  <a:lnTo>
                    <a:pt x="133585" y="22811"/>
                  </a:lnTo>
                  <a:lnTo>
                    <a:pt x="141443" y="22810"/>
                  </a:lnTo>
                  <a:lnTo>
                    <a:pt x="149301" y="22808"/>
                  </a:lnTo>
                  <a:lnTo>
                    <a:pt x="157159" y="22807"/>
                  </a:lnTo>
                  <a:lnTo>
                    <a:pt x="165017" y="22805"/>
                  </a:lnTo>
                  <a:lnTo>
                    <a:pt x="172875" y="22804"/>
                  </a:lnTo>
                  <a:lnTo>
                    <a:pt x="180733" y="22802"/>
                  </a:lnTo>
                  <a:lnTo>
                    <a:pt x="188591" y="22801"/>
                  </a:lnTo>
                  <a:lnTo>
                    <a:pt x="196449" y="22799"/>
                  </a:lnTo>
                  <a:lnTo>
                    <a:pt x="204307" y="22798"/>
                  </a:lnTo>
                  <a:lnTo>
                    <a:pt x="212165" y="22796"/>
                  </a:lnTo>
                  <a:lnTo>
                    <a:pt x="220023" y="22794"/>
                  </a:lnTo>
                  <a:lnTo>
                    <a:pt x="227881" y="22793"/>
                  </a:lnTo>
                  <a:lnTo>
                    <a:pt x="235739" y="22791"/>
                  </a:lnTo>
                  <a:lnTo>
                    <a:pt x="243597" y="22790"/>
                  </a:lnTo>
                  <a:lnTo>
                    <a:pt x="251455" y="22788"/>
                  </a:lnTo>
                  <a:lnTo>
                    <a:pt x="259313" y="22787"/>
                  </a:lnTo>
                  <a:lnTo>
                    <a:pt x="267171" y="22785"/>
                  </a:lnTo>
                  <a:lnTo>
                    <a:pt x="275029" y="22783"/>
                  </a:lnTo>
                  <a:lnTo>
                    <a:pt x="282887" y="22782"/>
                  </a:lnTo>
                  <a:lnTo>
                    <a:pt x="290745" y="22780"/>
                  </a:lnTo>
                  <a:lnTo>
                    <a:pt x="298603" y="22779"/>
                  </a:lnTo>
                  <a:lnTo>
                    <a:pt x="306461" y="22777"/>
                  </a:lnTo>
                  <a:lnTo>
                    <a:pt x="314319" y="22775"/>
                  </a:lnTo>
                  <a:lnTo>
                    <a:pt x="322177" y="22774"/>
                  </a:lnTo>
                  <a:lnTo>
                    <a:pt x="330035" y="22772"/>
                  </a:lnTo>
                  <a:lnTo>
                    <a:pt x="337893" y="22770"/>
                  </a:lnTo>
                  <a:lnTo>
                    <a:pt x="345751" y="22769"/>
                  </a:lnTo>
                  <a:lnTo>
                    <a:pt x="353609" y="22767"/>
                  </a:lnTo>
                  <a:lnTo>
                    <a:pt x="361467" y="22765"/>
                  </a:lnTo>
                  <a:lnTo>
                    <a:pt x="369325" y="22764"/>
                  </a:lnTo>
                  <a:lnTo>
                    <a:pt x="377183" y="22762"/>
                  </a:lnTo>
                  <a:lnTo>
                    <a:pt x="385041" y="22760"/>
                  </a:lnTo>
                  <a:lnTo>
                    <a:pt x="392899" y="22758"/>
                  </a:lnTo>
                  <a:lnTo>
                    <a:pt x="400757" y="22756"/>
                  </a:lnTo>
                  <a:lnTo>
                    <a:pt x="408615" y="22755"/>
                  </a:lnTo>
                  <a:lnTo>
                    <a:pt x="416473" y="22753"/>
                  </a:lnTo>
                  <a:lnTo>
                    <a:pt x="424331" y="22751"/>
                  </a:lnTo>
                  <a:lnTo>
                    <a:pt x="432189" y="22749"/>
                  </a:lnTo>
                  <a:lnTo>
                    <a:pt x="440047" y="22744"/>
                  </a:lnTo>
                  <a:lnTo>
                    <a:pt x="447905" y="22733"/>
                  </a:lnTo>
                  <a:lnTo>
                    <a:pt x="455763" y="22723"/>
                  </a:lnTo>
                  <a:lnTo>
                    <a:pt x="463621" y="22713"/>
                  </a:lnTo>
                  <a:lnTo>
                    <a:pt x="471479" y="22702"/>
                  </a:lnTo>
                  <a:lnTo>
                    <a:pt x="479337" y="22691"/>
                  </a:lnTo>
                  <a:lnTo>
                    <a:pt x="487195" y="22680"/>
                  </a:lnTo>
                  <a:lnTo>
                    <a:pt x="495053" y="22669"/>
                  </a:lnTo>
                  <a:lnTo>
                    <a:pt x="502911" y="22657"/>
                  </a:lnTo>
                  <a:lnTo>
                    <a:pt x="510769" y="22646"/>
                  </a:lnTo>
                  <a:lnTo>
                    <a:pt x="518627" y="22634"/>
                  </a:lnTo>
                  <a:lnTo>
                    <a:pt x="526485" y="22622"/>
                  </a:lnTo>
                  <a:lnTo>
                    <a:pt x="534343" y="22610"/>
                  </a:lnTo>
                  <a:lnTo>
                    <a:pt x="542201" y="22597"/>
                  </a:lnTo>
                  <a:lnTo>
                    <a:pt x="550059" y="22584"/>
                  </a:lnTo>
                  <a:lnTo>
                    <a:pt x="557917" y="22571"/>
                  </a:lnTo>
                  <a:lnTo>
                    <a:pt x="565775" y="22558"/>
                  </a:lnTo>
                  <a:lnTo>
                    <a:pt x="573633" y="22545"/>
                  </a:lnTo>
                  <a:lnTo>
                    <a:pt x="581491" y="22531"/>
                  </a:lnTo>
                  <a:lnTo>
                    <a:pt x="589349" y="22517"/>
                  </a:lnTo>
                  <a:lnTo>
                    <a:pt x="597207" y="22503"/>
                  </a:lnTo>
                  <a:lnTo>
                    <a:pt x="605065" y="22488"/>
                  </a:lnTo>
                  <a:lnTo>
                    <a:pt x="612923" y="22473"/>
                  </a:lnTo>
                  <a:lnTo>
                    <a:pt x="620781" y="22458"/>
                  </a:lnTo>
                  <a:lnTo>
                    <a:pt x="628639" y="22442"/>
                  </a:lnTo>
                  <a:lnTo>
                    <a:pt x="636497" y="22426"/>
                  </a:lnTo>
                  <a:lnTo>
                    <a:pt x="644355" y="22410"/>
                  </a:lnTo>
                  <a:lnTo>
                    <a:pt x="652213" y="22394"/>
                  </a:lnTo>
                  <a:lnTo>
                    <a:pt x="660071" y="22378"/>
                  </a:lnTo>
                  <a:lnTo>
                    <a:pt x="667929" y="22361"/>
                  </a:lnTo>
                  <a:lnTo>
                    <a:pt x="675787" y="22342"/>
                  </a:lnTo>
                  <a:lnTo>
                    <a:pt x="683645" y="22325"/>
                  </a:lnTo>
                  <a:lnTo>
                    <a:pt x="691503" y="22308"/>
                  </a:lnTo>
                  <a:lnTo>
                    <a:pt x="699361" y="22290"/>
                  </a:lnTo>
                  <a:lnTo>
                    <a:pt x="707219" y="22273"/>
                  </a:lnTo>
                  <a:lnTo>
                    <a:pt x="715077" y="22254"/>
                  </a:lnTo>
                  <a:lnTo>
                    <a:pt x="722935" y="22234"/>
                  </a:lnTo>
                  <a:lnTo>
                    <a:pt x="730793" y="22215"/>
                  </a:lnTo>
                  <a:lnTo>
                    <a:pt x="738651" y="22196"/>
                  </a:lnTo>
                  <a:lnTo>
                    <a:pt x="746509" y="22176"/>
                  </a:lnTo>
                  <a:lnTo>
                    <a:pt x="754367" y="22155"/>
                  </a:lnTo>
                  <a:lnTo>
                    <a:pt x="762225" y="22134"/>
                  </a:lnTo>
                  <a:lnTo>
                    <a:pt x="770083" y="22115"/>
                  </a:lnTo>
                  <a:lnTo>
                    <a:pt x="777941" y="22096"/>
                  </a:lnTo>
                  <a:lnTo>
                    <a:pt x="785799" y="22077"/>
                  </a:lnTo>
                  <a:lnTo>
                    <a:pt x="793657" y="22057"/>
                  </a:lnTo>
                  <a:lnTo>
                    <a:pt x="801515" y="22035"/>
                  </a:lnTo>
                  <a:lnTo>
                    <a:pt x="809373" y="22011"/>
                  </a:lnTo>
                  <a:lnTo>
                    <a:pt x="817231" y="21988"/>
                  </a:lnTo>
                  <a:lnTo>
                    <a:pt x="825089" y="21964"/>
                  </a:lnTo>
                  <a:lnTo>
                    <a:pt x="832947" y="21940"/>
                  </a:lnTo>
                  <a:lnTo>
                    <a:pt x="840805" y="21915"/>
                  </a:lnTo>
                  <a:lnTo>
                    <a:pt x="848663" y="21890"/>
                  </a:lnTo>
                  <a:lnTo>
                    <a:pt x="856521" y="21864"/>
                  </a:lnTo>
                  <a:lnTo>
                    <a:pt x="864379" y="21838"/>
                  </a:lnTo>
                  <a:lnTo>
                    <a:pt x="872237" y="21811"/>
                  </a:lnTo>
                  <a:lnTo>
                    <a:pt x="880095" y="21784"/>
                  </a:lnTo>
                  <a:lnTo>
                    <a:pt x="887953" y="21756"/>
                  </a:lnTo>
                  <a:lnTo>
                    <a:pt x="895811" y="21728"/>
                  </a:lnTo>
                  <a:lnTo>
                    <a:pt x="903669" y="21699"/>
                  </a:lnTo>
                  <a:lnTo>
                    <a:pt x="911527" y="21670"/>
                  </a:lnTo>
                  <a:lnTo>
                    <a:pt x="919385" y="21640"/>
                  </a:lnTo>
                  <a:lnTo>
                    <a:pt x="927243" y="21610"/>
                  </a:lnTo>
                  <a:lnTo>
                    <a:pt x="935101" y="21579"/>
                  </a:lnTo>
                  <a:lnTo>
                    <a:pt x="942959" y="21547"/>
                  </a:lnTo>
                  <a:lnTo>
                    <a:pt x="950817" y="21515"/>
                  </a:lnTo>
                  <a:lnTo>
                    <a:pt x="958675" y="21482"/>
                  </a:lnTo>
                  <a:lnTo>
                    <a:pt x="966533" y="21446"/>
                  </a:lnTo>
                  <a:lnTo>
                    <a:pt x="974391" y="21410"/>
                  </a:lnTo>
                  <a:lnTo>
                    <a:pt x="982249" y="21375"/>
                  </a:lnTo>
                  <a:lnTo>
                    <a:pt x="990107" y="21341"/>
                  </a:lnTo>
                  <a:lnTo>
                    <a:pt x="997965" y="21306"/>
                  </a:lnTo>
                  <a:lnTo>
                    <a:pt x="1005823" y="21270"/>
                  </a:lnTo>
                  <a:lnTo>
                    <a:pt x="1013681" y="21234"/>
                  </a:lnTo>
                  <a:lnTo>
                    <a:pt x="1021539" y="21197"/>
                  </a:lnTo>
                  <a:lnTo>
                    <a:pt x="1029397" y="21160"/>
                  </a:lnTo>
                  <a:lnTo>
                    <a:pt x="1037254" y="21120"/>
                  </a:lnTo>
                  <a:lnTo>
                    <a:pt x="1045112" y="21080"/>
                  </a:lnTo>
                  <a:lnTo>
                    <a:pt x="1052970" y="21038"/>
                  </a:lnTo>
                  <a:lnTo>
                    <a:pt x="1060828" y="20997"/>
                  </a:lnTo>
                  <a:lnTo>
                    <a:pt x="1068686" y="20956"/>
                  </a:lnTo>
                  <a:lnTo>
                    <a:pt x="1076544" y="20913"/>
                  </a:lnTo>
                  <a:lnTo>
                    <a:pt x="1084402" y="20869"/>
                  </a:lnTo>
                  <a:lnTo>
                    <a:pt x="1092260" y="20824"/>
                  </a:lnTo>
                  <a:lnTo>
                    <a:pt x="1100118" y="20779"/>
                  </a:lnTo>
                  <a:lnTo>
                    <a:pt x="1107976" y="20730"/>
                  </a:lnTo>
                  <a:lnTo>
                    <a:pt x="1115834" y="20680"/>
                  </a:lnTo>
                  <a:lnTo>
                    <a:pt x="1123692" y="20628"/>
                  </a:lnTo>
                  <a:lnTo>
                    <a:pt x="1131550" y="20579"/>
                  </a:lnTo>
                  <a:lnTo>
                    <a:pt x="1139408" y="20530"/>
                  </a:lnTo>
                  <a:lnTo>
                    <a:pt x="1147266" y="20475"/>
                  </a:lnTo>
                  <a:lnTo>
                    <a:pt x="1155124" y="20418"/>
                  </a:lnTo>
                  <a:lnTo>
                    <a:pt x="1162982" y="20366"/>
                  </a:lnTo>
                  <a:lnTo>
                    <a:pt x="1170840" y="20315"/>
                  </a:lnTo>
                  <a:lnTo>
                    <a:pt x="1178698" y="20262"/>
                  </a:lnTo>
                  <a:lnTo>
                    <a:pt x="1186556" y="20201"/>
                  </a:lnTo>
                  <a:lnTo>
                    <a:pt x="1194414" y="20139"/>
                  </a:lnTo>
                  <a:lnTo>
                    <a:pt x="1202272" y="20075"/>
                  </a:lnTo>
                  <a:lnTo>
                    <a:pt x="1210130" y="20018"/>
                  </a:lnTo>
                  <a:lnTo>
                    <a:pt x="1217988" y="19962"/>
                  </a:lnTo>
                  <a:lnTo>
                    <a:pt x="1225846" y="19895"/>
                  </a:lnTo>
                  <a:lnTo>
                    <a:pt x="1233704" y="19829"/>
                  </a:lnTo>
                  <a:lnTo>
                    <a:pt x="1241562" y="19762"/>
                  </a:lnTo>
                  <a:lnTo>
                    <a:pt x="1249420" y="19694"/>
                  </a:lnTo>
                  <a:lnTo>
                    <a:pt x="1257278" y="19624"/>
                  </a:lnTo>
                  <a:lnTo>
                    <a:pt x="1265136" y="19555"/>
                  </a:lnTo>
                  <a:lnTo>
                    <a:pt x="1272994" y="19487"/>
                  </a:lnTo>
                  <a:lnTo>
                    <a:pt x="1280852" y="19418"/>
                  </a:lnTo>
                  <a:lnTo>
                    <a:pt x="1288710" y="19347"/>
                  </a:lnTo>
                  <a:lnTo>
                    <a:pt x="1296568" y="19262"/>
                  </a:lnTo>
                  <a:lnTo>
                    <a:pt x="1304426" y="19190"/>
                  </a:lnTo>
                  <a:lnTo>
                    <a:pt x="1312284" y="19118"/>
                  </a:lnTo>
                  <a:lnTo>
                    <a:pt x="1320142" y="19044"/>
                  </a:lnTo>
                  <a:lnTo>
                    <a:pt x="1328000" y="18969"/>
                  </a:lnTo>
                  <a:lnTo>
                    <a:pt x="1335858" y="18892"/>
                  </a:lnTo>
                  <a:lnTo>
                    <a:pt x="1343716" y="18815"/>
                  </a:lnTo>
                  <a:lnTo>
                    <a:pt x="1351574" y="18733"/>
                  </a:lnTo>
                  <a:lnTo>
                    <a:pt x="1359432" y="18654"/>
                  </a:lnTo>
                  <a:lnTo>
                    <a:pt x="1367290" y="18573"/>
                  </a:lnTo>
                  <a:lnTo>
                    <a:pt x="1375148" y="18489"/>
                  </a:lnTo>
                  <a:lnTo>
                    <a:pt x="1383006" y="18397"/>
                  </a:lnTo>
                  <a:lnTo>
                    <a:pt x="1390864" y="18282"/>
                  </a:lnTo>
                  <a:lnTo>
                    <a:pt x="1398722" y="18165"/>
                  </a:lnTo>
                  <a:lnTo>
                    <a:pt x="1406580" y="18045"/>
                  </a:lnTo>
                  <a:lnTo>
                    <a:pt x="1414438" y="17922"/>
                  </a:lnTo>
                  <a:lnTo>
                    <a:pt x="1422296" y="17827"/>
                  </a:lnTo>
                  <a:lnTo>
                    <a:pt x="1430154" y="17733"/>
                  </a:lnTo>
                  <a:lnTo>
                    <a:pt x="1438012" y="17636"/>
                  </a:lnTo>
                  <a:lnTo>
                    <a:pt x="1445870" y="17539"/>
                  </a:lnTo>
                  <a:lnTo>
                    <a:pt x="1453728" y="17440"/>
                  </a:lnTo>
                  <a:lnTo>
                    <a:pt x="1461586" y="17340"/>
                  </a:lnTo>
                  <a:lnTo>
                    <a:pt x="1469444" y="17254"/>
                  </a:lnTo>
                  <a:lnTo>
                    <a:pt x="1477302" y="17138"/>
                  </a:lnTo>
                  <a:lnTo>
                    <a:pt x="1485160" y="17026"/>
                  </a:lnTo>
                  <a:lnTo>
                    <a:pt x="1493018" y="16918"/>
                  </a:lnTo>
                  <a:lnTo>
                    <a:pt x="1500876" y="16796"/>
                  </a:lnTo>
                  <a:lnTo>
                    <a:pt x="1508734" y="16650"/>
                  </a:lnTo>
                  <a:lnTo>
                    <a:pt x="1516592" y="16535"/>
                  </a:lnTo>
                  <a:lnTo>
                    <a:pt x="1524450" y="16419"/>
                  </a:lnTo>
                  <a:lnTo>
                    <a:pt x="1532308" y="16298"/>
                  </a:lnTo>
                  <a:lnTo>
                    <a:pt x="1540166" y="16161"/>
                  </a:lnTo>
                  <a:lnTo>
                    <a:pt x="1548024" y="16022"/>
                  </a:lnTo>
                  <a:lnTo>
                    <a:pt x="1555882" y="15880"/>
                  </a:lnTo>
                  <a:lnTo>
                    <a:pt x="1563740" y="15735"/>
                  </a:lnTo>
                  <a:lnTo>
                    <a:pt x="1571598" y="15587"/>
                  </a:lnTo>
                  <a:lnTo>
                    <a:pt x="1579456" y="15436"/>
                  </a:lnTo>
                  <a:lnTo>
                    <a:pt x="1587314" y="15282"/>
                  </a:lnTo>
                  <a:lnTo>
                    <a:pt x="1595172" y="15125"/>
                  </a:lnTo>
                  <a:lnTo>
                    <a:pt x="1603030" y="14965"/>
                  </a:lnTo>
                  <a:lnTo>
                    <a:pt x="1610888" y="14802"/>
                  </a:lnTo>
                  <a:lnTo>
                    <a:pt x="1618746" y="14636"/>
                  </a:lnTo>
                  <a:lnTo>
                    <a:pt x="1626604" y="14466"/>
                  </a:lnTo>
                  <a:lnTo>
                    <a:pt x="1634462" y="14293"/>
                  </a:lnTo>
                  <a:lnTo>
                    <a:pt x="1642320" y="14112"/>
                  </a:lnTo>
                  <a:lnTo>
                    <a:pt x="1650178" y="13919"/>
                  </a:lnTo>
                  <a:lnTo>
                    <a:pt x="1658036" y="13722"/>
                  </a:lnTo>
                  <a:lnTo>
                    <a:pt x="1665894" y="13534"/>
                  </a:lnTo>
                  <a:lnTo>
                    <a:pt x="1673752" y="13344"/>
                  </a:lnTo>
                  <a:lnTo>
                    <a:pt x="1681610" y="13151"/>
                  </a:lnTo>
                  <a:lnTo>
                    <a:pt x="1689468" y="12955"/>
                  </a:lnTo>
                  <a:lnTo>
                    <a:pt x="1697326" y="12774"/>
                  </a:lnTo>
                  <a:lnTo>
                    <a:pt x="1705184" y="12576"/>
                  </a:lnTo>
                  <a:lnTo>
                    <a:pt x="1713042" y="12366"/>
                  </a:lnTo>
                  <a:lnTo>
                    <a:pt x="1720900" y="12152"/>
                  </a:lnTo>
                  <a:lnTo>
                    <a:pt x="1728758" y="11954"/>
                  </a:lnTo>
                  <a:lnTo>
                    <a:pt x="1736616" y="11729"/>
                  </a:lnTo>
                  <a:lnTo>
                    <a:pt x="1744474" y="11513"/>
                  </a:lnTo>
                  <a:lnTo>
                    <a:pt x="1752332" y="11294"/>
                  </a:lnTo>
                  <a:lnTo>
                    <a:pt x="1760190" y="11071"/>
                  </a:lnTo>
                  <a:lnTo>
                    <a:pt x="1768048" y="10843"/>
                  </a:lnTo>
                  <a:lnTo>
                    <a:pt x="1775906" y="10612"/>
                  </a:lnTo>
                  <a:lnTo>
                    <a:pt x="1783764" y="10373"/>
                  </a:lnTo>
                  <a:lnTo>
                    <a:pt x="1791622" y="10114"/>
                  </a:lnTo>
                  <a:lnTo>
                    <a:pt x="1799480" y="9851"/>
                  </a:lnTo>
                  <a:lnTo>
                    <a:pt x="1807338" y="9582"/>
                  </a:lnTo>
                  <a:lnTo>
                    <a:pt x="1815196" y="9308"/>
                  </a:lnTo>
                  <a:lnTo>
                    <a:pt x="1823054" y="9029"/>
                  </a:lnTo>
                  <a:lnTo>
                    <a:pt x="1830912" y="8744"/>
                  </a:lnTo>
                  <a:lnTo>
                    <a:pt x="1838770" y="8453"/>
                  </a:lnTo>
                  <a:lnTo>
                    <a:pt x="1846628" y="8157"/>
                  </a:lnTo>
                  <a:lnTo>
                    <a:pt x="1854486" y="7854"/>
                  </a:lnTo>
                  <a:lnTo>
                    <a:pt x="1862344" y="7546"/>
                  </a:lnTo>
                  <a:lnTo>
                    <a:pt x="1870202" y="7231"/>
                  </a:lnTo>
                  <a:lnTo>
                    <a:pt x="1878060" y="6911"/>
                  </a:lnTo>
                  <a:lnTo>
                    <a:pt x="1885918" y="6588"/>
                  </a:lnTo>
                  <a:lnTo>
                    <a:pt x="1893776" y="6265"/>
                  </a:lnTo>
                  <a:lnTo>
                    <a:pt x="1901634" y="5935"/>
                  </a:lnTo>
                  <a:lnTo>
                    <a:pt x="1909492" y="5600"/>
                  </a:lnTo>
                  <a:lnTo>
                    <a:pt x="1917350" y="5288"/>
                  </a:lnTo>
                  <a:lnTo>
                    <a:pt x="1925208" y="5000"/>
                  </a:lnTo>
                  <a:lnTo>
                    <a:pt x="1933066" y="4708"/>
                  </a:lnTo>
                  <a:lnTo>
                    <a:pt x="1940924" y="4412"/>
                  </a:lnTo>
                  <a:lnTo>
                    <a:pt x="1948782" y="4111"/>
                  </a:lnTo>
                  <a:lnTo>
                    <a:pt x="1956640" y="3806"/>
                  </a:lnTo>
                  <a:lnTo>
                    <a:pt x="1964498" y="3496"/>
                  </a:lnTo>
                  <a:lnTo>
                    <a:pt x="1972356" y="3181"/>
                  </a:lnTo>
                  <a:lnTo>
                    <a:pt x="1980214" y="2850"/>
                  </a:lnTo>
                  <a:lnTo>
                    <a:pt x="1988072" y="2473"/>
                  </a:lnTo>
                  <a:lnTo>
                    <a:pt x="1995930" y="2088"/>
                  </a:lnTo>
                  <a:lnTo>
                    <a:pt x="2003788" y="1697"/>
                  </a:lnTo>
                  <a:lnTo>
                    <a:pt x="2011646" y="1299"/>
                  </a:lnTo>
                  <a:lnTo>
                    <a:pt x="2019504" y="894"/>
                  </a:lnTo>
                  <a:lnTo>
                    <a:pt x="2027362" y="45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6029658" y="4838294"/>
              <a:ext cx="2035220" cy="1139"/>
            </a:xfrm>
            <a:custGeom>
              <a:avLst/>
              <a:pathLst>
                <a:path w="2035220" h="1139">
                  <a:moveTo>
                    <a:pt x="2035220" y="0"/>
                  </a:moveTo>
                  <a:lnTo>
                    <a:pt x="2027362" y="6"/>
                  </a:lnTo>
                  <a:lnTo>
                    <a:pt x="2019504" y="12"/>
                  </a:lnTo>
                  <a:lnTo>
                    <a:pt x="2011646" y="18"/>
                  </a:lnTo>
                  <a:lnTo>
                    <a:pt x="2003788" y="24"/>
                  </a:lnTo>
                  <a:lnTo>
                    <a:pt x="1995930" y="31"/>
                  </a:lnTo>
                  <a:lnTo>
                    <a:pt x="1988072" y="37"/>
                  </a:lnTo>
                  <a:lnTo>
                    <a:pt x="1980214" y="43"/>
                  </a:lnTo>
                  <a:lnTo>
                    <a:pt x="1972356" y="49"/>
                  </a:lnTo>
                  <a:lnTo>
                    <a:pt x="1964498" y="54"/>
                  </a:lnTo>
                  <a:lnTo>
                    <a:pt x="1956640" y="60"/>
                  </a:lnTo>
                  <a:lnTo>
                    <a:pt x="1948782" y="65"/>
                  </a:lnTo>
                  <a:lnTo>
                    <a:pt x="1940924" y="71"/>
                  </a:lnTo>
                  <a:lnTo>
                    <a:pt x="1933066" y="76"/>
                  </a:lnTo>
                  <a:lnTo>
                    <a:pt x="1925208" y="82"/>
                  </a:lnTo>
                  <a:lnTo>
                    <a:pt x="1917350" y="87"/>
                  </a:lnTo>
                  <a:lnTo>
                    <a:pt x="1909492" y="93"/>
                  </a:lnTo>
                  <a:lnTo>
                    <a:pt x="1901634" y="98"/>
                  </a:lnTo>
                  <a:lnTo>
                    <a:pt x="1893776" y="103"/>
                  </a:lnTo>
                  <a:lnTo>
                    <a:pt x="1885918" y="109"/>
                  </a:lnTo>
                  <a:lnTo>
                    <a:pt x="1878060" y="114"/>
                  </a:lnTo>
                  <a:lnTo>
                    <a:pt x="1870202" y="119"/>
                  </a:lnTo>
                  <a:lnTo>
                    <a:pt x="1862344" y="125"/>
                  </a:lnTo>
                  <a:lnTo>
                    <a:pt x="1854486" y="130"/>
                  </a:lnTo>
                  <a:lnTo>
                    <a:pt x="1846628" y="136"/>
                  </a:lnTo>
                  <a:lnTo>
                    <a:pt x="1838770" y="141"/>
                  </a:lnTo>
                  <a:lnTo>
                    <a:pt x="1830912" y="147"/>
                  </a:lnTo>
                  <a:lnTo>
                    <a:pt x="1823054" y="154"/>
                  </a:lnTo>
                  <a:lnTo>
                    <a:pt x="1815196" y="160"/>
                  </a:lnTo>
                  <a:lnTo>
                    <a:pt x="1807338" y="167"/>
                  </a:lnTo>
                  <a:lnTo>
                    <a:pt x="1799480" y="173"/>
                  </a:lnTo>
                  <a:lnTo>
                    <a:pt x="1791622" y="179"/>
                  </a:lnTo>
                  <a:lnTo>
                    <a:pt x="1783764" y="184"/>
                  </a:lnTo>
                  <a:lnTo>
                    <a:pt x="1775906" y="190"/>
                  </a:lnTo>
                  <a:lnTo>
                    <a:pt x="1768048" y="195"/>
                  </a:lnTo>
                  <a:lnTo>
                    <a:pt x="1760190" y="200"/>
                  </a:lnTo>
                  <a:lnTo>
                    <a:pt x="1752332" y="205"/>
                  </a:lnTo>
                  <a:lnTo>
                    <a:pt x="1744474" y="211"/>
                  </a:lnTo>
                  <a:lnTo>
                    <a:pt x="1736616" y="216"/>
                  </a:lnTo>
                  <a:lnTo>
                    <a:pt x="1728758" y="221"/>
                  </a:lnTo>
                  <a:lnTo>
                    <a:pt x="1720900" y="226"/>
                  </a:lnTo>
                  <a:lnTo>
                    <a:pt x="1713042" y="231"/>
                  </a:lnTo>
                  <a:lnTo>
                    <a:pt x="1705184" y="236"/>
                  </a:lnTo>
                  <a:lnTo>
                    <a:pt x="1697326" y="241"/>
                  </a:lnTo>
                  <a:lnTo>
                    <a:pt x="1689468" y="246"/>
                  </a:lnTo>
                  <a:lnTo>
                    <a:pt x="1681610" y="251"/>
                  </a:lnTo>
                  <a:lnTo>
                    <a:pt x="1673752" y="256"/>
                  </a:lnTo>
                  <a:lnTo>
                    <a:pt x="1665894" y="261"/>
                  </a:lnTo>
                  <a:lnTo>
                    <a:pt x="1658036" y="265"/>
                  </a:lnTo>
                  <a:lnTo>
                    <a:pt x="1650178" y="270"/>
                  </a:lnTo>
                  <a:lnTo>
                    <a:pt x="1642320" y="275"/>
                  </a:lnTo>
                  <a:lnTo>
                    <a:pt x="1634462" y="280"/>
                  </a:lnTo>
                  <a:lnTo>
                    <a:pt x="1626604" y="284"/>
                  </a:lnTo>
                  <a:lnTo>
                    <a:pt x="1618746" y="289"/>
                  </a:lnTo>
                  <a:lnTo>
                    <a:pt x="1610888" y="294"/>
                  </a:lnTo>
                  <a:lnTo>
                    <a:pt x="1603030" y="298"/>
                  </a:lnTo>
                  <a:lnTo>
                    <a:pt x="1595172" y="303"/>
                  </a:lnTo>
                  <a:lnTo>
                    <a:pt x="1587314" y="307"/>
                  </a:lnTo>
                  <a:lnTo>
                    <a:pt x="1579456" y="312"/>
                  </a:lnTo>
                  <a:lnTo>
                    <a:pt x="1571598" y="317"/>
                  </a:lnTo>
                  <a:lnTo>
                    <a:pt x="1563740" y="321"/>
                  </a:lnTo>
                  <a:lnTo>
                    <a:pt x="1555882" y="326"/>
                  </a:lnTo>
                  <a:lnTo>
                    <a:pt x="1548024" y="330"/>
                  </a:lnTo>
                  <a:lnTo>
                    <a:pt x="1540166" y="335"/>
                  </a:lnTo>
                  <a:lnTo>
                    <a:pt x="1532308" y="340"/>
                  </a:lnTo>
                  <a:lnTo>
                    <a:pt x="1524450" y="344"/>
                  </a:lnTo>
                  <a:lnTo>
                    <a:pt x="1516592" y="348"/>
                  </a:lnTo>
                  <a:lnTo>
                    <a:pt x="1508734" y="353"/>
                  </a:lnTo>
                  <a:lnTo>
                    <a:pt x="1500876" y="357"/>
                  </a:lnTo>
                  <a:lnTo>
                    <a:pt x="1493018" y="361"/>
                  </a:lnTo>
                  <a:lnTo>
                    <a:pt x="1485160" y="365"/>
                  </a:lnTo>
                  <a:lnTo>
                    <a:pt x="1477302" y="370"/>
                  </a:lnTo>
                  <a:lnTo>
                    <a:pt x="1469444" y="374"/>
                  </a:lnTo>
                  <a:lnTo>
                    <a:pt x="1461586" y="378"/>
                  </a:lnTo>
                  <a:lnTo>
                    <a:pt x="1453728" y="383"/>
                  </a:lnTo>
                  <a:lnTo>
                    <a:pt x="1445870" y="388"/>
                  </a:lnTo>
                  <a:lnTo>
                    <a:pt x="1438012" y="392"/>
                  </a:lnTo>
                  <a:lnTo>
                    <a:pt x="1430154" y="397"/>
                  </a:lnTo>
                  <a:lnTo>
                    <a:pt x="1422296" y="402"/>
                  </a:lnTo>
                  <a:lnTo>
                    <a:pt x="1414438" y="406"/>
                  </a:lnTo>
                  <a:lnTo>
                    <a:pt x="1406580" y="411"/>
                  </a:lnTo>
                  <a:lnTo>
                    <a:pt x="1398722" y="415"/>
                  </a:lnTo>
                  <a:lnTo>
                    <a:pt x="1390864" y="420"/>
                  </a:lnTo>
                  <a:lnTo>
                    <a:pt x="1383006" y="424"/>
                  </a:lnTo>
                  <a:lnTo>
                    <a:pt x="1375148" y="428"/>
                  </a:lnTo>
                  <a:lnTo>
                    <a:pt x="1367290" y="433"/>
                  </a:lnTo>
                  <a:lnTo>
                    <a:pt x="1359432" y="437"/>
                  </a:lnTo>
                  <a:lnTo>
                    <a:pt x="1351574" y="441"/>
                  </a:lnTo>
                  <a:lnTo>
                    <a:pt x="1343716" y="446"/>
                  </a:lnTo>
                  <a:lnTo>
                    <a:pt x="1335858" y="450"/>
                  </a:lnTo>
                  <a:lnTo>
                    <a:pt x="1328000" y="454"/>
                  </a:lnTo>
                  <a:lnTo>
                    <a:pt x="1320142" y="458"/>
                  </a:lnTo>
                  <a:lnTo>
                    <a:pt x="1312284" y="461"/>
                  </a:lnTo>
                  <a:lnTo>
                    <a:pt x="1304426" y="465"/>
                  </a:lnTo>
                  <a:lnTo>
                    <a:pt x="1296568" y="468"/>
                  </a:lnTo>
                  <a:lnTo>
                    <a:pt x="1288710" y="472"/>
                  </a:lnTo>
                  <a:lnTo>
                    <a:pt x="1280852" y="475"/>
                  </a:lnTo>
                  <a:lnTo>
                    <a:pt x="1272994" y="479"/>
                  </a:lnTo>
                  <a:lnTo>
                    <a:pt x="1265136" y="483"/>
                  </a:lnTo>
                  <a:lnTo>
                    <a:pt x="1257278" y="487"/>
                  </a:lnTo>
                  <a:lnTo>
                    <a:pt x="1249420" y="490"/>
                  </a:lnTo>
                  <a:lnTo>
                    <a:pt x="1241562" y="494"/>
                  </a:lnTo>
                  <a:lnTo>
                    <a:pt x="1233704" y="498"/>
                  </a:lnTo>
                  <a:lnTo>
                    <a:pt x="1225846" y="501"/>
                  </a:lnTo>
                  <a:lnTo>
                    <a:pt x="1217988" y="505"/>
                  </a:lnTo>
                  <a:lnTo>
                    <a:pt x="1210130" y="509"/>
                  </a:lnTo>
                  <a:lnTo>
                    <a:pt x="1202272" y="512"/>
                  </a:lnTo>
                  <a:lnTo>
                    <a:pt x="1194414" y="516"/>
                  </a:lnTo>
                  <a:lnTo>
                    <a:pt x="1186556" y="519"/>
                  </a:lnTo>
                  <a:lnTo>
                    <a:pt x="1178698" y="523"/>
                  </a:lnTo>
                  <a:lnTo>
                    <a:pt x="1170840" y="526"/>
                  </a:lnTo>
                  <a:lnTo>
                    <a:pt x="1162982" y="530"/>
                  </a:lnTo>
                  <a:lnTo>
                    <a:pt x="1155124" y="533"/>
                  </a:lnTo>
                  <a:lnTo>
                    <a:pt x="1147266" y="536"/>
                  </a:lnTo>
                  <a:lnTo>
                    <a:pt x="1139408" y="540"/>
                  </a:lnTo>
                  <a:lnTo>
                    <a:pt x="1131550" y="543"/>
                  </a:lnTo>
                  <a:lnTo>
                    <a:pt x="1123692" y="546"/>
                  </a:lnTo>
                  <a:lnTo>
                    <a:pt x="1115834" y="550"/>
                  </a:lnTo>
                  <a:lnTo>
                    <a:pt x="1107976" y="553"/>
                  </a:lnTo>
                  <a:lnTo>
                    <a:pt x="1100118" y="556"/>
                  </a:lnTo>
                  <a:lnTo>
                    <a:pt x="1092260" y="559"/>
                  </a:lnTo>
                  <a:lnTo>
                    <a:pt x="1084402" y="563"/>
                  </a:lnTo>
                  <a:lnTo>
                    <a:pt x="1076544" y="566"/>
                  </a:lnTo>
                  <a:lnTo>
                    <a:pt x="1068686" y="569"/>
                  </a:lnTo>
                  <a:lnTo>
                    <a:pt x="1060828" y="572"/>
                  </a:lnTo>
                  <a:lnTo>
                    <a:pt x="1052970" y="574"/>
                  </a:lnTo>
                  <a:lnTo>
                    <a:pt x="1045112" y="577"/>
                  </a:lnTo>
                  <a:lnTo>
                    <a:pt x="1037254" y="580"/>
                  </a:lnTo>
                  <a:lnTo>
                    <a:pt x="1029397" y="583"/>
                  </a:lnTo>
                  <a:lnTo>
                    <a:pt x="1021539" y="586"/>
                  </a:lnTo>
                  <a:lnTo>
                    <a:pt x="1013681" y="589"/>
                  </a:lnTo>
                  <a:lnTo>
                    <a:pt x="1005823" y="592"/>
                  </a:lnTo>
                  <a:lnTo>
                    <a:pt x="997965" y="595"/>
                  </a:lnTo>
                  <a:lnTo>
                    <a:pt x="990107" y="597"/>
                  </a:lnTo>
                  <a:lnTo>
                    <a:pt x="982249" y="600"/>
                  </a:lnTo>
                  <a:lnTo>
                    <a:pt x="974391" y="603"/>
                  </a:lnTo>
                  <a:lnTo>
                    <a:pt x="966533" y="606"/>
                  </a:lnTo>
                  <a:lnTo>
                    <a:pt x="958675" y="609"/>
                  </a:lnTo>
                  <a:lnTo>
                    <a:pt x="950817" y="612"/>
                  </a:lnTo>
                  <a:lnTo>
                    <a:pt x="942959" y="615"/>
                  </a:lnTo>
                  <a:lnTo>
                    <a:pt x="935101" y="618"/>
                  </a:lnTo>
                  <a:lnTo>
                    <a:pt x="927243" y="621"/>
                  </a:lnTo>
                  <a:lnTo>
                    <a:pt x="919385" y="624"/>
                  </a:lnTo>
                  <a:lnTo>
                    <a:pt x="911527" y="627"/>
                  </a:lnTo>
                  <a:lnTo>
                    <a:pt x="903669" y="630"/>
                  </a:lnTo>
                  <a:lnTo>
                    <a:pt x="895811" y="633"/>
                  </a:lnTo>
                  <a:lnTo>
                    <a:pt x="887953" y="636"/>
                  </a:lnTo>
                  <a:lnTo>
                    <a:pt x="880095" y="639"/>
                  </a:lnTo>
                  <a:lnTo>
                    <a:pt x="872237" y="641"/>
                  </a:lnTo>
                  <a:lnTo>
                    <a:pt x="864379" y="644"/>
                  </a:lnTo>
                  <a:lnTo>
                    <a:pt x="856521" y="647"/>
                  </a:lnTo>
                  <a:lnTo>
                    <a:pt x="848663" y="650"/>
                  </a:lnTo>
                  <a:lnTo>
                    <a:pt x="840805" y="652"/>
                  </a:lnTo>
                  <a:lnTo>
                    <a:pt x="832947" y="655"/>
                  </a:lnTo>
                  <a:lnTo>
                    <a:pt x="825089" y="658"/>
                  </a:lnTo>
                  <a:lnTo>
                    <a:pt x="817231" y="660"/>
                  </a:lnTo>
                  <a:lnTo>
                    <a:pt x="809373" y="663"/>
                  </a:lnTo>
                  <a:lnTo>
                    <a:pt x="801515" y="665"/>
                  </a:lnTo>
                  <a:lnTo>
                    <a:pt x="793657" y="668"/>
                  </a:lnTo>
                  <a:lnTo>
                    <a:pt x="785799" y="670"/>
                  </a:lnTo>
                  <a:lnTo>
                    <a:pt x="777941" y="673"/>
                  </a:lnTo>
                  <a:lnTo>
                    <a:pt x="770083" y="675"/>
                  </a:lnTo>
                  <a:lnTo>
                    <a:pt x="762225" y="678"/>
                  </a:lnTo>
                  <a:lnTo>
                    <a:pt x="754367" y="680"/>
                  </a:lnTo>
                  <a:lnTo>
                    <a:pt x="746509" y="683"/>
                  </a:lnTo>
                  <a:lnTo>
                    <a:pt x="738651" y="685"/>
                  </a:lnTo>
                  <a:lnTo>
                    <a:pt x="730793" y="688"/>
                  </a:lnTo>
                  <a:lnTo>
                    <a:pt x="722935" y="690"/>
                  </a:lnTo>
                  <a:lnTo>
                    <a:pt x="715077" y="692"/>
                  </a:lnTo>
                  <a:lnTo>
                    <a:pt x="707219" y="695"/>
                  </a:lnTo>
                  <a:lnTo>
                    <a:pt x="699361" y="697"/>
                  </a:lnTo>
                  <a:lnTo>
                    <a:pt x="691503" y="699"/>
                  </a:lnTo>
                  <a:lnTo>
                    <a:pt x="683645" y="702"/>
                  </a:lnTo>
                  <a:lnTo>
                    <a:pt x="675787" y="704"/>
                  </a:lnTo>
                  <a:lnTo>
                    <a:pt x="667929" y="706"/>
                  </a:lnTo>
                  <a:lnTo>
                    <a:pt x="660071" y="708"/>
                  </a:lnTo>
                  <a:lnTo>
                    <a:pt x="652213" y="711"/>
                  </a:lnTo>
                  <a:lnTo>
                    <a:pt x="644355" y="713"/>
                  </a:lnTo>
                  <a:lnTo>
                    <a:pt x="636497" y="715"/>
                  </a:lnTo>
                  <a:lnTo>
                    <a:pt x="628639" y="717"/>
                  </a:lnTo>
                  <a:lnTo>
                    <a:pt x="620781" y="719"/>
                  </a:lnTo>
                  <a:lnTo>
                    <a:pt x="612923" y="722"/>
                  </a:lnTo>
                  <a:lnTo>
                    <a:pt x="605065" y="724"/>
                  </a:lnTo>
                  <a:lnTo>
                    <a:pt x="597207" y="726"/>
                  </a:lnTo>
                  <a:lnTo>
                    <a:pt x="589349" y="728"/>
                  </a:lnTo>
                  <a:lnTo>
                    <a:pt x="581491" y="730"/>
                  </a:lnTo>
                  <a:lnTo>
                    <a:pt x="573633" y="732"/>
                  </a:lnTo>
                  <a:lnTo>
                    <a:pt x="565775" y="734"/>
                  </a:lnTo>
                  <a:lnTo>
                    <a:pt x="557917" y="736"/>
                  </a:lnTo>
                  <a:lnTo>
                    <a:pt x="550059" y="738"/>
                  </a:lnTo>
                  <a:lnTo>
                    <a:pt x="542201" y="740"/>
                  </a:lnTo>
                  <a:lnTo>
                    <a:pt x="534343" y="742"/>
                  </a:lnTo>
                  <a:lnTo>
                    <a:pt x="526485" y="745"/>
                  </a:lnTo>
                  <a:lnTo>
                    <a:pt x="518627" y="747"/>
                  </a:lnTo>
                  <a:lnTo>
                    <a:pt x="510769" y="748"/>
                  </a:lnTo>
                  <a:lnTo>
                    <a:pt x="502911" y="750"/>
                  </a:lnTo>
                  <a:lnTo>
                    <a:pt x="495053" y="752"/>
                  </a:lnTo>
                  <a:lnTo>
                    <a:pt x="487195" y="754"/>
                  </a:lnTo>
                  <a:lnTo>
                    <a:pt x="479337" y="756"/>
                  </a:lnTo>
                  <a:lnTo>
                    <a:pt x="471479" y="758"/>
                  </a:lnTo>
                  <a:lnTo>
                    <a:pt x="463621" y="760"/>
                  </a:lnTo>
                  <a:lnTo>
                    <a:pt x="455763" y="762"/>
                  </a:lnTo>
                  <a:lnTo>
                    <a:pt x="447905" y="764"/>
                  </a:lnTo>
                  <a:lnTo>
                    <a:pt x="440047" y="766"/>
                  </a:lnTo>
                  <a:lnTo>
                    <a:pt x="432189" y="772"/>
                  </a:lnTo>
                  <a:lnTo>
                    <a:pt x="424331" y="782"/>
                  </a:lnTo>
                  <a:lnTo>
                    <a:pt x="416473" y="791"/>
                  </a:lnTo>
                  <a:lnTo>
                    <a:pt x="408615" y="801"/>
                  </a:lnTo>
                  <a:lnTo>
                    <a:pt x="400757" y="810"/>
                  </a:lnTo>
                  <a:lnTo>
                    <a:pt x="392899" y="819"/>
                  </a:lnTo>
                  <a:lnTo>
                    <a:pt x="385041" y="828"/>
                  </a:lnTo>
                  <a:lnTo>
                    <a:pt x="377183" y="837"/>
                  </a:lnTo>
                  <a:lnTo>
                    <a:pt x="369325" y="846"/>
                  </a:lnTo>
                  <a:lnTo>
                    <a:pt x="361467" y="854"/>
                  </a:lnTo>
                  <a:lnTo>
                    <a:pt x="353609" y="863"/>
                  </a:lnTo>
                  <a:lnTo>
                    <a:pt x="345751" y="871"/>
                  </a:lnTo>
                  <a:lnTo>
                    <a:pt x="337893" y="879"/>
                  </a:lnTo>
                  <a:lnTo>
                    <a:pt x="330035" y="887"/>
                  </a:lnTo>
                  <a:lnTo>
                    <a:pt x="322177" y="895"/>
                  </a:lnTo>
                  <a:lnTo>
                    <a:pt x="314319" y="903"/>
                  </a:lnTo>
                  <a:lnTo>
                    <a:pt x="306461" y="911"/>
                  </a:lnTo>
                  <a:lnTo>
                    <a:pt x="298603" y="918"/>
                  </a:lnTo>
                  <a:lnTo>
                    <a:pt x="290745" y="926"/>
                  </a:lnTo>
                  <a:lnTo>
                    <a:pt x="282887" y="933"/>
                  </a:lnTo>
                  <a:lnTo>
                    <a:pt x="275029" y="941"/>
                  </a:lnTo>
                  <a:lnTo>
                    <a:pt x="267171" y="948"/>
                  </a:lnTo>
                  <a:lnTo>
                    <a:pt x="259313" y="955"/>
                  </a:lnTo>
                  <a:lnTo>
                    <a:pt x="251455" y="961"/>
                  </a:lnTo>
                  <a:lnTo>
                    <a:pt x="243597" y="968"/>
                  </a:lnTo>
                  <a:lnTo>
                    <a:pt x="235739" y="975"/>
                  </a:lnTo>
                  <a:lnTo>
                    <a:pt x="227881" y="982"/>
                  </a:lnTo>
                  <a:lnTo>
                    <a:pt x="220023" y="989"/>
                  </a:lnTo>
                  <a:lnTo>
                    <a:pt x="212165" y="996"/>
                  </a:lnTo>
                  <a:lnTo>
                    <a:pt x="204307" y="1002"/>
                  </a:lnTo>
                  <a:lnTo>
                    <a:pt x="196449" y="1008"/>
                  </a:lnTo>
                  <a:lnTo>
                    <a:pt x="188591" y="1014"/>
                  </a:lnTo>
                  <a:lnTo>
                    <a:pt x="180733" y="1020"/>
                  </a:lnTo>
                  <a:lnTo>
                    <a:pt x="172875" y="1026"/>
                  </a:lnTo>
                  <a:lnTo>
                    <a:pt x="165017" y="1031"/>
                  </a:lnTo>
                  <a:lnTo>
                    <a:pt x="157159" y="1037"/>
                  </a:lnTo>
                  <a:lnTo>
                    <a:pt x="149301" y="1042"/>
                  </a:lnTo>
                  <a:lnTo>
                    <a:pt x="141443" y="1048"/>
                  </a:lnTo>
                  <a:lnTo>
                    <a:pt x="133585" y="1053"/>
                  </a:lnTo>
                  <a:lnTo>
                    <a:pt x="125727" y="1058"/>
                  </a:lnTo>
                  <a:lnTo>
                    <a:pt x="117869" y="1063"/>
                  </a:lnTo>
                  <a:lnTo>
                    <a:pt x="110011" y="1068"/>
                  </a:lnTo>
                  <a:lnTo>
                    <a:pt x="102153" y="1073"/>
                  </a:lnTo>
                  <a:lnTo>
                    <a:pt x="94295" y="1079"/>
                  </a:lnTo>
                  <a:lnTo>
                    <a:pt x="86437" y="1084"/>
                  </a:lnTo>
                  <a:lnTo>
                    <a:pt x="78579" y="1089"/>
                  </a:lnTo>
                  <a:lnTo>
                    <a:pt x="70721" y="1094"/>
                  </a:lnTo>
                  <a:lnTo>
                    <a:pt x="62863" y="1099"/>
                  </a:lnTo>
                  <a:lnTo>
                    <a:pt x="55005" y="1104"/>
                  </a:lnTo>
                  <a:lnTo>
                    <a:pt x="47147" y="1109"/>
                  </a:lnTo>
                  <a:lnTo>
                    <a:pt x="39289" y="1114"/>
                  </a:lnTo>
                  <a:lnTo>
                    <a:pt x="31431" y="1118"/>
                  </a:lnTo>
                  <a:lnTo>
                    <a:pt x="23573" y="1123"/>
                  </a:lnTo>
                  <a:lnTo>
                    <a:pt x="15715" y="1128"/>
                  </a:lnTo>
                  <a:lnTo>
                    <a:pt x="7857" y="1134"/>
                  </a:lnTo>
                  <a:lnTo>
                    <a:pt x="0" y="11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6029658" y="4831829"/>
              <a:ext cx="2035220" cy="7784"/>
            </a:xfrm>
            <a:custGeom>
              <a:avLst/>
              <a:pathLst>
                <a:path w="2035220" h="7784">
                  <a:moveTo>
                    <a:pt x="0" y="7364"/>
                  </a:moveTo>
                  <a:lnTo>
                    <a:pt x="7857" y="7363"/>
                  </a:lnTo>
                  <a:lnTo>
                    <a:pt x="15715" y="7363"/>
                  </a:lnTo>
                  <a:lnTo>
                    <a:pt x="23573" y="7362"/>
                  </a:lnTo>
                  <a:lnTo>
                    <a:pt x="31431" y="7362"/>
                  </a:lnTo>
                  <a:lnTo>
                    <a:pt x="39289" y="7361"/>
                  </a:lnTo>
                  <a:lnTo>
                    <a:pt x="47147" y="7361"/>
                  </a:lnTo>
                  <a:lnTo>
                    <a:pt x="55005" y="7360"/>
                  </a:lnTo>
                  <a:lnTo>
                    <a:pt x="62863" y="7360"/>
                  </a:lnTo>
                  <a:lnTo>
                    <a:pt x="70721" y="7360"/>
                  </a:lnTo>
                  <a:lnTo>
                    <a:pt x="78579" y="7359"/>
                  </a:lnTo>
                  <a:lnTo>
                    <a:pt x="86437" y="7359"/>
                  </a:lnTo>
                  <a:lnTo>
                    <a:pt x="94295" y="7358"/>
                  </a:lnTo>
                  <a:lnTo>
                    <a:pt x="102153" y="7357"/>
                  </a:lnTo>
                  <a:lnTo>
                    <a:pt x="110011" y="7357"/>
                  </a:lnTo>
                  <a:lnTo>
                    <a:pt x="117869" y="7357"/>
                  </a:lnTo>
                  <a:lnTo>
                    <a:pt x="125727" y="7356"/>
                  </a:lnTo>
                  <a:lnTo>
                    <a:pt x="133585" y="7355"/>
                  </a:lnTo>
                  <a:lnTo>
                    <a:pt x="141443" y="7355"/>
                  </a:lnTo>
                  <a:lnTo>
                    <a:pt x="149301" y="7354"/>
                  </a:lnTo>
                  <a:lnTo>
                    <a:pt x="157159" y="7354"/>
                  </a:lnTo>
                  <a:lnTo>
                    <a:pt x="165017" y="7353"/>
                  </a:lnTo>
                  <a:lnTo>
                    <a:pt x="172875" y="7353"/>
                  </a:lnTo>
                  <a:lnTo>
                    <a:pt x="180733" y="7352"/>
                  </a:lnTo>
                  <a:lnTo>
                    <a:pt x="188591" y="7351"/>
                  </a:lnTo>
                  <a:lnTo>
                    <a:pt x="196449" y="7351"/>
                  </a:lnTo>
                  <a:lnTo>
                    <a:pt x="204307" y="7350"/>
                  </a:lnTo>
                  <a:lnTo>
                    <a:pt x="212165" y="7350"/>
                  </a:lnTo>
                  <a:lnTo>
                    <a:pt x="220023" y="7349"/>
                  </a:lnTo>
                  <a:lnTo>
                    <a:pt x="227881" y="7349"/>
                  </a:lnTo>
                  <a:lnTo>
                    <a:pt x="235739" y="7348"/>
                  </a:lnTo>
                  <a:lnTo>
                    <a:pt x="243597" y="7347"/>
                  </a:lnTo>
                  <a:lnTo>
                    <a:pt x="251455" y="7346"/>
                  </a:lnTo>
                  <a:lnTo>
                    <a:pt x="259313" y="7346"/>
                  </a:lnTo>
                  <a:lnTo>
                    <a:pt x="267171" y="7346"/>
                  </a:lnTo>
                  <a:lnTo>
                    <a:pt x="275029" y="7345"/>
                  </a:lnTo>
                  <a:lnTo>
                    <a:pt x="282887" y="7345"/>
                  </a:lnTo>
                  <a:lnTo>
                    <a:pt x="290745" y="7344"/>
                  </a:lnTo>
                  <a:lnTo>
                    <a:pt x="298603" y="7343"/>
                  </a:lnTo>
                  <a:lnTo>
                    <a:pt x="306461" y="7342"/>
                  </a:lnTo>
                  <a:lnTo>
                    <a:pt x="314319" y="7341"/>
                  </a:lnTo>
                  <a:lnTo>
                    <a:pt x="322177" y="7340"/>
                  </a:lnTo>
                  <a:lnTo>
                    <a:pt x="330035" y="7339"/>
                  </a:lnTo>
                  <a:lnTo>
                    <a:pt x="337893" y="7338"/>
                  </a:lnTo>
                  <a:lnTo>
                    <a:pt x="345751" y="7337"/>
                  </a:lnTo>
                  <a:lnTo>
                    <a:pt x="353609" y="7337"/>
                  </a:lnTo>
                  <a:lnTo>
                    <a:pt x="361467" y="7336"/>
                  </a:lnTo>
                  <a:lnTo>
                    <a:pt x="369325" y="7335"/>
                  </a:lnTo>
                  <a:lnTo>
                    <a:pt x="377183" y="7334"/>
                  </a:lnTo>
                  <a:lnTo>
                    <a:pt x="385041" y="7333"/>
                  </a:lnTo>
                  <a:lnTo>
                    <a:pt x="392899" y="7332"/>
                  </a:lnTo>
                  <a:lnTo>
                    <a:pt x="400757" y="7331"/>
                  </a:lnTo>
                  <a:lnTo>
                    <a:pt x="408615" y="7330"/>
                  </a:lnTo>
                  <a:lnTo>
                    <a:pt x="416473" y="7329"/>
                  </a:lnTo>
                  <a:lnTo>
                    <a:pt x="424331" y="7328"/>
                  </a:lnTo>
                  <a:lnTo>
                    <a:pt x="432189" y="7327"/>
                  </a:lnTo>
                  <a:lnTo>
                    <a:pt x="440047" y="7326"/>
                  </a:lnTo>
                  <a:lnTo>
                    <a:pt x="447905" y="7325"/>
                  </a:lnTo>
                  <a:lnTo>
                    <a:pt x="455763" y="7324"/>
                  </a:lnTo>
                  <a:lnTo>
                    <a:pt x="463621" y="7323"/>
                  </a:lnTo>
                  <a:lnTo>
                    <a:pt x="471479" y="7322"/>
                  </a:lnTo>
                  <a:lnTo>
                    <a:pt x="479337" y="7319"/>
                  </a:lnTo>
                  <a:lnTo>
                    <a:pt x="487195" y="7318"/>
                  </a:lnTo>
                  <a:lnTo>
                    <a:pt x="495053" y="7318"/>
                  </a:lnTo>
                  <a:lnTo>
                    <a:pt x="502911" y="7317"/>
                  </a:lnTo>
                  <a:lnTo>
                    <a:pt x="510769" y="7315"/>
                  </a:lnTo>
                  <a:lnTo>
                    <a:pt x="518627" y="7314"/>
                  </a:lnTo>
                  <a:lnTo>
                    <a:pt x="526485" y="7313"/>
                  </a:lnTo>
                  <a:lnTo>
                    <a:pt x="534343" y="7310"/>
                  </a:lnTo>
                  <a:lnTo>
                    <a:pt x="542201" y="7308"/>
                  </a:lnTo>
                  <a:lnTo>
                    <a:pt x="550059" y="7305"/>
                  </a:lnTo>
                  <a:lnTo>
                    <a:pt x="557917" y="7303"/>
                  </a:lnTo>
                  <a:lnTo>
                    <a:pt x="565775" y="7301"/>
                  </a:lnTo>
                  <a:lnTo>
                    <a:pt x="573633" y="7298"/>
                  </a:lnTo>
                  <a:lnTo>
                    <a:pt x="581491" y="7295"/>
                  </a:lnTo>
                  <a:lnTo>
                    <a:pt x="589349" y="7292"/>
                  </a:lnTo>
                  <a:lnTo>
                    <a:pt x="597207" y="7290"/>
                  </a:lnTo>
                  <a:lnTo>
                    <a:pt x="605065" y="7287"/>
                  </a:lnTo>
                  <a:lnTo>
                    <a:pt x="612923" y="7283"/>
                  </a:lnTo>
                  <a:lnTo>
                    <a:pt x="620781" y="7281"/>
                  </a:lnTo>
                  <a:lnTo>
                    <a:pt x="628639" y="7279"/>
                  </a:lnTo>
                  <a:lnTo>
                    <a:pt x="636497" y="7275"/>
                  </a:lnTo>
                  <a:lnTo>
                    <a:pt x="644355" y="7272"/>
                  </a:lnTo>
                  <a:lnTo>
                    <a:pt x="652213" y="7268"/>
                  </a:lnTo>
                  <a:lnTo>
                    <a:pt x="660071" y="7265"/>
                  </a:lnTo>
                  <a:lnTo>
                    <a:pt x="667929" y="7261"/>
                  </a:lnTo>
                  <a:lnTo>
                    <a:pt x="675787" y="7258"/>
                  </a:lnTo>
                  <a:lnTo>
                    <a:pt x="683645" y="7254"/>
                  </a:lnTo>
                  <a:lnTo>
                    <a:pt x="691503" y="7248"/>
                  </a:lnTo>
                  <a:lnTo>
                    <a:pt x="699361" y="7244"/>
                  </a:lnTo>
                  <a:lnTo>
                    <a:pt x="707219" y="7241"/>
                  </a:lnTo>
                  <a:lnTo>
                    <a:pt x="715077" y="7235"/>
                  </a:lnTo>
                  <a:lnTo>
                    <a:pt x="722935" y="7229"/>
                  </a:lnTo>
                  <a:lnTo>
                    <a:pt x="730793" y="7223"/>
                  </a:lnTo>
                  <a:lnTo>
                    <a:pt x="738651" y="7217"/>
                  </a:lnTo>
                  <a:lnTo>
                    <a:pt x="746509" y="7213"/>
                  </a:lnTo>
                  <a:lnTo>
                    <a:pt x="754367" y="7208"/>
                  </a:lnTo>
                  <a:lnTo>
                    <a:pt x="762225" y="7201"/>
                  </a:lnTo>
                  <a:lnTo>
                    <a:pt x="770083" y="7194"/>
                  </a:lnTo>
                  <a:lnTo>
                    <a:pt x="777941" y="7189"/>
                  </a:lnTo>
                  <a:lnTo>
                    <a:pt x="785799" y="7182"/>
                  </a:lnTo>
                  <a:lnTo>
                    <a:pt x="793657" y="7178"/>
                  </a:lnTo>
                  <a:lnTo>
                    <a:pt x="801515" y="7171"/>
                  </a:lnTo>
                  <a:lnTo>
                    <a:pt x="809373" y="7165"/>
                  </a:lnTo>
                  <a:lnTo>
                    <a:pt x="817231" y="7161"/>
                  </a:lnTo>
                  <a:lnTo>
                    <a:pt x="825089" y="7153"/>
                  </a:lnTo>
                  <a:lnTo>
                    <a:pt x="832947" y="7147"/>
                  </a:lnTo>
                  <a:lnTo>
                    <a:pt x="840805" y="7141"/>
                  </a:lnTo>
                  <a:lnTo>
                    <a:pt x="848663" y="7134"/>
                  </a:lnTo>
                  <a:lnTo>
                    <a:pt x="856521" y="7127"/>
                  </a:lnTo>
                  <a:lnTo>
                    <a:pt x="864379" y="7116"/>
                  </a:lnTo>
                  <a:lnTo>
                    <a:pt x="872237" y="7106"/>
                  </a:lnTo>
                  <a:lnTo>
                    <a:pt x="880095" y="7099"/>
                  </a:lnTo>
                  <a:lnTo>
                    <a:pt x="887953" y="7091"/>
                  </a:lnTo>
                  <a:lnTo>
                    <a:pt x="895811" y="7084"/>
                  </a:lnTo>
                  <a:lnTo>
                    <a:pt x="903669" y="7077"/>
                  </a:lnTo>
                  <a:lnTo>
                    <a:pt x="911527" y="7067"/>
                  </a:lnTo>
                  <a:lnTo>
                    <a:pt x="919385" y="7055"/>
                  </a:lnTo>
                  <a:lnTo>
                    <a:pt x="927243" y="7044"/>
                  </a:lnTo>
                  <a:lnTo>
                    <a:pt x="935101" y="7032"/>
                  </a:lnTo>
                  <a:lnTo>
                    <a:pt x="942959" y="7023"/>
                  </a:lnTo>
                  <a:lnTo>
                    <a:pt x="950817" y="7015"/>
                  </a:lnTo>
                  <a:lnTo>
                    <a:pt x="958675" y="7001"/>
                  </a:lnTo>
                  <a:lnTo>
                    <a:pt x="966533" y="6991"/>
                  </a:lnTo>
                  <a:lnTo>
                    <a:pt x="974391" y="6981"/>
                  </a:lnTo>
                  <a:lnTo>
                    <a:pt x="982249" y="6970"/>
                  </a:lnTo>
                  <a:lnTo>
                    <a:pt x="990107" y="6960"/>
                  </a:lnTo>
                  <a:lnTo>
                    <a:pt x="997965" y="6947"/>
                  </a:lnTo>
                  <a:lnTo>
                    <a:pt x="1005823" y="6933"/>
                  </a:lnTo>
                  <a:lnTo>
                    <a:pt x="1013681" y="6918"/>
                  </a:lnTo>
                  <a:lnTo>
                    <a:pt x="1021539" y="6907"/>
                  </a:lnTo>
                  <a:lnTo>
                    <a:pt x="1029397" y="6892"/>
                  </a:lnTo>
                  <a:lnTo>
                    <a:pt x="1037254" y="6878"/>
                  </a:lnTo>
                  <a:lnTo>
                    <a:pt x="1045112" y="6863"/>
                  </a:lnTo>
                  <a:lnTo>
                    <a:pt x="1052970" y="6851"/>
                  </a:lnTo>
                  <a:lnTo>
                    <a:pt x="1060828" y="6840"/>
                  </a:lnTo>
                  <a:lnTo>
                    <a:pt x="1068686" y="6827"/>
                  </a:lnTo>
                  <a:lnTo>
                    <a:pt x="1076544" y="6812"/>
                  </a:lnTo>
                  <a:lnTo>
                    <a:pt x="1084402" y="6796"/>
                  </a:lnTo>
                  <a:lnTo>
                    <a:pt x="1092260" y="6780"/>
                  </a:lnTo>
                  <a:lnTo>
                    <a:pt x="1100118" y="6766"/>
                  </a:lnTo>
                  <a:lnTo>
                    <a:pt x="1107976" y="6753"/>
                  </a:lnTo>
                  <a:lnTo>
                    <a:pt x="1115834" y="6738"/>
                  </a:lnTo>
                  <a:lnTo>
                    <a:pt x="1123692" y="6724"/>
                  </a:lnTo>
                  <a:lnTo>
                    <a:pt x="1131550" y="6709"/>
                  </a:lnTo>
                  <a:lnTo>
                    <a:pt x="1139408" y="6695"/>
                  </a:lnTo>
                  <a:lnTo>
                    <a:pt x="1147266" y="6679"/>
                  </a:lnTo>
                  <a:lnTo>
                    <a:pt x="1155124" y="6663"/>
                  </a:lnTo>
                  <a:lnTo>
                    <a:pt x="1162982" y="6648"/>
                  </a:lnTo>
                  <a:lnTo>
                    <a:pt x="1170840" y="6629"/>
                  </a:lnTo>
                  <a:lnTo>
                    <a:pt x="1178698" y="6608"/>
                  </a:lnTo>
                  <a:lnTo>
                    <a:pt x="1186556" y="6589"/>
                  </a:lnTo>
                  <a:lnTo>
                    <a:pt x="1194414" y="6573"/>
                  </a:lnTo>
                  <a:lnTo>
                    <a:pt x="1202272" y="6547"/>
                  </a:lnTo>
                  <a:lnTo>
                    <a:pt x="1210130" y="6521"/>
                  </a:lnTo>
                  <a:lnTo>
                    <a:pt x="1217988" y="6497"/>
                  </a:lnTo>
                  <a:lnTo>
                    <a:pt x="1225846" y="6477"/>
                  </a:lnTo>
                  <a:lnTo>
                    <a:pt x="1233704" y="6457"/>
                  </a:lnTo>
                  <a:lnTo>
                    <a:pt x="1241562" y="6437"/>
                  </a:lnTo>
                  <a:lnTo>
                    <a:pt x="1249420" y="6416"/>
                  </a:lnTo>
                  <a:lnTo>
                    <a:pt x="1257278" y="6394"/>
                  </a:lnTo>
                  <a:lnTo>
                    <a:pt x="1265136" y="6373"/>
                  </a:lnTo>
                  <a:lnTo>
                    <a:pt x="1272994" y="6351"/>
                  </a:lnTo>
                  <a:lnTo>
                    <a:pt x="1280852" y="6328"/>
                  </a:lnTo>
                  <a:lnTo>
                    <a:pt x="1288710" y="6306"/>
                  </a:lnTo>
                  <a:lnTo>
                    <a:pt x="1296568" y="6282"/>
                  </a:lnTo>
                  <a:lnTo>
                    <a:pt x="1304426" y="6258"/>
                  </a:lnTo>
                  <a:lnTo>
                    <a:pt x="1312284" y="6234"/>
                  </a:lnTo>
                  <a:lnTo>
                    <a:pt x="1320142" y="6209"/>
                  </a:lnTo>
                  <a:lnTo>
                    <a:pt x="1328000" y="6184"/>
                  </a:lnTo>
                  <a:lnTo>
                    <a:pt x="1335858" y="6159"/>
                  </a:lnTo>
                  <a:lnTo>
                    <a:pt x="1343716" y="6133"/>
                  </a:lnTo>
                  <a:lnTo>
                    <a:pt x="1351574" y="6106"/>
                  </a:lnTo>
                  <a:lnTo>
                    <a:pt x="1359432" y="6080"/>
                  </a:lnTo>
                  <a:lnTo>
                    <a:pt x="1367290" y="6054"/>
                  </a:lnTo>
                  <a:lnTo>
                    <a:pt x="1375148" y="6024"/>
                  </a:lnTo>
                  <a:lnTo>
                    <a:pt x="1383006" y="5996"/>
                  </a:lnTo>
                  <a:lnTo>
                    <a:pt x="1390864" y="5966"/>
                  </a:lnTo>
                  <a:lnTo>
                    <a:pt x="1398722" y="5937"/>
                  </a:lnTo>
                  <a:lnTo>
                    <a:pt x="1406580" y="5907"/>
                  </a:lnTo>
                  <a:lnTo>
                    <a:pt x="1414438" y="5877"/>
                  </a:lnTo>
                  <a:lnTo>
                    <a:pt x="1422296" y="5845"/>
                  </a:lnTo>
                  <a:lnTo>
                    <a:pt x="1430154" y="5813"/>
                  </a:lnTo>
                  <a:lnTo>
                    <a:pt x="1438012" y="5781"/>
                  </a:lnTo>
                  <a:lnTo>
                    <a:pt x="1445870" y="5748"/>
                  </a:lnTo>
                  <a:lnTo>
                    <a:pt x="1453728" y="5714"/>
                  </a:lnTo>
                  <a:lnTo>
                    <a:pt x="1461586" y="5680"/>
                  </a:lnTo>
                  <a:lnTo>
                    <a:pt x="1469444" y="5645"/>
                  </a:lnTo>
                  <a:lnTo>
                    <a:pt x="1477302" y="5612"/>
                  </a:lnTo>
                  <a:lnTo>
                    <a:pt x="1485160" y="5578"/>
                  </a:lnTo>
                  <a:lnTo>
                    <a:pt x="1493018" y="5543"/>
                  </a:lnTo>
                  <a:lnTo>
                    <a:pt x="1500876" y="5508"/>
                  </a:lnTo>
                  <a:lnTo>
                    <a:pt x="1508734" y="5473"/>
                  </a:lnTo>
                  <a:lnTo>
                    <a:pt x="1516592" y="5432"/>
                  </a:lnTo>
                  <a:lnTo>
                    <a:pt x="1524450" y="5390"/>
                  </a:lnTo>
                  <a:lnTo>
                    <a:pt x="1532308" y="5348"/>
                  </a:lnTo>
                  <a:lnTo>
                    <a:pt x="1540166" y="5304"/>
                  </a:lnTo>
                  <a:lnTo>
                    <a:pt x="1548024" y="5260"/>
                  </a:lnTo>
                  <a:lnTo>
                    <a:pt x="1555882" y="5220"/>
                  </a:lnTo>
                  <a:lnTo>
                    <a:pt x="1563740" y="5181"/>
                  </a:lnTo>
                  <a:lnTo>
                    <a:pt x="1571598" y="5131"/>
                  </a:lnTo>
                  <a:lnTo>
                    <a:pt x="1579456" y="5083"/>
                  </a:lnTo>
                  <a:lnTo>
                    <a:pt x="1587314" y="5037"/>
                  </a:lnTo>
                  <a:lnTo>
                    <a:pt x="1595172" y="4991"/>
                  </a:lnTo>
                  <a:lnTo>
                    <a:pt x="1603030" y="4937"/>
                  </a:lnTo>
                  <a:lnTo>
                    <a:pt x="1610888" y="4882"/>
                  </a:lnTo>
                  <a:lnTo>
                    <a:pt x="1618746" y="4825"/>
                  </a:lnTo>
                  <a:lnTo>
                    <a:pt x="1626604" y="4768"/>
                  </a:lnTo>
                  <a:lnTo>
                    <a:pt x="1634462" y="4718"/>
                  </a:lnTo>
                  <a:lnTo>
                    <a:pt x="1642320" y="4672"/>
                  </a:lnTo>
                  <a:lnTo>
                    <a:pt x="1650178" y="4625"/>
                  </a:lnTo>
                  <a:lnTo>
                    <a:pt x="1658036" y="4578"/>
                  </a:lnTo>
                  <a:lnTo>
                    <a:pt x="1665894" y="4528"/>
                  </a:lnTo>
                  <a:lnTo>
                    <a:pt x="1673752" y="4469"/>
                  </a:lnTo>
                  <a:lnTo>
                    <a:pt x="1681610" y="4403"/>
                  </a:lnTo>
                  <a:lnTo>
                    <a:pt x="1689468" y="4335"/>
                  </a:lnTo>
                  <a:lnTo>
                    <a:pt x="1697326" y="4267"/>
                  </a:lnTo>
                  <a:lnTo>
                    <a:pt x="1705184" y="4197"/>
                  </a:lnTo>
                  <a:lnTo>
                    <a:pt x="1713042" y="4125"/>
                  </a:lnTo>
                  <a:lnTo>
                    <a:pt x="1720900" y="4052"/>
                  </a:lnTo>
                  <a:lnTo>
                    <a:pt x="1728758" y="3977"/>
                  </a:lnTo>
                  <a:lnTo>
                    <a:pt x="1736616" y="3902"/>
                  </a:lnTo>
                  <a:lnTo>
                    <a:pt x="1744474" y="3831"/>
                  </a:lnTo>
                  <a:lnTo>
                    <a:pt x="1752332" y="3759"/>
                  </a:lnTo>
                  <a:lnTo>
                    <a:pt x="1760190" y="3685"/>
                  </a:lnTo>
                  <a:lnTo>
                    <a:pt x="1768048" y="3610"/>
                  </a:lnTo>
                  <a:lnTo>
                    <a:pt x="1775906" y="3534"/>
                  </a:lnTo>
                  <a:lnTo>
                    <a:pt x="1783764" y="3456"/>
                  </a:lnTo>
                  <a:lnTo>
                    <a:pt x="1791622" y="3376"/>
                  </a:lnTo>
                  <a:lnTo>
                    <a:pt x="1799480" y="3295"/>
                  </a:lnTo>
                  <a:lnTo>
                    <a:pt x="1807338" y="3213"/>
                  </a:lnTo>
                  <a:lnTo>
                    <a:pt x="1815196" y="3129"/>
                  </a:lnTo>
                  <a:lnTo>
                    <a:pt x="1823054" y="3044"/>
                  </a:lnTo>
                  <a:lnTo>
                    <a:pt x="1830912" y="2957"/>
                  </a:lnTo>
                  <a:lnTo>
                    <a:pt x="1838770" y="2868"/>
                  </a:lnTo>
                  <a:lnTo>
                    <a:pt x="1846628" y="2778"/>
                  </a:lnTo>
                  <a:lnTo>
                    <a:pt x="1854486" y="2686"/>
                  </a:lnTo>
                  <a:lnTo>
                    <a:pt x="1862344" y="2592"/>
                  </a:lnTo>
                  <a:lnTo>
                    <a:pt x="1870202" y="2497"/>
                  </a:lnTo>
                  <a:lnTo>
                    <a:pt x="1878060" y="2400"/>
                  </a:lnTo>
                  <a:lnTo>
                    <a:pt x="1885918" y="2301"/>
                  </a:lnTo>
                  <a:lnTo>
                    <a:pt x="1893776" y="2201"/>
                  </a:lnTo>
                  <a:lnTo>
                    <a:pt x="1901634" y="2099"/>
                  </a:lnTo>
                  <a:lnTo>
                    <a:pt x="1909492" y="2009"/>
                  </a:lnTo>
                  <a:lnTo>
                    <a:pt x="1917350" y="1923"/>
                  </a:lnTo>
                  <a:lnTo>
                    <a:pt x="1925208" y="1831"/>
                  </a:lnTo>
                  <a:lnTo>
                    <a:pt x="1933066" y="1716"/>
                  </a:lnTo>
                  <a:lnTo>
                    <a:pt x="1940924" y="1599"/>
                  </a:lnTo>
                  <a:lnTo>
                    <a:pt x="1948782" y="1480"/>
                  </a:lnTo>
                  <a:lnTo>
                    <a:pt x="1956640" y="1358"/>
                  </a:lnTo>
                  <a:lnTo>
                    <a:pt x="1964498" y="1234"/>
                  </a:lnTo>
                  <a:lnTo>
                    <a:pt x="1972356" y="1108"/>
                  </a:lnTo>
                  <a:lnTo>
                    <a:pt x="1980214" y="979"/>
                  </a:lnTo>
                  <a:lnTo>
                    <a:pt x="1988072" y="847"/>
                  </a:lnTo>
                  <a:lnTo>
                    <a:pt x="1995930" y="713"/>
                  </a:lnTo>
                  <a:lnTo>
                    <a:pt x="2003788" y="576"/>
                  </a:lnTo>
                  <a:lnTo>
                    <a:pt x="2011646" y="439"/>
                  </a:lnTo>
                  <a:lnTo>
                    <a:pt x="2019504" y="301"/>
                  </a:lnTo>
                  <a:lnTo>
                    <a:pt x="2027362" y="148"/>
                  </a:lnTo>
                  <a:lnTo>
                    <a:pt x="2035220" y="0"/>
                  </a:lnTo>
                  <a:lnTo>
                    <a:pt x="2035220" y="7522"/>
                  </a:lnTo>
                  <a:lnTo>
                    <a:pt x="2027362" y="7522"/>
                  </a:lnTo>
                  <a:lnTo>
                    <a:pt x="2019504" y="7522"/>
                  </a:lnTo>
                  <a:lnTo>
                    <a:pt x="2011646" y="7521"/>
                  </a:lnTo>
                  <a:lnTo>
                    <a:pt x="2003788" y="7521"/>
                  </a:lnTo>
                  <a:lnTo>
                    <a:pt x="1995930" y="7521"/>
                  </a:lnTo>
                  <a:lnTo>
                    <a:pt x="1988072" y="7521"/>
                  </a:lnTo>
                  <a:lnTo>
                    <a:pt x="1980214" y="7521"/>
                  </a:lnTo>
                  <a:lnTo>
                    <a:pt x="1972356" y="7521"/>
                  </a:lnTo>
                  <a:lnTo>
                    <a:pt x="1964498" y="7521"/>
                  </a:lnTo>
                  <a:lnTo>
                    <a:pt x="1956640" y="7521"/>
                  </a:lnTo>
                  <a:lnTo>
                    <a:pt x="1948782" y="7522"/>
                  </a:lnTo>
                  <a:lnTo>
                    <a:pt x="1940924" y="7522"/>
                  </a:lnTo>
                  <a:lnTo>
                    <a:pt x="1933066" y="7523"/>
                  </a:lnTo>
                  <a:lnTo>
                    <a:pt x="1925208" y="7524"/>
                  </a:lnTo>
                  <a:lnTo>
                    <a:pt x="1917350" y="7525"/>
                  </a:lnTo>
                  <a:lnTo>
                    <a:pt x="1909492" y="7525"/>
                  </a:lnTo>
                  <a:lnTo>
                    <a:pt x="1901634" y="7525"/>
                  </a:lnTo>
                  <a:lnTo>
                    <a:pt x="1893776" y="7525"/>
                  </a:lnTo>
                  <a:lnTo>
                    <a:pt x="1885918" y="7525"/>
                  </a:lnTo>
                  <a:lnTo>
                    <a:pt x="1878060" y="7525"/>
                  </a:lnTo>
                  <a:lnTo>
                    <a:pt x="1870202" y="7526"/>
                  </a:lnTo>
                  <a:lnTo>
                    <a:pt x="1862344" y="7526"/>
                  </a:lnTo>
                  <a:lnTo>
                    <a:pt x="1854486" y="7527"/>
                  </a:lnTo>
                  <a:lnTo>
                    <a:pt x="1846628" y="7528"/>
                  </a:lnTo>
                  <a:lnTo>
                    <a:pt x="1838770" y="7530"/>
                  </a:lnTo>
                  <a:lnTo>
                    <a:pt x="1830912" y="7531"/>
                  </a:lnTo>
                  <a:lnTo>
                    <a:pt x="1823054" y="7531"/>
                  </a:lnTo>
                  <a:lnTo>
                    <a:pt x="1815196" y="7531"/>
                  </a:lnTo>
                  <a:lnTo>
                    <a:pt x="1807338" y="7531"/>
                  </a:lnTo>
                  <a:lnTo>
                    <a:pt x="1799480" y="7531"/>
                  </a:lnTo>
                  <a:lnTo>
                    <a:pt x="1791622" y="7531"/>
                  </a:lnTo>
                  <a:lnTo>
                    <a:pt x="1783764" y="7531"/>
                  </a:lnTo>
                  <a:lnTo>
                    <a:pt x="1775906" y="7531"/>
                  </a:lnTo>
                  <a:lnTo>
                    <a:pt x="1768048" y="7531"/>
                  </a:lnTo>
                  <a:lnTo>
                    <a:pt x="1760190" y="7531"/>
                  </a:lnTo>
                  <a:lnTo>
                    <a:pt x="1752332" y="7531"/>
                  </a:lnTo>
                  <a:lnTo>
                    <a:pt x="1744474" y="7532"/>
                  </a:lnTo>
                  <a:lnTo>
                    <a:pt x="1736616" y="7532"/>
                  </a:lnTo>
                  <a:lnTo>
                    <a:pt x="1728758" y="7533"/>
                  </a:lnTo>
                  <a:lnTo>
                    <a:pt x="1720900" y="7533"/>
                  </a:lnTo>
                  <a:lnTo>
                    <a:pt x="1713042" y="7533"/>
                  </a:lnTo>
                  <a:lnTo>
                    <a:pt x="1705184" y="7537"/>
                  </a:lnTo>
                  <a:lnTo>
                    <a:pt x="1697326" y="7541"/>
                  </a:lnTo>
                  <a:lnTo>
                    <a:pt x="1689468" y="7543"/>
                  </a:lnTo>
                  <a:lnTo>
                    <a:pt x="1681610" y="7543"/>
                  </a:lnTo>
                  <a:lnTo>
                    <a:pt x="1673752" y="7543"/>
                  </a:lnTo>
                  <a:lnTo>
                    <a:pt x="1665894" y="7543"/>
                  </a:lnTo>
                  <a:lnTo>
                    <a:pt x="1658036" y="7543"/>
                  </a:lnTo>
                  <a:lnTo>
                    <a:pt x="1650178" y="7543"/>
                  </a:lnTo>
                  <a:lnTo>
                    <a:pt x="1642320" y="7543"/>
                  </a:lnTo>
                  <a:lnTo>
                    <a:pt x="1634462" y="7543"/>
                  </a:lnTo>
                  <a:lnTo>
                    <a:pt x="1626604" y="7543"/>
                  </a:lnTo>
                  <a:lnTo>
                    <a:pt x="1618746" y="7543"/>
                  </a:lnTo>
                  <a:lnTo>
                    <a:pt x="1610888" y="7543"/>
                  </a:lnTo>
                  <a:lnTo>
                    <a:pt x="1603030" y="7543"/>
                  </a:lnTo>
                  <a:lnTo>
                    <a:pt x="1595172" y="7543"/>
                  </a:lnTo>
                  <a:lnTo>
                    <a:pt x="1587314" y="7544"/>
                  </a:lnTo>
                  <a:lnTo>
                    <a:pt x="1579456" y="7544"/>
                  </a:lnTo>
                  <a:lnTo>
                    <a:pt x="1571598" y="7545"/>
                  </a:lnTo>
                  <a:lnTo>
                    <a:pt x="1563740" y="7546"/>
                  </a:lnTo>
                  <a:lnTo>
                    <a:pt x="1555882" y="7547"/>
                  </a:lnTo>
                  <a:lnTo>
                    <a:pt x="1548024" y="7549"/>
                  </a:lnTo>
                  <a:lnTo>
                    <a:pt x="1540166" y="7551"/>
                  </a:lnTo>
                  <a:lnTo>
                    <a:pt x="1532308" y="7552"/>
                  </a:lnTo>
                  <a:lnTo>
                    <a:pt x="1524450" y="7552"/>
                  </a:lnTo>
                  <a:lnTo>
                    <a:pt x="1516592" y="7552"/>
                  </a:lnTo>
                  <a:lnTo>
                    <a:pt x="1508734" y="7553"/>
                  </a:lnTo>
                  <a:lnTo>
                    <a:pt x="1500876" y="7554"/>
                  </a:lnTo>
                  <a:lnTo>
                    <a:pt x="1493018" y="7556"/>
                  </a:lnTo>
                  <a:lnTo>
                    <a:pt x="1485160" y="7556"/>
                  </a:lnTo>
                  <a:lnTo>
                    <a:pt x="1477302" y="7556"/>
                  </a:lnTo>
                  <a:lnTo>
                    <a:pt x="1469444" y="7555"/>
                  </a:lnTo>
                  <a:lnTo>
                    <a:pt x="1461586" y="7555"/>
                  </a:lnTo>
                  <a:lnTo>
                    <a:pt x="1453728" y="7555"/>
                  </a:lnTo>
                  <a:lnTo>
                    <a:pt x="1445870" y="7555"/>
                  </a:lnTo>
                  <a:lnTo>
                    <a:pt x="1438012" y="7555"/>
                  </a:lnTo>
                  <a:lnTo>
                    <a:pt x="1430154" y="7555"/>
                  </a:lnTo>
                  <a:lnTo>
                    <a:pt x="1422296" y="7555"/>
                  </a:lnTo>
                  <a:lnTo>
                    <a:pt x="1414438" y="7556"/>
                  </a:lnTo>
                  <a:lnTo>
                    <a:pt x="1406580" y="7555"/>
                  </a:lnTo>
                  <a:lnTo>
                    <a:pt x="1398722" y="7557"/>
                  </a:lnTo>
                  <a:lnTo>
                    <a:pt x="1390864" y="7560"/>
                  </a:lnTo>
                  <a:lnTo>
                    <a:pt x="1383006" y="7561"/>
                  </a:lnTo>
                  <a:lnTo>
                    <a:pt x="1375148" y="7562"/>
                  </a:lnTo>
                  <a:lnTo>
                    <a:pt x="1367290" y="7563"/>
                  </a:lnTo>
                  <a:lnTo>
                    <a:pt x="1359432" y="7564"/>
                  </a:lnTo>
                  <a:lnTo>
                    <a:pt x="1351574" y="7564"/>
                  </a:lnTo>
                  <a:lnTo>
                    <a:pt x="1343716" y="7564"/>
                  </a:lnTo>
                  <a:lnTo>
                    <a:pt x="1335858" y="7564"/>
                  </a:lnTo>
                  <a:lnTo>
                    <a:pt x="1328000" y="7563"/>
                  </a:lnTo>
                  <a:lnTo>
                    <a:pt x="1320142" y="7563"/>
                  </a:lnTo>
                  <a:lnTo>
                    <a:pt x="1312284" y="7563"/>
                  </a:lnTo>
                  <a:lnTo>
                    <a:pt x="1304426" y="7562"/>
                  </a:lnTo>
                  <a:lnTo>
                    <a:pt x="1296568" y="7562"/>
                  </a:lnTo>
                  <a:lnTo>
                    <a:pt x="1288710" y="7561"/>
                  </a:lnTo>
                  <a:lnTo>
                    <a:pt x="1280852" y="7562"/>
                  </a:lnTo>
                  <a:lnTo>
                    <a:pt x="1272994" y="7562"/>
                  </a:lnTo>
                  <a:lnTo>
                    <a:pt x="1265136" y="7563"/>
                  </a:lnTo>
                  <a:lnTo>
                    <a:pt x="1257278" y="7564"/>
                  </a:lnTo>
                  <a:lnTo>
                    <a:pt x="1249420" y="7564"/>
                  </a:lnTo>
                  <a:lnTo>
                    <a:pt x="1241562" y="7564"/>
                  </a:lnTo>
                  <a:lnTo>
                    <a:pt x="1233704" y="7565"/>
                  </a:lnTo>
                  <a:lnTo>
                    <a:pt x="1225846" y="7566"/>
                  </a:lnTo>
                  <a:lnTo>
                    <a:pt x="1217988" y="7566"/>
                  </a:lnTo>
                  <a:lnTo>
                    <a:pt x="1210130" y="7566"/>
                  </a:lnTo>
                  <a:lnTo>
                    <a:pt x="1202272" y="7566"/>
                  </a:lnTo>
                  <a:lnTo>
                    <a:pt x="1194414" y="7566"/>
                  </a:lnTo>
                  <a:lnTo>
                    <a:pt x="1186556" y="7568"/>
                  </a:lnTo>
                  <a:lnTo>
                    <a:pt x="1178698" y="7569"/>
                  </a:lnTo>
                  <a:lnTo>
                    <a:pt x="1170840" y="7570"/>
                  </a:lnTo>
                  <a:lnTo>
                    <a:pt x="1162982" y="7570"/>
                  </a:lnTo>
                  <a:lnTo>
                    <a:pt x="1155124" y="7570"/>
                  </a:lnTo>
                  <a:lnTo>
                    <a:pt x="1147266" y="7570"/>
                  </a:lnTo>
                  <a:lnTo>
                    <a:pt x="1139408" y="7570"/>
                  </a:lnTo>
                  <a:lnTo>
                    <a:pt x="1131550" y="7569"/>
                  </a:lnTo>
                  <a:lnTo>
                    <a:pt x="1123692" y="7569"/>
                  </a:lnTo>
                  <a:lnTo>
                    <a:pt x="1115834" y="7572"/>
                  </a:lnTo>
                  <a:lnTo>
                    <a:pt x="1107976" y="7574"/>
                  </a:lnTo>
                  <a:lnTo>
                    <a:pt x="1100118" y="7577"/>
                  </a:lnTo>
                  <a:lnTo>
                    <a:pt x="1092260" y="7578"/>
                  </a:lnTo>
                  <a:lnTo>
                    <a:pt x="1084402" y="7578"/>
                  </a:lnTo>
                  <a:lnTo>
                    <a:pt x="1076544" y="7578"/>
                  </a:lnTo>
                  <a:lnTo>
                    <a:pt x="1068686" y="7578"/>
                  </a:lnTo>
                  <a:lnTo>
                    <a:pt x="1060828" y="7579"/>
                  </a:lnTo>
                  <a:lnTo>
                    <a:pt x="1052970" y="7580"/>
                  </a:lnTo>
                  <a:lnTo>
                    <a:pt x="1045112" y="7580"/>
                  </a:lnTo>
                  <a:lnTo>
                    <a:pt x="1037254" y="7581"/>
                  </a:lnTo>
                  <a:lnTo>
                    <a:pt x="1029397" y="7582"/>
                  </a:lnTo>
                  <a:lnTo>
                    <a:pt x="1021539" y="7583"/>
                  </a:lnTo>
                  <a:lnTo>
                    <a:pt x="1013681" y="7584"/>
                  </a:lnTo>
                  <a:lnTo>
                    <a:pt x="1005823" y="7585"/>
                  </a:lnTo>
                  <a:lnTo>
                    <a:pt x="997965" y="7586"/>
                  </a:lnTo>
                  <a:lnTo>
                    <a:pt x="990107" y="7586"/>
                  </a:lnTo>
                  <a:lnTo>
                    <a:pt x="982249" y="7587"/>
                  </a:lnTo>
                  <a:lnTo>
                    <a:pt x="974391" y="7589"/>
                  </a:lnTo>
                  <a:lnTo>
                    <a:pt x="966533" y="7591"/>
                  </a:lnTo>
                  <a:lnTo>
                    <a:pt x="958675" y="7592"/>
                  </a:lnTo>
                  <a:lnTo>
                    <a:pt x="950817" y="7591"/>
                  </a:lnTo>
                  <a:lnTo>
                    <a:pt x="942959" y="7591"/>
                  </a:lnTo>
                  <a:lnTo>
                    <a:pt x="935101" y="7593"/>
                  </a:lnTo>
                  <a:lnTo>
                    <a:pt x="927243" y="7594"/>
                  </a:lnTo>
                  <a:lnTo>
                    <a:pt x="919385" y="7596"/>
                  </a:lnTo>
                  <a:lnTo>
                    <a:pt x="911527" y="7597"/>
                  </a:lnTo>
                  <a:lnTo>
                    <a:pt x="903669" y="7599"/>
                  </a:lnTo>
                  <a:lnTo>
                    <a:pt x="895811" y="7600"/>
                  </a:lnTo>
                  <a:lnTo>
                    <a:pt x="887953" y="7602"/>
                  </a:lnTo>
                  <a:lnTo>
                    <a:pt x="880095" y="7603"/>
                  </a:lnTo>
                  <a:lnTo>
                    <a:pt x="872237" y="7604"/>
                  </a:lnTo>
                  <a:lnTo>
                    <a:pt x="864379" y="7606"/>
                  </a:lnTo>
                  <a:lnTo>
                    <a:pt x="856521" y="7607"/>
                  </a:lnTo>
                  <a:lnTo>
                    <a:pt x="848663" y="7609"/>
                  </a:lnTo>
                  <a:lnTo>
                    <a:pt x="840805" y="7610"/>
                  </a:lnTo>
                  <a:lnTo>
                    <a:pt x="832947" y="7611"/>
                  </a:lnTo>
                  <a:lnTo>
                    <a:pt x="825089" y="7613"/>
                  </a:lnTo>
                  <a:lnTo>
                    <a:pt x="817231" y="7615"/>
                  </a:lnTo>
                  <a:lnTo>
                    <a:pt x="809373" y="7617"/>
                  </a:lnTo>
                  <a:lnTo>
                    <a:pt x="801515" y="7618"/>
                  </a:lnTo>
                  <a:lnTo>
                    <a:pt x="793657" y="7619"/>
                  </a:lnTo>
                  <a:lnTo>
                    <a:pt x="785799" y="7619"/>
                  </a:lnTo>
                  <a:lnTo>
                    <a:pt x="777941" y="7621"/>
                  </a:lnTo>
                  <a:lnTo>
                    <a:pt x="770083" y="7622"/>
                  </a:lnTo>
                  <a:lnTo>
                    <a:pt x="762225" y="7623"/>
                  </a:lnTo>
                  <a:lnTo>
                    <a:pt x="754367" y="7624"/>
                  </a:lnTo>
                  <a:lnTo>
                    <a:pt x="746509" y="7626"/>
                  </a:lnTo>
                  <a:lnTo>
                    <a:pt x="738651" y="7627"/>
                  </a:lnTo>
                  <a:lnTo>
                    <a:pt x="730793" y="7628"/>
                  </a:lnTo>
                  <a:lnTo>
                    <a:pt x="722935" y="7628"/>
                  </a:lnTo>
                  <a:lnTo>
                    <a:pt x="715077" y="7629"/>
                  </a:lnTo>
                  <a:lnTo>
                    <a:pt x="707219" y="7633"/>
                  </a:lnTo>
                  <a:lnTo>
                    <a:pt x="699361" y="7635"/>
                  </a:lnTo>
                  <a:lnTo>
                    <a:pt x="691503" y="7638"/>
                  </a:lnTo>
                  <a:lnTo>
                    <a:pt x="683645" y="7641"/>
                  </a:lnTo>
                  <a:lnTo>
                    <a:pt x="675787" y="7642"/>
                  </a:lnTo>
                  <a:lnTo>
                    <a:pt x="667929" y="7645"/>
                  </a:lnTo>
                  <a:lnTo>
                    <a:pt x="660071" y="7647"/>
                  </a:lnTo>
                  <a:lnTo>
                    <a:pt x="652213" y="7649"/>
                  </a:lnTo>
                  <a:lnTo>
                    <a:pt x="644355" y="7650"/>
                  </a:lnTo>
                  <a:lnTo>
                    <a:pt x="636497" y="7651"/>
                  </a:lnTo>
                  <a:lnTo>
                    <a:pt x="628639" y="7654"/>
                  </a:lnTo>
                  <a:lnTo>
                    <a:pt x="620781" y="7654"/>
                  </a:lnTo>
                  <a:lnTo>
                    <a:pt x="612923" y="7654"/>
                  </a:lnTo>
                  <a:lnTo>
                    <a:pt x="605065" y="7655"/>
                  </a:lnTo>
                  <a:lnTo>
                    <a:pt x="597207" y="7656"/>
                  </a:lnTo>
                  <a:lnTo>
                    <a:pt x="589349" y="7658"/>
                  </a:lnTo>
                  <a:lnTo>
                    <a:pt x="581491" y="7661"/>
                  </a:lnTo>
                  <a:lnTo>
                    <a:pt x="573633" y="7663"/>
                  </a:lnTo>
                  <a:lnTo>
                    <a:pt x="565775" y="7666"/>
                  </a:lnTo>
                  <a:lnTo>
                    <a:pt x="557917" y="7668"/>
                  </a:lnTo>
                  <a:lnTo>
                    <a:pt x="550059" y="7670"/>
                  </a:lnTo>
                  <a:lnTo>
                    <a:pt x="542201" y="7673"/>
                  </a:lnTo>
                  <a:lnTo>
                    <a:pt x="534343" y="7676"/>
                  </a:lnTo>
                  <a:lnTo>
                    <a:pt x="526485" y="7677"/>
                  </a:lnTo>
                  <a:lnTo>
                    <a:pt x="518627" y="7679"/>
                  </a:lnTo>
                  <a:lnTo>
                    <a:pt x="510769" y="7679"/>
                  </a:lnTo>
                  <a:lnTo>
                    <a:pt x="502911" y="7682"/>
                  </a:lnTo>
                  <a:lnTo>
                    <a:pt x="495053" y="7686"/>
                  </a:lnTo>
                  <a:lnTo>
                    <a:pt x="487195" y="7688"/>
                  </a:lnTo>
                  <a:lnTo>
                    <a:pt x="479337" y="7689"/>
                  </a:lnTo>
                  <a:lnTo>
                    <a:pt x="471479" y="7689"/>
                  </a:lnTo>
                  <a:lnTo>
                    <a:pt x="463621" y="7690"/>
                  </a:lnTo>
                  <a:lnTo>
                    <a:pt x="455763" y="7692"/>
                  </a:lnTo>
                  <a:lnTo>
                    <a:pt x="447905" y="7694"/>
                  </a:lnTo>
                  <a:lnTo>
                    <a:pt x="440047" y="7696"/>
                  </a:lnTo>
                  <a:lnTo>
                    <a:pt x="432189" y="7698"/>
                  </a:lnTo>
                  <a:lnTo>
                    <a:pt x="424331" y="7700"/>
                  </a:lnTo>
                  <a:lnTo>
                    <a:pt x="416473" y="7702"/>
                  </a:lnTo>
                  <a:lnTo>
                    <a:pt x="408615" y="7703"/>
                  </a:lnTo>
                  <a:lnTo>
                    <a:pt x="400757" y="7706"/>
                  </a:lnTo>
                  <a:lnTo>
                    <a:pt x="392899" y="7707"/>
                  </a:lnTo>
                  <a:lnTo>
                    <a:pt x="385041" y="7708"/>
                  </a:lnTo>
                  <a:lnTo>
                    <a:pt x="377183" y="7710"/>
                  </a:lnTo>
                  <a:lnTo>
                    <a:pt x="369325" y="7711"/>
                  </a:lnTo>
                  <a:lnTo>
                    <a:pt x="361467" y="7712"/>
                  </a:lnTo>
                  <a:lnTo>
                    <a:pt x="353609" y="7714"/>
                  </a:lnTo>
                  <a:lnTo>
                    <a:pt x="345751" y="7717"/>
                  </a:lnTo>
                  <a:lnTo>
                    <a:pt x="337893" y="7720"/>
                  </a:lnTo>
                  <a:lnTo>
                    <a:pt x="330035" y="7723"/>
                  </a:lnTo>
                  <a:lnTo>
                    <a:pt x="322177" y="7724"/>
                  </a:lnTo>
                  <a:lnTo>
                    <a:pt x="314319" y="7725"/>
                  </a:lnTo>
                  <a:lnTo>
                    <a:pt x="306461" y="7727"/>
                  </a:lnTo>
                  <a:lnTo>
                    <a:pt x="298603" y="7730"/>
                  </a:lnTo>
                  <a:lnTo>
                    <a:pt x="290745" y="7734"/>
                  </a:lnTo>
                  <a:lnTo>
                    <a:pt x="282887" y="7737"/>
                  </a:lnTo>
                  <a:lnTo>
                    <a:pt x="275029" y="7738"/>
                  </a:lnTo>
                  <a:lnTo>
                    <a:pt x="267171" y="7739"/>
                  </a:lnTo>
                  <a:lnTo>
                    <a:pt x="259313" y="7741"/>
                  </a:lnTo>
                  <a:lnTo>
                    <a:pt x="251455" y="7745"/>
                  </a:lnTo>
                  <a:lnTo>
                    <a:pt x="243597" y="7745"/>
                  </a:lnTo>
                  <a:lnTo>
                    <a:pt x="235739" y="7744"/>
                  </a:lnTo>
                  <a:lnTo>
                    <a:pt x="227881" y="7745"/>
                  </a:lnTo>
                  <a:lnTo>
                    <a:pt x="220023" y="7747"/>
                  </a:lnTo>
                  <a:lnTo>
                    <a:pt x="212165" y="7747"/>
                  </a:lnTo>
                  <a:lnTo>
                    <a:pt x="204307" y="7748"/>
                  </a:lnTo>
                  <a:lnTo>
                    <a:pt x="196449" y="7751"/>
                  </a:lnTo>
                  <a:lnTo>
                    <a:pt x="188591" y="7753"/>
                  </a:lnTo>
                  <a:lnTo>
                    <a:pt x="180733" y="7754"/>
                  </a:lnTo>
                  <a:lnTo>
                    <a:pt x="172875" y="7756"/>
                  </a:lnTo>
                  <a:lnTo>
                    <a:pt x="165017" y="7758"/>
                  </a:lnTo>
                  <a:lnTo>
                    <a:pt x="157159" y="7759"/>
                  </a:lnTo>
                  <a:lnTo>
                    <a:pt x="149301" y="7760"/>
                  </a:lnTo>
                  <a:lnTo>
                    <a:pt x="141443" y="7761"/>
                  </a:lnTo>
                  <a:lnTo>
                    <a:pt x="133585" y="7761"/>
                  </a:lnTo>
                  <a:lnTo>
                    <a:pt x="125727" y="7762"/>
                  </a:lnTo>
                  <a:lnTo>
                    <a:pt x="117869" y="7763"/>
                  </a:lnTo>
                  <a:lnTo>
                    <a:pt x="110011" y="7765"/>
                  </a:lnTo>
                  <a:lnTo>
                    <a:pt x="102153" y="7766"/>
                  </a:lnTo>
                  <a:lnTo>
                    <a:pt x="94295" y="7768"/>
                  </a:lnTo>
                  <a:lnTo>
                    <a:pt x="86437" y="7769"/>
                  </a:lnTo>
                  <a:lnTo>
                    <a:pt x="78579" y="7770"/>
                  </a:lnTo>
                  <a:lnTo>
                    <a:pt x="70721" y="7771"/>
                  </a:lnTo>
                  <a:lnTo>
                    <a:pt x="62863" y="7772"/>
                  </a:lnTo>
                  <a:lnTo>
                    <a:pt x="55005" y="7774"/>
                  </a:lnTo>
                  <a:lnTo>
                    <a:pt x="47147" y="7776"/>
                  </a:lnTo>
                  <a:lnTo>
                    <a:pt x="39289" y="7777"/>
                  </a:lnTo>
                  <a:lnTo>
                    <a:pt x="31431" y="7778"/>
                  </a:lnTo>
                  <a:lnTo>
                    <a:pt x="23573" y="7780"/>
                  </a:lnTo>
                  <a:lnTo>
                    <a:pt x="15715" y="7781"/>
                  </a:lnTo>
                  <a:lnTo>
                    <a:pt x="7857" y="7783"/>
                  </a:lnTo>
                  <a:lnTo>
                    <a:pt x="0" y="7784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6029658" y="4831829"/>
              <a:ext cx="2035220" cy="7364"/>
            </a:xfrm>
            <a:custGeom>
              <a:avLst/>
              <a:pathLst>
                <a:path w="2035220" h="7364">
                  <a:moveTo>
                    <a:pt x="0" y="7364"/>
                  </a:moveTo>
                  <a:lnTo>
                    <a:pt x="7857" y="7363"/>
                  </a:lnTo>
                  <a:lnTo>
                    <a:pt x="15715" y="7363"/>
                  </a:lnTo>
                  <a:lnTo>
                    <a:pt x="23573" y="7362"/>
                  </a:lnTo>
                  <a:lnTo>
                    <a:pt x="31431" y="7362"/>
                  </a:lnTo>
                  <a:lnTo>
                    <a:pt x="39289" y="7361"/>
                  </a:lnTo>
                  <a:lnTo>
                    <a:pt x="47147" y="7361"/>
                  </a:lnTo>
                  <a:lnTo>
                    <a:pt x="55005" y="7360"/>
                  </a:lnTo>
                  <a:lnTo>
                    <a:pt x="62863" y="7360"/>
                  </a:lnTo>
                  <a:lnTo>
                    <a:pt x="70721" y="7360"/>
                  </a:lnTo>
                  <a:lnTo>
                    <a:pt x="78579" y="7359"/>
                  </a:lnTo>
                  <a:lnTo>
                    <a:pt x="86437" y="7359"/>
                  </a:lnTo>
                  <a:lnTo>
                    <a:pt x="94295" y="7358"/>
                  </a:lnTo>
                  <a:lnTo>
                    <a:pt x="102153" y="7357"/>
                  </a:lnTo>
                  <a:lnTo>
                    <a:pt x="110011" y="7357"/>
                  </a:lnTo>
                  <a:lnTo>
                    <a:pt x="117869" y="7357"/>
                  </a:lnTo>
                  <a:lnTo>
                    <a:pt x="125727" y="7356"/>
                  </a:lnTo>
                  <a:lnTo>
                    <a:pt x="133585" y="7355"/>
                  </a:lnTo>
                  <a:lnTo>
                    <a:pt x="141443" y="7355"/>
                  </a:lnTo>
                  <a:lnTo>
                    <a:pt x="149301" y="7354"/>
                  </a:lnTo>
                  <a:lnTo>
                    <a:pt x="157159" y="7354"/>
                  </a:lnTo>
                  <a:lnTo>
                    <a:pt x="165017" y="7353"/>
                  </a:lnTo>
                  <a:lnTo>
                    <a:pt x="172875" y="7353"/>
                  </a:lnTo>
                  <a:lnTo>
                    <a:pt x="180733" y="7352"/>
                  </a:lnTo>
                  <a:lnTo>
                    <a:pt x="188591" y="7351"/>
                  </a:lnTo>
                  <a:lnTo>
                    <a:pt x="196449" y="7351"/>
                  </a:lnTo>
                  <a:lnTo>
                    <a:pt x="204307" y="7350"/>
                  </a:lnTo>
                  <a:lnTo>
                    <a:pt x="212165" y="7350"/>
                  </a:lnTo>
                  <a:lnTo>
                    <a:pt x="220023" y="7349"/>
                  </a:lnTo>
                  <a:lnTo>
                    <a:pt x="227881" y="7349"/>
                  </a:lnTo>
                  <a:lnTo>
                    <a:pt x="235739" y="7348"/>
                  </a:lnTo>
                  <a:lnTo>
                    <a:pt x="243597" y="7347"/>
                  </a:lnTo>
                  <a:lnTo>
                    <a:pt x="251455" y="7346"/>
                  </a:lnTo>
                  <a:lnTo>
                    <a:pt x="259313" y="7346"/>
                  </a:lnTo>
                  <a:lnTo>
                    <a:pt x="267171" y="7346"/>
                  </a:lnTo>
                  <a:lnTo>
                    <a:pt x="275029" y="7345"/>
                  </a:lnTo>
                  <a:lnTo>
                    <a:pt x="282887" y="7345"/>
                  </a:lnTo>
                  <a:lnTo>
                    <a:pt x="290745" y="7344"/>
                  </a:lnTo>
                  <a:lnTo>
                    <a:pt x="298603" y="7343"/>
                  </a:lnTo>
                  <a:lnTo>
                    <a:pt x="306461" y="7342"/>
                  </a:lnTo>
                  <a:lnTo>
                    <a:pt x="314319" y="7341"/>
                  </a:lnTo>
                  <a:lnTo>
                    <a:pt x="322177" y="7340"/>
                  </a:lnTo>
                  <a:lnTo>
                    <a:pt x="330035" y="7339"/>
                  </a:lnTo>
                  <a:lnTo>
                    <a:pt x="337893" y="7338"/>
                  </a:lnTo>
                  <a:lnTo>
                    <a:pt x="345751" y="7337"/>
                  </a:lnTo>
                  <a:lnTo>
                    <a:pt x="353609" y="7337"/>
                  </a:lnTo>
                  <a:lnTo>
                    <a:pt x="361467" y="7336"/>
                  </a:lnTo>
                  <a:lnTo>
                    <a:pt x="369325" y="7335"/>
                  </a:lnTo>
                  <a:lnTo>
                    <a:pt x="377183" y="7334"/>
                  </a:lnTo>
                  <a:lnTo>
                    <a:pt x="385041" y="7333"/>
                  </a:lnTo>
                  <a:lnTo>
                    <a:pt x="392899" y="7332"/>
                  </a:lnTo>
                  <a:lnTo>
                    <a:pt x="400757" y="7331"/>
                  </a:lnTo>
                  <a:lnTo>
                    <a:pt x="408615" y="7330"/>
                  </a:lnTo>
                  <a:lnTo>
                    <a:pt x="416473" y="7329"/>
                  </a:lnTo>
                  <a:lnTo>
                    <a:pt x="424331" y="7328"/>
                  </a:lnTo>
                  <a:lnTo>
                    <a:pt x="432189" y="7327"/>
                  </a:lnTo>
                  <a:lnTo>
                    <a:pt x="440047" y="7326"/>
                  </a:lnTo>
                  <a:lnTo>
                    <a:pt x="447905" y="7325"/>
                  </a:lnTo>
                  <a:lnTo>
                    <a:pt x="455763" y="7324"/>
                  </a:lnTo>
                  <a:lnTo>
                    <a:pt x="463621" y="7323"/>
                  </a:lnTo>
                  <a:lnTo>
                    <a:pt x="471479" y="7322"/>
                  </a:lnTo>
                  <a:lnTo>
                    <a:pt x="479337" y="7319"/>
                  </a:lnTo>
                  <a:lnTo>
                    <a:pt x="487195" y="7318"/>
                  </a:lnTo>
                  <a:lnTo>
                    <a:pt x="495053" y="7318"/>
                  </a:lnTo>
                  <a:lnTo>
                    <a:pt x="502911" y="7317"/>
                  </a:lnTo>
                  <a:lnTo>
                    <a:pt x="510769" y="7315"/>
                  </a:lnTo>
                  <a:lnTo>
                    <a:pt x="518627" y="7314"/>
                  </a:lnTo>
                  <a:lnTo>
                    <a:pt x="526485" y="7313"/>
                  </a:lnTo>
                  <a:lnTo>
                    <a:pt x="534343" y="7310"/>
                  </a:lnTo>
                  <a:lnTo>
                    <a:pt x="542201" y="7308"/>
                  </a:lnTo>
                  <a:lnTo>
                    <a:pt x="550059" y="7305"/>
                  </a:lnTo>
                  <a:lnTo>
                    <a:pt x="557917" y="7303"/>
                  </a:lnTo>
                  <a:lnTo>
                    <a:pt x="565775" y="7301"/>
                  </a:lnTo>
                  <a:lnTo>
                    <a:pt x="573633" y="7298"/>
                  </a:lnTo>
                  <a:lnTo>
                    <a:pt x="581491" y="7295"/>
                  </a:lnTo>
                  <a:lnTo>
                    <a:pt x="589349" y="7292"/>
                  </a:lnTo>
                  <a:lnTo>
                    <a:pt x="597207" y="7290"/>
                  </a:lnTo>
                  <a:lnTo>
                    <a:pt x="605065" y="7287"/>
                  </a:lnTo>
                  <a:lnTo>
                    <a:pt x="612923" y="7283"/>
                  </a:lnTo>
                  <a:lnTo>
                    <a:pt x="620781" y="7281"/>
                  </a:lnTo>
                  <a:lnTo>
                    <a:pt x="628639" y="7279"/>
                  </a:lnTo>
                  <a:lnTo>
                    <a:pt x="636497" y="7275"/>
                  </a:lnTo>
                  <a:lnTo>
                    <a:pt x="644355" y="7272"/>
                  </a:lnTo>
                  <a:lnTo>
                    <a:pt x="652213" y="7268"/>
                  </a:lnTo>
                  <a:lnTo>
                    <a:pt x="660071" y="7265"/>
                  </a:lnTo>
                  <a:lnTo>
                    <a:pt x="667929" y="7261"/>
                  </a:lnTo>
                  <a:lnTo>
                    <a:pt x="675787" y="7258"/>
                  </a:lnTo>
                  <a:lnTo>
                    <a:pt x="683645" y="7254"/>
                  </a:lnTo>
                  <a:lnTo>
                    <a:pt x="691503" y="7248"/>
                  </a:lnTo>
                  <a:lnTo>
                    <a:pt x="699361" y="7244"/>
                  </a:lnTo>
                  <a:lnTo>
                    <a:pt x="707219" y="7241"/>
                  </a:lnTo>
                  <a:lnTo>
                    <a:pt x="715077" y="7235"/>
                  </a:lnTo>
                  <a:lnTo>
                    <a:pt x="722935" y="7229"/>
                  </a:lnTo>
                  <a:lnTo>
                    <a:pt x="730793" y="7223"/>
                  </a:lnTo>
                  <a:lnTo>
                    <a:pt x="738651" y="7217"/>
                  </a:lnTo>
                  <a:lnTo>
                    <a:pt x="746509" y="7213"/>
                  </a:lnTo>
                  <a:lnTo>
                    <a:pt x="754367" y="7208"/>
                  </a:lnTo>
                  <a:lnTo>
                    <a:pt x="762225" y="7201"/>
                  </a:lnTo>
                  <a:lnTo>
                    <a:pt x="770083" y="7194"/>
                  </a:lnTo>
                  <a:lnTo>
                    <a:pt x="777941" y="7189"/>
                  </a:lnTo>
                  <a:lnTo>
                    <a:pt x="785799" y="7182"/>
                  </a:lnTo>
                  <a:lnTo>
                    <a:pt x="793657" y="7178"/>
                  </a:lnTo>
                  <a:lnTo>
                    <a:pt x="801515" y="7171"/>
                  </a:lnTo>
                  <a:lnTo>
                    <a:pt x="809373" y="7165"/>
                  </a:lnTo>
                  <a:lnTo>
                    <a:pt x="817231" y="7161"/>
                  </a:lnTo>
                  <a:lnTo>
                    <a:pt x="825089" y="7153"/>
                  </a:lnTo>
                  <a:lnTo>
                    <a:pt x="832947" y="7147"/>
                  </a:lnTo>
                  <a:lnTo>
                    <a:pt x="840805" y="7141"/>
                  </a:lnTo>
                  <a:lnTo>
                    <a:pt x="848663" y="7134"/>
                  </a:lnTo>
                  <a:lnTo>
                    <a:pt x="856521" y="7127"/>
                  </a:lnTo>
                  <a:lnTo>
                    <a:pt x="864379" y="7116"/>
                  </a:lnTo>
                  <a:lnTo>
                    <a:pt x="872237" y="7106"/>
                  </a:lnTo>
                  <a:lnTo>
                    <a:pt x="880095" y="7099"/>
                  </a:lnTo>
                  <a:lnTo>
                    <a:pt x="887953" y="7091"/>
                  </a:lnTo>
                  <a:lnTo>
                    <a:pt x="895811" y="7084"/>
                  </a:lnTo>
                  <a:lnTo>
                    <a:pt x="903669" y="7077"/>
                  </a:lnTo>
                  <a:lnTo>
                    <a:pt x="911527" y="7067"/>
                  </a:lnTo>
                  <a:lnTo>
                    <a:pt x="919385" y="7055"/>
                  </a:lnTo>
                  <a:lnTo>
                    <a:pt x="927243" y="7044"/>
                  </a:lnTo>
                  <a:lnTo>
                    <a:pt x="935101" y="7032"/>
                  </a:lnTo>
                  <a:lnTo>
                    <a:pt x="942959" y="7023"/>
                  </a:lnTo>
                  <a:lnTo>
                    <a:pt x="950817" y="7015"/>
                  </a:lnTo>
                  <a:lnTo>
                    <a:pt x="958675" y="7001"/>
                  </a:lnTo>
                  <a:lnTo>
                    <a:pt x="966533" y="6991"/>
                  </a:lnTo>
                  <a:lnTo>
                    <a:pt x="974391" y="6981"/>
                  </a:lnTo>
                  <a:lnTo>
                    <a:pt x="982249" y="6970"/>
                  </a:lnTo>
                  <a:lnTo>
                    <a:pt x="990107" y="6960"/>
                  </a:lnTo>
                  <a:lnTo>
                    <a:pt x="997965" y="6947"/>
                  </a:lnTo>
                  <a:lnTo>
                    <a:pt x="1005823" y="6933"/>
                  </a:lnTo>
                  <a:lnTo>
                    <a:pt x="1013681" y="6918"/>
                  </a:lnTo>
                  <a:lnTo>
                    <a:pt x="1021539" y="6907"/>
                  </a:lnTo>
                  <a:lnTo>
                    <a:pt x="1029397" y="6892"/>
                  </a:lnTo>
                  <a:lnTo>
                    <a:pt x="1037254" y="6878"/>
                  </a:lnTo>
                  <a:lnTo>
                    <a:pt x="1045112" y="6863"/>
                  </a:lnTo>
                  <a:lnTo>
                    <a:pt x="1052970" y="6851"/>
                  </a:lnTo>
                  <a:lnTo>
                    <a:pt x="1060828" y="6840"/>
                  </a:lnTo>
                  <a:lnTo>
                    <a:pt x="1068686" y="6827"/>
                  </a:lnTo>
                  <a:lnTo>
                    <a:pt x="1076544" y="6812"/>
                  </a:lnTo>
                  <a:lnTo>
                    <a:pt x="1084402" y="6796"/>
                  </a:lnTo>
                  <a:lnTo>
                    <a:pt x="1092260" y="6780"/>
                  </a:lnTo>
                  <a:lnTo>
                    <a:pt x="1100118" y="6766"/>
                  </a:lnTo>
                  <a:lnTo>
                    <a:pt x="1107976" y="6753"/>
                  </a:lnTo>
                  <a:lnTo>
                    <a:pt x="1115834" y="6738"/>
                  </a:lnTo>
                  <a:lnTo>
                    <a:pt x="1123692" y="6724"/>
                  </a:lnTo>
                  <a:lnTo>
                    <a:pt x="1131550" y="6709"/>
                  </a:lnTo>
                  <a:lnTo>
                    <a:pt x="1139408" y="6695"/>
                  </a:lnTo>
                  <a:lnTo>
                    <a:pt x="1147266" y="6679"/>
                  </a:lnTo>
                  <a:lnTo>
                    <a:pt x="1155124" y="6663"/>
                  </a:lnTo>
                  <a:lnTo>
                    <a:pt x="1162982" y="6648"/>
                  </a:lnTo>
                  <a:lnTo>
                    <a:pt x="1170840" y="6629"/>
                  </a:lnTo>
                  <a:lnTo>
                    <a:pt x="1178698" y="6608"/>
                  </a:lnTo>
                  <a:lnTo>
                    <a:pt x="1186556" y="6589"/>
                  </a:lnTo>
                  <a:lnTo>
                    <a:pt x="1194414" y="6573"/>
                  </a:lnTo>
                  <a:lnTo>
                    <a:pt x="1202272" y="6547"/>
                  </a:lnTo>
                  <a:lnTo>
                    <a:pt x="1210130" y="6521"/>
                  </a:lnTo>
                  <a:lnTo>
                    <a:pt x="1217988" y="6497"/>
                  </a:lnTo>
                  <a:lnTo>
                    <a:pt x="1225846" y="6477"/>
                  </a:lnTo>
                  <a:lnTo>
                    <a:pt x="1233704" y="6457"/>
                  </a:lnTo>
                  <a:lnTo>
                    <a:pt x="1241562" y="6437"/>
                  </a:lnTo>
                  <a:lnTo>
                    <a:pt x="1249420" y="6416"/>
                  </a:lnTo>
                  <a:lnTo>
                    <a:pt x="1257278" y="6394"/>
                  </a:lnTo>
                  <a:lnTo>
                    <a:pt x="1265136" y="6373"/>
                  </a:lnTo>
                  <a:lnTo>
                    <a:pt x="1272994" y="6351"/>
                  </a:lnTo>
                  <a:lnTo>
                    <a:pt x="1280852" y="6328"/>
                  </a:lnTo>
                  <a:lnTo>
                    <a:pt x="1288710" y="6306"/>
                  </a:lnTo>
                  <a:lnTo>
                    <a:pt x="1296568" y="6282"/>
                  </a:lnTo>
                  <a:lnTo>
                    <a:pt x="1304426" y="6258"/>
                  </a:lnTo>
                  <a:lnTo>
                    <a:pt x="1312284" y="6234"/>
                  </a:lnTo>
                  <a:lnTo>
                    <a:pt x="1320142" y="6209"/>
                  </a:lnTo>
                  <a:lnTo>
                    <a:pt x="1328000" y="6184"/>
                  </a:lnTo>
                  <a:lnTo>
                    <a:pt x="1335858" y="6159"/>
                  </a:lnTo>
                  <a:lnTo>
                    <a:pt x="1343716" y="6133"/>
                  </a:lnTo>
                  <a:lnTo>
                    <a:pt x="1351574" y="6106"/>
                  </a:lnTo>
                  <a:lnTo>
                    <a:pt x="1359432" y="6080"/>
                  </a:lnTo>
                  <a:lnTo>
                    <a:pt x="1367290" y="6054"/>
                  </a:lnTo>
                  <a:lnTo>
                    <a:pt x="1375148" y="6024"/>
                  </a:lnTo>
                  <a:lnTo>
                    <a:pt x="1383006" y="5996"/>
                  </a:lnTo>
                  <a:lnTo>
                    <a:pt x="1390864" y="5966"/>
                  </a:lnTo>
                  <a:lnTo>
                    <a:pt x="1398722" y="5937"/>
                  </a:lnTo>
                  <a:lnTo>
                    <a:pt x="1406580" y="5907"/>
                  </a:lnTo>
                  <a:lnTo>
                    <a:pt x="1414438" y="5877"/>
                  </a:lnTo>
                  <a:lnTo>
                    <a:pt x="1422296" y="5845"/>
                  </a:lnTo>
                  <a:lnTo>
                    <a:pt x="1430154" y="5813"/>
                  </a:lnTo>
                  <a:lnTo>
                    <a:pt x="1438012" y="5781"/>
                  </a:lnTo>
                  <a:lnTo>
                    <a:pt x="1445870" y="5748"/>
                  </a:lnTo>
                  <a:lnTo>
                    <a:pt x="1453728" y="5714"/>
                  </a:lnTo>
                  <a:lnTo>
                    <a:pt x="1461586" y="5680"/>
                  </a:lnTo>
                  <a:lnTo>
                    <a:pt x="1469444" y="5645"/>
                  </a:lnTo>
                  <a:lnTo>
                    <a:pt x="1477302" y="5612"/>
                  </a:lnTo>
                  <a:lnTo>
                    <a:pt x="1485160" y="5578"/>
                  </a:lnTo>
                  <a:lnTo>
                    <a:pt x="1493018" y="5543"/>
                  </a:lnTo>
                  <a:lnTo>
                    <a:pt x="1500876" y="5508"/>
                  </a:lnTo>
                  <a:lnTo>
                    <a:pt x="1508734" y="5473"/>
                  </a:lnTo>
                  <a:lnTo>
                    <a:pt x="1516592" y="5432"/>
                  </a:lnTo>
                  <a:lnTo>
                    <a:pt x="1524450" y="5390"/>
                  </a:lnTo>
                  <a:lnTo>
                    <a:pt x="1532308" y="5348"/>
                  </a:lnTo>
                  <a:lnTo>
                    <a:pt x="1540166" y="5304"/>
                  </a:lnTo>
                  <a:lnTo>
                    <a:pt x="1548024" y="5260"/>
                  </a:lnTo>
                  <a:lnTo>
                    <a:pt x="1555882" y="5220"/>
                  </a:lnTo>
                  <a:lnTo>
                    <a:pt x="1563740" y="5181"/>
                  </a:lnTo>
                  <a:lnTo>
                    <a:pt x="1571598" y="5131"/>
                  </a:lnTo>
                  <a:lnTo>
                    <a:pt x="1579456" y="5083"/>
                  </a:lnTo>
                  <a:lnTo>
                    <a:pt x="1587314" y="5037"/>
                  </a:lnTo>
                  <a:lnTo>
                    <a:pt x="1595172" y="4991"/>
                  </a:lnTo>
                  <a:lnTo>
                    <a:pt x="1603030" y="4937"/>
                  </a:lnTo>
                  <a:lnTo>
                    <a:pt x="1610888" y="4882"/>
                  </a:lnTo>
                  <a:lnTo>
                    <a:pt x="1618746" y="4825"/>
                  </a:lnTo>
                  <a:lnTo>
                    <a:pt x="1626604" y="4768"/>
                  </a:lnTo>
                  <a:lnTo>
                    <a:pt x="1634462" y="4718"/>
                  </a:lnTo>
                  <a:lnTo>
                    <a:pt x="1642320" y="4672"/>
                  </a:lnTo>
                  <a:lnTo>
                    <a:pt x="1650178" y="4625"/>
                  </a:lnTo>
                  <a:lnTo>
                    <a:pt x="1658036" y="4578"/>
                  </a:lnTo>
                  <a:lnTo>
                    <a:pt x="1665894" y="4528"/>
                  </a:lnTo>
                  <a:lnTo>
                    <a:pt x="1673752" y="4469"/>
                  </a:lnTo>
                  <a:lnTo>
                    <a:pt x="1681610" y="4403"/>
                  </a:lnTo>
                  <a:lnTo>
                    <a:pt x="1689468" y="4335"/>
                  </a:lnTo>
                  <a:lnTo>
                    <a:pt x="1697326" y="4267"/>
                  </a:lnTo>
                  <a:lnTo>
                    <a:pt x="1705184" y="4197"/>
                  </a:lnTo>
                  <a:lnTo>
                    <a:pt x="1713042" y="4125"/>
                  </a:lnTo>
                  <a:lnTo>
                    <a:pt x="1720900" y="4052"/>
                  </a:lnTo>
                  <a:lnTo>
                    <a:pt x="1728758" y="3977"/>
                  </a:lnTo>
                  <a:lnTo>
                    <a:pt x="1736616" y="3902"/>
                  </a:lnTo>
                  <a:lnTo>
                    <a:pt x="1744474" y="3831"/>
                  </a:lnTo>
                  <a:lnTo>
                    <a:pt x="1752332" y="3759"/>
                  </a:lnTo>
                  <a:lnTo>
                    <a:pt x="1760190" y="3685"/>
                  </a:lnTo>
                  <a:lnTo>
                    <a:pt x="1768048" y="3610"/>
                  </a:lnTo>
                  <a:lnTo>
                    <a:pt x="1775906" y="3534"/>
                  </a:lnTo>
                  <a:lnTo>
                    <a:pt x="1783764" y="3456"/>
                  </a:lnTo>
                  <a:lnTo>
                    <a:pt x="1791622" y="3376"/>
                  </a:lnTo>
                  <a:lnTo>
                    <a:pt x="1799480" y="3295"/>
                  </a:lnTo>
                  <a:lnTo>
                    <a:pt x="1807338" y="3213"/>
                  </a:lnTo>
                  <a:lnTo>
                    <a:pt x="1815196" y="3129"/>
                  </a:lnTo>
                  <a:lnTo>
                    <a:pt x="1823054" y="3044"/>
                  </a:lnTo>
                  <a:lnTo>
                    <a:pt x="1830912" y="2957"/>
                  </a:lnTo>
                  <a:lnTo>
                    <a:pt x="1838770" y="2868"/>
                  </a:lnTo>
                  <a:lnTo>
                    <a:pt x="1846628" y="2778"/>
                  </a:lnTo>
                  <a:lnTo>
                    <a:pt x="1854486" y="2686"/>
                  </a:lnTo>
                  <a:lnTo>
                    <a:pt x="1862344" y="2592"/>
                  </a:lnTo>
                  <a:lnTo>
                    <a:pt x="1870202" y="2497"/>
                  </a:lnTo>
                  <a:lnTo>
                    <a:pt x="1878060" y="2400"/>
                  </a:lnTo>
                  <a:lnTo>
                    <a:pt x="1885918" y="2301"/>
                  </a:lnTo>
                  <a:lnTo>
                    <a:pt x="1893776" y="2201"/>
                  </a:lnTo>
                  <a:lnTo>
                    <a:pt x="1901634" y="2099"/>
                  </a:lnTo>
                  <a:lnTo>
                    <a:pt x="1909492" y="2009"/>
                  </a:lnTo>
                  <a:lnTo>
                    <a:pt x="1917350" y="1923"/>
                  </a:lnTo>
                  <a:lnTo>
                    <a:pt x="1925208" y="1831"/>
                  </a:lnTo>
                  <a:lnTo>
                    <a:pt x="1933066" y="1716"/>
                  </a:lnTo>
                  <a:lnTo>
                    <a:pt x="1940924" y="1599"/>
                  </a:lnTo>
                  <a:lnTo>
                    <a:pt x="1948782" y="1480"/>
                  </a:lnTo>
                  <a:lnTo>
                    <a:pt x="1956640" y="1358"/>
                  </a:lnTo>
                  <a:lnTo>
                    <a:pt x="1964498" y="1234"/>
                  </a:lnTo>
                  <a:lnTo>
                    <a:pt x="1972356" y="1108"/>
                  </a:lnTo>
                  <a:lnTo>
                    <a:pt x="1980214" y="979"/>
                  </a:lnTo>
                  <a:lnTo>
                    <a:pt x="1988072" y="847"/>
                  </a:lnTo>
                  <a:lnTo>
                    <a:pt x="1995930" y="713"/>
                  </a:lnTo>
                  <a:lnTo>
                    <a:pt x="2003788" y="576"/>
                  </a:lnTo>
                  <a:lnTo>
                    <a:pt x="2011646" y="439"/>
                  </a:lnTo>
                  <a:lnTo>
                    <a:pt x="2019504" y="301"/>
                  </a:lnTo>
                  <a:lnTo>
                    <a:pt x="2027362" y="148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6029658" y="4839351"/>
              <a:ext cx="2035220" cy="263"/>
            </a:xfrm>
            <a:custGeom>
              <a:avLst/>
              <a:pathLst>
                <a:path w="2035220" h="263">
                  <a:moveTo>
                    <a:pt x="2035220" y="0"/>
                  </a:moveTo>
                  <a:lnTo>
                    <a:pt x="2027362" y="0"/>
                  </a:lnTo>
                  <a:lnTo>
                    <a:pt x="2019504" y="0"/>
                  </a:lnTo>
                  <a:lnTo>
                    <a:pt x="2011646" y="0"/>
                  </a:lnTo>
                  <a:lnTo>
                    <a:pt x="2003788" y="0"/>
                  </a:lnTo>
                  <a:lnTo>
                    <a:pt x="1995930" y="0"/>
                  </a:lnTo>
                  <a:lnTo>
                    <a:pt x="1988072" y="0"/>
                  </a:lnTo>
                  <a:lnTo>
                    <a:pt x="1980214" y="0"/>
                  </a:lnTo>
                  <a:lnTo>
                    <a:pt x="1972356" y="0"/>
                  </a:lnTo>
                  <a:lnTo>
                    <a:pt x="1964498" y="0"/>
                  </a:lnTo>
                  <a:lnTo>
                    <a:pt x="1956640" y="0"/>
                  </a:lnTo>
                  <a:lnTo>
                    <a:pt x="1948782" y="0"/>
                  </a:lnTo>
                  <a:lnTo>
                    <a:pt x="1940924" y="1"/>
                  </a:lnTo>
                  <a:lnTo>
                    <a:pt x="1933066" y="1"/>
                  </a:lnTo>
                  <a:lnTo>
                    <a:pt x="1925208" y="3"/>
                  </a:lnTo>
                  <a:lnTo>
                    <a:pt x="1917350" y="3"/>
                  </a:lnTo>
                  <a:lnTo>
                    <a:pt x="1909492" y="4"/>
                  </a:lnTo>
                  <a:lnTo>
                    <a:pt x="1901634" y="4"/>
                  </a:lnTo>
                  <a:lnTo>
                    <a:pt x="1893776" y="4"/>
                  </a:lnTo>
                  <a:lnTo>
                    <a:pt x="1885918" y="4"/>
                  </a:lnTo>
                  <a:lnTo>
                    <a:pt x="1878060" y="4"/>
                  </a:lnTo>
                  <a:lnTo>
                    <a:pt x="1870202" y="4"/>
                  </a:lnTo>
                  <a:lnTo>
                    <a:pt x="1862344" y="5"/>
                  </a:lnTo>
                  <a:lnTo>
                    <a:pt x="1854486" y="5"/>
                  </a:lnTo>
                  <a:lnTo>
                    <a:pt x="1846628" y="7"/>
                  </a:lnTo>
                  <a:lnTo>
                    <a:pt x="1838770" y="8"/>
                  </a:lnTo>
                  <a:lnTo>
                    <a:pt x="1830912" y="9"/>
                  </a:lnTo>
                  <a:lnTo>
                    <a:pt x="1823054" y="10"/>
                  </a:lnTo>
                  <a:lnTo>
                    <a:pt x="1815196" y="10"/>
                  </a:lnTo>
                  <a:lnTo>
                    <a:pt x="1807338" y="10"/>
                  </a:lnTo>
                  <a:lnTo>
                    <a:pt x="1799480" y="9"/>
                  </a:lnTo>
                  <a:lnTo>
                    <a:pt x="1791622" y="9"/>
                  </a:lnTo>
                  <a:lnTo>
                    <a:pt x="1783764" y="9"/>
                  </a:lnTo>
                  <a:lnTo>
                    <a:pt x="1775906" y="9"/>
                  </a:lnTo>
                  <a:lnTo>
                    <a:pt x="1768048" y="9"/>
                  </a:lnTo>
                  <a:lnTo>
                    <a:pt x="1760190" y="9"/>
                  </a:lnTo>
                  <a:lnTo>
                    <a:pt x="1752332" y="10"/>
                  </a:lnTo>
                  <a:lnTo>
                    <a:pt x="1744474" y="10"/>
                  </a:lnTo>
                  <a:lnTo>
                    <a:pt x="1736616" y="11"/>
                  </a:lnTo>
                  <a:lnTo>
                    <a:pt x="1728758" y="11"/>
                  </a:lnTo>
                  <a:lnTo>
                    <a:pt x="1720900" y="12"/>
                  </a:lnTo>
                  <a:lnTo>
                    <a:pt x="1713042" y="12"/>
                  </a:lnTo>
                  <a:lnTo>
                    <a:pt x="1705184" y="16"/>
                  </a:lnTo>
                  <a:lnTo>
                    <a:pt x="1697326" y="20"/>
                  </a:lnTo>
                  <a:lnTo>
                    <a:pt x="1689468" y="21"/>
                  </a:lnTo>
                  <a:lnTo>
                    <a:pt x="1681610" y="21"/>
                  </a:lnTo>
                  <a:lnTo>
                    <a:pt x="1673752" y="21"/>
                  </a:lnTo>
                  <a:lnTo>
                    <a:pt x="1665894" y="22"/>
                  </a:lnTo>
                  <a:lnTo>
                    <a:pt x="1658036" y="22"/>
                  </a:lnTo>
                  <a:lnTo>
                    <a:pt x="1650178" y="22"/>
                  </a:lnTo>
                  <a:lnTo>
                    <a:pt x="1642320" y="22"/>
                  </a:lnTo>
                  <a:lnTo>
                    <a:pt x="1634462" y="22"/>
                  </a:lnTo>
                  <a:lnTo>
                    <a:pt x="1626604" y="22"/>
                  </a:lnTo>
                  <a:lnTo>
                    <a:pt x="1618746" y="22"/>
                  </a:lnTo>
                  <a:lnTo>
                    <a:pt x="1610888" y="22"/>
                  </a:lnTo>
                  <a:lnTo>
                    <a:pt x="1603030" y="22"/>
                  </a:lnTo>
                  <a:lnTo>
                    <a:pt x="1595172" y="22"/>
                  </a:lnTo>
                  <a:lnTo>
                    <a:pt x="1587314" y="22"/>
                  </a:lnTo>
                  <a:lnTo>
                    <a:pt x="1579456" y="22"/>
                  </a:lnTo>
                  <a:lnTo>
                    <a:pt x="1571598" y="24"/>
                  </a:lnTo>
                  <a:lnTo>
                    <a:pt x="1563740" y="25"/>
                  </a:lnTo>
                  <a:lnTo>
                    <a:pt x="1555882" y="25"/>
                  </a:lnTo>
                  <a:lnTo>
                    <a:pt x="1548024" y="28"/>
                  </a:lnTo>
                  <a:lnTo>
                    <a:pt x="1540166" y="29"/>
                  </a:lnTo>
                  <a:lnTo>
                    <a:pt x="1532308" y="31"/>
                  </a:lnTo>
                  <a:lnTo>
                    <a:pt x="1524450" y="31"/>
                  </a:lnTo>
                  <a:lnTo>
                    <a:pt x="1516592" y="31"/>
                  </a:lnTo>
                  <a:lnTo>
                    <a:pt x="1508734" y="32"/>
                  </a:lnTo>
                  <a:lnTo>
                    <a:pt x="1500876" y="33"/>
                  </a:lnTo>
                  <a:lnTo>
                    <a:pt x="1493018" y="34"/>
                  </a:lnTo>
                  <a:lnTo>
                    <a:pt x="1485160" y="34"/>
                  </a:lnTo>
                  <a:lnTo>
                    <a:pt x="1477302" y="34"/>
                  </a:lnTo>
                  <a:lnTo>
                    <a:pt x="1469444" y="34"/>
                  </a:lnTo>
                  <a:lnTo>
                    <a:pt x="1461586" y="34"/>
                  </a:lnTo>
                  <a:lnTo>
                    <a:pt x="1453728" y="34"/>
                  </a:lnTo>
                  <a:lnTo>
                    <a:pt x="1445870" y="34"/>
                  </a:lnTo>
                  <a:lnTo>
                    <a:pt x="1438012" y="34"/>
                  </a:lnTo>
                  <a:lnTo>
                    <a:pt x="1430154" y="34"/>
                  </a:lnTo>
                  <a:lnTo>
                    <a:pt x="1422296" y="34"/>
                  </a:lnTo>
                  <a:lnTo>
                    <a:pt x="1414438" y="34"/>
                  </a:lnTo>
                  <a:lnTo>
                    <a:pt x="1406580" y="34"/>
                  </a:lnTo>
                  <a:lnTo>
                    <a:pt x="1398722" y="35"/>
                  </a:lnTo>
                  <a:lnTo>
                    <a:pt x="1390864" y="39"/>
                  </a:lnTo>
                  <a:lnTo>
                    <a:pt x="1383006" y="40"/>
                  </a:lnTo>
                  <a:lnTo>
                    <a:pt x="1375148" y="41"/>
                  </a:lnTo>
                  <a:lnTo>
                    <a:pt x="1367290" y="42"/>
                  </a:lnTo>
                  <a:lnTo>
                    <a:pt x="1359432" y="43"/>
                  </a:lnTo>
                  <a:lnTo>
                    <a:pt x="1351574" y="43"/>
                  </a:lnTo>
                  <a:lnTo>
                    <a:pt x="1343716" y="43"/>
                  </a:lnTo>
                  <a:lnTo>
                    <a:pt x="1335858" y="42"/>
                  </a:lnTo>
                  <a:lnTo>
                    <a:pt x="1328000" y="42"/>
                  </a:lnTo>
                  <a:lnTo>
                    <a:pt x="1320142" y="42"/>
                  </a:lnTo>
                  <a:lnTo>
                    <a:pt x="1312284" y="41"/>
                  </a:lnTo>
                  <a:lnTo>
                    <a:pt x="1304426" y="41"/>
                  </a:lnTo>
                  <a:lnTo>
                    <a:pt x="1296568" y="40"/>
                  </a:lnTo>
                  <a:lnTo>
                    <a:pt x="1288710" y="40"/>
                  </a:lnTo>
                  <a:lnTo>
                    <a:pt x="1280852" y="41"/>
                  </a:lnTo>
                  <a:lnTo>
                    <a:pt x="1272994" y="41"/>
                  </a:lnTo>
                  <a:lnTo>
                    <a:pt x="1265136" y="42"/>
                  </a:lnTo>
                  <a:lnTo>
                    <a:pt x="1257278" y="42"/>
                  </a:lnTo>
                  <a:lnTo>
                    <a:pt x="1249420" y="42"/>
                  </a:lnTo>
                  <a:lnTo>
                    <a:pt x="1241562" y="43"/>
                  </a:lnTo>
                  <a:lnTo>
                    <a:pt x="1233704" y="44"/>
                  </a:lnTo>
                  <a:lnTo>
                    <a:pt x="1225846" y="44"/>
                  </a:lnTo>
                  <a:lnTo>
                    <a:pt x="1217988" y="44"/>
                  </a:lnTo>
                  <a:lnTo>
                    <a:pt x="1210130" y="44"/>
                  </a:lnTo>
                  <a:lnTo>
                    <a:pt x="1202272" y="45"/>
                  </a:lnTo>
                  <a:lnTo>
                    <a:pt x="1194414" y="45"/>
                  </a:lnTo>
                  <a:lnTo>
                    <a:pt x="1186556" y="46"/>
                  </a:lnTo>
                  <a:lnTo>
                    <a:pt x="1178698" y="48"/>
                  </a:lnTo>
                  <a:lnTo>
                    <a:pt x="1170840" y="49"/>
                  </a:lnTo>
                  <a:lnTo>
                    <a:pt x="1162982" y="49"/>
                  </a:lnTo>
                  <a:lnTo>
                    <a:pt x="1155124" y="49"/>
                  </a:lnTo>
                  <a:lnTo>
                    <a:pt x="1147266" y="48"/>
                  </a:lnTo>
                  <a:lnTo>
                    <a:pt x="1139408" y="48"/>
                  </a:lnTo>
                  <a:lnTo>
                    <a:pt x="1131550" y="48"/>
                  </a:lnTo>
                  <a:lnTo>
                    <a:pt x="1123692" y="48"/>
                  </a:lnTo>
                  <a:lnTo>
                    <a:pt x="1115834" y="51"/>
                  </a:lnTo>
                  <a:lnTo>
                    <a:pt x="1107976" y="52"/>
                  </a:lnTo>
                  <a:lnTo>
                    <a:pt x="1100118" y="55"/>
                  </a:lnTo>
                  <a:lnTo>
                    <a:pt x="1092260" y="56"/>
                  </a:lnTo>
                  <a:lnTo>
                    <a:pt x="1084402" y="56"/>
                  </a:lnTo>
                  <a:lnTo>
                    <a:pt x="1076544" y="57"/>
                  </a:lnTo>
                  <a:lnTo>
                    <a:pt x="1068686" y="57"/>
                  </a:lnTo>
                  <a:lnTo>
                    <a:pt x="1060828" y="58"/>
                  </a:lnTo>
                  <a:lnTo>
                    <a:pt x="1052970" y="59"/>
                  </a:lnTo>
                  <a:lnTo>
                    <a:pt x="1045112" y="58"/>
                  </a:lnTo>
                  <a:lnTo>
                    <a:pt x="1037254" y="59"/>
                  </a:lnTo>
                  <a:lnTo>
                    <a:pt x="1029397" y="60"/>
                  </a:lnTo>
                  <a:lnTo>
                    <a:pt x="1021539" y="61"/>
                  </a:lnTo>
                  <a:lnTo>
                    <a:pt x="1013681" y="63"/>
                  </a:lnTo>
                  <a:lnTo>
                    <a:pt x="1005823" y="64"/>
                  </a:lnTo>
                  <a:lnTo>
                    <a:pt x="997965" y="65"/>
                  </a:lnTo>
                  <a:lnTo>
                    <a:pt x="990107" y="64"/>
                  </a:lnTo>
                  <a:lnTo>
                    <a:pt x="982249" y="66"/>
                  </a:lnTo>
                  <a:lnTo>
                    <a:pt x="974391" y="68"/>
                  </a:lnTo>
                  <a:lnTo>
                    <a:pt x="966533" y="70"/>
                  </a:lnTo>
                  <a:lnTo>
                    <a:pt x="958675" y="70"/>
                  </a:lnTo>
                  <a:lnTo>
                    <a:pt x="950817" y="70"/>
                  </a:lnTo>
                  <a:lnTo>
                    <a:pt x="942959" y="70"/>
                  </a:lnTo>
                  <a:lnTo>
                    <a:pt x="935101" y="71"/>
                  </a:lnTo>
                  <a:lnTo>
                    <a:pt x="927243" y="73"/>
                  </a:lnTo>
                  <a:lnTo>
                    <a:pt x="919385" y="74"/>
                  </a:lnTo>
                  <a:lnTo>
                    <a:pt x="911527" y="76"/>
                  </a:lnTo>
                  <a:lnTo>
                    <a:pt x="903669" y="78"/>
                  </a:lnTo>
                  <a:lnTo>
                    <a:pt x="895811" y="79"/>
                  </a:lnTo>
                  <a:lnTo>
                    <a:pt x="887953" y="80"/>
                  </a:lnTo>
                  <a:lnTo>
                    <a:pt x="880095" y="82"/>
                  </a:lnTo>
                  <a:lnTo>
                    <a:pt x="872237" y="83"/>
                  </a:lnTo>
                  <a:lnTo>
                    <a:pt x="864379" y="84"/>
                  </a:lnTo>
                  <a:lnTo>
                    <a:pt x="856521" y="86"/>
                  </a:lnTo>
                  <a:lnTo>
                    <a:pt x="848663" y="87"/>
                  </a:lnTo>
                  <a:lnTo>
                    <a:pt x="840805" y="89"/>
                  </a:lnTo>
                  <a:lnTo>
                    <a:pt x="832947" y="90"/>
                  </a:lnTo>
                  <a:lnTo>
                    <a:pt x="825089" y="91"/>
                  </a:lnTo>
                  <a:lnTo>
                    <a:pt x="817231" y="93"/>
                  </a:lnTo>
                  <a:lnTo>
                    <a:pt x="809373" y="95"/>
                  </a:lnTo>
                  <a:lnTo>
                    <a:pt x="801515" y="97"/>
                  </a:lnTo>
                  <a:lnTo>
                    <a:pt x="793657" y="98"/>
                  </a:lnTo>
                  <a:lnTo>
                    <a:pt x="785799" y="98"/>
                  </a:lnTo>
                  <a:lnTo>
                    <a:pt x="777941" y="99"/>
                  </a:lnTo>
                  <a:lnTo>
                    <a:pt x="770083" y="101"/>
                  </a:lnTo>
                  <a:lnTo>
                    <a:pt x="762225" y="102"/>
                  </a:lnTo>
                  <a:lnTo>
                    <a:pt x="754367" y="103"/>
                  </a:lnTo>
                  <a:lnTo>
                    <a:pt x="746509" y="105"/>
                  </a:lnTo>
                  <a:lnTo>
                    <a:pt x="738651" y="106"/>
                  </a:lnTo>
                  <a:lnTo>
                    <a:pt x="730793" y="106"/>
                  </a:lnTo>
                  <a:lnTo>
                    <a:pt x="722935" y="107"/>
                  </a:lnTo>
                  <a:lnTo>
                    <a:pt x="715077" y="108"/>
                  </a:lnTo>
                  <a:lnTo>
                    <a:pt x="707219" y="111"/>
                  </a:lnTo>
                  <a:lnTo>
                    <a:pt x="699361" y="113"/>
                  </a:lnTo>
                  <a:lnTo>
                    <a:pt x="691503" y="117"/>
                  </a:lnTo>
                  <a:lnTo>
                    <a:pt x="683645" y="120"/>
                  </a:lnTo>
                  <a:lnTo>
                    <a:pt x="675787" y="121"/>
                  </a:lnTo>
                  <a:lnTo>
                    <a:pt x="667929" y="123"/>
                  </a:lnTo>
                  <a:lnTo>
                    <a:pt x="660071" y="126"/>
                  </a:lnTo>
                  <a:lnTo>
                    <a:pt x="652213" y="127"/>
                  </a:lnTo>
                  <a:lnTo>
                    <a:pt x="644355" y="128"/>
                  </a:lnTo>
                  <a:lnTo>
                    <a:pt x="636497" y="130"/>
                  </a:lnTo>
                  <a:lnTo>
                    <a:pt x="628639" y="132"/>
                  </a:lnTo>
                  <a:lnTo>
                    <a:pt x="620781" y="133"/>
                  </a:lnTo>
                  <a:lnTo>
                    <a:pt x="612923" y="133"/>
                  </a:lnTo>
                  <a:lnTo>
                    <a:pt x="605065" y="134"/>
                  </a:lnTo>
                  <a:lnTo>
                    <a:pt x="597207" y="135"/>
                  </a:lnTo>
                  <a:lnTo>
                    <a:pt x="589349" y="137"/>
                  </a:lnTo>
                  <a:lnTo>
                    <a:pt x="581491" y="139"/>
                  </a:lnTo>
                  <a:lnTo>
                    <a:pt x="573633" y="142"/>
                  </a:lnTo>
                  <a:lnTo>
                    <a:pt x="565775" y="144"/>
                  </a:lnTo>
                  <a:lnTo>
                    <a:pt x="557917" y="146"/>
                  </a:lnTo>
                  <a:lnTo>
                    <a:pt x="550059" y="149"/>
                  </a:lnTo>
                  <a:lnTo>
                    <a:pt x="542201" y="152"/>
                  </a:lnTo>
                  <a:lnTo>
                    <a:pt x="534343" y="154"/>
                  </a:lnTo>
                  <a:lnTo>
                    <a:pt x="526485" y="156"/>
                  </a:lnTo>
                  <a:lnTo>
                    <a:pt x="518627" y="157"/>
                  </a:lnTo>
                  <a:lnTo>
                    <a:pt x="510769" y="158"/>
                  </a:lnTo>
                  <a:lnTo>
                    <a:pt x="502911" y="161"/>
                  </a:lnTo>
                  <a:lnTo>
                    <a:pt x="495053" y="165"/>
                  </a:lnTo>
                  <a:lnTo>
                    <a:pt x="487195" y="167"/>
                  </a:lnTo>
                  <a:lnTo>
                    <a:pt x="479337" y="168"/>
                  </a:lnTo>
                  <a:lnTo>
                    <a:pt x="471479" y="168"/>
                  </a:lnTo>
                  <a:lnTo>
                    <a:pt x="463621" y="168"/>
                  </a:lnTo>
                  <a:lnTo>
                    <a:pt x="455763" y="171"/>
                  </a:lnTo>
                  <a:lnTo>
                    <a:pt x="447905" y="173"/>
                  </a:lnTo>
                  <a:lnTo>
                    <a:pt x="440047" y="175"/>
                  </a:lnTo>
                  <a:lnTo>
                    <a:pt x="432189" y="177"/>
                  </a:lnTo>
                  <a:lnTo>
                    <a:pt x="424331" y="179"/>
                  </a:lnTo>
                  <a:lnTo>
                    <a:pt x="416473" y="181"/>
                  </a:lnTo>
                  <a:lnTo>
                    <a:pt x="408615" y="181"/>
                  </a:lnTo>
                  <a:lnTo>
                    <a:pt x="400757" y="185"/>
                  </a:lnTo>
                  <a:lnTo>
                    <a:pt x="392899" y="186"/>
                  </a:lnTo>
                  <a:lnTo>
                    <a:pt x="385041" y="186"/>
                  </a:lnTo>
                  <a:lnTo>
                    <a:pt x="377183" y="189"/>
                  </a:lnTo>
                  <a:lnTo>
                    <a:pt x="369325" y="190"/>
                  </a:lnTo>
                  <a:lnTo>
                    <a:pt x="361467" y="190"/>
                  </a:lnTo>
                  <a:lnTo>
                    <a:pt x="353609" y="193"/>
                  </a:lnTo>
                  <a:lnTo>
                    <a:pt x="345751" y="196"/>
                  </a:lnTo>
                  <a:lnTo>
                    <a:pt x="337893" y="199"/>
                  </a:lnTo>
                  <a:lnTo>
                    <a:pt x="330035" y="202"/>
                  </a:lnTo>
                  <a:lnTo>
                    <a:pt x="322177" y="203"/>
                  </a:lnTo>
                  <a:lnTo>
                    <a:pt x="314319" y="203"/>
                  </a:lnTo>
                  <a:lnTo>
                    <a:pt x="306461" y="205"/>
                  </a:lnTo>
                  <a:lnTo>
                    <a:pt x="298603" y="209"/>
                  </a:lnTo>
                  <a:lnTo>
                    <a:pt x="290745" y="212"/>
                  </a:lnTo>
                  <a:lnTo>
                    <a:pt x="282887" y="216"/>
                  </a:lnTo>
                  <a:lnTo>
                    <a:pt x="275029" y="216"/>
                  </a:lnTo>
                  <a:lnTo>
                    <a:pt x="267171" y="217"/>
                  </a:lnTo>
                  <a:lnTo>
                    <a:pt x="259313" y="220"/>
                  </a:lnTo>
                  <a:lnTo>
                    <a:pt x="251455" y="223"/>
                  </a:lnTo>
                  <a:lnTo>
                    <a:pt x="243597" y="223"/>
                  </a:lnTo>
                  <a:lnTo>
                    <a:pt x="235739" y="223"/>
                  </a:lnTo>
                  <a:lnTo>
                    <a:pt x="227881" y="224"/>
                  </a:lnTo>
                  <a:lnTo>
                    <a:pt x="220023" y="225"/>
                  </a:lnTo>
                  <a:lnTo>
                    <a:pt x="212165" y="226"/>
                  </a:lnTo>
                  <a:lnTo>
                    <a:pt x="204307" y="226"/>
                  </a:lnTo>
                  <a:lnTo>
                    <a:pt x="196449" y="229"/>
                  </a:lnTo>
                  <a:lnTo>
                    <a:pt x="188591" y="231"/>
                  </a:lnTo>
                  <a:lnTo>
                    <a:pt x="180733" y="233"/>
                  </a:lnTo>
                  <a:lnTo>
                    <a:pt x="172875" y="234"/>
                  </a:lnTo>
                  <a:lnTo>
                    <a:pt x="165017" y="237"/>
                  </a:lnTo>
                  <a:lnTo>
                    <a:pt x="157159" y="238"/>
                  </a:lnTo>
                  <a:lnTo>
                    <a:pt x="149301" y="239"/>
                  </a:lnTo>
                  <a:lnTo>
                    <a:pt x="141443" y="240"/>
                  </a:lnTo>
                  <a:lnTo>
                    <a:pt x="133585" y="240"/>
                  </a:lnTo>
                  <a:lnTo>
                    <a:pt x="125727" y="241"/>
                  </a:lnTo>
                  <a:lnTo>
                    <a:pt x="117869" y="242"/>
                  </a:lnTo>
                  <a:lnTo>
                    <a:pt x="110011" y="243"/>
                  </a:lnTo>
                  <a:lnTo>
                    <a:pt x="102153" y="245"/>
                  </a:lnTo>
                  <a:lnTo>
                    <a:pt x="94295" y="247"/>
                  </a:lnTo>
                  <a:lnTo>
                    <a:pt x="86437" y="248"/>
                  </a:lnTo>
                  <a:lnTo>
                    <a:pt x="78579" y="249"/>
                  </a:lnTo>
                  <a:lnTo>
                    <a:pt x="70721" y="249"/>
                  </a:lnTo>
                  <a:lnTo>
                    <a:pt x="62863" y="251"/>
                  </a:lnTo>
                  <a:lnTo>
                    <a:pt x="55005" y="253"/>
                  </a:lnTo>
                  <a:lnTo>
                    <a:pt x="47147" y="254"/>
                  </a:lnTo>
                  <a:lnTo>
                    <a:pt x="39289" y="256"/>
                  </a:lnTo>
                  <a:lnTo>
                    <a:pt x="31431" y="257"/>
                  </a:lnTo>
                  <a:lnTo>
                    <a:pt x="23573" y="258"/>
                  </a:lnTo>
                  <a:lnTo>
                    <a:pt x="15715" y="260"/>
                  </a:lnTo>
                  <a:lnTo>
                    <a:pt x="7857" y="261"/>
                  </a:lnTo>
                  <a:lnTo>
                    <a:pt x="0" y="2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6029658" y="4839083"/>
              <a:ext cx="2035220" cy="675"/>
            </a:xfrm>
            <a:custGeom>
              <a:avLst/>
              <a:pathLst>
                <a:path w="2035220" h="675">
                  <a:moveTo>
                    <a:pt x="0" y="0"/>
                  </a:moveTo>
                  <a:lnTo>
                    <a:pt x="7857" y="4"/>
                  </a:lnTo>
                  <a:lnTo>
                    <a:pt x="15715" y="9"/>
                  </a:lnTo>
                  <a:lnTo>
                    <a:pt x="23573" y="15"/>
                  </a:lnTo>
                  <a:lnTo>
                    <a:pt x="31431" y="20"/>
                  </a:lnTo>
                  <a:lnTo>
                    <a:pt x="39289" y="25"/>
                  </a:lnTo>
                  <a:lnTo>
                    <a:pt x="47147" y="28"/>
                  </a:lnTo>
                  <a:lnTo>
                    <a:pt x="55005" y="31"/>
                  </a:lnTo>
                  <a:lnTo>
                    <a:pt x="62863" y="35"/>
                  </a:lnTo>
                  <a:lnTo>
                    <a:pt x="70721" y="38"/>
                  </a:lnTo>
                  <a:lnTo>
                    <a:pt x="78579" y="42"/>
                  </a:lnTo>
                  <a:lnTo>
                    <a:pt x="86437" y="44"/>
                  </a:lnTo>
                  <a:lnTo>
                    <a:pt x="94295" y="48"/>
                  </a:lnTo>
                  <a:lnTo>
                    <a:pt x="102153" y="50"/>
                  </a:lnTo>
                  <a:lnTo>
                    <a:pt x="110011" y="54"/>
                  </a:lnTo>
                  <a:lnTo>
                    <a:pt x="117869" y="56"/>
                  </a:lnTo>
                  <a:lnTo>
                    <a:pt x="125727" y="59"/>
                  </a:lnTo>
                  <a:lnTo>
                    <a:pt x="133585" y="61"/>
                  </a:lnTo>
                  <a:lnTo>
                    <a:pt x="141443" y="64"/>
                  </a:lnTo>
                  <a:lnTo>
                    <a:pt x="149301" y="66"/>
                  </a:lnTo>
                  <a:lnTo>
                    <a:pt x="157159" y="69"/>
                  </a:lnTo>
                  <a:lnTo>
                    <a:pt x="165017" y="71"/>
                  </a:lnTo>
                  <a:lnTo>
                    <a:pt x="172875" y="73"/>
                  </a:lnTo>
                  <a:lnTo>
                    <a:pt x="180733" y="75"/>
                  </a:lnTo>
                  <a:lnTo>
                    <a:pt x="188591" y="77"/>
                  </a:lnTo>
                  <a:lnTo>
                    <a:pt x="196449" y="79"/>
                  </a:lnTo>
                  <a:lnTo>
                    <a:pt x="204307" y="81"/>
                  </a:lnTo>
                  <a:lnTo>
                    <a:pt x="212165" y="83"/>
                  </a:lnTo>
                  <a:lnTo>
                    <a:pt x="220023" y="84"/>
                  </a:lnTo>
                  <a:lnTo>
                    <a:pt x="227881" y="85"/>
                  </a:lnTo>
                  <a:lnTo>
                    <a:pt x="235739" y="86"/>
                  </a:lnTo>
                  <a:lnTo>
                    <a:pt x="243597" y="88"/>
                  </a:lnTo>
                  <a:lnTo>
                    <a:pt x="251455" y="90"/>
                  </a:lnTo>
                  <a:lnTo>
                    <a:pt x="259313" y="90"/>
                  </a:lnTo>
                  <a:lnTo>
                    <a:pt x="267171" y="91"/>
                  </a:lnTo>
                  <a:lnTo>
                    <a:pt x="275029" y="93"/>
                  </a:lnTo>
                  <a:lnTo>
                    <a:pt x="282887" y="94"/>
                  </a:lnTo>
                  <a:lnTo>
                    <a:pt x="290745" y="95"/>
                  </a:lnTo>
                  <a:lnTo>
                    <a:pt x="298603" y="97"/>
                  </a:lnTo>
                  <a:lnTo>
                    <a:pt x="306461" y="98"/>
                  </a:lnTo>
                  <a:lnTo>
                    <a:pt x="314319" y="100"/>
                  </a:lnTo>
                  <a:lnTo>
                    <a:pt x="322177" y="101"/>
                  </a:lnTo>
                  <a:lnTo>
                    <a:pt x="330035" y="102"/>
                  </a:lnTo>
                  <a:lnTo>
                    <a:pt x="337893" y="103"/>
                  </a:lnTo>
                  <a:lnTo>
                    <a:pt x="345751" y="104"/>
                  </a:lnTo>
                  <a:lnTo>
                    <a:pt x="353609" y="105"/>
                  </a:lnTo>
                  <a:lnTo>
                    <a:pt x="361467" y="106"/>
                  </a:lnTo>
                  <a:lnTo>
                    <a:pt x="369325" y="107"/>
                  </a:lnTo>
                  <a:lnTo>
                    <a:pt x="377183" y="108"/>
                  </a:lnTo>
                  <a:lnTo>
                    <a:pt x="385041" y="110"/>
                  </a:lnTo>
                  <a:lnTo>
                    <a:pt x="392899" y="111"/>
                  </a:lnTo>
                  <a:lnTo>
                    <a:pt x="400757" y="112"/>
                  </a:lnTo>
                  <a:lnTo>
                    <a:pt x="408615" y="112"/>
                  </a:lnTo>
                  <a:lnTo>
                    <a:pt x="416473" y="113"/>
                  </a:lnTo>
                  <a:lnTo>
                    <a:pt x="424331" y="113"/>
                  </a:lnTo>
                  <a:lnTo>
                    <a:pt x="432189" y="114"/>
                  </a:lnTo>
                  <a:lnTo>
                    <a:pt x="440047" y="115"/>
                  </a:lnTo>
                  <a:lnTo>
                    <a:pt x="447905" y="116"/>
                  </a:lnTo>
                  <a:lnTo>
                    <a:pt x="455763" y="116"/>
                  </a:lnTo>
                  <a:lnTo>
                    <a:pt x="463621" y="117"/>
                  </a:lnTo>
                  <a:lnTo>
                    <a:pt x="471479" y="117"/>
                  </a:lnTo>
                  <a:lnTo>
                    <a:pt x="479337" y="118"/>
                  </a:lnTo>
                  <a:lnTo>
                    <a:pt x="487195" y="118"/>
                  </a:lnTo>
                  <a:lnTo>
                    <a:pt x="495053" y="120"/>
                  </a:lnTo>
                  <a:lnTo>
                    <a:pt x="502911" y="121"/>
                  </a:lnTo>
                  <a:lnTo>
                    <a:pt x="510769" y="122"/>
                  </a:lnTo>
                  <a:lnTo>
                    <a:pt x="518627" y="122"/>
                  </a:lnTo>
                  <a:lnTo>
                    <a:pt x="526485" y="123"/>
                  </a:lnTo>
                  <a:lnTo>
                    <a:pt x="534343" y="124"/>
                  </a:lnTo>
                  <a:lnTo>
                    <a:pt x="542201" y="125"/>
                  </a:lnTo>
                  <a:lnTo>
                    <a:pt x="550059" y="125"/>
                  </a:lnTo>
                  <a:lnTo>
                    <a:pt x="557917" y="126"/>
                  </a:lnTo>
                  <a:lnTo>
                    <a:pt x="565775" y="126"/>
                  </a:lnTo>
                  <a:lnTo>
                    <a:pt x="573633" y="127"/>
                  </a:lnTo>
                  <a:lnTo>
                    <a:pt x="581491" y="127"/>
                  </a:lnTo>
                  <a:lnTo>
                    <a:pt x="589349" y="127"/>
                  </a:lnTo>
                  <a:lnTo>
                    <a:pt x="597207" y="128"/>
                  </a:lnTo>
                  <a:lnTo>
                    <a:pt x="605065" y="129"/>
                  </a:lnTo>
                  <a:lnTo>
                    <a:pt x="612923" y="129"/>
                  </a:lnTo>
                  <a:lnTo>
                    <a:pt x="620781" y="130"/>
                  </a:lnTo>
                  <a:lnTo>
                    <a:pt x="628639" y="130"/>
                  </a:lnTo>
                  <a:lnTo>
                    <a:pt x="636497" y="131"/>
                  </a:lnTo>
                  <a:lnTo>
                    <a:pt x="644355" y="132"/>
                  </a:lnTo>
                  <a:lnTo>
                    <a:pt x="652213" y="132"/>
                  </a:lnTo>
                  <a:lnTo>
                    <a:pt x="660071" y="133"/>
                  </a:lnTo>
                  <a:lnTo>
                    <a:pt x="667929" y="133"/>
                  </a:lnTo>
                  <a:lnTo>
                    <a:pt x="675787" y="134"/>
                  </a:lnTo>
                  <a:lnTo>
                    <a:pt x="683645" y="134"/>
                  </a:lnTo>
                  <a:lnTo>
                    <a:pt x="691503" y="134"/>
                  </a:lnTo>
                  <a:lnTo>
                    <a:pt x="699361" y="135"/>
                  </a:lnTo>
                  <a:lnTo>
                    <a:pt x="707219" y="135"/>
                  </a:lnTo>
                  <a:lnTo>
                    <a:pt x="715077" y="136"/>
                  </a:lnTo>
                  <a:lnTo>
                    <a:pt x="722935" y="136"/>
                  </a:lnTo>
                  <a:lnTo>
                    <a:pt x="730793" y="137"/>
                  </a:lnTo>
                  <a:lnTo>
                    <a:pt x="738651" y="137"/>
                  </a:lnTo>
                  <a:lnTo>
                    <a:pt x="746509" y="137"/>
                  </a:lnTo>
                  <a:lnTo>
                    <a:pt x="754367" y="137"/>
                  </a:lnTo>
                  <a:lnTo>
                    <a:pt x="762225" y="137"/>
                  </a:lnTo>
                  <a:lnTo>
                    <a:pt x="770083" y="138"/>
                  </a:lnTo>
                  <a:lnTo>
                    <a:pt x="777941" y="138"/>
                  </a:lnTo>
                  <a:lnTo>
                    <a:pt x="785799" y="139"/>
                  </a:lnTo>
                  <a:lnTo>
                    <a:pt x="793657" y="139"/>
                  </a:lnTo>
                  <a:lnTo>
                    <a:pt x="801515" y="139"/>
                  </a:lnTo>
                  <a:lnTo>
                    <a:pt x="809373" y="139"/>
                  </a:lnTo>
                  <a:lnTo>
                    <a:pt x="817231" y="140"/>
                  </a:lnTo>
                  <a:lnTo>
                    <a:pt x="825089" y="140"/>
                  </a:lnTo>
                  <a:lnTo>
                    <a:pt x="832947" y="141"/>
                  </a:lnTo>
                  <a:lnTo>
                    <a:pt x="840805" y="141"/>
                  </a:lnTo>
                  <a:lnTo>
                    <a:pt x="848663" y="141"/>
                  </a:lnTo>
                  <a:lnTo>
                    <a:pt x="856521" y="142"/>
                  </a:lnTo>
                  <a:lnTo>
                    <a:pt x="864379" y="142"/>
                  </a:lnTo>
                  <a:lnTo>
                    <a:pt x="872237" y="142"/>
                  </a:lnTo>
                  <a:lnTo>
                    <a:pt x="880095" y="142"/>
                  </a:lnTo>
                  <a:lnTo>
                    <a:pt x="887953" y="143"/>
                  </a:lnTo>
                  <a:lnTo>
                    <a:pt x="895811" y="143"/>
                  </a:lnTo>
                  <a:lnTo>
                    <a:pt x="903669" y="143"/>
                  </a:lnTo>
                  <a:lnTo>
                    <a:pt x="911527" y="143"/>
                  </a:lnTo>
                  <a:lnTo>
                    <a:pt x="919385" y="144"/>
                  </a:lnTo>
                  <a:lnTo>
                    <a:pt x="927243" y="144"/>
                  </a:lnTo>
                  <a:lnTo>
                    <a:pt x="935101" y="144"/>
                  </a:lnTo>
                  <a:lnTo>
                    <a:pt x="942959" y="144"/>
                  </a:lnTo>
                  <a:lnTo>
                    <a:pt x="950817" y="144"/>
                  </a:lnTo>
                  <a:lnTo>
                    <a:pt x="958675" y="145"/>
                  </a:lnTo>
                  <a:lnTo>
                    <a:pt x="966533" y="145"/>
                  </a:lnTo>
                  <a:lnTo>
                    <a:pt x="974391" y="145"/>
                  </a:lnTo>
                  <a:lnTo>
                    <a:pt x="982249" y="146"/>
                  </a:lnTo>
                  <a:lnTo>
                    <a:pt x="990107" y="146"/>
                  </a:lnTo>
                  <a:lnTo>
                    <a:pt x="997965" y="146"/>
                  </a:lnTo>
                  <a:lnTo>
                    <a:pt x="1005823" y="147"/>
                  </a:lnTo>
                  <a:lnTo>
                    <a:pt x="1013681" y="147"/>
                  </a:lnTo>
                  <a:lnTo>
                    <a:pt x="1021539" y="147"/>
                  </a:lnTo>
                  <a:lnTo>
                    <a:pt x="1029397" y="147"/>
                  </a:lnTo>
                  <a:lnTo>
                    <a:pt x="1037254" y="148"/>
                  </a:lnTo>
                  <a:lnTo>
                    <a:pt x="1045112" y="148"/>
                  </a:lnTo>
                  <a:lnTo>
                    <a:pt x="1052970" y="148"/>
                  </a:lnTo>
                  <a:lnTo>
                    <a:pt x="1060828" y="148"/>
                  </a:lnTo>
                  <a:lnTo>
                    <a:pt x="1068686" y="149"/>
                  </a:lnTo>
                  <a:lnTo>
                    <a:pt x="1076544" y="149"/>
                  </a:lnTo>
                  <a:lnTo>
                    <a:pt x="1084402" y="149"/>
                  </a:lnTo>
                  <a:lnTo>
                    <a:pt x="1092260" y="149"/>
                  </a:lnTo>
                  <a:lnTo>
                    <a:pt x="1100118" y="149"/>
                  </a:lnTo>
                  <a:lnTo>
                    <a:pt x="1107976" y="149"/>
                  </a:lnTo>
                  <a:lnTo>
                    <a:pt x="1115834" y="150"/>
                  </a:lnTo>
                  <a:lnTo>
                    <a:pt x="1123692" y="150"/>
                  </a:lnTo>
                  <a:lnTo>
                    <a:pt x="1131550" y="150"/>
                  </a:lnTo>
                  <a:lnTo>
                    <a:pt x="1139408" y="150"/>
                  </a:lnTo>
                  <a:lnTo>
                    <a:pt x="1147266" y="150"/>
                  </a:lnTo>
                  <a:lnTo>
                    <a:pt x="1155124" y="150"/>
                  </a:lnTo>
                  <a:lnTo>
                    <a:pt x="1162982" y="151"/>
                  </a:lnTo>
                  <a:lnTo>
                    <a:pt x="1170840" y="151"/>
                  </a:lnTo>
                  <a:lnTo>
                    <a:pt x="1178698" y="151"/>
                  </a:lnTo>
                  <a:lnTo>
                    <a:pt x="1186556" y="151"/>
                  </a:lnTo>
                  <a:lnTo>
                    <a:pt x="1194414" y="151"/>
                  </a:lnTo>
                  <a:lnTo>
                    <a:pt x="1202272" y="151"/>
                  </a:lnTo>
                  <a:lnTo>
                    <a:pt x="1210130" y="152"/>
                  </a:lnTo>
                  <a:lnTo>
                    <a:pt x="1217988" y="152"/>
                  </a:lnTo>
                  <a:lnTo>
                    <a:pt x="1225846" y="152"/>
                  </a:lnTo>
                  <a:lnTo>
                    <a:pt x="1233704" y="153"/>
                  </a:lnTo>
                  <a:lnTo>
                    <a:pt x="1241562" y="153"/>
                  </a:lnTo>
                  <a:lnTo>
                    <a:pt x="1249420" y="153"/>
                  </a:lnTo>
                  <a:lnTo>
                    <a:pt x="1257278" y="153"/>
                  </a:lnTo>
                  <a:lnTo>
                    <a:pt x="1265136" y="154"/>
                  </a:lnTo>
                  <a:lnTo>
                    <a:pt x="1272994" y="154"/>
                  </a:lnTo>
                  <a:lnTo>
                    <a:pt x="1280852" y="154"/>
                  </a:lnTo>
                  <a:lnTo>
                    <a:pt x="1288710" y="154"/>
                  </a:lnTo>
                  <a:lnTo>
                    <a:pt x="1296568" y="155"/>
                  </a:lnTo>
                  <a:lnTo>
                    <a:pt x="1304426" y="155"/>
                  </a:lnTo>
                  <a:lnTo>
                    <a:pt x="1312284" y="155"/>
                  </a:lnTo>
                  <a:lnTo>
                    <a:pt x="1320142" y="155"/>
                  </a:lnTo>
                  <a:lnTo>
                    <a:pt x="1328000" y="155"/>
                  </a:lnTo>
                  <a:lnTo>
                    <a:pt x="1335858" y="155"/>
                  </a:lnTo>
                  <a:lnTo>
                    <a:pt x="1343716" y="155"/>
                  </a:lnTo>
                  <a:lnTo>
                    <a:pt x="1351574" y="156"/>
                  </a:lnTo>
                  <a:lnTo>
                    <a:pt x="1359432" y="156"/>
                  </a:lnTo>
                  <a:lnTo>
                    <a:pt x="1367290" y="156"/>
                  </a:lnTo>
                  <a:lnTo>
                    <a:pt x="1375148" y="156"/>
                  </a:lnTo>
                  <a:lnTo>
                    <a:pt x="1383006" y="156"/>
                  </a:lnTo>
                  <a:lnTo>
                    <a:pt x="1390864" y="156"/>
                  </a:lnTo>
                  <a:lnTo>
                    <a:pt x="1398722" y="156"/>
                  </a:lnTo>
                  <a:lnTo>
                    <a:pt x="1406580" y="157"/>
                  </a:lnTo>
                  <a:lnTo>
                    <a:pt x="1414438" y="157"/>
                  </a:lnTo>
                  <a:lnTo>
                    <a:pt x="1422296" y="157"/>
                  </a:lnTo>
                  <a:lnTo>
                    <a:pt x="1430154" y="157"/>
                  </a:lnTo>
                  <a:lnTo>
                    <a:pt x="1438012" y="157"/>
                  </a:lnTo>
                  <a:lnTo>
                    <a:pt x="1445870" y="157"/>
                  </a:lnTo>
                  <a:lnTo>
                    <a:pt x="1453728" y="157"/>
                  </a:lnTo>
                  <a:lnTo>
                    <a:pt x="1461586" y="158"/>
                  </a:lnTo>
                  <a:lnTo>
                    <a:pt x="1469444" y="158"/>
                  </a:lnTo>
                  <a:lnTo>
                    <a:pt x="1477302" y="158"/>
                  </a:lnTo>
                  <a:lnTo>
                    <a:pt x="1485160" y="158"/>
                  </a:lnTo>
                  <a:lnTo>
                    <a:pt x="1493018" y="158"/>
                  </a:lnTo>
                  <a:lnTo>
                    <a:pt x="1500876" y="158"/>
                  </a:lnTo>
                  <a:lnTo>
                    <a:pt x="1508734" y="159"/>
                  </a:lnTo>
                  <a:lnTo>
                    <a:pt x="1516592" y="159"/>
                  </a:lnTo>
                  <a:lnTo>
                    <a:pt x="1524450" y="159"/>
                  </a:lnTo>
                  <a:lnTo>
                    <a:pt x="1532308" y="159"/>
                  </a:lnTo>
                  <a:lnTo>
                    <a:pt x="1540166" y="159"/>
                  </a:lnTo>
                  <a:lnTo>
                    <a:pt x="1548024" y="159"/>
                  </a:lnTo>
                  <a:lnTo>
                    <a:pt x="1555882" y="159"/>
                  </a:lnTo>
                  <a:lnTo>
                    <a:pt x="1563740" y="160"/>
                  </a:lnTo>
                  <a:lnTo>
                    <a:pt x="1571598" y="160"/>
                  </a:lnTo>
                  <a:lnTo>
                    <a:pt x="1579456" y="160"/>
                  </a:lnTo>
                  <a:lnTo>
                    <a:pt x="1587314" y="160"/>
                  </a:lnTo>
                  <a:lnTo>
                    <a:pt x="1595172" y="160"/>
                  </a:lnTo>
                  <a:lnTo>
                    <a:pt x="1603030" y="160"/>
                  </a:lnTo>
                  <a:lnTo>
                    <a:pt x="1610888" y="160"/>
                  </a:lnTo>
                  <a:lnTo>
                    <a:pt x="1618746" y="160"/>
                  </a:lnTo>
                  <a:lnTo>
                    <a:pt x="1626604" y="160"/>
                  </a:lnTo>
                  <a:lnTo>
                    <a:pt x="1634462" y="161"/>
                  </a:lnTo>
                  <a:lnTo>
                    <a:pt x="1642320" y="161"/>
                  </a:lnTo>
                  <a:lnTo>
                    <a:pt x="1650178" y="161"/>
                  </a:lnTo>
                  <a:lnTo>
                    <a:pt x="1658036" y="161"/>
                  </a:lnTo>
                  <a:lnTo>
                    <a:pt x="1665894" y="161"/>
                  </a:lnTo>
                  <a:lnTo>
                    <a:pt x="1673752" y="161"/>
                  </a:lnTo>
                  <a:lnTo>
                    <a:pt x="1681610" y="161"/>
                  </a:lnTo>
                  <a:lnTo>
                    <a:pt x="1689468" y="162"/>
                  </a:lnTo>
                  <a:lnTo>
                    <a:pt x="1697326" y="162"/>
                  </a:lnTo>
                  <a:lnTo>
                    <a:pt x="1705184" y="162"/>
                  </a:lnTo>
                  <a:lnTo>
                    <a:pt x="1713042" y="162"/>
                  </a:lnTo>
                  <a:lnTo>
                    <a:pt x="1720900" y="162"/>
                  </a:lnTo>
                  <a:lnTo>
                    <a:pt x="1728758" y="162"/>
                  </a:lnTo>
                  <a:lnTo>
                    <a:pt x="1736616" y="162"/>
                  </a:lnTo>
                  <a:lnTo>
                    <a:pt x="1744474" y="162"/>
                  </a:lnTo>
                  <a:lnTo>
                    <a:pt x="1752332" y="162"/>
                  </a:lnTo>
                  <a:lnTo>
                    <a:pt x="1760190" y="162"/>
                  </a:lnTo>
                  <a:lnTo>
                    <a:pt x="1768048" y="162"/>
                  </a:lnTo>
                  <a:lnTo>
                    <a:pt x="1775906" y="162"/>
                  </a:lnTo>
                  <a:lnTo>
                    <a:pt x="1783764" y="162"/>
                  </a:lnTo>
                  <a:lnTo>
                    <a:pt x="1791622" y="162"/>
                  </a:lnTo>
                  <a:lnTo>
                    <a:pt x="1799480" y="162"/>
                  </a:lnTo>
                  <a:lnTo>
                    <a:pt x="1807338" y="163"/>
                  </a:lnTo>
                  <a:lnTo>
                    <a:pt x="1815196" y="163"/>
                  </a:lnTo>
                  <a:lnTo>
                    <a:pt x="1823054" y="163"/>
                  </a:lnTo>
                  <a:lnTo>
                    <a:pt x="1830912" y="163"/>
                  </a:lnTo>
                  <a:lnTo>
                    <a:pt x="1838770" y="163"/>
                  </a:lnTo>
                  <a:lnTo>
                    <a:pt x="1846628" y="163"/>
                  </a:lnTo>
                  <a:lnTo>
                    <a:pt x="1854486" y="163"/>
                  </a:lnTo>
                  <a:lnTo>
                    <a:pt x="1862344" y="163"/>
                  </a:lnTo>
                  <a:lnTo>
                    <a:pt x="1870202" y="163"/>
                  </a:lnTo>
                  <a:lnTo>
                    <a:pt x="1878060" y="163"/>
                  </a:lnTo>
                  <a:lnTo>
                    <a:pt x="1885918" y="164"/>
                  </a:lnTo>
                  <a:lnTo>
                    <a:pt x="1893776" y="164"/>
                  </a:lnTo>
                  <a:lnTo>
                    <a:pt x="1901634" y="164"/>
                  </a:lnTo>
                  <a:lnTo>
                    <a:pt x="1909492" y="164"/>
                  </a:lnTo>
                  <a:lnTo>
                    <a:pt x="1917350" y="164"/>
                  </a:lnTo>
                  <a:lnTo>
                    <a:pt x="1925208" y="164"/>
                  </a:lnTo>
                  <a:lnTo>
                    <a:pt x="1933066" y="164"/>
                  </a:lnTo>
                  <a:lnTo>
                    <a:pt x="1940924" y="165"/>
                  </a:lnTo>
                  <a:lnTo>
                    <a:pt x="1948782" y="165"/>
                  </a:lnTo>
                  <a:lnTo>
                    <a:pt x="1956640" y="165"/>
                  </a:lnTo>
                  <a:lnTo>
                    <a:pt x="1964498" y="165"/>
                  </a:lnTo>
                  <a:lnTo>
                    <a:pt x="1972356" y="165"/>
                  </a:lnTo>
                  <a:lnTo>
                    <a:pt x="1980214" y="165"/>
                  </a:lnTo>
                  <a:lnTo>
                    <a:pt x="1988072" y="165"/>
                  </a:lnTo>
                  <a:lnTo>
                    <a:pt x="1995930" y="165"/>
                  </a:lnTo>
                  <a:lnTo>
                    <a:pt x="2003788" y="166"/>
                  </a:lnTo>
                  <a:lnTo>
                    <a:pt x="2011646" y="166"/>
                  </a:lnTo>
                  <a:lnTo>
                    <a:pt x="2019504" y="166"/>
                  </a:lnTo>
                  <a:lnTo>
                    <a:pt x="2027362" y="166"/>
                  </a:lnTo>
                  <a:lnTo>
                    <a:pt x="2035220" y="166"/>
                  </a:lnTo>
                  <a:lnTo>
                    <a:pt x="2035220" y="675"/>
                  </a:lnTo>
                  <a:lnTo>
                    <a:pt x="2027362" y="675"/>
                  </a:lnTo>
                  <a:lnTo>
                    <a:pt x="2019504" y="675"/>
                  </a:lnTo>
                  <a:lnTo>
                    <a:pt x="2011646" y="675"/>
                  </a:lnTo>
                  <a:lnTo>
                    <a:pt x="2003788" y="674"/>
                  </a:lnTo>
                  <a:lnTo>
                    <a:pt x="1995930" y="674"/>
                  </a:lnTo>
                  <a:lnTo>
                    <a:pt x="1988072" y="674"/>
                  </a:lnTo>
                  <a:lnTo>
                    <a:pt x="1980214" y="674"/>
                  </a:lnTo>
                  <a:lnTo>
                    <a:pt x="1972356" y="673"/>
                  </a:lnTo>
                  <a:lnTo>
                    <a:pt x="1964498" y="673"/>
                  </a:lnTo>
                  <a:lnTo>
                    <a:pt x="1956640" y="673"/>
                  </a:lnTo>
                  <a:lnTo>
                    <a:pt x="1948782" y="673"/>
                  </a:lnTo>
                  <a:lnTo>
                    <a:pt x="1940924" y="672"/>
                  </a:lnTo>
                  <a:lnTo>
                    <a:pt x="1933066" y="672"/>
                  </a:lnTo>
                  <a:lnTo>
                    <a:pt x="1925208" y="672"/>
                  </a:lnTo>
                  <a:lnTo>
                    <a:pt x="1917350" y="672"/>
                  </a:lnTo>
                  <a:lnTo>
                    <a:pt x="1909492" y="671"/>
                  </a:lnTo>
                  <a:lnTo>
                    <a:pt x="1901634" y="671"/>
                  </a:lnTo>
                  <a:lnTo>
                    <a:pt x="1893776" y="671"/>
                  </a:lnTo>
                  <a:lnTo>
                    <a:pt x="1885918" y="671"/>
                  </a:lnTo>
                  <a:lnTo>
                    <a:pt x="1878060" y="670"/>
                  </a:lnTo>
                  <a:lnTo>
                    <a:pt x="1870202" y="670"/>
                  </a:lnTo>
                  <a:lnTo>
                    <a:pt x="1862344" y="670"/>
                  </a:lnTo>
                  <a:lnTo>
                    <a:pt x="1854486" y="670"/>
                  </a:lnTo>
                  <a:lnTo>
                    <a:pt x="1846628" y="669"/>
                  </a:lnTo>
                  <a:lnTo>
                    <a:pt x="1838770" y="669"/>
                  </a:lnTo>
                  <a:lnTo>
                    <a:pt x="1830912" y="669"/>
                  </a:lnTo>
                  <a:lnTo>
                    <a:pt x="1823054" y="668"/>
                  </a:lnTo>
                  <a:lnTo>
                    <a:pt x="1815196" y="668"/>
                  </a:lnTo>
                  <a:lnTo>
                    <a:pt x="1807338" y="668"/>
                  </a:lnTo>
                  <a:lnTo>
                    <a:pt x="1799480" y="668"/>
                  </a:lnTo>
                  <a:lnTo>
                    <a:pt x="1791622" y="667"/>
                  </a:lnTo>
                  <a:lnTo>
                    <a:pt x="1783764" y="667"/>
                  </a:lnTo>
                  <a:lnTo>
                    <a:pt x="1775906" y="667"/>
                  </a:lnTo>
                  <a:lnTo>
                    <a:pt x="1768048" y="666"/>
                  </a:lnTo>
                  <a:lnTo>
                    <a:pt x="1760190" y="666"/>
                  </a:lnTo>
                  <a:lnTo>
                    <a:pt x="1752332" y="666"/>
                  </a:lnTo>
                  <a:lnTo>
                    <a:pt x="1744474" y="665"/>
                  </a:lnTo>
                  <a:lnTo>
                    <a:pt x="1736616" y="665"/>
                  </a:lnTo>
                  <a:lnTo>
                    <a:pt x="1728758" y="665"/>
                  </a:lnTo>
                  <a:lnTo>
                    <a:pt x="1720900" y="664"/>
                  </a:lnTo>
                  <a:lnTo>
                    <a:pt x="1713042" y="664"/>
                  </a:lnTo>
                  <a:lnTo>
                    <a:pt x="1705184" y="664"/>
                  </a:lnTo>
                  <a:lnTo>
                    <a:pt x="1697326" y="663"/>
                  </a:lnTo>
                  <a:lnTo>
                    <a:pt x="1689468" y="663"/>
                  </a:lnTo>
                  <a:lnTo>
                    <a:pt x="1681610" y="663"/>
                  </a:lnTo>
                  <a:lnTo>
                    <a:pt x="1673752" y="662"/>
                  </a:lnTo>
                  <a:lnTo>
                    <a:pt x="1665894" y="662"/>
                  </a:lnTo>
                  <a:lnTo>
                    <a:pt x="1658036" y="662"/>
                  </a:lnTo>
                  <a:lnTo>
                    <a:pt x="1650178" y="661"/>
                  </a:lnTo>
                  <a:lnTo>
                    <a:pt x="1642320" y="661"/>
                  </a:lnTo>
                  <a:lnTo>
                    <a:pt x="1634462" y="661"/>
                  </a:lnTo>
                  <a:lnTo>
                    <a:pt x="1626604" y="660"/>
                  </a:lnTo>
                  <a:lnTo>
                    <a:pt x="1618746" y="660"/>
                  </a:lnTo>
                  <a:lnTo>
                    <a:pt x="1610888" y="660"/>
                  </a:lnTo>
                  <a:lnTo>
                    <a:pt x="1603030" y="659"/>
                  </a:lnTo>
                  <a:lnTo>
                    <a:pt x="1595172" y="659"/>
                  </a:lnTo>
                  <a:lnTo>
                    <a:pt x="1587314" y="659"/>
                  </a:lnTo>
                  <a:lnTo>
                    <a:pt x="1579456" y="658"/>
                  </a:lnTo>
                  <a:lnTo>
                    <a:pt x="1571598" y="658"/>
                  </a:lnTo>
                  <a:lnTo>
                    <a:pt x="1563740" y="657"/>
                  </a:lnTo>
                  <a:lnTo>
                    <a:pt x="1555882" y="657"/>
                  </a:lnTo>
                  <a:lnTo>
                    <a:pt x="1548024" y="657"/>
                  </a:lnTo>
                  <a:lnTo>
                    <a:pt x="1540166" y="656"/>
                  </a:lnTo>
                  <a:lnTo>
                    <a:pt x="1532308" y="656"/>
                  </a:lnTo>
                  <a:lnTo>
                    <a:pt x="1524450" y="655"/>
                  </a:lnTo>
                  <a:lnTo>
                    <a:pt x="1516592" y="655"/>
                  </a:lnTo>
                  <a:lnTo>
                    <a:pt x="1508734" y="655"/>
                  </a:lnTo>
                  <a:lnTo>
                    <a:pt x="1500876" y="654"/>
                  </a:lnTo>
                  <a:lnTo>
                    <a:pt x="1493018" y="654"/>
                  </a:lnTo>
                  <a:lnTo>
                    <a:pt x="1485160" y="653"/>
                  </a:lnTo>
                  <a:lnTo>
                    <a:pt x="1477302" y="653"/>
                  </a:lnTo>
                  <a:lnTo>
                    <a:pt x="1469444" y="653"/>
                  </a:lnTo>
                  <a:lnTo>
                    <a:pt x="1461586" y="652"/>
                  </a:lnTo>
                  <a:lnTo>
                    <a:pt x="1453728" y="652"/>
                  </a:lnTo>
                  <a:lnTo>
                    <a:pt x="1445870" y="651"/>
                  </a:lnTo>
                  <a:lnTo>
                    <a:pt x="1438012" y="651"/>
                  </a:lnTo>
                  <a:lnTo>
                    <a:pt x="1430154" y="650"/>
                  </a:lnTo>
                  <a:lnTo>
                    <a:pt x="1422296" y="650"/>
                  </a:lnTo>
                  <a:lnTo>
                    <a:pt x="1414438" y="650"/>
                  </a:lnTo>
                  <a:lnTo>
                    <a:pt x="1406580" y="649"/>
                  </a:lnTo>
                  <a:lnTo>
                    <a:pt x="1398722" y="649"/>
                  </a:lnTo>
                  <a:lnTo>
                    <a:pt x="1390864" y="648"/>
                  </a:lnTo>
                  <a:lnTo>
                    <a:pt x="1383006" y="648"/>
                  </a:lnTo>
                  <a:lnTo>
                    <a:pt x="1375148" y="647"/>
                  </a:lnTo>
                  <a:lnTo>
                    <a:pt x="1367290" y="647"/>
                  </a:lnTo>
                  <a:lnTo>
                    <a:pt x="1359432" y="646"/>
                  </a:lnTo>
                  <a:lnTo>
                    <a:pt x="1351574" y="646"/>
                  </a:lnTo>
                  <a:lnTo>
                    <a:pt x="1343716" y="645"/>
                  </a:lnTo>
                  <a:lnTo>
                    <a:pt x="1335858" y="645"/>
                  </a:lnTo>
                  <a:lnTo>
                    <a:pt x="1328000" y="644"/>
                  </a:lnTo>
                  <a:lnTo>
                    <a:pt x="1320142" y="644"/>
                  </a:lnTo>
                  <a:lnTo>
                    <a:pt x="1312284" y="643"/>
                  </a:lnTo>
                  <a:lnTo>
                    <a:pt x="1304426" y="643"/>
                  </a:lnTo>
                  <a:lnTo>
                    <a:pt x="1296568" y="642"/>
                  </a:lnTo>
                  <a:lnTo>
                    <a:pt x="1288710" y="642"/>
                  </a:lnTo>
                  <a:lnTo>
                    <a:pt x="1280852" y="641"/>
                  </a:lnTo>
                  <a:lnTo>
                    <a:pt x="1272994" y="641"/>
                  </a:lnTo>
                  <a:lnTo>
                    <a:pt x="1265136" y="640"/>
                  </a:lnTo>
                  <a:lnTo>
                    <a:pt x="1257278" y="640"/>
                  </a:lnTo>
                  <a:lnTo>
                    <a:pt x="1249420" y="639"/>
                  </a:lnTo>
                  <a:lnTo>
                    <a:pt x="1241562" y="639"/>
                  </a:lnTo>
                  <a:lnTo>
                    <a:pt x="1233704" y="638"/>
                  </a:lnTo>
                  <a:lnTo>
                    <a:pt x="1225846" y="638"/>
                  </a:lnTo>
                  <a:lnTo>
                    <a:pt x="1217988" y="637"/>
                  </a:lnTo>
                  <a:lnTo>
                    <a:pt x="1210130" y="637"/>
                  </a:lnTo>
                  <a:lnTo>
                    <a:pt x="1202272" y="636"/>
                  </a:lnTo>
                  <a:lnTo>
                    <a:pt x="1194414" y="635"/>
                  </a:lnTo>
                  <a:lnTo>
                    <a:pt x="1186556" y="635"/>
                  </a:lnTo>
                  <a:lnTo>
                    <a:pt x="1178698" y="634"/>
                  </a:lnTo>
                  <a:lnTo>
                    <a:pt x="1170840" y="634"/>
                  </a:lnTo>
                  <a:lnTo>
                    <a:pt x="1162982" y="633"/>
                  </a:lnTo>
                  <a:lnTo>
                    <a:pt x="1155124" y="633"/>
                  </a:lnTo>
                  <a:lnTo>
                    <a:pt x="1147266" y="632"/>
                  </a:lnTo>
                  <a:lnTo>
                    <a:pt x="1139408" y="631"/>
                  </a:lnTo>
                  <a:lnTo>
                    <a:pt x="1131550" y="631"/>
                  </a:lnTo>
                  <a:lnTo>
                    <a:pt x="1123692" y="630"/>
                  </a:lnTo>
                  <a:lnTo>
                    <a:pt x="1115834" y="630"/>
                  </a:lnTo>
                  <a:lnTo>
                    <a:pt x="1107976" y="629"/>
                  </a:lnTo>
                  <a:lnTo>
                    <a:pt x="1100118" y="628"/>
                  </a:lnTo>
                  <a:lnTo>
                    <a:pt x="1092260" y="628"/>
                  </a:lnTo>
                  <a:lnTo>
                    <a:pt x="1084402" y="627"/>
                  </a:lnTo>
                  <a:lnTo>
                    <a:pt x="1076544" y="626"/>
                  </a:lnTo>
                  <a:lnTo>
                    <a:pt x="1068686" y="625"/>
                  </a:lnTo>
                  <a:lnTo>
                    <a:pt x="1060828" y="624"/>
                  </a:lnTo>
                  <a:lnTo>
                    <a:pt x="1052970" y="623"/>
                  </a:lnTo>
                  <a:lnTo>
                    <a:pt x="1045112" y="621"/>
                  </a:lnTo>
                  <a:lnTo>
                    <a:pt x="1037254" y="620"/>
                  </a:lnTo>
                  <a:lnTo>
                    <a:pt x="1029397" y="619"/>
                  </a:lnTo>
                  <a:lnTo>
                    <a:pt x="1021539" y="617"/>
                  </a:lnTo>
                  <a:lnTo>
                    <a:pt x="1013681" y="616"/>
                  </a:lnTo>
                  <a:lnTo>
                    <a:pt x="1005823" y="615"/>
                  </a:lnTo>
                  <a:lnTo>
                    <a:pt x="997965" y="614"/>
                  </a:lnTo>
                  <a:lnTo>
                    <a:pt x="990107" y="613"/>
                  </a:lnTo>
                  <a:lnTo>
                    <a:pt x="982249" y="612"/>
                  </a:lnTo>
                  <a:lnTo>
                    <a:pt x="974391" y="611"/>
                  </a:lnTo>
                  <a:lnTo>
                    <a:pt x="966533" y="610"/>
                  </a:lnTo>
                  <a:lnTo>
                    <a:pt x="958675" y="609"/>
                  </a:lnTo>
                  <a:lnTo>
                    <a:pt x="950817" y="608"/>
                  </a:lnTo>
                  <a:lnTo>
                    <a:pt x="942959" y="607"/>
                  </a:lnTo>
                  <a:lnTo>
                    <a:pt x="935101" y="606"/>
                  </a:lnTo>
                  <a:lnTo>
                    <a:pt x="927243" y="605"/>
                  </a:lnTo>
                  <a:lnTo>
                    <a:pt x="919385" y="604"/>
                  </a:lnTo>
                  <a:lnTo>
                    <a:pt x="911527" y="602"/>
                  </a:lnTo>
                  <a:lnTo>
                    <a:pt x="903669" y="601"/>
                  </a:lnTo>
                  <a:lnTo>
                    <a:pt x="895811" y="600"/>
                  </a:lnTo>
                  <a:lnTo>
                    <a:pt x="887953" y="600"/>
                  </a:lnTo>
                  <a:lnTo>
                    <a:pt x="880095" y="599"/>
                  </a:lnTo>
                  <a:lnTo>
                    <a:pt x="872237" y="598"/>
                  </a:lnTo>
                  <a:lnTo>
                    <a:pt x="864379" y="597"/>
                  </a:lnTo>
                  <a:lnTo>
                    <a:pt x="856521" y="596"/>
                  </a:lnTo>
                  <a:lnTo>
                    <a:pt x="848663" y="595"/>
                  </a:lnTo>
                  <a:lnTo>
                    <a:pt x="840805" y="594"/>
                  </a:lnTo>
                  <a:lnTo>
                    <a:pt x="832947" y="592"/>
                  </a:lnTo>
                  <a:lnTo>
                    <a:pt x="825089" y="591"/>
                  </a:lnTo>
                  <a:lnTo>
                    <a:pt x="817231" y="590"/>
                  </a:lnTo>
                  <a:lnTo>
                    <a:pt x="809373" y="589"/>
                  </a:lnTo>
                  <a:lnTo>
                    <a:pt x="801515" y="589"/>
                  </a:lnTo>
                  <a:lnTo>
                    <a:pt x="793657" y="588"/>
                  </a:lnTo>
                  <a:lnTo>
                    <a:pt x="785799" y="587"/>
                  </a:lnTo>
                  <a:lnTo>
                    <a:pt x="777941" y="587"/>
                  </a:lnTo>
                  <a:lnTo>
                    <a:pt x="770083" y="586"/>
                  </a:lnTo>
                  <a:lnTo>
                    <a:pt x="762225" y="585"/>
                  </a:lnTo>
                  <a:lnTo>
                    <a:pt x="754367" y="584"/>
                  </a:lnTo>
                  <a:lnTo>
                    <a:pt x="746509" y="582"/>
                  </a:lnTo>
                  <a:lnTo>
                    <a:pt x="738651" y="581"/>
                  </a:lnTo>
                  <a:lnTo>
                    <a:pt x="730793" y="580"/>
                  </a:lnTo>
                  <a:lnTo>
                    <a:pt x="722935" y="578"/>
                  </a:lnTo>
                  <a:lnTo>
                    <a:pt x="715077" y="577"/>
                  </a:lnTo>
                  <a:lnTo>
                    <a:pt x="707219" y="576"/>
                  </a:lnTo>
                  <a:lnTo>
                    <a:pt x="699361" y="575"/>
                  </a:lnTo>
                  <a:lnTo>
                    <a:pt x="691503" y="574"/>
                  </a:lnTo>
                  <a:lnTo>
                    <a:pt x="683645" y="572"/>
                  </a:lnTo>
                  <a:lnTo>
                    <a:pt x="675787" y="570"/>
                  </a:lnTo>
                  <a:lnTo>
                    <a:pt x="667929" y="568"/>
                  </a:lnTo>
                  <a:lnTo>
                    <a:pt x="660071" y="566"/>
                  </a:lnTo>
                  <a:lnTo>
                    <a:pt x="652213" y="564"/>
                  </a:lnTo>
                  <a:lnTo>
                    <a:pt x="644355" y="562"/>
                  </a:lnTo>
                  <a:lnTo>
                    <a:pt x="636497" y="561"/>
                  </a:lnTo>
                  <a:lnTo>
                    <a:pt x="628639" y="559"/>
                  </a:lnTo>
                  <a:lnTo>
                    <a:pt x="620781" y="558"/>
                  </a:lnTo>
                  <a:lnTo>
                    <a:pt x="612923" y="557"/>
                  </a:lnTo>
                  <a:lnTo>
                    <a:pt x="605065" y="556"/>
                  </a:lnTo>
                  <a:lnTo>
                    <a:pt x="597207" y="555"/>
                  </a:lnTo>
                  <a:lnTo>
                    <a:pt x="589349" y="554"/>
                  </a:lnTo>
                  <a:lnTo>
                    <a:pt x="581491" y="553"/>
                  </a:lnTo>
                  <a:lnTo>
                    <a:pt x="573633" y="552"/>
                  </a:lnTo>
                  <a:lnTo>
                    <a:pt x="565775" y="551"/>
                  </a:lnTo>
                  <a:lnTo>
                    <a:pt x="557917" y="550"/>
                  </a:lnTo>
                  <a:lnTo>
                    <a:pt x="550059" y="547"/>
                  </a:lnTo>
                  <a:lnTo>
                    <a:pt x="542201" y="543"/>
                  </a:lnTo>
                  <a:lnTo>
                    <a:pt x="534343" y="540"/>
                  </a:lnTo>
                  <a:lnTo>
                    <a:pt x="526485" y="537"/>
                  </a:lnTo>
                  <a:lnTo>
                    <a:pt x="518627" y="536"/>
                  </a:lnTo>
                  <a:lnTo>
                    <a:pt x="510769" y="535"/>
                  </a:lnTo>
                  <a:lnTo>
                    <a:pt x="502911" y="534"/>
                  </a:lnTo>
                  <a:lnTo>
                    <a:pt x="495053" y="533"/>
                  </a:lnTo>
                  <a:lnTo>
                    <a:pt x="487195" y="531"/>
                  </a:lnTo>
                  <a:lnTo>
                    <a:pt x="479337" y="528"/>
                  </a:lnTo>
                  <a:lnTo>
                    <a:pt x="471479" y="525"/>
                  </a:lnTo>
                  <a:lnTo>
                    <a:pt x="463621" y="522"/>
                  </a:lnTo>
                  <a:lnTo>
                    <a:pt x="455763" y="521"/>
                  </a:lnTo>
                  <a:lnTo>
                    <a:pt x="447905" y="520"/>
                  </a:lnTo>
                  <a:lnTo>
                    <a:pt x="440047" y="519"/>
                  </a:lnTo>
                  <a:lnTo>
                    <a:pt x="432189" y="517"/>
                  </a:lnTo>
                  <a:lnTo>
                    <a:pt x="424331" y="515"/>
                  </a:lnTo>
                  <a:lnTo>
                    <a:pt x="416473" y="514"/>
                  </a:lnTo>
                  <a:lnTo>
                    <a:pt x="408615" y="512"/>
                  </a:lnTo>
                  <a:lnTo>
                    <a:pt x="400757" y="512"/>
                  </a:lnTo>
                  <a:lnTo>
                    <a:pt x="392899" y="511"/>
                  </a:lnTo>
                  <a:lnTo>
                    <a:pt x="385041" y="510"/>
                  </a:lnTo>
                  <a:lnTo>
                    <a:pt x="377183" y="509"/>
                  </a:lnTo>
                  <a:lnTo>
                    <a:pt x="369325" y="508"/>
                  </a:lnTo>
                  <a:lnTo>
                    <a:pt x="361467" y="507"/>
                  </a:lnTo>
                  <a:lnTo>
                    <a:pt x="353609" y="506"/>
                  </a:lnTo>
                  <a:lnTo>
                    <a:pt x="345751" y="505"/>
                  </a:lnTo>
                  <a:lnTo>
                    <a:pt x="337893" y="504"/>
                  </a:lnTo>
                  <a:lnTo>
                    <a:pt x="330035" y="503"/>
                  </a:lnTo>
                  <a:lnTo>
                    <a:pt x="322177" y="501"/>
                  </a:lnTo>
                  <a:lnTo>
                    <a:pt x="314319" y="499"/>
                  </a:lnTo>
                  <a:lnTo>
                    <a:pt x="306461" y="499"/>
                  </a:lnTo>
                  <a:lnTo>
                    <a:pt x="298603" y="496"/>
                  </a:lnTo>
                  <a:lnTo>
                    <a:pt x="290745" y="492"/>
                  </a:lnTo>
                  <a:lnTo>
                    <a:pt x="282887" y="488"/>
                  </a:lnTo>
                  <a:lnTo>
                    <a:pt x="275029" y="487"/>
                  </a:lnTo>
                  <a:lnTo>
                    <a:pt x="267171" y="486"/>
                  </a:lnTo>
                  <a:lnTo>
                    <a:pt x="259313" y="485"/>
                  </a:lnTo>
                  <a:lnTo>
                    <a:pt x="251455" y="483"/>
                  </a:lnTo>
                  <a:lnTo>
                    <a:pt x="243597" y="482"/>
                  </a:lnTo>
                  <a:lnTo>
                    <a:pt x="235739" y="480"/>
                  </a:lnTo>
                  <a:lnTo>
                    <a:pt x="227881" y="479"/>
                  </a:lnTo>
                  <a:lnTo>
                    <a:pt x="220023" y="478"/>
                  </a:lnTo>
                  <a:lnTo>
                    <a:pt x="212165" y="477"/>
                  </a:lnTo>
                  <a:lnTo>
                    <a:pt x="204307" y="476"/>
                  </a:lnTo>
                  <a:lnTo>
                    <a:pt x="196449" y="473"/>
                  </a:lnTo>
                  <a:lnTo>
                    <a:pt x="188591" y="471"/>
                  </a:lnTo>
                  <a:lnTo>
                    <a:pt x="180733" y="468"/>
                  </a:lnTo>
                  <a:lnTo>
                    <a:pt x="172875" y="466"/>
                  </a:lnTo>
                  <a:lnTo>
                    <a:pt x="165017" y="463"/>
                  </a:lnTo>
                  <a:lnTo>
                    <a:pt x="157159" y="461"/>
                  </a:lnTo>
                  <a:lnTo>
                    <a:pt x="149301" y="460"/>
                  </a:lnTo>
                  <a:lnTo>
                    <a:pt x="141443" y="458"/>
                  </a:lnTo>
                  <a:lnTo>
                    <a:pt x="133585" y="454"/>
                  </a:lnTo>
                  <a:lnTo>
                    <a:pt x="125727" y="452"/>
                  </a:lnTo>
                  <a:lnTo>
                    <a:pt x="117869" y="451"/>
                  </a:lnTo>
                  <a:lnTo>
                    <a:pt x="110011" y="447"/>
                  </a:lnTo>
                  <a:lnTo>
                    <a:pt x="102153" y="445"/>
                  </a:lnTo>
                  <a:lnTo>
                    <a:pt x="94295" y="443"/>
                  </a:lnTo>
                  <a:lnTo>
                    <a:pt x="86437" y="439"/>
                  </a:lnTo>
                  <a:lnTo>
                    <a:pt x="78579" y="437"/>
                  </a:lnTo>
                  <a:lnTo>
                    <a:pt x="70721" y="436"/>
                  </a:lnTo>
                  <a:lnTo>
                    <a:pt x="62863" y="435"/>
                  </a:lnTo>
                  <a:lnTo>
                    <a:pt x="55005" y="432"/>
                  </a:lnTo>
                  <a:lnTo>
                    <a:pt x="47147" y="431"/>
                  </a:lnTo>
                  <a:lnTo>
                    <a:pt x="39289" y="430"/>
                  </a:lnTo>
                  <a:lnTo>
                    <a:pt x="31431" y="428"/>
                  </a:lnTo>
                  <a:lnTo>
                    <a:pt x="23573" y="426"/>
                  </a:lnTo>
                  <a:lnTo>
                    <a:pt x="15715" y="423"/>
                  </a:lnTo>
                  <a:lnTo>
                    <a:pt x="7857" y="42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6029658" y="4839083"/>
              <a:ext cx="2035220" cy="166"/>
            </a:xfrm>
            <a:custGeom>
              <a:avLst/>
              <a:pathLst>
                <a:path w="2035220" h="166">
                  <a:moveTo>
                    <a:pt x="0" y="0"/>
                  </a:moveTo>
                  <a:lnTo>
                    <a:pt x="7857" y="4"/>
                  </a:lnTo>
                  <a:lnTo>
                    <a:pt x="15715" y="9"/>
                  </a:lnTo>
                  <a:lnTo>
                    <a:pt x="23573" y="15"/>
                  </a:lnTo>
                  <a:lnTo>
                    <a:pt x="31431" y="20"/>
                  </a:lnTo>
                  <a:lnTo>
                    <a:pt x="39289" y="25"/>
                  </a:lnTo>
                  <a:lnTo>
                    <a:pt x="47147" y="28"/>
                  </a:lnTo>
                  <a:lnTo>
                    <a:pt x="55005" y="31"/>
                  </a:lnTo>
                  <a:lnTo>
                    <a:pt x="62863" y="35"/>
                  </a:lnTo>
                  <a:lnTo>
                    <a:pt x="70721" y="38"/>
                  </a:lnTo>
                  <a:lnTo>
                    <a:pt x="78579" y="42"/>
                  </a:lnTo>
                  <a:lnTo>
                    <a:pt x="86437" y="44"/>
                  </a:lnTo>
                  <a:lnTo>
                    <a:pt x="94295" y="48"/>
                  </a:lnTo>
                  <a:lnTo>
                    <a:pt x="102153" y="50"/>
                  </a:lnTo>
                  <a:lnTo>
                    <a:pt x="110011" y="54"/>
                  </a:lnTo>
                  <a:lnTo>
                    <a:pt x="117869" y="56"/>
                  </a:lnTo>
                  <a:lnTo>
                    <a:pt x="125727" y="59"/>
                  </a:lnTo>
                  <a:lnTo>
                    <a:pt x="133585" y="61"/>
                  </a:lnTo>
                  <a:lnTo>
                    <a:pt x="141443" y="64"/>
                  </a:lnTo>
                  <a:lnTo>
                    <a:pt x="149301" y="66"/>
                  </a:lnTo>
                  <a:lnTo>
                    <a:pt x="157159" y="69"/>
                  </a:lnTo>
                  <a:lnTo>
                    <a:pt x="165017" y="71"/>
                  </a:lnTo>
                  <a:lnTo>
                    <a:pt x="172875" y="73"/>
                  </a:lnTo>
                  <a:lnTo>
                    <a:pt x="180733" y="75"/>
                  </a:lnTo>
                  <a:lnTo>
                    <a:pt x="188591" y="77"/>
                  </a:lnTo>
                  <a:lnTo>
                    <a:pt x="196449" y="79"/>
                  </a:lnTo>
                  <a:lnTo>
                    <a:pt x="204307" y="81"/>
                  </a:lnTo>
                  <a:lnTo>
                    <a:pt x="212165" y="83"/>
                  </a:lnTo>
                  <a:lnTo>
                    <a:pt x="220023" y="84"/>
                  </a:lnTo>
                  <a:lnTo>
                    <a:pt x="227881" y="85"/>
                  </a:lnTo>
                  <a:lnTo>
                    <a:pt x="235739" y="86"/>
                  </a:lnTo>
                  <a:lnTo>
                    <a:pt x="243597" y="88"/>
                  </a:lnTo>
                  <a:lnTo>
                    <a:pt x="251455" y="90"/>
                  </a:lnTo>
                  <a:lnTo>
                    <a:pt x="259313" y="90"/>
                  </a:lnTo>
                  <a:lnTo>
                    <a:pt x="267171" y="91"/>
                  </a:lnTo>
                  <a:lnTo>
                    <a:pt x="275029" y="93"/>
                  </a:lnTo>
                  <a:lnTo>
                    <a:pt x="282887" y="94"/>
                  </a:lnTo>
                  <a:lnTo>
                    <a:pt x="290745" y="95"/>
                  </a:lnTo>
                  <a:lnTo>
                    <a:pt x="298603" y="97"/>
                  </a:lnTo>
                  <a:lnTo>
                    <a:pt x="306461" y="98"/>
                  </a:lnTo>
                  <a:lnTo>
                    <a:pt x="314319" y="100"/>
                  </a:lnTo>
                  <a:lnTo>
                    <a:pt x="322177" y="101"/>
                  </a:lnTo>
                  <a:lnTo>
                    <a:pt x="330035" y="102"/>
                  </a:lnTo>
                  <a:lnTo>
                    <a:pt x="337893" y="103"/>
                  </a:lnTo>
                  <a:lnTo>
                    <a:pt x="345751" y="104"/>
                  </a:lnTo>
                  <a:lnTo>
                    <a:pt x="353609" y="105"/>
                  </a:lnTo>
                  <a:lnTo>
                    <a:pt x="361467" y="106"/>
                  </a:lnTo>
                  <a:lnTo>
                    <a:pt x="369325" y="107"/>
                  </a:lnTo>
                  <a:lnTo>
                    <a:pt x="377183" y="108"/>
                  </a:lnTo>
                  <a:lnTo>
                    <a:pt x="385041" y="110"/>
                  </a:lnTo>
                  <a:lnTo>
                    <a:pt x="392899" y="111"/>
                  </a:lnTo>
                  <a:lnTo>
                    <a:pt x="400757" y="112"/>
                  </a:lnTo>
                  <a:lnTo>
                    <a:pt x="408615" y="112"/>
                  </a:lnTo>
                  <a:lnTo>
                    <a:pt x="416473" y="113"/>
                  </a:lnTo>
                  <a:lnTo>
                    <a:pt x="424331" y="113"/>
                  </a:lnTo>
                  <a:lnTo>
                    <a:pt x="432189" y="114"/>
                  </a:lnTo>
                  <a:lnTo>
                    <a:pt x="440047" y="115"/>
                  </a:lnTo>
                  <a:lnTo>
                    <a:pt x="447905" y="116"/>
                  </a:lnTo>
                  <a:lnTo>
                    <a:pt x="455763" y="116"/>
                  </a:lnTo>
                  <a:lnTo>
                    <a:pt x="463621" y="117"/>
                  </a:lnTo>
                  <a:lnTo>
                    <a:pt x="471479" y="117"/>
                  </a:lnTo>
                  <a:lnTo>
                    <a:pt x="479337" y="118"/>
                  </a:lnTo>
                  <a:lnTo>
                    <a:pt x="487195" y="118"/>
                  </a:lnTo>
                  <a:lnTo>
                    <a:pt x="495053" y="120"/>
                  </a:lnTo>
                  <a:lnTo>
                    <a:pt x="502911" y="121"/>
                  </a:lnTo>
                  <a:lnTo>
                    <a:pt x="510769" y="122"/>
                  </a:lnTo>
                  <a:lnTo>
                    <a:pt x="518627" y="122"/>
                  </a:lnTo>
                  <a:lnTo>
                    <a:pt x="526485" y="123"/>
                  </a:lnTo>
                  <a:lnTo>
                    <a:pt x="534343" y="124"/>
                  </a:lnTo>
                  <a:lnTo>
                    <a:pt x="542201" y="125"/>
                  </a:lnTo>
                  <a:lnTo>
                    <a:pt x="550059" y="125"/>
                  </a:lnTo>
                  <a:lnTo>
                    <a:pt x="557917" y="126"/>
                  </a:lnTo>
                  <a:lnTo>
                    <a:pt x="565775" y="126"/>
                  </a:lnTo>
                  <a:lnTo>
                    <a:pt x="573633" y="127"/>
                  </a:lnTo>
                  <a:lnTo>
                    <a:pt x="581491" y="127"/>
                  </a:lnTo>
                  <a:lnTo>
                    <a:pt x="589349" y="127"/>
                  </a:lnTo>
                  <a:lnTo>
                    <a:pt x="597207" y="128"/>
                  </a:lnTo>
                  <a:lnTo>
                    <a:pt x="605065" y="129"/>
                  </a:lnTo>
                  <a:lnTo>
                    <a:pt x="612923" y="129"/>
                  </a:lnTo>
                  <a:lnTo>
                    <a:pt x="620781" y="130"/>
                  </a:lnTo>
                  <a:lnTo>
                    <a:pt x="628639" y="130"/>
                  </a:lnTo>
                  <a:lnTo>
                    <a:pt x="636497" y="131"/>
                  </a:lnTo>
                  <a:lnTo>
                    <a:pt x="644355" y="132"/>
                  </a:lnTo>
                  <a:lnTo>
                    <a:pt x="652213" y="132"/>
                  </a:lnTo>
                  <a:lnTo>
                    <a:pt x="660071" y="133"/>
                  </a:lnTo>
                  <a:lnTo>
                    <a:pt x="667929" y="133"/>
                  </a:lnTo>
                  <a:lnTo>
                    <a:pt x="675787" y="134"/>
                  </a:lnTo>
                  <a:lnTo>
                    <a:pt x="683645" y="134"/>
                  </a:lnTo>
                  <a:lnTo>
                    <a:pt x="691503" y="134"/>
                  </a:lnTo>
                  <a:lnTo>
                    <a:pt x="699361" y="135"/>
                  </a:lnTo>
                  <a:lnTo>
                    <a:pt x="707219" y="135"/>
                  </a:lnTo>
                  <a:lnTo>
                    <a:pt x="715077" y="136"/>
                  </a:lnTo>
                  <a:lnTo>
                    <a:pt x="722935" y="136"/>
                  </a:lnTo>
                  <a:lnTo>
                    <a:pt x="730793" y="137"/>
                  </a:lnTo>
                  <a:lnTo>
                    <a:pt x="738651" y="137"/>
                  </a:lnTo>
                  <a:lnTo>
                    <a:pt x="746509" y="137"/>
                  </a:lnTo>
                  <a:lnTo>
                    <a:pt x="754367" y="137"/>
                  </a:lnTo>
                  <a:lnTo>
                    <a:pt x="762225" y="137"/>
                  </a:lnTo>
                  <a:lnTo>
                    <a:pt x="770083" y="138"/>
                  </a:lnTo>
                  <a:lnTo>
                    <a:pt x="777941" y="138"/>
                  </a:lnTo>
                  <a:lnTo>
                    <a:pt x="785799" y="139"/>
                  </a:lnTo>
                  <a:lnTo>
                    <a:pt x="793657" y="139"/>
                  </a:lnTo>
                  <a:lnTo>
                    <a:pt x="801515" y="139"/>
                  </a:lnTo>
                  <a:lnTo>
                    <a:pt x="809373" y="139"/>
                  </a:lnTo>
                  <a:lnTo>
                    <a:pt x="817231" y="140"/>
                  </a:lnTo>
                  <a:lnTo>
                    <a:pt x="825089" y="140"/>
                  </a:lnTo>
                  <a:lnTo>
                    <a:pt x="832947" y="141"/>
                  </a:lnTo>
                  <a:lnTo>
                    <a:pt x="840805" y="141"/>
                  </a:lnTo>
                  <a:lnTo>
                    <a:pt x="848663" y="141"/>
                  </a:lnTo>
                  <a:lnTo>
                    <a:pt x="856521" y="142"/>
                  </a:lnTo>
                  <a:lnTo>
                    <a:pt x="864379" y="142"/>
                  </a:lnTo>
                  <a:lnTo>
                    <a:pt x="872237" y="142"/>
                  </a:lnTo>
                  <a:lnTo>
                    <a:pt x="880095" y="142"/>
                  </a:lnTo>
                  <a:lnTo>
                    <a:pt x="887953" y="143"/>
                  </a:lnTo>
                  <a:lnTo>
                    <a:pt x="895811" y="143"/>
                  </a:lnTo>
                  <a:lnTo>
                    <a:pt x="903669" y="143"/>
                  </a:lnTo>
                  <a:lnTo>
                    <a:pt x="911527" y="143"/>
                  </a:lnTo>
                  <a:lnTo>
                    <a:pt x="919385" y="144"/>
                  </a:lnTo>
                  <a:lnTo>
                    <a:pt x="927243" y="144"/>
                  </a:lnTo>
                  <a:lnTo>
                    <a:pt x="935101" y="144"/>
                  </a:lnTo>
                  <a:lnTo>
                    <a:pt x="942959" y="144"/>
                  </a:lnTo>
                  <a:lnTo>
                    <a:pt x="950817" y="144"/>
                  </a:lnTo>
                  <a:lnTo>
                    <a:pt x="958675" y="145"/>
                  </a:lnTo>
                  <a:lnTo>
                    <a:pt x="966533" y="145"/>
                  </a:lnTo>
                  <a:lnTo>
                    <a:pt x="974391" y="145"/>
                  </a:lnTo>
                  <a:lnTo>
                    <a:pt x="982249" y="146"/>
                  </a:lnTo>
                  <a:lnTo>
                    <a:pt x="990107" y="146"/>
                  </a:lnTo>
                  <a:lnTo>
                    <a:pt x="997965" y="146"/>
                  </a:lnTo>
                  <a:lnTo>
                    <a:pt x="1005823" y="147"/>
                  </a:lnTo>
                  <a:lnTo>
                    <a:pt x="1013681" y="147"/>
                  </a:lnTo>
                  <a:lnTo>
                    <a:pt x="1021539" y="147"/>
                  </a:lnTo>
                  <a:lnTo>
                    <a:pt x="1029397" y="147"/>
                  </a:lnTo>
                  <a:lnTo>
                    <a:pt x="1037254" y="148"/>
                  </a:lnTo>
                  <a:lnTo>
                    <a:pt x="1045112" y="148"/>
                  </a:lnTo>
                  <a:lnTo>
                    <a:pt x="1052970" y="148"/>
                  </a:lnTo>
                  <a:lnTo>
                    <a:pt x="1060828" y="148"/>
                  </a:lnTo>
                  <a:lnTo>
                    <a:pt x="1068686" y="149"/>
                  </a:lnTo>
                  <a:lnTo>
                    <a:pt x="1076544" y="149"/>
                  </a:lnTo>
                  <a:lnTo>
                    <a:pt x="1084402" y="149"/>
                  </a:lnTo>
                  <a:lnTo>
                    <a:pt x="1092260" y="149"/>
                  </a:lnTo>
                  <a:lnTo>
                    <a:pt x="1100118" y="149"/>
                  </a:lnTo>
                  <a:lnTo>
                    <a:pt x="1107976" y="149"/>
                  </a:lnTo>
                  <a:lnTo>
                    <a:pt x="1115834" y="150"/>
                  </a:lnTo>
                  <a:lnTo>
                    <a:pt x="1123692" y="150"/>
                  </a:lnTo>
                  <a:lnTo>
                    <a:pt x="1131550" y="150"/>
                  </a:lnTo>
                  <a:lnTo>
                    <a:pt x="1139408" y="150"/>
                  </a:lnTo>
                  <a:lnTo>
                    <a:pt x="1147266" y="150"/>
                  </a:lnTo>
                  <a:lnTo>
                    <a:pt x="1155124" y="150"/>
                  </a:lnTo>
                  <a:lnTo>
                    <a:pt x="1162982" y="151"/>
                  </a:lnTo>
                  <a:lnTo>
                    <a:pt x="1170840" y="151"/>
                  </a:lnTo>
                  <a:lnTo>
                    <a:pt x="1178698" y="151"/>
                  </a:lnTo>
                  <a:lnTo>
                    <a:pt x="1186556" y="151"/>
                  </a:lnTo>
                  <a:lnTo>
                    <a:pt x="1194414" y="151"/>
                  </a:lnTo>
                  <a:lnTo>
                    <a:pt x="1202272" y="151"/>
                  </a:lnTo>
                  <a:lnTo>
                    <a:pt x="1210130" y="152"/>
                  </a:lnTo>
                  <a:lnTo>
                    <a:pt x="1217988" y="152"/>
                  </a:lnTo>
                  <a:lnTo>
                    <a:pt x="1225846" y="152"/>
                  </a:lnTo>
                  <a:lnTo>
                    <a:pt x="1233704" y="153"/>
                  </a:lnTo>
                  <a:lnTo>
                    <a:pt x="1241562" y="153"/>
                  </a:lnTo>
                  <a:lnTo>
                    <a:pt x="1249420" y="153"/>
                  </a:lnTo>
                  <a:lnTo>
                    <a:pt x="1257278" y="153"/>
                  </a:lnTo>
                  <a:lnTo>
                    <a:pt x="1265136" y="154"/>
                  </a:lnTo>
                  <a:lnTo>
                    <a:pt x="1272994" y="154"/>
                  </a:lnTo>
                  <a:lnTo>
                    <a:pt x="1280852" y="154"/>
                  </a:lnTo>
                  <a:lnTo>
                    <a:pt x="1288710" y="154"/>
                  </a:lnTo>
                  <a:lnTo>
                    <a:pt x="1296568" y="155"/>
                  </a:lnTo>
                  <a:lnTo>
                    <a:pt x="1304426" y="155"/>
                  </a:lnTo>
                  <a:lnTo>
                    <a:pt x="1312284" y="155"/>
                  </a:lnTo>
                  <a:lnTo>
                    <a:pt x="1320142" y="155"/>
                  </a:lnTo>
                  <a:lnTo>
                    <a:pt x="1328000" y="155"/>
                  </a:lnTo>
                  <a:lnTo>
                    <a:pt x="1335858" y="155"/>
                  </a:lnTo>
                  <a:lnTo>
                    <a:pt x="1343716" y="155"/>
                  </a:lnTo>
                  <a:lnTo>
                    <a:pt x="1351574" y="156"/>
                  </a:lnTo>
                  <a:lnTo>
                    <a:pt x="1359432" y="156"/>
                  </a:lnTo>
                  <a:lnTo>
                    <a:pt x="1367290" y="156"/>
                  </a:lnTo>
                  <a:lnTo>
                    <a:pt x="1375148" y="156"/>
                  </a:lnTo>
                  <a:lnTo>
                    <a:pt x="1383006" y="156"/>
                  </a:lnTo>
                  <a:lnTo>
                    <a:pt x="1390864" y="156"/>
                  </a:lnTo>
                  <a:lnTo>
                    <a:pt x="1398722" y="156"/>
                  </a:lnTo>
                  <a:lnTo>
                    <a:pt x="1406580" y="157"/>
                  </a:lnTo>
                  <a:lnTo>
                    <a:pt x="1414438" y="157"/>
                  </a:lnTo>
                  <a:lnTo>
                    <a:pt x="1422296" y="157"/>
                  </a:lnTo>
                  <a:lnTo>
                    <a:pt x="1430154" y="157"/>
                  </a:lnTo>
                  <a:lnTo>
                    <a:pt x="1438012" y="157"/>
                  </a:lnTo>
                  <a:lnTo>
                    <a:pt x="1445870" y="157"/>
                  </a:lnTo>
                  <a:lnTo>
                    <a:pt x="1453728" y="157"/>
                  </a:lnTo>
                  <a:lnTo>
                    <a:pt x="1461586" y="158"/>
                  </a:lnTo>
                  <a:lnTo>
                    <a:pt x="1469444" y="158"/>
                  </a:lnTo>
                  <a:lnTo>
                    <a:pt x="1477302" y="158"/>
                  </a:lnTo>
                  <a:lnTo>
                    <a:pt x="1485160" y="158"/>
                  </a:lnTo>
                  <a:lnTo>
                    <a:pt x="1493018" y="158"/>
                  </a:lnTo>
                  <a:lnTo>
                    <a:pt x="1500876" y="158"/>
                  </a:lnTo>
                  <a:lnTo>
                    <a:pt x="1508734" y="159"/>
                  </a:lnTo>
                  <a:lnTo>
                    <a:pt x="1516592" y="159"/>
                  </a:lnTo>
                  <a:lnTo>
                    <a:pt x="1524450" y="159"/>
                  </a:lnTo>
                  <a:lnTo>
                    <a:pt x="1532308" y="159"/>
                  </a:lnTo>
                  <a:lnTo>
                    <a:pt x="1540166" y="159"/>
                  </a:lnTo>
                  <a:lnTo>
                    <a:pt x="1548024" y="159"/>
                  </a:lnTo>
                  <a:lnTo>
                    <a:pt x="1555882" y="159"/>
                  </a:lnTo>
                  <a:lnTo>
                    <a:pt x="1563740" y="160"/>
                  </a:lnTo>
                  <a:lnTo>
                    <a:pt x="1571598" y="160"/>
                  </a:lnTo>
                  <a:lnTo>
                    <a:pt x="1579456" y="160"/>
                  </a:lnTo>
                  <a:lnTo>
                    <a:pt x="1587314" y="160"/>
                  </a:lnTo>
                  <a:lnTo>
                    <a:pt x="1595172" y="160"/>
                  </a:lnTo>
                  <a:lnTo>
                    <a:pt x="1603030" y="160"/>
                  </a:lnTo>
                  <a:lnTo>
                    <a:pt x="1610888" y="160"/>
                  </a:lnTo>
                  <a:lnTo>
                    <a:pt x="1618746" y="160"/>
                  </a:lnTo>
                  <a:lnTo>
                    <a:pt x="1626604" y="160"/>
                  </a:lnTo>
                  <a:lnTo>
                    <a:pt x="1634462" y="161"/>
                  </a:lnTo>
                  <a:lnTo>
                    <a:pt x="1642320" y="161"/>
                  </a:lnTo>
                  <a:lnTo>
                    <a:pt x="1650178" y="161"/>
                  </a:lnTo>
                  <a:lnTo>
                    <a:pt x="1658036" y="161"/>
                  </a:lnTo>
                  <a:lnTo>
                    <a:pt x="1665894" y="161"/>
                  </a:lnTo>
                  <a:lnTo>
                    <a:pt x="1673752" y="161"/>
                  </a:lnTo>
                  <a:lnTo>
                    <a:pt x="1681610" y="161"/>
                  </a:lnTo>
                  <a:lnTo>
                    <a:pt x="1689468" y="162"/>
                  </a:lnTo>
                  <a:lnTo>
                    <a:pt x="1697326" y="162"/>
                  </a:lnTo>
                  <a:lnTo>
                    <a:pt x="1705184" y="162"/>
                  </a:lnTo>
                  <a:lnTo>
                    <a:pt x="1713042" y="162"/>
                  </a:lnTo>
                  <a:lnTo>
                    <a:pt x="1720900" y="162"/>
                  </a:lnTo>
                  <a:lnTo>
                    <a:pt x="1728758" y="162"/>
                  </a:lnTo>
                  <a:lnTo>
                    <a:pt x="1736616" y="162"/>
                  </a:lnTo>
                  <a:lnTo>
                    <a:pt x="1744474" y="162"/>
                  </a:lnTo>
                  <a:lnTo>
                    <a:pt x="1752332" y="162"/>
                  </a:lnTo>
                  <a:lnTo>
                    <a:pt x="1760190" y="162"/>
                  </a:lnTo>
                  <a:lnTo>
                    <a:pt x="1768048" y="162"/>
                  </a:lnTo>
                  <a:lnTo>
                    <a:pt x="1775906" y="162"/>
                  </a:lnTo>
                  <a:lnTo>
                    <a:pt x="1783764" y="162"/>
                  </a:lnTo>
                  <a:lnTo>
                    <a:pt x="1791622" y="162"/>
                  </a:lnTo>
                  <a:lnTo>
                    <a:pt x="1799480" y="162"/>
                  </a:lnTo>
                  <a:lnTo>
                    <a:pt x="1807338" y="163"/>
                  </a:lnTo>
                  <a:lnTo>
                    <a:pt x="1815196" y="163"/>
                  </a:lnTo>
                  <a:lnTo>
                    <a:pt x="1823054" y="163"/>
                  </a:lnTo>
                  <a:lnTo>
                    <a:pt x="1830912" y="163"/>
                  </a:lnTo>
                  <a:lnTo>
                    <a:pt x="1838770" y="163"/>
                  </a:lnTo>
                  <a:lnTo>
                    <a:pt x="1846628" y="163"/>
                  </a:lnTo>
                  <a:lnTo>
                    <a:pt x="1854486" y="163"/>
                  </a:lnTo>
                  <a:lnTo>
                    <a:pt x="1862344" y="163"/>
                  </a:lnTo>
                  <a:lnTo>
                    <a:pt x="1870202" y="163"/>
                  </a:lnTo>
                  <a:lnTo>
                    <a:pt x="1878060" y="163"/>
                  </a:lnTo>
                  <a:lnTo>
                    <a:pt x="1885918" y="164"/>
                  </a:lnTo>
                  <a:lnTo>
                    <a:pt x="1893776" y="164"/>
                  </a:lnTo>
                  <a:lnTo>
                    <a:pt x="1901634" y="164"/>
                  </a:lnTo>
                  <a:lnTo>
                    <a:pt x="1909492" y="164"/>
                  </a:lnTo>
                  <a:lnTo>
                    <a:pt x="1917350" y="164"/>
                  </a:lnTo>
                  <a:lnTo>
                    <a:pt x="1925208" y="164"/>
                  </a:lnTo>
                  <a:lnTo>
                    <a:pt x="1933066" y="164"/>
                  </a:lnTo>
                  <a:lnTo>
                    <a:pt x="1940924" y="165"/>
                  </a:lnTo>
                  <a:lnTo>
                    <a:pt x="1948782" y="165"/>
                  </a:lnTo>
                  <a:lnTo>
                    <a:pt x="1956640" y="165"/>
                  </a:lnTo>
                  <a:lnTo>
                    <a:pt x="1964498" y="165"/>
                  </a:lnTo>
                  <a:lnTo>
                    <a:pt x="1972356" y="165"/>
                  </a:lnTo>
                  <a:lnTo>
                    <a:pt x="1980214" y="165"/>
                  </a:lnTo>
                  <a:lnTo>
                    <a:pt x="1988072" y="165"/>
                  </a:lnTo>
                  <a:lnTo>
                    <a:pt x="1995930" y="165"/>
                  </a:lnTo>
                  <a:lnTo>
                    <a:pt x="2003788" y="166"/>
                  </a:lnTo>
                  <a:lnTo>
                    <a:pt x="2011646" y="166"/>
                  </a:lnTo>
                  <a:lnTo>
                    <a:pt x="2019504" y="166"/>
                  </a:lnTo>
                  <a:lnTo>
                    <a:pt x="2027362" y="166"/>
                  </a:lnTo>
                  <a:lnTo>
                    <a:pt x="2035220" y="1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6029658" y="4839502"/>
              <a:ext cx="2035220" cy="257"/>
            </a:xfrm>
            <a:custGeom>
              <a:avLst/>
              <a:pathLst>
                <a:path w="2035220" h="257">
                  <a:moveTo>
                    <a:pt x="2035220" y="257"/>
                  </a:moveTo>
                  <a:lnTo>
                    <a:pt x="2027362" y="257"/>
                  </a:lnTo>
                  <a:lnTo>
                    <a:pt x="2019504" y="257"/>
                  </a:lnTo>
                  <a:lnTo>
                    <a:pt x="2011646" y="256"/>
                  </a:lnTo>
                  <a:lnTo>
                    <a:pt x="2003788" y="256"/>
                  </a:lnTo>
                  <a:lnTo>
                    <a:pt x="1995930" y="256"/>
                  </a:lnTo>
                  <a:lnTo>
                    <a:pt x="1988072" y="256"/>
                  </a:lnTo>
                  <a:lnTo>
                    <a:pt x="1980214" y="255"/>
                  </a:lnTo>
                  <a:lnTo>
                    <a:pt x="1972356" y="255"/>
                  </a:lnTo>
                  <a:lnTo>
                    <a:pt x="1964498" y="255"/>
                  </a:lnTo>
                  <a:lnTo>
                    <a:pt x="1956640" y="255"/>
                  </a:lnTo>
                  <a:lnTo>
                    <a:pt x="1948782" y="254"/>
                  </a:lnTo>
                  <a:lnTo>
                    <a:pt x="1940924" y="254"/>
                  </a:lnTo>
                  <a:lnTo>
                    <a:pt x="1933066" y="254"/>
                  </a:lnTo>
                  <a:lnTo>
                    <a:pt x="1925208" y="254"/>
                  </a:lnTo>
                  <a:lnTo>
                    <a:pt x="1917350" y="253"/>
                  </a:lnTo>
                  <a:lnTo>
                    <a:pt x="1909492" y="253"/>
                  </a:lnTo>
                  <a:lnTo>
                    <a:pt x="1901634" y="253"/>
                  </a:lnTo>
                  <a:lnTo>
                    <a:pt x="1893776" y="253"/>
                  </a:lnTo>
                  <a:lnTo>
                    <a:pt x="1885918" y="252"/>
                  </a:lnTo>
                  <a:lnTo>
                    <a:pt x="1878060" y="252"/>
                  </a:lnTo>
                  <a:lnTo>
                    <a:pt x="1870202" y="252"/>
                  </a:lnTo>
                  <a:lnTo>
                    <a:pt x="1862344" y="251"/>
                  </a:lnTo>
                  <a:lnTo>
                    <a:pt x="1854486" y="251"/>
                  </a:lnTo>
                  <a:lnTo>
                    <a:pt x="1846628" y="251"/>
                  </a:lnTo>
                  <a:lnTo>
                    <a:pt x="1838770" y="251"/>
                  </a:lnTo>
                  <a:lnTo>
                    <a:pt x="1830912" y="250"/>
                  </a:lnTo>
                  <a:lnTo>
                    <a:pt x="1823054" y="250"/>
                  </a:lnTo>
                  <a:lnTo>
                    <a:pt x="1815196" y="250"/>
                  </a:lnTo>
                  <a:lnTo>
                    <a:pt x="1807338" y="249"/>
                  </a:lnTo>
                  <a:lnTo>
                    <a:pt x="1799480" y="249"/>
                  </a:lnTo>
                  <a:lnTo>
                    <a:pt x="1791622" y="249"/>
                  </a:lnTo>
                  <a:lnTo>
                    <a:pt x="1783764" y="249"/>
                  </a:lnTo>
                  <a:lnTo>
                    <a:pt x="1775906" y="248"/>
                  </a:lnTo>
                  <a:lnTo>
                    <a:pt x="1768048" y="248"/>
                  </a:lnTo>
                  <a:lnTo>
                    <a:pt x="1760190" y="248"/>
                  </a:lnTo>
                  <a:lnTo>
                    <a:pt x="1752332" y="247"/>
                  </a:lnTo>
                  <a:lnTo>
                    <a:pt x="1744474" y="247"/>
                  </a:lnTo>
                  <a:lnTo>
                    <a:pt x="1736616" y="247"/>
                  </a:lnTo>
                  <a:lnTo>
                    <a:pt x="1728758" y="246"/>
                  </a:lnTo>
                  <a:lnTo>
                    <a:pt x="1720900" y="246"/>
                  </a:lnTo>
                  <a:lnTo>
                    <a:pt x="1713042" y="246"/>
                  </a:lnTo>
                  <a:lnTo>
                    <a:pt x="1705184" y="245"/>
                  </a:lnTo>
                  <a:lnTo>
                    <a:pt x="1697326" y="245"/>
                  </a:lnTo>
                  <a:lnTo>
                    <a:pt x="1689468" y="245"/>
                  </a:lnTo>
                  <a:lnTo>
                    <a:pt x="1681610" y="244"/>
                  </a:lnTo>
                  <a:lnTo>
                    <a:pt x="1673752" y="244"/>
                  </a:lnTo>
                  <a:lnTo>
                    <a:pt x="1665894" y="244"/>
                  </a:lnTo>
                  <a:lnTo>
                    <a:pt x="1658036" y="243"/>
                  </a:lnTo>
                  <a:lnTo>
                    <a:pt x="1650178" y="243"/>
                  </a:lnTo>
                  <a:lnTo>
                    <a:pt x="1642320" y="243"/>
                  </a:lnTo>
                  <a:lnTo>
                    <a:pt x="1634462" y="242"/>
                  </a:lnTo>
                  <a:lnTo>
                    <a:pt x="1626604" y="242"/>
                  </a:lnTo>
                  <a:lnTo>
                    <a:pt x="1618746" y="242"/>
                  </a:lnTo>
                  <a:lnTo>
                    <a:pt x="1610888" y="241"/>
                  </a:lnTo>
                  <a:lnTo>
                    <a:pt x="1603030" y="241"/>
                  </a:lnTo>
                  <a:lnTo>
                    <a:pt x="1595172" y="241"/>
                  </a:lnTo>
                  <a:lnTo>
                    <a:pt x="1587314" y="240"/>
                  </a:lnTo>
                  <a:lnTo>
                    <a:pt x="1579456" y="240"/>
                  </a:lnTo>
                  <a:lnTo>
                    <a:pt x="1571598" y="239"/>
                  </a:lnTo>
                  <a:lnTo>
                    <a:pt x="1563740" y="239"/>
                  </a:lnTo>
                  <a:lnTo>
                    <a:pt x="1555882" y="239"/>
                  </a:lnTo>
                  <a:lnTo>
                    <a:pt x="1548024" y="238"/>
                  </a:lnTo>
                  <a:lnTo>
                    <a:pt x="1540166" y="238"/>
                  </a:lnTo>
                  <a:lnTo>
                    <a:pt x="1532308" y="237"/>
                  </a:lnTo>
                  <a:lnTo>
                    <a:pt x="1524450" y="237"/>
                  </a:lnTo>
                  <a:lnTo>
                    <a:pt x="1516592" y="237"/>
                  </a:lnTo>
                  <a:lnTo>
                    <a:pt x="1508734" y="236"/>
                  </a:lnTo>
                  <a:lnTo>
                    <a:pt x="1500876" y="236"/>
                  </a:lnTo>
                  <a:lnTo>
                    <a:pt x="1493018" y="235"/>
                  </a:lnTo>
                  <a:lnTo>
                    <a:pt x="1485160" y="235"/>
                  </a:lnTo>
                  <a:lnTo>
                    <a:pt x="1477302" y="235"/>
                  </a:lnTo>
                  <a:lnTo>
                    <a:pt x="1469444" y="234"/>
                  </a:lnTo>
                  <a:lnTo>
                    <a:pt x="1461586" y="234"/>
                  </a:lnTo>
                  <a:lnTo>
                    <a:pt x="1453728" y="233"/>
                  </a:lnTo>
                  <a:lnTo>
                    <a:pt x="1445870" y="233"/>
                  </a:lnTo>
                  <a:lnTo>
                    <a:pt x="1438012" y="232"/>
                  </a:lnTo>
                  <a:lnTo>
                    <a:pt x="1430154" y="232"/>
                  </a:lnTo>
                  <a:lnTo>
                    <a:pt x="1422296" y="232"/>
                  </a:lnTo>
                  <a:lnTo>
                    <a:pt x="1414438" y="231"/>
                  </a:lnTo>
                  <a:lnTo>
                    <a:pt x="1406580" y="231"/>
                  </a:lnTo>
                  <a:lnTo>
                    <a:pt x="1398722" y="230"/>
                  </a:lnTo>
                  <a:lnTo>
                    <a:pt x="1390864" y="230"/>
                  </a:lnTo>
                  <a:lnTo>
                    <a:pt x="1383006" y="229"/>
                  </a:lnTo>
                  <a:lnTo>
                    <a:pt x="1375148" y="229"/>
                  </a:lnTo>
                  <a:lnTo>
                    <a:pt x="1367290" y="228"/>
                  </a:lnTo>
                  <a:lnTo>
                    <a:pt x="1359432" y="228"/>
                  </a:lnTo>
                  <a:lnTo>
                    <a:pt x="1351574" y="227"/>
                  </a:lnTo>
                  <a:lnTo>
                    <a:pt x="1343716" y="227"/>
                  </a:lnTo>
                  <a:lnTo>
                    <a:pt x="1335858" y="226"/>
                  </a:lnTo>
                  <a:lnTo>
                    <a:pt x="1328000" y="226"/>
                  </a:lnTo>
                  <a:lnTo>
                    <a:pt x="1320142" y="226"/>
                  </a:lnTo>
                  <a:lnTo>
                    <a:pt x="1312284" y="225"/>
                  </a:lnTo>
                  <a:lnTo>
                    <a:pt x="1304426" y="224"/>
                  </a:lnTo>
                  <a:lnTo>
                    <a:pt x="1296568" y="224"/>
                  </a:lnTo>
                  <a:lnTo>
                    <a:pt x="1288710" y="223"/>
                  </a:lnTo>
                  <a:lnTo>
                    <a:pt x="1280852" y="223"/>
                  </a:lnTo>
                  <a:lnTo>
                    <a:pt x="1272994" y="222"/>
                  </a:lnTo>
                  <a:lnTo>
                    <a:pt x="1265136" y="222"/>
                  </a:lnTo>
                  <a:lnTo>
                    <a:pt x="1257278" y="221"/>
                  </a:lnTo>
                  <a:lnTo>
                    <a:pt x="1249420" y="221"/>
                  </a:lnTo>
                  <a:lnTo>
                    <a:pt x="1241562" y="220"/>
                  </a:lnTo>
                  <a:lnTo>
                    <a:pt x="1233704" y="220"/>
                  </a:lnTo>
                  <a:lnTo>
                    <a:pt x="1225846" y="219"/>
                  </a:lnTo>
                  <a:lnTo>
                    <a:pt x="1217988" y="219"/>
                  </a:lnTo>
                  <a:lnTo>
                    <a:pt x="1210130" y="218"/>
                  </a:lnTo>
                  <a:lnTo>
                    <a:pt x="1202272" y="218"/>
                  </a:lnTo>
                  <a:lnTo>
                    <a:pt x="1194414" y="217"/>
                  </a:lnTo>
                  <a:lnTo>
                    <a:pt x="1186556" y="217"/>
                  </a:lnTo>
                  <a:lnTo>
                    <a:pt x="1178698" y="216"/>
                  </a:lnTo>
                  <a:lnTo>
                    <a:pt x="1170840" y="215"/>
                  </a:lnTo>
                  <a:lnTo>
                    <a:pt x="1162982" y="215"/>
                  </a:lnTo>
                  <a:lnTo>
                    <a:pt x="1155124" y="214"/>
                  </a:lnTo>
                  <a:lnTo>
                    <a:pt x="1147266" y="214"/>
                  </a:lnTo>
                  <a:lnTo>
                    <a:pt x="1139408" y="213"/>
                  </a:lnTo>
                  <a:lnTo>
                    <a:pt x="1131550" y="212"/>
                  </a:lnTo>
                  <a:lnTo>
                    <a:pt x="1123692" y="212"/>
                  </a:lnTo>
                  <a:lnTo>
                    <a:pt x="1115834" y="211"/>
                  </a:lnTo>
                  <a:lnTo>
                    <a:pt x="1107976" y="211"/>
                  </a:lnTo>
                  <a:lnTo>
                    <a:pt x="1100118" y="210"/>
                  </a:lnTo>
                  <a:lnTo>
                    <a:pt x="1092260" y="209"/>
                  </a:lnTo>
                  <a:lnTo>
                    <a:pt x="1084402" y="209"/>
                  </a:lnTo>
                  <a:lnTo>
                    <a:pt x="1076544" y="208"/>
                  </a:lnTo>
                  <a:lnTo>
                    <a:pt x="1068686" y="207"/>
                  </a:lnTo>
                  <a:lnTo>
                    <a:pt x="1060828" y="206"/>
                  </a:lnTo>
                  <a:lnTo>
                    <a:pt x="1052970" y="204"/>
                  </a:lnTo>
                  <a:lnTo>
                    <a:pt x="1045112" y="203"/>
                  </a:lnTo>
                  <a:lnTo>
                    <a:pt x="1037254" y="202"/>
                  </a:lnTo>
                  <a:lnTo>
                    <a:pt x="1029397" y="200"/>
                  </a:lnTo>
                  <a:lnTo>
                    <a:pt x="1021539" y="199"/>
                  </a:lnTo>
                  <a:lnTo>
                    <a:pt x="1013681" y="198"/>
                  </a:lnTo>
                  <a:lnTo>
                    <a:pt x="1005823" y="197"/>
                  </a:lnTo>
                  <a:lnTo>
                    <a:pt x="997965" y="196"/>
                  </a:lnTo>
                  <a:lnTo>
                    <a:pt x="990107" y="195"/>
                  </a:lnTo>
                  <a:lnTo>
                    <a:pt x="982249" y="194"/>
                  </a:lnTo>
                  <a:lnTo>
                    <a:pt x="974391" y="193"/>
                  </a:lnTo>
                  <a:lnTo>
                    <a:pt x="966533" y="192"/>
                  </a:lnTo>
                  <a:lnTo>
                    <a:pt x="958675" y="191"/>
                  </a:lnTo>
                  <a:lnTo>
                    <a:pt x="950817" y="190"/>
                  </a:lnTo>
                  <a:lnTo>
                    <a:pt x="942959" y="189"/>
                  </a:lnTo>
                  <a:lnTo>
                    <a:pt x="935101" y="188"/>
                  </a:lnTo>
                  <a:lnTo>
                    <a:pt x="927243" y="187"/>
                  </a:lnTo>
                  <a:lnTo>
                    <a:pt x="919385" y="185"/>
                  </a:lnTo>
                  <a:lnTo>
                    <a:pt x="911527" y="184"/>
                  </a:lnTo>
                  <a:lnTo>
                    <a:pt x="903669" y="183"/>
                  </a:lnTo>
                  <a:lnTo>
                    <a:pt x="895811" y="182"/>
                  </a:lnTo>
                  <a:lnTo>
                    <a:pt x="887953" y="181"/>
                  </a:lnTo>
                  <a:lnTo>
                    <a:pt x="880095" y="180"/>
                  </a:lnTo>
                  <a:lnTo>
                    <a:pt x="872237" y="179"/>
                  </a:lnTo>
                  <a:lnTo>
                    <a:pt x="864379" y="179"/>
                  </a:lnTo>
                  <a:lnTo>
                    <a:pt x="856521" y="178"/>
                  </a:lnTo>
                  <a:lnTo>
                    <a:pt x="848663" y="176"/>
                  </a:lnTo>
                  <a:lnTo>
                    <a:pt x="840805" y="175"/>
                  </a:lnTo>
                  <a:lnTo>
                    <a:pt x="832947" y="174"/>
                  </a:lnTo>
                  <a:lnTo>
                    <a:pt x="825089" y="173"/>
                  </a:lnTo>
                  <a:lnTo>
                    <a:pt x="817231" y="172"/>
                  </a:lnTo>
                  <a:lnTo>
                    <a:pt x="809373" y="171"/>
                  </a:lnTo>
                  <a:lnTo>
                    <a:pt x="801515" y="170"/>
                  </a:lnTo>
                  <a:lnTo>
                    <a:pt x="793657" y="170"/>
                  </a:lnTo>
                  <a:lnTo>
                    <a:pt x="785799" y="169"/>
                  </a:lnTo>
                  <a:lnTo>
                    <a:pt x="777941" y="168"/>
                  </a:lnTo>
                  <a:lnTo>
                    <a:pt x="770083" y="167"/>
                  </a:lnTo>
                  <a:lnTo>
                    <a:pt x="762225" y="166"/>
                  </a:lnTo>
                  <a:lnTo>
                    <a:pt x="754367" y="165"/>
                  </a:lnTo>
                  <a:lnTo>
                    <a:pt x="746509" y="164"/>
                  </a:lnTo>
                  <a:lnTo>
                    <a:pt x="738651" y="163"/>
                  </a:lnTo>
                  <a:lnTo>
                    <a:pt x="730793" y="161"/>
                  </a:lnTo>
                  <a:lnTo>
                    <a:pt x="722935" y="160"/>
                  </a:lnTo>
                  <a:lnTo>
                    <a:pt x="715077" y="159"/>
                  </a:lnTo>
                  <a:lnTo>
                    <a:pt x="707219" y="158"/>
                  </a:lnTo>
                  <a:lnTo>
                    <a:pt x="699361" y="157"/>
                  </a:lnTo>
                  <a:lnTo>
                    <a:pt x="691503" y="155"/>
                  </a:lnTo>
                  <a:lnTo>
                    <a:pt x="683645" y="153"/>
                  </a:lnTo>
                  <a:lnTo>
                    <a:pt x="675787" y="151"/>
                  </a:lnTo>
                  <a:lnTo>
                    <a:pt x="667929" y="149"/>
                  </a:lnTo>
                  <a:lnTo>
                    <a:pt x="660071" y="148"/>
                  </a:lnTo>
                  <a:lnTo>
                    <a:pt x="652213" y="146"/>
                  </a:lnTo>
                  <a:lnTo>
                    <a:pt x="644355" y="144"/>
                  </a:lnTo>
                  <a:lnTo>
                    <a:pt x="636497" y="142"/>
                  </a:lnTo>
                  <a:lnTo>
                    <a:pt x="628639" y="141"/>
                  </a:lnTo>
                  <a:lnTo>
                    <a:pt x="620781" y="140"/>
                  </a:lnTo>
                  <a:lnTo>
                    <a:pt x="612923" y="139"/>
                  </a:lnTo>
                  <a:lnTo>
                    <a:pt x="605065" y="138"/>
                  </a:lnTo>
                  <a:lnTo>
                    <a:pt x="597207" y="137"/>
                  </a:lnTo>
                  <a:lnTo>
                    <a:pt x="589349" y="136"/>
                  </a:lnTo>
                  <a:lnTo>
                    <a:pt x="581491" y="135"/>
                  </a:lnTo>
                  <a:lnTo>
                    <a:pt x="573633" y="134"/>
                  </a:lnTo>
                  <a:lnTo>
                    <a:pt x="565775" y="132"/>
                  </a:lnTo>
                  <a:lnTo>
                    <a:pt x="557917" y="131"/>
                  </a:lnTo>
                  <a:lnTo>
                    <a:pt x="550059" y="128"/>
                  </a:lnTo>
                  <a:lnTo>
                    <a:pt x="542201" y="125"/>
                  </a:lnTo>
                  <a:lnTo>
                    <a:pt x="534343" y="122"/>
                  </a:lnTo>
                  <a:lnTo>
                    <a:pt x="526485" y="119"/>
                  </a:lnTo>
                  <a:lnTo>
                    <a:pt x="518627" y="118"/>
                  </a:lnTo>
                  <a:lnTo>
                    <a:pt x="510769" y="117"/>
                  </a:lnTo>
                  <a:lnTo>
                    <a:pt x="502911" y="116"/>
                  </a:lnTo>
                  <a:lnTo>
                    <a:pt x="495053" y="115"/>
                  </a:lnTo>
                  <a:lnTo>
                    <a:pt x="487195" y="112"/>
                  </a:lnTo>
                  <a:lnTo>
                    <a:pt x="479337" y="109"/>
                  </a:lnTo>
                  <a:lnTo>
                    <a:pt x="471479" y="107"/>
                  </a:lnTo>
                  <a:lnTo>
                    <a:pt x="463621" y="104"/>
                  </a:lnTo>
                  <a:lnTo>
                    <a:pt x="455763" y="103"/>
                  </a:lnTo>
                  <a:lnTo>
                    <a:pt x="447905" y="102"/>
                  </a:lnTo>
                  <a:lnTo>
                    <a:pt x="440047" y="101"/>
                  </a:lnTo>
                  <a:lnTo>
                    <a:pt x="432189" y="99"/>
                  </a:lnTo>
                  <a:lnTo>
                    <a:pt x="424331" y="97"/>
                  </a:lnTo>
                  <a:lnTo>
                    <a:pt x="416473" y="95"/>
                  </a:lnTo>
                  <a:lnTo>
                    <a:pt x="408615" y="94"/>
                  </a:lnTo>
                  <a:lnTo>
                    <a:pt x="400757" y="93"/>
                  </a:lnTo>
                  <a:lnTo>
                    <a:pt x="392899" y="92"/>
                  </a:lnTo>
                  <a:lnTo>
                    <a:pt x="385041" y="91"/>
                  </a:lnTo>
                  <a:lnTo>
                    <a:pt x="377183" y="90"/>
                  </a:lnTo>
                  <a:lnTo>
                    <a:pt x="369325" y="90"/>
                  </a:lnTo>
                  <a:lnTo>
                    <a:pt x="361467" y="89"/>
                  </a:lnTo>
                  <a:lnTo>
                    <a:pt x="353609" y="88"/>
                  </a:lnTo>
                  <a:lnTo>
                    <a:pt x="345751" y="87"/>
                  </a:lnTo>
                  <a:lnTo>
                    <a:pt x="337893" y="86"/>
                  </a:lnTo>
                  <a:lnTo>
                    <a:pt x="330035" y="85"/>
                  </a:lnTo>
                  <a:lnTo>
                    <a:pt x="322177" y="82"/>
                  </a:lnTo>
                  <a:lnTo>
                    <a:pt x="314319" y="81"/>
                  </a:lnTo>
                  <a:lnTo>
                    <a:pt x="306461" y="80"/>
                  </a:lnTo>
                  <a:lnTo>
                    <a:pt x="298603" y="78"/>
                  </a:lnTo>
                  <a:lnTo>
                    <a:pt x="290745" y="73"/>
                  </a:lnTo>
                  <a:lnTo>
                    <a:pt x="282887" y="69"/>
                  </a:lnTo>
                  <a:lnTo>
                    <a:pt x="275029" y="68"/>
                  </a:lnTo>
                  <a:lnTo>
                    <a:pt x="267171" y="67"/>
                  </a:lnTo>
                  <a:lnTo>
                    <a:pt x="259313" y="66"/>
                  </a:lnTo>
                  <a:lnTo>
                    <a:pt x="251455" y="65"/>
                  </a:lnTo>
                  <a:lnTo>
                    <a:pt x="243597" y="63"/>
                  </a:lnTo>
                  <a:lnTo>
                    <a:pt x="235739" y="62"/>
                  </a:lnTo>
                  <a:lnTo>
                    <a:pt x="227881" y="61"/>
                  </a:lnTo>
                  <a:lnTo>
                    <a:pt x="220023" y="60"/>
                  </a:lnTo>
                  <a:lnTo>
                    <a:pt x="212165" y="59"/>
                  </a:lnTo>
                  <a:lnTo>
                    <a:pt x="204307" y="57"/>
                  </a:lnTo>
                  <a:lnTo>
                    <a:pt x="196449" y="55"/>
                  </a:lnTo>
                  <a:lnTo>
                    <a:pt x="188591" y="53"/>
                  </a:lnTo>
                  <a:lnTo>
                    <a:pt x="180733" y="50"/>
                  </a:lnTo>
                  <a:lnTo>
                    <a:pt x="172875" y="47"/>
                  </a:lnTo>
                  <a:lnTo>
                    <a:pt x="165017" y="45"/>
                  </a:lnTo>
                  <a:lnTo>
                    <a:pt x="157159" y="42"/>
                  </a:lnTo>
                  <a:lnTo>
                    <a:pt x="149301" y="41"/>
                  </a:lnTo>
                  <a:lnTo>
                    <a:pt x="141443" y="40"/>
                  </a:lnTo>
                  <a:lnTo>
                    <a:pt x="133585" y="36"/>
                  </a:lnTo>
                  <a:lnTo>
                    <a:pt x="125727" y="34"/>
                  </a:lnTo>
                  <a:lnTo>
                    <a:pt x="117869" y="33"/>
                  </a:lnTo>
                  <a:lnTo>
                    <a:pt x="110011" y="28"/>
                  </a:lnTo>
                  <a:lnTo>
                    <a:pt x="102153" y="27"/>
                  </a:lnTo>
                  <a:lnTo>
                    <a:pt x="94295" y="24"/>
                  </a:lnTo>
                  <a:lnTo>
                    <a:pt x="86437" y="21"/>
                  </a:lnTo>
                  <a:lnTo>
                    <a:pt x="78579" y="19"/>
                  </a:lnTo>
                  <a:lnTo>
                    <a:pt x="70721" y="17"/>
                  </a:lnTo>
                  <a:lnTo>
                    <a:pt x="62863" y="16"/>
                  </a:lnTo>
                  <a:lnTo>
                    <a:pt x="55005" y="14"/>
                  </a:lnTo>
                  <a:lnTo>
                    <a:pt x="47147" y="12"/>
                  </a:lnTo>
                  <a:lnTo>
                    <a:pt x="39289" y="12"/>
                  </a:lnTo>
                  <a:lnTo>
                    <a:pt x="31431" y="9"/>
                  </a:lnTo>
                  <a:lnTo>
                    <a:pt x="23573" y="8"/>
                  </a:lnTo>
                  <a:lnTo>
                    <a:pt x="15715" y="5"/>
                  </a:lnTo>
                  <a:lnTo>
                    <a:pt x="7857" y="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6029658" y="4838561"/>
              <a:ext cx="2035220" cy="1024"/>
            </a:xfrm>
            <a:custGeom>
              <a:avLst/>
              <a:pathLst>
                <a:path w="2035220" h="1024">
                  <a:moveTo>
                    <a:pt x="0" y="0"/>
                  </a:moveTo>
                  <a:lnTo>
                    <a:pt x="7857" y="7"/>
                  </a:lnTo>
                  <a:lnTo>
                    <a:pt x="15715" y="13"/>
                  </a:lnTo>
                  <a:lnTo>
                    <a:pt x="23573" y="18"/>
                  </a:lnTo>
                  <a:lnTo>
                    <a:pt x="31431" y="26"/>
                  </a:lnTo>
                  <a:lnTo>
                    <a:pt x="39289" y="39"/>
                  </a:lnTo>
                  <a:lnTo>
                    <a:pt x="47147" y="52"/>
                  </a:lnTo>
                  <a:lnTo>
                    <a:pt x="55005" y="58"/>
                  </a:lnTo>
                  <a:lnTo>
                    <a:pt x="62863" y="66"/>
                  </a:lnTo>
                  <a:lnTo>
                    <a:pt x="70721" y="72"/>
                  </a:lnTo>
                  <a:lnTo>
                    <a:pt x="78579" y="76"/>
                  </a:lnTo>
                  <a:lnTo>
                    <a:pt x="86437" y="81"/>
                  </a:lnTo>
                  <a:lnTo>
                    <a:pt x="94295" y="89"/>
                  </a:lnTo>
                  <a:lnTo>
                    <a:pt x="102153" y="94"/>
                  </a:lnTo>
                  <a:lnTo>
                    <a:pt x="110011" y="100"/>
                  </a:lnTo>
                  <a:lnTo>
                    <a:pt x="117869" y="106"/>
                  </a:lnTo>
                  <a:lnTo>
                    <a:pt x="125727" y="113"/>
                  </a:lnTo>
                  <a:lnTo>
                    <a:pt x="133585" y="120"/>
                  </a:lnTo>
                  <a:lnTo>
                    <a:pt x="141443" y="126"/>
                  </a:lnTo>
                  <a:lnTo>
                    <a:pt x="149301" y="132"/>
                  </a:lnTo>
                  <a:lnTo>
                    <a:pt x="157159" y="137"/>
                  </a:lnTo>
                  <a:lnTo>
                    <a:pt x="165017" y="144"/>
                  </a:lnTo>
                  <a:lnTo>
                    <a:pt x="172875" y="152"/>
                  </a:lnTo>
                  <a:lnTo>
                    <a:pt x="180733" y="160"/>
                  </a:lnTo>
                  <a:lnTo>
                    <a:pt x="188591" y="161"/>
                  </a:lnTo>
                  <a:lnTo>
                    <a:pt x="196449" y="166"/>
                  </a:lnTo>
                  <a:lnTo>
                    <a:pt x="204307" y="171"/>
                  </a:lnTo>
                  <a:lnTo>
                    <a:pt x="212165" y="176"/>
                  </a:lnTo>
                  <a:lnTo>
                    <a:pt x="220023" y="183"/>
                  </a:lnTo>
                  <a:lnTo>
                    <a:pt x="227881" y="189"/>
                  </a:lnTo>
                  <a:lnTo>
                    <a:pt x="235739" y="198"/>
                  </a:lnTo>
                  <a:lnTo>
                    <a:pt x="243597" y="207"/>
                  </a:lnTo>
                  <a:lnTo>
                    <a:pt x="251455" y="216"/>
                  </a:lnTo>
                  <a:lnTo>
                    <a:pt x="259313" y="221"/>
                  </a:lnTo>
                  <a:lnTo>
                    <a:pt x="267171" y="228"/>
                  </a:lnTo>
                  <a:lnTo>
                    <a:pt x="275029" y="236"/>
                  </a:lnTo>
                  <a:lnTo>
                    <a:pt x="282887" y="241"/>
                  </a:lnTo>
                  <a:lnTo>
                    <a:pt x="290745" y="244"/>
                  </a:lnTo>
                  <a:lnTo>
                    <a:pt x="298603" y="251"/>
                  </a:lnTo>
                  <a:lnTo>
                    <a:pt x="306461" y="255"/>
                  </a:lnTo>
                  <a:lnTo>
                    <a:pt x="314319" y="258"/>
                  </a:lnTo>
                  <a:lnTo>
                    <a:pt x="322177" y="262"/>
                  </a:lnTo>
                  <a:lnTo>
                    <a:pt x="330035" y="270"/>
                  </a:lnTo>
                  <a:lnTo>
                    <a:pt x="337893" y="272"/>
                  </a:lnTo>
                  <a:lnTo>
                    <a:pt x="345751" y="275"/>
                  </a:lnTo>
                  <a:lnTo>
                    <a:pt x="353609" y="279"/>
                  </a:lnTo>
                  <a:lnTo>
                    <a:pt x="361467" y="282"/>
                  </a:lnTo>
                  <a:lnTo>
                    <a:pt x="369325" y="286"/>
                  </a:lnTo>
                  <a:lnTo>
                    <a:pt x="377183" y="289"/>
                  </a:lnTo>
                  <a:lnTo>
                    <a:pt x="385041" y="296"/>
                  </a:lnTo>
                  <a:lnTo>
                    <a:pt x="392899" y="300"/>
                  </a:lnTo>
                  <a:lnTo>
                    <a:pt x="400757" y="304"/>
                  </a:lnTo>
                  <a:lnTo>
                    <a:pt x="408615" y="310"/>
                  </a:lnTo>
                  <a:lnTo>
                    <a:pt x="416473" y="314"/>
                  </a:lnTo>
                  <a:lnTo>
                    <a:pt x="424331" y="319"/>
                  </a:lnTo>
                  <a:lnTo>
                    <a:pt x="432189" y="327"/>
                  </a:lnTo>
                  <a:lnTo>
                    <a:pt x="440047" y="331"/>
                  </a:lnTo>
                  <a:lnTo>
                    <a:pt x="447905" y="333"/>
                  </a:lnTo>
                  <a:lnTo>
                    <a:pt x="455763" y="335"/>
                  </a:lnTo>
                  <a:lnTo>
                    <a:pt x="463621" y="338"/>
                  </a:lnTo>
                  <a:lnTo>
                    <a:pt x="471479" y="341"/>
                  </a:lnTo>
                  <a:lnTo>
                    <a:pt x="479337" y="346"/>
                  </a:lnTo>
                  <a:lnTo>
                    <a:pt x="487195" y="350"/>
                  </a:lnTo>
                  <a:lnTo>
                    <a:pt x="495053" y="354"/>
                  </a:lnTo>
                  <a:lnTo>
                    <a:pt x="502911" y="354"/>
                  </a:lnTo>
                  <a:lnTo>
                    <a:pt x="510769" y="355"/>
                  </a:lnTo>
                  <a:lnTo>
                    <a:pt x="518627" y="360"/>
                  </a:lnTo>
                  <a:lnTo>
                    <a:pt x="526485" y="361"/>
                  </a:lnTo>
                  <a:lnTo>
                    <a:pt x="534343" y="363"/>
                  </a:lnTo>
                  <a:lnTo>
                    <a:pt x="542201" y="366"/>
                  </a:lnTo>
                  <a:lnTo>
                    <a:pt x="550059" y="367"/>
                  </a:lnTo>
                  <a:lnTo>
                    <a:pt x="557917" y="368"/>
                  </a:lnTo>
                  <a:lnTo>
                    <a:pt x="565775" y="368"/>
                  </a:lnTo>
                  <a:lnTo>
                    <a:pt x="573633" y="370"/>
                  </a:lnTo>
                  <a:lnTo>
                    <a:pt x="581491" y="373"/>
                  </a:lnTo>
                  <a:lnTo>
                    <a:pt x="589349" y="378"/>
                  </a:lnTo>
                  <a:lnTo>
                    <a:pt x="597207" y="381"/>
                  </a:lnTo>
                  <a:lnTo>
                    <a:pt x="605065" y="382"/>
                  </a:lnTo>
                  <a:lnTo>
                    <a:pt x="612923" y="385"/>
                  </a:lnTo>
                  <a:lnTo>
                    <a:pt x="620781" y="386"/>
                  </a:lnTo>
                  <a:lnTo>
                    <a:pt x="628639" y="389"/>
                  </a:lnTo>
                  <a:lnTo>
                    <a:pt x="636497" y="391"/>
                  </a:lnTo>
                  <a:lnTo>
                    <a:pt x="644355" y="393"/>
                  </a:lnTo>
                  <a:lnTo>
                    <a:pt x="652213" y="393"/>
                  </a:lnTo>
                  <a:lnTo>
                    <a:pt x="660071" y="394"/>
                  </a:lnTo>
                  <a:lnTo>
                    <a:pt x="667929" y="396"/>
                  </a:lnTo>
                  <a:lnTo>
                    <a:pt x="675787" y="397"/>
                  </a:lnTo>
                  <a:lnTo>
                    <a:pt x="683645" y="400"/>
                  </a:lnTo>
                  <a:lnTo>
                    <a:pt x="691503" y="402"/>
                  </a:lnTo>
                  <a:lnTo>
                    <a:pt x="699361" y="403"/>
                  </a:lnTo>
                  <a:lnTo>
                    <a:pt x="707219" y="405"/>
                  </a:lnTo>
                  <a:lnTo>
                    <a:pt x="715077" y="407"/>
                  </a:lnTo>
                  <a:lnTo>
                    <a:pt x="722935" y="408"/>
                  </a:lnTo>
                  <a:lnTo>
                    <a:pt x="730793" y="410"/>
                  </a:lnTo>
                  <a:lnTo>
                    <a:pt x="738651" y="411"/>
                  </a:lnTo>
                  <a:lnTo>
                    <a:pt x="746509" y="413"/>
                  </a:lnTo>
                  <a:lnTo>
                    <a:pt x="754367" y="414"/>
                  </a:lnTo>
                  <a:lnTo>
                    <a:pt x="762225" y="416"/>
                  </a:lnTo>
                  <a:lnTo>
                    <a:pt x="770083" y="416"/>
                  </a:lnTo>
                  <a:lnTo>
                    <a:pt x="777941" y="415"/>
                  </a:lnTo>
                  <a:lnTo>
                    <a:pt x="785799" y="415"/>
                  </a:lnTo>
                  <a:lnTo>
                    <a:pt x="793657" y="415"/>
                  </a:lnTo>
                  <a:lnTo>
                    <a:pt x="801515" y="417"/>
                  </a:lnTo>
                  <a:lnTo>
                    <a:pt x="809373" y="418"/>
                  </a:lnTo>
                  <a:lnTo>
                    <a:pt x="817231" y="418"/>
                  </a:lnTo>
                  <a:lnTo>
                    <a:pt x="825089" y="419"/>
                  </a:lnTo>
                  <a:lnTo>
                    <a:pt x="832947" y="418"/>
                  </a:lnTo>
                  <a:lnTo>
                    <a:pt x="840805" y="420"/>
                  </a:lnTo>
                  <a:lnTo>
                    <a:pt x="848663" y="419"/>
                  </a:lnTo>
                  <a:lnTo>
                    <a:pt x="856521" y="419"/>
                  </a:lnTo>
                  <a:lnTo>
                    <a:pt x="864379" y="419"/>
                  </a:lnTo>
                  <a:lnTo>
                    <a:pt x="872237" y="419"/>
                  </a:lnTo>
                  <a:lnTo>
                    <a:pt x="880095" y="418"/>
                  </a:lnTo>
                  <a:lnTo>
                    <a:pt x="887953" y="419"/>
                  </a:lnTo>
                  <a:lnTo>
                    <a:pt x="895811" y="419"/>
                  </a:lnTo>
                  <a:lnTo>
                    <a:pt x="903669" y="418"/>
                  </a:lnTo>
                  <a:lnTo>
                    <a:pt x="911527" y="418"/>
                  </a:lnTo>
                  <a:lnTo>
                    <a:pt x="919385" y="418"/>
                  </a:lnTo>
                  <a:lnTo>
                    <a:pt x="927243" y="418"/>
                  </a:lnTo>
                  <a:lnTo>
                    <a:pt x="935101" y="418"/>
                  </a:lnTo>
                  <a:lnTo>
                    <a:pt x="942959" y="418"/>
                  </a:lnTo>
                  <a:lnTo>
                    <a:pt x="950817" y="418"/>
                  </a:lnTo>
                  <a:lnTo>
                    <a:pt x="958675" y="420"/>
                  </a:lnTo>
                  <a:lnTo>
                    <a:pt x="966533" y="421"/>
                  </a:lnTo>
                  <a:lnTo>
                    <a:pt x="974391" y="422"/>
                  </a:lnTo>
                  <a:lnTo>
                    <a:pt x="982249" y="423"/>
                  </a:lnTo>
                  <a:lnTo>
                    <a:pt x="990107" y="423"/>
                  </a:lnTo>
                  <a:lnTo>
                    <a:pt x="997965" y="422"/>
                  </a:lnTo>
                  <a:lnTo>
                    <a:pt x="1005823" y="421"/>
                  </a:lnTo>
                  <a:lnTo>
                    <a:pt x="1013681" y="421"/>
                  </a:lnTo>
                  <a:lnTo>
                    <a:pt x="1021539" y="419"/>
                  </a:lnTo>
                  <a:lnTo>
                    <a:pt x="1029397" y="417"/>
                  </a:lnTo>
                  <a:lnTo>
                    <a:pt x="1037254" y="418"/>
                  </a:lnTo>
                  <a:lnTo>
                    <a:pt x="1045112" y="418"/>
                  </a:lnTo>
                  <a:lnTo>
                    <a:pt x="1052970" y="418"/>
                  </a:lnTo>
                  <a:lnTo>
                    <a:pt x="1060828" y="416"/>
                  </a:lnTo>
                  <a:lnTo>
                    <a:pt x="1068686" y="414"/>
                  </a:lnTo>
                  <a:lnTo>
                    <a:pt x="1076544" y="412"/>
                  </a:lnTo>
                  <a:lnTo>
                    <a:pt x="1084402" y="413"/>
                  </a:lnTo>
                  <a:lnTo>
                    <a:pt x="1092260" y="414"/>
                  </a:lnTo>
                  <a:lnTo>
                    <a:pt x="1100118" y="413"/>
                  </a:lnTo>
                  <a:lnTo>
                    <a:pt x="1107976" y="411"/>
                  </a:lnTo>
                  <a:lnTo>
                    <a:pt x="1115834" y="411"/>
                  </a:lnTo>
                  <a:lnTo>
                    <a:pt x="1123692" y="410"/>
                  </a:lnTo>
                  <a:lnTo>
                    <a:pt x="1131550" y="410"/>
                  </a:lnTo>
                  <a:lnTo>
                    <a:pt x="1139408" y="408"/>
                  </a:lnTo>
                  <a:lnTo>
                    <a:pt x="1147266" y="407"/>
                  </a:lnTo>
                  <a:lnTo>
                    <a:pt x="1155124" y="406"/>
                  </a:lnTo>
                  <a:lnTo>
                    <a:pt x="1162982" y="406"/>
                  </a:lnTo>
                  <a:lnTo>
                    <a:pt x="1170840" y="406"/>
                  </a:lnTo>
                  <a:lnTo>
                    <a:pt x="1178698" y="405"/>
                  </a:lnTo>
                  <a:lnTo>
                    <a:pt x="1186556" y="406"/>
                  </a:lnTo>
                  <a:lnTo>
                    <a:pt x="1194414" y="406"/>
                  </a:lnTo>
                  <a:lnTo>
                    <a:pt x="1202272" y="406"/>
                  </a:lnTo>
                  <a:lnTo>
                    <a:pt x="1210130" y="404"/>
                  </a:lnTo>
                  <a:lnTo>
                    <a:pt x="1217988" y="404"/>
                  </a:lnTo>
                  <a:lnTo>
                    <a:pt x="1225846" y="403"/>
                  </a:lnTo>
                  <a:lnTo>
                    <a:pt x="1233704" y="403"/>
                  </a:lnTo>
                  <a:lnTo>
                    <a:pt x="1241562" y="403"/>
                  </a:lnTo>
                  <a:lnTo>
                    <a:pt x="1249420" y="402"/>
                  </a:lnTo>
                  <a:lnTo>
                    <a:pt x="1257278" y="402"/>
                  </a:lnTo>
                  <a:lnTo>
                    <a:pt x="1265136" y="401"/>
                  </a:lnTo>
                  <a:lnTo>
                    <a:pt x="1272994" y="400"/>
                  </a:lnTo>
                  <a:lnTo>
                    <a:pt x="1280852" y="399"/>
                  </a:lnTo>
                  <a:lnTo>
                    <a:pt x="1288710" y="398"/>
                  </a:lnTo>
                  <a:lnTo>
                    <a:pt x="1296568" y="398"/>
                  </a:lnTo>
                  <a:lnTo>
                    <a:pt x="1304426" y="398"/>
                  </a:lnTo>
                  <a:lnTo>
                    <a:pt x="1312284" y="396"/>
                  </a:lnTo>
                  <a:lnTo>
                    <a:pt x="1320142" y="395"/>
                  </a:lnTo>
                  <a:lnTo>
                    <a:pt x="1328000" y="394"/>
                  </a:lnTo>
                  <a:lnTo>
                    <a:pt x="1335858" y="392"/>
                  </a:lnTo>
                  <a:lnTo>
                    <a:pt x="1343716" y="391"/>
                  </a:lnTo>
                  <a:lnTo>
                    <a:pt x="1351574" y="390"/>
                  </a:lnTo>
                  <a:lnTo>
                    <a:pt x="1359432" y="390"/>
                  </a:lnTo>
                  <a:lnTo>
                    <a:pt x="1367290" y="390"/>
                  </a:lnTo>
                  <a:lnTo>
                    <a:pt x="1375148" y="390"/>
                  </a:lnTo>
                  <a:lnTo>
                    <a:pt x="1383006" y="390"/>
                  </a:lnTo>
                  <a:lnTo>
                    <a:pt x="1390864" y="389"/>
                  </a:lnTo>
                  <a:lnTo>
                    <a:pt x="1398722" y="389"/>
                  </a:lnTo>
                  <a:lnTo>
                    <a:pt x="1406580" y="389"/>
                  </a:lnTo>
                  <a:lnTo>
                    <a:pt x="1414438" y="389"/>
                  </a:lnTo>
                  <a:lnTo>
                    <a:pt x="1422296" y="388"/>
                  </a:lnTo>
                  <a:lnTo>
                    <a:pt x="1430154" y="389"/>
                  </a:lnTo>
                  <a:lnTo>
                    <a:pt x="1438012" y="389"/>
                  </a:lnTo>
                  <a:lnTo>
                    <a:pt x="1445870" y="387"/>
                  </a:lnTo>
                  <a:lnTo>
                    <a:pt x="1453728" y="385"/>
                  </a:lnTo>
                  <a:lnTo>
                    <a:pt x="1461586" y="385"/>
                  </a:lnTo>
                  <a:lnTo>
                    <a:pt x="1469444" y="384"/>
                  </a:lnTo>
                  <a:lnTo>
                    <a:pt x="1477302" y="383"/>
                  </a:lnTo>
                  <a:lnTo>
                    <a:pt x="1485160" y="382"/>
                  </a:lnTo>
                  <a:lnTo>
                    <a:pt x="1493018" y="381"/>
                  </a:lnTo>
                  <a:lnTo>
                    <a:pt x="1500876" y="379"/>
                  </a:lnTo>
                  <a:lnTo>
                    <a:pt x="1508734" y="378"/>
                  </a:lnTo>
                  <a:lnTo>
                    <a:pt x="1516592" y="376"/>
                  </a:lnTo>
                  <a:lnTo>
                    <a:pt x="1524450" y="374"/>
                  </a:lnTo>
                  <a:lnTo>
                    <a:pt x="1532308" y="372"/>
                  </a:lnTo>
                  <a:lnTo>
                    <a:pt x="1540166" y="371"/>
                  </a:lnTo>
                  <a:lnTo>
                    <a:pt x="1548024" y="369"/>
                  </a:lnTo>
                  <a:lnTo>
                    <a:pt x="1555882" y="367"/>
                  </a:lnTo>
                  <a:lnTo>
                    <a:pt x="1563740" y="366"/>
                  </a:lnTo>
                  <a:lnTo>
                    <a:pt x="1571598" y="365"/>
                  </a:lnTo>
                  <a:lnTo>
                    <a:pt x="1579456" y="364"/>
                  </a:lnTo>
                  <a:lnTo>
                    <a:pt x="1587314" y="363"/>
                  </a:lnTo>
                  <a:lnTo>
                    <a:pt x="1595172" y="363"/>
                  </a:lnTo>
                  <a:lnTo>
                    <a:pt x="1603030" y="363"/>
                  </a:lnTo>
                  <a:lnTo>
                    <a:pt x="1610888" y="361"/>
                  </a:lnTo>
                  <a:lnTo>
                    <a:pt x="1618746" y="360"/>
                  </a:lnTo>
                  <a:lnTo>
                    <a:pt x="1626604" y="359"/>
                  </a:lnTo>
                  <a:lnTo>
                    <a:pt x="1634462" y="359"/>
                  </a:lnTo>
                  <a:lnTo>
                    <a:pt x="1642320" y="358"/>
                  </a:lnTo>
                  <a:lnTo>
                    <a:pt x="1650178" y="356"/>
                  </a:lnTo>
                  <a:lnTo>
                    <a:pt x="1658036" y="355"/>
                  </a:lnTo>
                  <a:lnTo>
                    <a:pt x="1665894" y="353"/>
                  </a:lnTo>
                  <a:lnTo>
                    <a:pt x="1673752" y="352"/>
                  </a:lnTo>
                  <a:lnTo>
                    <a:pt x="1681610" y="353"/>
                  </a:lnTo>
                  <a:lnTo>
                    <a:pt x="1689468" y="353"/>
                  </a:lnTo>
                  <a:lnTo>
                    <a:pt x="1697326" y="352"/>
                  </a:lnTo>
                  <a:lnTo>
                    <a:pt x="1705184" y="349"/>
                  </a:lnTo>
                  <a:lnTo>
                    <a:pt x="1713042" y="347"/>
                  </a:lnTo>
                  <a:lnTo>
                    <a:pt x="1720900" y="344"/>
                  </a:lnTo>
                  <a:lnTo>
                    <a:pt x="1728758" y="342"/>
                  </a:lnTo>
                  <a:lnTo>
                    <a:pt x="1736616" y="340"/>
                  </a:lnTo>
                  <a:lnTo>
                    <a:pt x="1744474" y="337"/>
                  </a:lnTo>
                  <a:lnTo>
                    <a:pt x="1752332" y="335"/>
                  </a:lnTo>
                  <a:lnTo>
                    <a:pt x="1760190" y="332"/>
                  </a:lnTo>
                  <a:lnTo>
                    <a:pt x="1768048" y="331"/>
                  </a:lnTo>
                  <a:lnTo>
                    <a:pt x="1775906" y="330"/>
                  </a:lnTo>
                  <a:lnTo>
                    <a:pt x="1783764" y="327"/>
                  </a:lnTo>
                  <a:lnTo>
                    <a:pt x="1791622" y="325"/>
                  </a:lnTo>
                  <a:lnTo>
                    <a:pt x="1799480" y="323"/>
                  </a:lnTo>
                  <a:lnTo>
                    <a:pt x="1807338" y="322"/>
                  </a:lnTo>
                  <a:lnTo>
                    <a:pt x="1815196" y="320"/>
                  </a:lnTo>
                  <a:lnTo>
                    <a:pt x="1823054" y="318"/>
                  </a:lnTo>
                  <a:lnTo>
                    <a:pt x="1830912" y="316"/>
                  </a:lnTo>
                  <a:lnTo>
                    <a:pt x="1838770" y="314"/>
                  </a:lnTo>
                  <a:lnTo>
                    <a:pt x="1846628" y="313"/>
                  </a:lnTo>
                  <a:lnTo>
                    <a:pt x="1854486" y="311"/>
                  </a:lnTo>
                  <a:lnTo>
                    <a:pt x="1862344" y="309"/>
                  </a:lnTo>
                  <a:lnTo>
                    <a:pt x="1870202" y="307"/>
                  </a:lnTo>
                  <a:lnTo>
                    <a:pt x="1878060" y="305"/>
                  </a:lnTo>
                  <a:lnTo>
                    <a:pt x="1885918" y="303"/>
                  </a:lnTo>
                  <a:lnTo>
                    <a:pt x="1893776" y="301"/>
                  </a:lnTo>
                  <a:lnTo>
                    <a:pt x="1901634" y="300"/>
                  </a:lnTo>
                  <a:lnTo>
                    <a:pt x="1909492" y="298"/>
                  </a:lnTo>
                  <a:lnTo>
                    <a:pt x="1917350" y="296"/>
                  </a:lnTo>
                  <a:lnTo>
                    <a:pt x="1925208" y="294"/>
                  </a:lnTo>
                  <a:lnTo>
                    <a:pt x="1933066" y="292"/>
                  </a:lnTo>
                  <a:lnTo>
                    <a:pt x="1940924" y="290"/>
                  </a:lnTo>
                  <a:lnTo>
                    <a:pt x="1948782" y="288"/>
                  </a:lnTo>
                  <a:lnTo>
                    <a:pt x="1956640" y="286"/>
                  </a:lnTo>
                  <a:lnTo>
                    <a:pt x="1964498" y="284"/>
                  </a:lnTo>
                  <a:lnTo>
                    <a:pt x="1972356" y="282"/>
                  </a:lnTo>
                  <a:lnTo>
                    <a:pt x="1980214" y="281"/>
                  </a:lnTo>
                  <a:lnTo>
                    <a:pt x="1988072" y="279"/>
                  </a:lnTo>
                  <a:lnTo>
                    <a:pt x="1995930" y="279"/>
                  </a:lnTo>
                  <a:lnTo>
                    <a:pt x="2003788" y="278"/>
                  </a:lnTo>
                  <a:lnTo>
                    <a:pt x="2011646" y="277"/>
                  </a:lnTo>
                  <a:lnTo>
                    <a:pt x="2019504" y="276"/>
                  </a:lnTo>
                  <a:lnTo>
                    <a:pt x="2027362" y="274"/>
                  </a:lnTo>
                  <a:lnTo>
                    <a:pt x="2035220" y="273"/>
                  </a:lnTo>
                  <a:lnTo>
                    <a:pt x="2035220" y="1024"/>
                  </a:lnTo>
                  <a:lnTo>
                    <a:pt x="2027362" y="1023"/>
                  </a:lnTo>
                  <a:lnTo>
                    <a:pt x="2019504" y="1022"/>
                  </a:lnTo>
                  <a:lnTo>
                    <a:pt x="2011646" y="1021"/>
                  </a:lnTo>
                  <a:lnTo>
                    <a:pt x="2003788" y="1020"/>
                  </a:lnTo>
                  <a:lnTo>
                    <a:pt x="1995930" y="1019"/>
                  </a:lnTo>
                  <a:lnTo>
                    <a:pt x="1988072" y="1019"/>
                  </a:lnTo>
                  <a:lnTo>
                    <a:pt x="1980214" y="1018"/>
                  </a:lnTo>
                  <a:lnTo>
                    <a:pt x="1972356" y="1017"/>
                  </a:lnTo>
                  <a:lnTo>
                    <a:pt x="1964498" y="1016"/>
                  </a:lnTo>
                  <a:lnTo>
                    <a:pt x="1956640" y="1015"/>
                  </a:lnTo>
                  <a:lnTo>
                    <a:pt x="1948782" y="1014"/>
                  </a:lnTo>
                  <a:lnTo>
                    <a:pt x="1940924" y="1013"/>
                  </a:lnTo>
                  <a:lnTo>
                    <a:pt x="1933066" y="1012"/>
                  </a:lnTo>
                  <a:lnTo>
                    <a:pt x="1925208" y="1012"/>
                  </a:lnTo>
                  <a:lnTo>
                    <a:pt x="1917350" y="1010"/>
                  </a:lnTo>
                  <a:lnTo>
                    <a:pt x="1909492" y="1009"/>
                  </a:lnTo>
                  <a:lnTo>
                    <a:pt x="1901634" y="1008"/>
                  </a:lnTo>
                  <a:lnTo>
                    <a:pt x="1893776" y="1007"/>
                  </a:lnTo>
                  <a:lnTo>
                    <a:pt x="1885918" y="1006"/>
                  </a:lnTo>
                  <a:lnTo>
                    <a:pt x="1878060" y="1005"/>
                  </a:lnTo>
                  <a:lnTo>
                    <a:pt x="1870202" y="1004"/>
                  </a:lnTo>
                  <a:lnTo>
                    <a:pt x="1862344" y="1003"/>
                  </a:lnTo>
                  <a:lnTo>
                    <a:pt x="1854486" y="1003"/>
                  </a:lnTo>
                  <a:lnTo>
                    <a:pt x="1846628" y="1002"/>
                  </a:lnTo>
                  <a:lnTo>
                    <a:pt x="1838770" y="1001"/>
                  </a:lnTo>
                  <a:lnTo>
                    <a:pt x="1830912" y="1001"/>
                  </a:lnTo>
                  <a:lnTo>
                    <a:pt x="1823054" y="1000"/>
                  </a:lnTo>
                  <a:lnTo>
                    <a:pt x="1815196" y="999"/>
                  </a:lnTo>
                  <a:lnTo>
                    <a:pt x="1807338" y="998"/>
                  </a:lnTo>
                  <a:lnTo>
                    <a:pt x="1799480" y="997"/>
                  </a:lnTo>
                  <a:lnTo>
                    <a:pt x="1791622" y="996"/>
                  </a:lnTo>
                  <a:lnTo>
                    <a:pt x="1783764" y="995"/>
                  </a:lnTo>
                  <a:lnTo>
                    <a:pt x="1775906" y="994"/>
                  </a:lnTo>
                  <a:lnTo>
                    <a:pt x="1768048" y="993"/>
                  </a:lnTo>
                  <a:lnTo>
                    <a:pt x="1760190" y="991"/>
                  </a:lnTo>
                  <a:lnTo>
                    <a:pt x="1752332" y="989"/>
                  </a:lnTo>
                  <a:lnTo>
                    <a:pt x="1744474" y="988"/>
                  </a:lnTo>
                  <a:lnTo>
                    <a:pt x="1736616" y="987"/>
                  </a:lnTo>
                  <a:lnTo>
                    <a:pt x="1728758" y="985"/>
                  </a:lnTo>
                  <a:lnTo>
                    <a:pt x="1720900" y="984"/>
                  </a:lnTo>
                  <a:lnTo>
                    <a:pt x="1713042" y="983"/>
                  </a:lnTo>
                  <a:lnTo>
                    <a:pt x="1705184" y="982"/>
                  </a:lnTo>
                  <a:lnTo>
                    <a:pt x="1697326" y="980"/>
                  </a:lnTo>
                  <a:lnTo>
                    <a:pt x="1689468" y="979"/>
                  </a:lnTo>
                  <a:lnTo>
                    <a:pt x="1681610" y="978"/>
                  </a:lnTo>
                  <a:lnTo>
                    <a:pt x="1673752" y="976"/>
                  </a:lnTo>
                  <a:lnTo>
                    <a:pt x="1665894" y="975"/>
                  </a:lnTo>
                  <a:lnTo>
                    <a:pt x="1658036" y="974"/>
                  </a:lnTo>
                  <a:lnTo>
                    <a:pt x="1650178" y="973"/>
                  </a:lnTo>
                  <a:lnTo>
                    <a:pt x="1642320" y="971"/>
                  </a:lnTo>
                  <a:lnTo>
                    <a:pt x="1634462" y="970"/>
                  </a:lnTo>
                  <a:lnTo>
                    <a:pt x="1626604" y="969"/>
                  </a:lnTo>
                  <a:lnTo>
                    <a:pt x="1618746" y="968"/>
                  </a:lnTo>
                  <a:lnTo>
                    <a:pt x="1610888" y="967"/>
                  </a:lnTo>
                  <a:lnTo>
                    <a:pt x="1603030" y="966"/>
                  </a:lnTo>
                  <a:lnTo>
                    <a:pt x="1595172" y="965"/>
                  </a:lnTo>
                  <a:lnTo>
                    <a:pt x="1587314" y="964"/>
                  </a:lnTo>
                  <a:lnTo>
                    <a:pt x="1579456" y="963"/>
                  </a:lnTo>
                  <a:lnTo>
                    <a:pt x="1571598" y="962"/>
                  </a:lnTo>
                  <a:lnTo>
                    <a:pt x="1563740" y="960"/>
                  </a:lnTo>
                  <a:lnTo>
                    <a:pt x="1555882" y="959"/>
                  </a:lnTo>
                  <a:lnTo>
                    <a:pt x="1548024" y="958"/>
                  </a:lnTo>
                  <a:lnTo>
                    <a:pt x="1540166" y="956"/>
                  </a:lnTo>
                  <a:lnTo>
                    <a:pt x="1532308" y="955"/>
                  </a:lnTo>
                  <a:lnTo>
                    <a:pt x="1524450" y="954"/>
                  </a:lnTo>
                  <a:lnTo>
                    <a:pt x="1516592" y="953"/>
                  </a:lnTo>
                  <a:lnTo>
                    <a:pt x="1508734" y="952"/>
                  </a:lnTo>
                  <a:lnTo>
                    <a:pt x="1500876" y="951"/>
                  </a:lnTo>
                  <a:lnTo>
                    <a:pt x="1493018" y="950"/>
                  </a:lnTo>
                  <a:lnTo>
                    <a:pt x="1485160" y="949"/>
                  </a:lnTo>
                  <a:lnTo>
                    <a:pt x="1477302" y="948"/>
                  </a:lnTo>
                  <a:lnTo>
                    <a:pt x="1469444" y="946"/>
                  </a:lnTo>
                  <a:lnTo>
                    <a:pt x="1461586" y="945"/>
                  </a:lnTo>
                  <a:lnTo>
                    <a:pt x="1453728" y="944"/>
                  </a:lnTo>
                  <a:lnTo>
                    <a:pt x="1445870" y="943"/>
                  </a:lnTo>
                  <a:lnTo>
                    <a:pt x="1438012" y="941"/>
                  </a:lnTo>
                  <a:lnTo>
                    <a:pt x="1430154" y="940"/>
                  </a:lnTo>
                  <a:lnTo>
                    <a:pt x="1422296" y="939"/>
                  </a:lnTo>
                  <a:lnTo>
                    <a:pt x="1414438" y="938"/>
                  </a:lnTo>
                  <a:lnTo>
                    <a:pt x="1406580" y="936"/>
                  </a:lnTo>
                  <a:lnTo>
                    <a:pt x="1398722" y="934"/>
                  </a:lnTo>
                  <a:lnTo>
                    <a:pt x="1390864" y="933"/>
                  </a:lnTo>
                  <a:lnTo>
                    <a:pt x="1383006" y="932"/>
                  </a:lnTo>
                  <a:lnTo>
                    <a:pt x="1375148" y="931"/>
                  </a:lnTo>
                  <a:lnTo>
                    <a:pt x="1367290" y="929"/>
                  </a:lnTo>
                  <a:lnTo>
                    <a:pt x="1359432" y="927"/>
                  </a:lnTo>
                  <a:lnTo>
                    <a:pt x="1351574" y="926"/>
                  </a:lnTo>
                  <a:lnTo>
                    <a:pt x="1343716" y="925"/>
                  </a:lnTo>
                  <a:lnTo>
                    <a:pt x="1335858" y="924"/>
                  </a:lnTo>
                  <a:lnTo>
                    <a:pt x="1328000" y="923"/>
                  </a:lnTo>
                  <a:lnTo>
                    <a:pt x="1320142" y="921"/>
                  </a:lnTo>
                  <a:lnTo>
                    <a:pt x="1312284" y="920"/>
                  </a:lnTo>
                  <a:lnTo>
                    <a:pt x="1304426" y="918"/>
                  </a:lnTo>
                  <a:lnTo>
                    <a:pt x="1296568" y="916"/>
                  </a:lnTo>
                  <a:lnTo>
                    <a:pt x="1288710" y="914"/>
                  </a:lnTo>
                  <a:lnTo>
                    <a:pt x="1280852" y="911"/>
                  </a:lnTo>
                  <a:lnTo>
                    <a:pt x="1272994" y="909"/>
                  </a:lnTo>
                  <a:lnTo>
                    <a:pt x="1265136" y="907"/>
                  </a:lnTo>
                  <a:lnTo>
                    <a:pt x="1257278" y="905"/>
                  </a:lnTo>
                  <a:lnTo>
                    <a:pt x="1249420" y="904"/>
                  </a:lnTo>
                  <a:lnTo>
                    <a:pt x="1241562" y="902"/>
                  </a:lnTo>
                  <a:lnTo>
                    <a:pt x="1233704" y="901"/>
                  </a:lnTo>
                  <a:lnTo>
                    <a:pt x="1225846" y="899"/>
                  </a:lnTo>
                  <a:lnTo>
                    <a:pt x="1217988" y="897"/>
                  </a:lnTo>
                  <a:lnTo>
                    <a:pt x="1210130" y="896"/>
                  </a:lnTo>
                  <a:lnTo>
                    <a:pt x="1202272" y="893"/>
                  </a:lnTo>
                  <a:lnTo>
                    <a:pt x="1194414" y="890"/>
                  </a:lnTo>
                  <a:lnTo>
                    <a:pt x="1186556" y="887"/>
                  </a:lnTo>
                  <a:lnTo>
                    <a:pt x="1178698" y="886"/>
                  </a:lnTo>
                  <a:lnTo>
                    <a:pt x="1170840" y="884"/>
                  </a:lnTo>
                  <a:lnTo>
                    <a:pt x="1162982" y="882"/>
                  </a:lnTo>
                  <a:lnTo>
                    <a:pt x="1155124" y="881"/>
                  </a:lnTo>
                  <a:lnTo>
                    <a:pt x="1147266" y="879"/>
                  </a:lnTo>
                  <a:lnTo>
                    <a:pt x="1139408" y="878"/>
                  </a:lnTo>
                  <a:lnTo>
                    <a:pt x="1131550" y="876"/>
                  </a:lnTo>
                  <a:lnTo>
                    <a:pt x="1123692" y="874"/>
                  </a:lnTo>
                  <a:lnTo>
                    <a:pt x="1115834" y="873"/>
                  </a:lnTo>
                  <a:lnTo>
                    <a:pt x="1107976" y="872"/>
                  </a:lnTo>
                  <a:lnTo>
                    <a:pt x="1100118" y="870"/>
                  </a:lnTo>
                  <a:lnTo>
                    <a:pt x="1092260" y="868"/>
                  </a:lnTo>
                  <a:lnTo>
                    <a:pt x="1084402" y="866"/>
                  </a:lnTo>
                  <a:lnTo>
                    <a:pt x="1076544" y="864"/>
                  </a:lnTo>
                  <a:lnTo>
                    <a:pt x="1068686" y="862"/>
                  </a:lnTo>
                  <a:lnTo>
                    <a:pt x="1060828" y="861"/>
                  </a:lnTo>
                  <a:lnTo>
                    <a:pt x="1052970" y="859"/>
                  </a:lnTo>
                  <a:lnTo>
                    <a:pt x="1045112" y="858"/>
                  </a:lnTo>
                  <a:lnTo>
                    <a:pt x="1037254" y="856"/>
                  </a:lnTo>
                  <a:lnTo>
                    <a:pt x="1029397" y="854"/>
                  </a:lnTo>
                  <a:lnTo>
                    <a:pt x="1021539" y="852"/>
                  </a:lnTo>
                  <a:lnTo>
                    <a:pt x="1013681" y="851"/>
                  </a:lnTo>
                  <a:lnTo>
                    <a:pt x="1005823" y="849"/>
                  </a:lnTo>
                  <a:lnTo>
                    <a:pt x="997965" y="847"/>
                  </a:lnTo>
                  <a:lnTo>
                    <a:pt x="990107" y="845"/>
                  </a:lnTo>
                  <a:lnTo>
                    <a:pt x="982249" y="844"/>
                  </a:lnTo>
                  <a:lnTo>
                    <a:pt x="974391" y="842"/>
                  </a:lnTo>
                  <a:lnTo>
                    <a:pt x="966533" y="840"/>
                  </a:lnTo>
                  <a:lnTo>
                    <a:pt x="958675" y="839"/>
                  </a:lnTo>
                  <a:lnTo>
                    <a:pt x="950817" y="837"/>
                  </a:lnTo>
                  <a:lnTo>
                    <a:pt x="942959" y="836"/>
                  </a:lnTo>
                  <a:lnTo>
                    <a:pt x="935101" y="834"/>
                  </a:lnTo>
                  <a:lnTo>
                    <a:pt x="927243" y="833"/>
                  </a:lnTo>
                  <a:lnTo>
                    <a:pt x="919385" y="832"/>
                  </a:lnTo>
                  <a:lnTo>
                    <a:pt x="911527" y="830"/>
                  </a:lnTo>
                  <a:lnTo>
                    <a:pt x="903669" y="829"/>
                  </a:lnTo>
                  <a:lnTo>
                    <a:pt x="895811" y="827"/>
                  </a:lnTo>
                  <a:lnTo>
                    <a:pt x="887953" y="827"/>
                  </a:lnTo>
                  <a:lnTo>
                    <a:pt x="880095" y="826"/>
                  </a:lnTo>
                  <a:lnTo>
                    <a:pt x="872237" y="824"/>
                  </a:lnTo>
                  <a:lnTo>
                    <a:pt x="864379" y="822"/>
                  </a:lnTo>
                  <a:lnTo>
                    <a:pt x="856521" y="820"/>
                  </a:lnTo>
                  <a:lnTo>
                    <a:pt x="848663" y="818"/>
                  </a:lnTo>
                  <a:lnTo>
                    <a:pt x="840805" y="816"/>
                  </a:lnTo>
                  <a:lnTo>
                    <a:pt x="832947" y="814"/>
                  </a:lnTo>
                  <a:lnTo>
                    <a:pt x="825089" y="812"/>
                  </a:lnTo>
                  <a:lnTo>
                    <a:pt x="817231" y="809"/>
                  </a:lnTo>
                  <a:lnTo>
                    <a:pt x="809373" y="807"/>
                  </a:lnTo>
                  <a:lnTo>
                    <a:pt x="801515" y="805"/>
                  </a:lnTo>
                  <a:lnTo>
                    <a:pt x="793657" y="803"/>
                  </a:lnTo>
                  <a:lnTo>
                    <a:pt x="785799" y="802"/>
                  </a:lnTo>
                  <a:lnTo>
                    <a:pt x="777941" y="801"/>
                  </a:lnTo>
                  <a:lnTo>
                    <a:pt x="770083" y="799"/>
                  </a:lnTo>
                  <a:lnTo>
                    <a:pt x="762225" y="797"/>
                  </a:lnTo>
                  <a:lnTo>
                    <a:pt x="754367" y="796"/>
                  </a:lnTo>
                  <a:lnTo>
                    <a:pt x="746509" y="794"/>
                  </a:lnTo>
                  <a:lnTo>
                    <a:pt x="738651" y="790"/>
                  </a:lnTo>
                  <a:lnTo>
                    <a:pt x="730793" y="787"/>
                  </a:lnTo>
                  <a:lnTo>
                    <a:pt x="722935" y="787"/>
                  </a:lnTo>
                  <a:lnTo>
                    <a:pt x="715077" y="786"/>
                  </a:lnTo>
                  <a:lnTo>
                    <a:pt x="707219" y="786"/>
                  </a:lnTo>
                  <a:lnTo>
                    <a:pt x="699361" y="783"/>
                  </a:lnTo>
                  <a:lnTo>
                    <a:pt x="691503" y="779"/>
                  </a:lnTo>
                  <a:lnTo>
                    <a:pt x="683645" y="775"/>
                  </a:lnTo>
                  <a:lnTo>
                    <a:pt x="675787" y="774"/>
                  </a:lnTo>
                  <a:lnTo>
                    <a:pt x="667929" y="773"/>
                  </a:lnTo>
                  <a:lnTo>
                    <a:pt x="660071" y="771"/>
                  </a:lnTo>
                  <a:lnTo>
                    <a:pt x="652213" y="769"/>
                  </a:lnTo>
                  <a:lnTo>
                    <a:pt x="644355" y="767"/>
                  </a:lnTo>
                  <a:lnTo>
                    <a:pt x="636497" y="765"/>
                  </a:lnTo>
                  <a:lnTo>
                    <a:pt x="628639" y="764"/>
                  </a:lnTo>
                  <a:lnTo>
                    <a:pt x="620781" y="763"/>
                  </a:lnTo>
                  <a:lnTo>
                    <a:pt x="612923" y="763"/>
                  </a:lnTo>
                  <a:lnTo>
                    <a:pt x="605065" y="760"/>
                  </a:lnTo>
                  <a:lnTo>
                    <a:pt x="597207" y="760"/>
                  </a:lnTo>
                  <a:lnTo>
                    <a:pt x="589349" y="757"/>
                  </a:lnTo>
                  <a:lnTo>
                    <a:pt x="581491" y="755"/>
                  </a:lnTo>
                  <a:lnTo>
                    <a:pt x="573633" y="753"/>
                  </a:lnTo>
                  <a:lnTo>
                    <a:pt x="565775" y="753"/>
                  </a:lnTo>
                  <a:lnTo>
                    <a:pt x="557917" y="751"/>
                  </a:lnTo>
                  <a:lnTo>
                    <a:pt x="550059" y="749"/>
                  </a:lnTo>
                  <a:lnTo>
                    <a:pt x="542201" y="747"/>
                  </a:lnTo>
                  <a:lnTo>
                    <a:pt x="534343" y="745"/>
                  </a:lnTo>
                  <a:lnTo>
                    <a:pt x="526485" y="744"/>
                  </a:lnTo>
                  <a:lnTo>
                    <a:pt x="518627" y="744"/>
                  </a:lnTo>
                  <a:lnTo>
                    <a:pt x="510769" y="743"/>
                  </a:lnTo>
                  <a:lnTo>
                    <a:pt x="502911" y="741"/>
                  </a:lnTo>
                  <a:lnTo>
                    <a:pt x="495053" y="741"/>
                  </a:lnTo>
                  <a:lnTo>
                    <a:pt x="487195" y="740"/>
                  </a:lnTo>
                  <a:lnTo>
                    <a:pt x="479337" y="739"/>
                  </a:lnTo>
                  <a:lnTo>
                    <a:pt x="471479" y="739"/>
                  </a:lnTo>
                  <a:lnTo>
                    <a:pt x="463621" y="739"/>
                  </a:lnTo>
                  <a:lnTo>
                    <a:pt x="455763" y="738"/>
                  </a:lnTo>
                  <a:lnTo>
                    <a:pt x="447905" y="737"/>
                  </a:lnTo>
                  <a:lnTo>
                    <a:pt x="440047" y="736"/>
                  </a:lnTo>
                  <a:lnTo>
                    <a:pt x="432189" y="735"/>
                  </a:lnTo>
                  <a:lnTo>
                    <a:pt x="424331" y="733"/>
                  </a:lnTo>
                  <a:lnTo>
                    <a:pt x="416473" y="731"/>
                  </a:lnTo>
                  <a:lnTo>
                    <a:pt x="408615" y="730"/>
                  </a:lnTo>
                  <a:lnTo>
                    <a:pt x="400757" y="731"/>
                  </a:lnTo>
                  <a:lnTo>
                    <a:pt x="392899" y="730"/>
                  </a:lnTo>
                  <a:lnTo>
                    <a:pt x="385041" y="728"/>
                  </a:lnTo>
                  <a:lnTo>
                    <a:pt x="377183" y="728"/>
                  </a:lnTo>
                  <a:lnTo>
                    <a:pt x="369325" y="727"/>
                  </a:lnTo>
                  <a:lnTo>
                    <a:pt x="361467" y="726"/>
                  </a:lnTo>
                  <a:lnTo>
                    <a:pt x="353609" y="725"/>
                  </a:lnTo>
                  <a:lnTo>
                    <a:pt x="345751" y="723"/>
                  </a:lnTo>
                  <a:lnTo>
                    <a:pt x="337893" y="722"/>
                  </a:lnTo>
                  <a:lnTo>
                    <a:pt x="330035" y="721"/>
                  </a:lnTo>
                  <a:lnTo>
                    <a:pt x="322177" y="719"/>
                  </a:lnTo>
                  <a:lnTo>
                    <a:pt x="314319" y="719"/>
                  </a:lnTo>
                  <a:lnTo>
                    <a:pt x="306461" y="717"/>
                  </a:lnTo>
                  <a:lnTo>
                    <a:pt x="298603" y="717"/>
                  </a:lnTo>
                  <a:lnTo>
                    <a:pt x="290745" y="716"/>
                  </a:lnTo>
                  <a:lnTo>
                    <a:pt x="282887" y="717"/>
                  </a:lnTo>
                  <a:lnTo>
                    <a:pt x="275029" y="716"/>
                  </a:lnTo>
                  <a:lnTo>
                    <a:pt x="267171" y="715"/>
                  </a:lnTo>
                  <a:lnTo>
                    <a:pt x="259313" y="714"/>
                  </a:lnTo>
                  <a:lnTo>
                    <a:pt x="251455" y="713"/>
                  </a:lnTo>
                  <a:lnTo>
                    <a:pt x="243597" y="712"/>
                  </a:lnTo>
                  <a:lnTo>
                    <a:pt x="235739" y="709"/>
                  </a:lnTo>
                  <a:lnTo>
                    <a:pt x="227881" y="710"/>
                  </a:lnTo>
                  <a:lnTo>
                    <a:pt x="220023" y="709"/>
                  </a:lnTo>
                  <a:lnTo>
                    <a:pt x="212165" y="706"/>
                  </a:lnTo>
                  <a:lnTo>
                    <a:pt x="204307" y="705"/>
                  </a:lnTo>
                  <a:lnTo>
                    <a:pt x="196449" y="705"/>
                  </a:lnTo>
                  <a:lnTo>
                    <a:pt x="188591" y="706"/>
                  </a:lnTo>
                  <a:lnTo>
                    <a:pt x="180733" y="706"/>
                  </a:lnTo>
                  <a:lnTo>
                    <a:pt x="172875" y="703"/>
                  </a:lnTo>
                  <a:lnTo>
                    <a:pt x="165017" y="700"/>
                  </a:lnTo>
                  <a:lnTo>
                    <a:pt x="157159" y="700"/>
                  </a:lnTo>
                  <a:lnTo>
                    <a:pt x="149301" y="699"/>
                  </a:lnTo>
                  <a:lnTo>
                    <a:pt x="141443" y="698"/>
                  </a:lnTo>
                  <a:lnTo>
                    <a:pt x="133585" y="697"/>
                  </a:lnTo>
                  <a:lnTo>
                    <a:pt x="125727" y="697"/>
                  </a:lnTo>
                  <a:lnTo>
                    <a:pt x="117869" y="696"/>
                  </a:lnTo>
                  <a:lnTo>
                    <a:pt x="110011" y="697"/>
                  </a:lnTo>
                  <a:lnTo>
                    <a:pt x="102153" y="697"/>
                  </a:lnTo>
                  <a:lnTo>
                    <a:pt x="94295" y="697"/>
                  </a:lnTo>
                  <a:lnTo>
                    <a:pt x="86437" y="697"/>
                  </a:lnTo>
                  <a:lnTo>
                    <a:pt x="78579" y="696"/>
                  </a:lnTo>
                  <a:lnTo>
                    <a:pt x="70721" y="696"/>
                  </a:lnTo>
                  <a:lnTo>
                    <a:pt x="62863" y="696"/>
                  </a:lnTo>
                  <a:lnTo>
                    <a:pt x="55005" y="697"/>
                  </a:lnTo>
                  <a:lnTo>
                    <a:pt x="47147" y="697"/>
                  </a:lnTo>
                  <a:lnTo>
                    <a:pt x="39289" y="698"/>
                  </a:lnTo>
                  <a:lnTo>
                    <a:pt x="31431" y="698"/>
                  </a:lnTo>
                  <a:lnTo>
                    <a:pt x="23573" y="698"/>
                  </a:lnTo>
                  <a:lnTo>
                    <a:pt x="15715" y="698"/>
                  </a:lnTo>
                  <a:lnTo>
                    <a:pt x="7857" y="698"/>
                  </a:lnTo>
                  <a:lnTo>
                    <a:pt x="0" y="698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029658" y="4838561"/>
              <a:ext cx="2035220" cy="423"/>
            </a:xfrm>
            <a:custGeom>
              <a:avLst/>
              <a:pathLst>
                <a:path w="2035220" h="423">
                  <a:moveTo>
                    <a:pt x="0" y="0"/>
                  </a:moveTo>
                  <a:lnTo>
                    <a:pt x="7857" y="7"/>
                  </a:lnTo>
                  <a:lnTo>
                    <a:pt x="15715" y="13"/>
                  </a:lnTo>
                  <a:lnTo>
                    <a:pt x="23573" y="18"/>
                  </a:lnTo>
                  <a:lnTo>
                    <a:pt x="31431" y="26"/>
                  </a:lnTo>
                  <a:lnTo>
                    <a:pt x="39289" y="39"/>
                  </a:lnTo>
                  <a:lnTo>
                    <a:pt x="47147" y="52"/>
                  </a:lnTo>
                  <a:lnTo>
                    <a:pt x="55005" y="58"/>
                  </a:lnTo>
                  <a:lnTo>
                    <a:pt x="62863" y="66"/>
                  </a:lnTo>
                  <a:lnTo>
                    <a:pt x="70721" y="72"/>
                  </a:lnTo>
                  <a:lnTo>
                    <a:pt x="78579" y="76"/>
                  </a:lnTo>
                  <a:lnTo>
                    <a:pt x="86437" y="81"/>
                  </a:lnTo>
                  <a:lnTo>
                    <a:pt x="94295" y="89"/>
                  </a:lnTo>
                  <a:lnTo>
                    <a:pt x="102153" y="94"/>
                  </a:lnTo>
                  <a:lnTo>
                    <a:pt x="110011" y="100"/>
                  </a:lnTo>
                  <a:lnTo>
                    <a:pt x="117869" y="106"/>
                  </a:lnTo>
                  <a:lnTo>
                    <a:pt x="125727" y="113"/>
                  </a:lnTo>
                  <a:lnTo>
                    <a:pt x="133585" y="120"/>
                  </a:lnTo>
                  <a:lnTo>
                    <a:pt x="141443" y="126"/>
                  </a:lnTo>
                  <a:lnTo>
                    <a:pt x="149301" y="132"/>
                  </a:lnTo>
                  <a:lnTo>
                    <a:pt x="157159" y="137"/>
                  </a:lnTo>
                  <a:lnTo>
                    <a:pt x="165017" y="144"/>
                  </a:lnTo>
                  <a:lnTo>
                    <a:pt x="172875" y="152"/>
                  </a:lnTo>
                  <a:lnTo>
                    <a:pt x="180733" y="160"/>
                  </a:lnTo>
                  <a:lnTo>
                    <a:pt x="188591" y="161"/>
                  </a:lnTo>
                  <a:lnTo>
                    <a:pt x="196449" y="166"/>
                  </a:lnTo>
                  <a:lnTo>
                    <a:pt x="204307" y="171"/>
                  </a:lnTo>
                  <a:lnTo>
                    <a:pt x="212165" y="176"/>
                  </a:lnTo>
                  <a:lnTo>
                    <a:pt x="220023" y="183"/>
                  </a:lnTo>
                  <a:lnTo>
                    <a:pt x="227881" y="189"/>
                  </a:lnTo>
                  <a:lnTo>
                    <a:pt x="235739" y="198"/>
                  </a:lnTo>
                  <a:lnTo>
                    <a:pt x="243597" y="207"/>
                  </a:lnTo>
                  <a:lnTo>
                    <a:pt x="251455" y="216"/>
                  </a:lnTo>
                  <a:lnTo>
                    <a:pt x="259313" y="221"/>
                  </a:lnTo>
                  <a:lnTo>
                    <a:pt x="267171" y="228"/>
                  </a:lnTo>
                  <a:lnTo>
                    <a:pt x="275029" y="236"/>
                  </a:lnTo>
                  <a:lnTo>
                    <a:pt x="282887" y="241"/>
                  </a:lnTo>
                  <a:lnTo>
                    <a:pt x="290745" y="244"/>
                  </a:lnTo>
                  <a:lnTo>
                    <a:pt x="298603" y="251"/>
                  </a:lnTo>
                  <a:lnTo>
                    <a:pt x="306461" y="255"/>
                  </a:lnTo>
                  <a:lnTo>
                    <a:pt x="314319" y="258"/>
                  </a:lnTo>
                  <a:lnTo>
                    <a:pt x="322177" y="262"/>
                  </a:lnTo>
                  <a:lnTo>
                    <a:pt x="330035" y="270"/>
                  </a:lnTo>
                  <a:lnTo>
                    <a:pt x="337893" y="272"/>
                  </a:lnTo>
                  <a:lnTo>
                    <a:pt x="345751" y="275"/>
                  </a:lnTo>
                  <a:lnTo>
                    <a:pt x="353609" y="279"/>
                  </a:lnTo>
                  <a:lnTo>
                    <a:pt x="361467" y="282"/>
                  </a:lnTo>
                  <a:lnTo>
                    <a:pt x="369325" y="286"/>
                  </a:lnTo>
                  <a:lnTo>
                    <a:pt x="377183" y="289"/>
                  </a:lnTo>
                  <a:lnTo>
                    <a:pt x="385041" y="296"/>
                  </a:lnTo>
                  <a:lnTo>
                    <a:pt x="392899" y="300"/>
                  </a:lnTo>
                  <a:lnTo>
                    <a:pt x="400757" y="304"/>
                  </a:lnTo>
                  <a:lnTo>
                    <a:pt x="408615" y="310"/>
                  </a:lnTo>
                  <a:lnTo>
                    <a:pt x="416473" y="314"/>
                  </a:lnTo>
                  <a:lnTo>
                    <a:pt x="424331" y="319"/>
                  </a:lnTo>
                  <a:lnTo>
                    <a:pt x="432189" y="327"/>
                  </a:lnTo>
                  <a:lnTo>
                    <a:pt x="440047" y="331"/>
                  </a:lnTo>
                  <a:lnTo>
                    <a:pt x="447905" y="333"/>
                  </a:lnTo>
                  <a:lnTo>
                    <a:pt x="455763" y="335"/>
                  </a:lnTo>
                  <a:lnTo>
                    <a:pt x="463621" y="338"/>
                  </a:lnTo>
                  <a:lnTo>
                    <a:pt x="471479" y="341"/>
                  </a:lnTo>
                  <a:lnTo>
                    <a:pt x="479337" y="346"/>
                  </a:lnTo>
                  <a:lnTo>
                    <a:pt x="487195" y="350"/>
                  </a:lnTo>
                  <a:lnTo>
                    <a:pt x="495053" y="354"/>
                  </a:lnTo>
                  <a:lnTo>
                    <a:pt x="502911" y="354"/>
                  </a:lnTo>
                  <a:lnTo>
                    <a:pt x="510769" y="355"/>
                  </a:lnTo>
                  <a:lnTo>
                    <a:pt x="518627" y="360"/>
                  </a:lnTo>
                  <a:lnTo>
                    <a:pt x="526485" y="361"/>
                  </a:lnTo>
                  <a:lnTo>
                    <a:pt x="534343" y="363"/>
                  </a:lnTo>
                  <a:lnTo>
                    <a:pt x="542201" y="366"/>
                  </a:lnTo>
                  <a:lnTo>
                    <a:pt x="550059" y="367"/>
                  </a:lnTo>
                  <a:lnTo>
                    <a:pt x="557917" y="368"/>
                  </a:lnTo>
                  <a:lnTo>
                    <a:pt x="565775" y="368"/>
                  </a:lnTo>
                  <a:lnTo>
                    <a:pt x="573633" y="370"/>
                  </a:lnTo>
                  <a:lnTo>
                    <a:pt x="581491" y="373"/>
                  </a:lnTo>
                  <a:lnTo>
                    <a:pt x="589349" y="378"/>
                  </a:lnTo>
                  <a:lnTo>
                    <a:pt x="597207" y="381"/>
                  </a:lnTo>
                  <a:lnTo>
                    <a:pt x="605065" y="382"/>
                  </a:lnTo>
                  <a:lnTo>
                    <a:pt x="612923" y="385"/>
                  </a:lnTo>
                  <a:lnTo>
                    <a:pt x="620781" y="386"/>
                  </a:lnTo>
                  <a:lnTo>
                    <a:pt x="628639" y="389"/>
                  </a:lnTo>
                  <a:lnTo>
                    <a:pt x="636497" y="391"/>
                  </a:lnTo>
                  <a:lnTo>
                    <a:pt x="644355" y="393"/>
                  </a:lnTo>
                  <a:lnTo>
                    <a:pt x="652213" y="393"/>
                  </a:lnTo>
                  <a:lnTo>
                    <a:pt x="660071" y="394"/>
                  </a:lnTo>
                  <a:lnTo>
                    <a:pt x="667929" y="396"/>
                  </a:lnTo>
                  <a:lnTo>
                    <a:pt x="675787" y="397"/>
                  </a:lnTo>
                  <a:lnTo>
                    <a:pt x="683645" y="400"/>
                  </a:lnTo>
                  <a:lnTo>
                    <a:pt x="691503" y="402"/>
                  </a:lnTo>
                  <a:lnTo>
                    <a:pt x="699361" y="403"/>
                  </a:lnTo>
                  <a:lnTo>
                    <a:pt x="707219" y="405"/>
                  </a:lnTo>
                  <a:lnTo>
                    <a:pt x="715077" y="407"/>
                  </a:lnTo>
                  <a:lnTo>
                    <a:pt x="722935" y="408"/>
                  </a:lnTo>
                  <a:lnTo>
                    <a:pt x="730793" y="410"/>
                  </a:lnTo>
                  <a:lnTo>
                    <a:pt x="738651" y="411"/>
                  </a:lnTo>
                  <a:lnTo>
                    <a:pt x="746509" y="413"/>
                  </a:lnTo>
                  <a:lnTo>
                    <a:pt x="754367" y="414"/>
                  </a:lnTo>
                  <a:lnTo>
                    <a:pt x="762225" y="416"/>
                  </a:lnTo>
                  <a:lnTo>
                    <a:pt x="770083" y="416"/>
                  </a:lnTo>
                  <a:lnTo>
                    <a:pt x="777941" y="415"/>
                  </a:lnTo>
                  <a:lnTo>
                    <a:pt x="785799" y="415"/>
                  </a:lnTo>
                  <a:lnTo>
                    <a:pt x="793657" y="415"/>
                  </a:lnTo>
                  <a:lnTo>
                    <a:pt x="801515" y="417"/>
                  </a:lnTo>
                  <a:lnTo>
                    <a:pt x="809373" y="418"/>
                  </a:lnTo>
                  <a:lnTo>
                    <a:pt x="817231" y="418"/>
                  </a:lnTo>
                  <a:lnTo>
                    <a:pt x="825089" y="419"/>
                  </a:lnTo>
                  <a:lnTo>
                    <a:pt x="832947" y="418"/>
                  </a:lnTo>
                  <a:lnTo>
                    <a:pt x="840805" y="420"/>
                  </a:lnTo>
                  <a:lnTo>
                    <a:pt x="848663" y="419"/>
                  </a:lnTo>
                  <a:lnTo>
                    <a:pt x="856521" y="419"/>
                  </a:lnTo>
                  <a:lnTo>
                    <a:pt x="864379" y="419"/>
                  </a:lnTo>
                  <a:lnTo>
                    <a:pt x="872237" y="419"/>
                  </a:lnTo>
                  <a:lnTo>
                    <a:pt x="880095" y="418"/>
                  </a:lnTo>
                  <a:lnTo>
                    <a:pt x="887953" y="419"/>
                  </a:lnTo>
                  <a:lnTo>
                    <a:pt x="895811" y="419"/>
                  </a:lnTo>
                  <a:lnTo>
                    <a:pt x="903669" y="418"/>
                  </a:lnTo>
                  <a:lnTo>
                    <a:pt x="911527" y="418"/>
                  </a:lnTo>
                  <a:lnTo>
                    <a:pt x="919385" y="418"/>
                  </a:lnTo>
                  <a:lnTo>
                    <a:pt x="927243" y="418"/>
                  </a:lnTo>
                  <a:lnTo>
                    <a:pt x="935101" y="418"/>
                  </a:lnTo>
                  <a:lnTo>
                    <a:pt x="942959" y="418"/>
                  </a:lnTo>
                  <a:lnTo>
                    <a:pt x="950817" y="418"/>
                  </a:lnTo>
                  <a:lnTo>
                    <a:pt x="958675" y="420"/>
                  </a:lnTo>
                  <a:lnTo>
                    <a:pt x="966533" y="421"/>
                  </a:lnTo>
                  <a:lnTo>
                    <a:pt x="974391" y="422"/>
                  </a:lnTo>
                  <a:lnTo>
                    <a:pt x="982249" y="423"/>
                  </a:lnTo>
                  <a:lnTo>
                    <a:pt x="990107" y="423"/>
                  </a:lnTo>
                  <a:lnTo>
                    <a:pt x="997965" y="422"/>
                  </a:lnTo>
                  <a:lnTo>
                    <a:pt x="1005823" y="421"/>
                  </a:lnTo>
                  <a:lnTo>
                    <a:pt x="1013681" y="421"/>
                  </a:lnTo>
                  <a:lnTo>
                    <a:pt x="1021539" y="419"/>
                  </a:lnTo>
                  <a:lnTo>
                    <a:pt x="1029397" y="417"/>
                  </a:lnTo>
                  <a:lnTo>
                    <a:pt x="1037254" y="418"/>
                  </a:lnTo>
                  <a:lnTo>
                    <a:pt x="1045112" y="418"/>
                  </a:lnTo>
                  <a:lnTo>
                    <a:pt x="1052970" y="418"/>
                  </a:lnTo>
                  <a:lnTo>
                    <a:pt x="1060828" y="416"/>
                  </a:lnTo>
                  <a:lnTo>
                    <a:pt x="1068686" y="414"/>
                  </a:lnTo>
                  <a:lnTo>
                    <a:pt x="1076544" y="412"/>
                  </a:lnTo>
                  <a:lnTo>
                    <a:pt x="1084402" y="413"/>
                  </a:lnTo>
                  <a:lnTo>
                    <a:pt x="1092260" y="414"/>
                  </a:lnTo>
                  <a:lnTo>
                    <a:pt x="1100118" y="413"/>
                  </a:lnTo>
                  <a:lnTo>
                    <a:pt x="1107976" y="411"/>
                  </a:lnTo>
                  <a:lnTo>
                    <a:pt x="1115834" y="411"/>
                  </a:lnTo>
                  <a:lnTo>
                    <a:pt x="1123692" y="410"/>
                  </a:lnTo>
                  <a:lnTo>
                    <a:pt x="1131550" y="410"/>
                  </a:lnTo>
                  <a:lnTo>
                    <a:pt x="1139408" y="408"/>
                  </a:lnTo>
                  <a:lnTo>
                    <a:pt x="1147266" y="407"/>
                  </a:lnTo>
                  <a:lnTo>
                    <a:pt x="1155124" y="406"/>
                  </a:lnTo>
                  <a:lnTo>
                    <a:pt x="1162982" y="406"/>
                  </a:lnTo>
                  <a:lnTo>
                    <a:pt x="1170840" y="406"/>
                  </a:lnTo>
                  <a:lnTo>
                    <a:pt x="1178698" y="405"/>
                  </a:lnTo>
                  <a:lnTo>
                    <a:pt x="1186556" y="406"/>
                  </a:lnTo>
                  <a:lnTo>
                    <a:pt x="1194414" y="406"/>
                  </a:lnTo>
                  <a:lnTo>
                    <a:pt x="1202272" y="406"/>
                  </a:lnTo>
                  <a:lnTo>
                    <a:pt x="1210130" y="404"/>
                  </a:lnTo>
                  <a:lnTo>
                    <a:pt x="1217988" y="404"/>
                  </a:lnTo>
                  <a:lnTo>
                    <a:pt x="1225846" y="403"/>
                  </a:lnTo>
                  <a:lnTo>
                    <a:pt x="1233704" y="403"/>
                  </a:lnTo>
                  <a:lnTo>
                    <a:pt x="1241562" y="403"/>
                  </a:lnTo>
                  <a:lnTo>
                    <a:pt x="1249420" y="402"/>
                  </a:lnTo>
                  <a:lnTo>
                    <a:pt x="1257278" y="402"/>
                  </a:lnTo>
                  <a:lnTo>
                    <a:pt x="1265136" y="401"/>
                  </a:lnTo>
                  <a:lnTo>
                    <a:pt x="1272994" y="400"/>
                  </a:lnTo>
                  <a:lnTo>
                    <a:pt x="1280852" y="399"/>
                  </a:lnTo>
                  <a:lnTo>
                    <a:pt x="1288710" y="398"/>
                  </a:lnTo>
                  <a:lnTo>
                    <a:pt x="1296568" y="398"/>
                  </a:lnTo>
                  <a:lnTo>
                    <a:pt x="1304426" y="398"/>
                  </a:lnTo>
                  <a:lnTo>
                    <a:pt x="1312284" y="396"/>
                  </a:lnTo>
                  <a:lnTo>
                    <a:pt x="1320142" y="395"/>
                  </a:lnTo>
                  <a:lnTo>
                    <a:pt x="1328000" y="394"/>
                  </a:lnTo>
                  <a:lnTo>
                    <a:pt x="1335858" y="392"/>
                  </a:lnTo>
                  <a:lnTo>
                    <a:pt x="1343716" y="391"/>
                  </a:lnTo>
                  <a:lnTo>
                    <a:pt x="1351574" y="390"/>
                  </a:lnTo>
                  <a:lnTo>
                    <a:pt x="1359432" y="390"/>
                  </a:lnTo>
                  <a:lnTo>
                    <a:pt x="1367290" y="390"/>
                  </a:lnTo>
                  <a:lnTo>
                    <a:pt x="1375148" y="390"/>
                  </a:lnTo>
                  <a:lnTo>
                    <a:pt x="1383006" y="390"/>
                  </a:lnTo>
                  <a:lnTo>
                    <a:pt x="1390864" y="389"/>
                  </a:lnTo>
                  <a:lnTo>
                    <a:pt x="1398722" y="389"/>
                  </a:lnTo>
                  <a:lnTo>
                    <a:pt x="1406580" y="389"/>
                  </a:lnTo>
                  <a:lnTo>
                    <a:pt x="1414438" y="389"/>
                  </a:lnTo>
                  <a:lnTo>
                    <a:pt x="1422296" y="388"/>
                  </a:lnTo>
                  <a:lnTo>
                    <a:pt x="1430154" y="389"/>
                  </a:lnTo>
                  <a:lnTo>
                    <a:pt x="1438012" y="389"/>
                  </a:lnTo>
                  <a:lnTo>
                    <a:pt x="1445870" y="387"/>
                  </a:lnTo>
                  <a:lnTo>
                    <a:pt x="1453728" y="385"/>
                  </a:lnTo>
                  <a:lnTo>
                    <a:pt x="1461586" y="385"/>
                  </a:lnTo>
                  <a:lnTo>
                    <a:pt x="1469444" y="384"/>
                  </a:lnTo>
                  <a:lnTo>
                    <a:pt x="1477302" y="383"/>
                  </a:lnTo>
                  <a:lnTo>
                    <a:pt x="1485160" y="382"/>
                  </a:lnTo>
                  <a:lnTo>
                    <a:pt x="1493018" y="381"/>
                  </a:lnTo>
                  <a:lnTo>
                    <a:pt x="1500876" y="379"/>
                  </a:lnTo>
                  <a:lnTo>
                    <a:pt x="1508734" y="378"/>
                  </a:lnTo>
                  <a:lnTo>
                    <a:pt x="1516592" y="376"/>
                  </a:lnTo>
                  <a:lnTo>
                    <a:pt x="1524450" y="374"/>
                  </a:lnTo>
                  <a:lnTo>
                    <a:pt x="1532308" y="372"/>
                  </a:lnTo>
                  <a:lnTo>
                    <a:pt x="1540166" y="371"/>
                  </a:lnTo>
                  <a:lnTo>
                    <a:pt x="1548024" y="369"/>
                  </a:lnTo>
                  <a:lnTo>
                    <a:pt x="1555882" y="367"/>
                  </a:lnTo>
                  <a:lnTo>
                    <a:pt x="1563740" y="366"/>
                  </a:lnTo>
                  <a:lnTo>
                    <a:pt x="1571598" y="365"/>
                  </a:lnTo>
                  <a:lnTo>
                    <a:pt x="1579456" y="364"/>
                  </a:lnTo>
                  <a:lnTo>
                    <a:pt x="1587314" y="363"/>
                  </a:lnTo>
                  <a:lnTo>
                    <a:pt x="1595172" y="363"/>
                  </a:lnTo>
                  <a:lnTo>
                    <a:pt x="1603030" y="363"/>
                  </a:lnTo>
                  <a:lnTo>
                    <a:pt x="1610888" y="361"/>
                  </a:lnTo>
                  <a:lnTo>
                    <a:pt x="1618746" y="360"/>
                  </a:lnTo>
                  <a:lnTo>
                    <a:pt x="1626604" y="359"/>
                  </a:lnTo>
                  <a:lnTo>
                    <a:pt x="1634462" y="359"/>
                  </a:lnTo>
                  <a:lnTo>
                    <a:pt x="1642320" y="358"/>
                  </a:lnTo>
                  <a:lnTo>
                    <a:pt x="1650178" y="356"/>
                  </a:lnTo>
                  <a:lnTo>
                    <a:pt x="1658036" y="355"/>
                  </a:lnTo>
                  <a:lnTo>
                    <a:pt x="1665894" y="353"/>
                  </a:lnTo>
                  <a:lnTo>
                    <a:pt x="1673752" y="352"/>
                  </a:lnTo>
                  <a:lnTo>
                    <a:pt x="1681610" y="353"/>
                  </a:lnTo>
                  <a:lnTo>
                    <a:pt x="1689468" y="353"/>
                  </a:lnTo>
                  <a:lnTo>
                    <a:pt x="1697326" y="352"/>
                  </a:lnTo>
                  <a:lnTo>
                    <a:pt x="1705184" y="349"/>
                  </a:lnTo>
                  <a:lnTo>
                    <a:pt x="1713042" y="347"/>
                  </a:lnTo>
                  <a:lnTo>
                    <a:pt x="1720900" y="344"/>
                  </a:lnTo>
                  <a:lnTo>
                    <a:pt x="1728758" y="342"/>
                  </a:lnTo>
                  <a:lnTo>
                    <a:pt x="1736616" y="340"/>
                  </a:lnTo>
                  <a:lnTo>
                    <a:pt x="1744474" y="337"/>
                  </a:lnTo>
                  <a:lnTo>
                    <a:pt x="1752332" y="335"/>
                  </a:lnTo>
                  <a:lnTo>
                    <a:pt x="1760190" y="332"/>
                  </a:lnTo>
                  <a:lnTo>
                    <a:pt x="1768048" y="331"/>
                  </a:lnTo>
                  <a:lnTo>
                    <a:pt x="1775906" y="330"/>
                  </a:lnTo>
                  <a:lnTo>
                    <a:pt x="1783764" y="327"/>
                  </a:lnTo>
                  <a:lnTo>
                    <a:pt x="1791622" y="325"/>
                  </a:lnTo>
                  <a:lnTo>
                    <a:pt x="1799480" y="323"/>
                  </a:lnTo>
                  <a:lnTo>
                    <a:pt x="1807338" y="322"/>
                  </a:lnTo>
                  <a:lnTo>
                    <a:pt x="1815196" y="320"/>
                  </a:lnTo>
                  <a:lnTo>
                    <a:pt x="1823054" y="318"/>
                  </a:lnTo>
                  <a:lnTo>
                    <a:pt x="1830912" y="316"/>
                  </a:lnTo>
                  <a:lnTo>
                    <a:pt x="1838770" y="314"/>
                  </a:lnTo>
                  <a:lnTo>
                    <a:pt x="1846628" y="313"/>
                  </a:lnTo>
                  <a:lnTo>
                    <a:pt x="1854486" y="311"/>
                  </a:lnTo>
                  <a:lnTo>
                    <a:pt x="1862344" y="309"/>
                  </a:lnTo>
                  <a:lnTo>
                    <a:pt x="1870202" y="307"/>
                  </a:lnTo>
                  <a:lnTo>
                    <a:pt x="1878060" y="305"/>
                  </a:lnTo>
                  <a:lnTo>
                    <a:pt x="1885918" y="303"/>
                  </a:lnTo>
                  <a:lnTo>
                    <a:pt x="1893776" y="301"/>
                  </a:lnTo>
                  <a:lnTo>
                    <a:pt x="1901634" y="300"/>
                  </a:lnTo>
                  <a:lnTo>
                    <a:pt x="1909492" y="298"/>
                  </a:lnTo>
                  <a:lnTo>
                    <a:pt x="1917350" y="296"/>
                  </a:lnTo>
                  <a:lnTo>
                    <a:pt x="1925208" y="294"/>
                  </a:lnTo>
                  <a:lnTo>
                    <a:pt x="1933066" y="292"/>
                  </a:lnTo>
                  <a:lnTo>
                    <a:pt x="1940924" y="290"/>
                  </a:lnTo>
                  <a:lnTo>
                    <a:pt x="1948782" y="288"/>
                  </a:lnTo>
                  <a:lnTo>
                    <a:pt x="1956640" y="286"/>
                  </a:lnTo>
                  <a:lnTo>
                    <a:pt x="1964498" y="284"/>
                  </a:lnTo>
                  <a:lnTo>
                    <a:pt x="1972356" y="282"/>
                  </a:lnTo>
                  <a:lnTo>
                    <a:pt x="1980214" y="281"/>
                  </a:lnTo>
                  <a:lnTo>
                    <a:pt x="1988072" y="279"/>
                  </a:lnTo>
                  <a:lnTo>
                    <a:pt x="1995930" y="279"/>
                  </a:lnTo>
                  <a:lnTo>
                    <a:pt x="2003788" y="278"/>
                  </a:lnTo>
                  <a:lnTo>
                    <a:pt x="2011646" y="277"/>
                  </a:lnTo>
                  <a:lnTo>
                    <a:pt x="2019504" y="276"/>
                  </a:lnTo>
                  <a:lnTo>
                    <a:pt x="2027362" y="274"/>
                  </a:lnTo>
                  <a:lnTo>
                    <a:pt x="2035220" y="2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029658" y="4839257"/>
              <a:ext cx="2035220" cy="327"/>
            </a:xfrm>
            <a:custGeom>
              <a:avLst/>
              <a:pathLst>
                <a:path w="2035220" h="327">
                  <a:moveTo>
                    <a:pt x="2035220" y="327"/>
                  </a:moveTo>
                  <a:lnTo>
                    <a:pt x="2027362" y="327"/>
                  </a:lnTo>
                  <a:lnTo>
                    <a:pt x="2019504" y="325"/>
                  </a:lnTo>
                  <a:lnTo>
                    <a:pt x="2011646" y="325"/>
                  </a:lnTo>
                  <a:lnTo>
                    <a:pt x="2003788" y="324"/>
                  </a:lnTo>
                  <a:lnTo>
                    <a:pt x="1995930" y="323"/>
                  </a:lnTo>
                  <a:lnTo>
                    <a:pt x="1988072" y="322"/>
                  </a:lnTo>
                  <a:lnTo>
                    <a:pt x="1980214" y="321"/>
                  </a:lnTo>
                  <a:lnTo>
                    <a:pt x="1972356" y="320"/>
                  </a:lnTo>
                  <a:lnTo>
                    <a:pt x="1964498" y="319"/>
                  </a:lnTo>
                  <a:lnTo>
                    <a:pt x="1956640" y="319"/>
                  </a:lnTo>
                  <a:lnTo>
                    <a:pt x="1948782" y="317"/>
                  </a:lnTo>
                  <a:lnTo>
                    <a:pt x="1940924" y="317"/>
                  </a:lnTo>
                  <a:lnTo>
                    <a:pt x="1933066" y="316"/>
                  </a:lnTo>
                  <a:lnTo>
                    <a:pt x="1925208" y="315"/>
                  </a:lnTo>
                  <a:lnTo>
                    <a:pt x="1917350" y="314"/>
                  </a:lnTo>
                  <a:lnTo>
                    <a:pt x="1909492" y="313"/>
                  </a:lnTo>
                  <a:lnTo>
                    <a:pt x="1901634" y="312"/>
                  </a:lnTo>
                  <a:lnTo>
                    <a:pt x="1893776" y="311"/>
                  </a:lnTo>
                  <a:lnTo>
                    <a:pt x="1885918" y="310"/>
                  </a:lnTo>
                  <a:lnTo>
                    <a:pt x="1878060" y="309"/>
                  </a:lnTo>
                  <a:lnTo>
                    <a:pt x="1870202" y="308"/>
                  </a:lnTo>
                  <a:lnTo>
                    <a:pt x="1862344" y="307"/>
                  </a:lnTo>
                  <a:lnTo>
                    <a:pt x="1854486" y="306"/>
                  </a:lnTo>
                  <a:lnTo>
                    <a:pt x="1846628" y="305"/>
                  </a:lnTo>
                  <a:lnTo>
                    <a:pt x="1838770" y="305"/>
                  </a:lnTo>
                  <a:lnTo>
                    <a:pt x="1830912" y="304"/>
                  </a:lnTo>
                  <a:lnTo>
                    <a:pt x="1823054" y="303"/>
                  </a:lnTo>
                  <a:lnTo>
                    <a:pt x="1815196" y="302"/>
                  </a:lnTo>
                  <a:lnTo>
                    <a:pt x="1807338" y="301"/>
                  </a:lnTo>
                  <a:lnTo>
                    <a:pt x="1799480" y="300"/>
                  </a:lnTo>
                  <a:lnTo>
                    <a:pt x="1791622" y="299"/>
                  </a:lnTo>
                  <a:lnTo>
                    <a:pt x="1783764" y="298"/>
                  </a:lnTo>
                  <a:lnTo>
                    <a:pt x="1775906" y="297"/>
                  </a:lnTo>
                  <a:lnTo>
                    <a:pt x="1768048" y="296"/>
                  </a:lnTo>
                  <a:lnTo>
                    <a:pt x="1760190" y="295"/>
                  </a:lnTo>
                  <a:lnTo>
                    <a:pt x="1752332" y="293"/>
                  </a:lnTo>
                  <a:lnTo>
                    <a:pt x="1744474" y="292"/>
                  </a:lnTo>
                  <a:lnTo>
                    <a:pt x="1736616" y="291"/>
                  </a:lnTo>
                  <a:lnTo>
                    <a:pt x="1728758" y="288"/>
                  </a:lnTo>
                  <a:lnTo>
                    <a:pt x="1720900" y="287"/>
                  </a:lnTo>
                  <a:lnTo>
                    <a:pt x="1713042" y="286"/>
                  </a:lnTo>
                  <a:lnTo>
                    <a:pt x="1705184" y="285"/>
                  </a:lnTo>
                  <a:lnTo>
                    <a:pt x="1697326" y="284"/>
                  </a:lnTo>
                  <a:lnTo>
                    <a:pt x="1689468" y="283"/>
                  </a:lnTo>
                  <a:lnTo>
                    <a:pt x="1681610" y="282"/>
                  </a:lnTo>
                  <a:lnTo>
                    <a:pt x="1673752" y="280"/>
                  </a:lnTo>
                  <a:lnTo>
                    <a:pt x="1665894" y="278"/>
                  </a:lnTo>
                  <a:lnTo>
                    <a:pt x="1658036" y="277"/>
                  </a:lnTo>
                  <a:lnTo>
                    <a:pt x="1650178" y="276"/>
                  </a:lnTo>
                  <a:lnTo>
                    <a:pt x="1642320" y="275"/>
                  </a:lnTo>
                  <a:lnTo>
                    <a:pt x="1634462" y="274"/>
                  </a:lnTo>
                  <a:lnTo>
                    <a:pt x="1626604" y="273"/>
                  </a:lnTo>
                  <a:lnTo>
                    <a:pt x="1618746" y="272"/>
                  </a:lnTo>
                  <a:lnTo>
                    <a:pt x="1610888" y="271"/>
                  </a:lnTo>
                  <a:lnTo>
                    <a:pt x="1603030" y="270"/>
                  </a:lnTo>
                  <a:lnTo>
                    <a:pt x="1595172" y="269"/>
                  </a:lnTo>
                  <a:lnTo>
                    <a:pt x="1587314" y="267"/>
                  </a:lnTo>
                  <a:lnTo>
                    <a:pt x="1579456" y="266"/>
                  </a:lnTo>
                  <a:lnTo>
                    <a:pt x="1571598" y="265"/>
                  </a:lnTo>
                  <a:lnTo>
                    <a:pt x="1563740" y="264"/>
                  </a:lnTo>
                  <a:lnTo>
                    <a:pt x="1555882" y="263"/>
                  </a:lnTo>
                  <a:lnTo>
                    <a:pt x="1548024" y="261"/>
                  </a:lnTo>
                  <a:lnTo>
                    <a:pt x="1540166" y="260"/>
                  </a:lnTo>
                  <a:lnTo>
                    <a:pt x="1532308" y="259"/>
                  </a:lnTo>
                  <a:lnTo>
                    <a:pt x="1524450" y="257"/>
                  </a:lnTo>
                  <a:lnTo>
                    <a:pt x="1516592" y="256"/>
                  </a:lnTo>
                  <a:lnTo>
                    <a:pt x="1508734" y="256"/>
                  </a:lnTo>
                  <a:lnTo>
                    <a:pt x="1500876" y="255"/>
                  </a:lnTo>
                  <a:lnTo>
                    <a:pt x="1493018" y="254"/>
                  </a:lnTo>
                  <a:lnTo>
                    <a:pt x="1485160" y="252"/>
                  </a:lnTo>
                  <a:lnTo>
                    <a:pt x="1477302" y="251"/>
                  </a:lnTo>
                  <a:lnTo>
                    <a:pt x="1469444" y="250"/>
                  </a:lnTo>
                  <a:lnTo>
                    <a:pt x="1461586" y="249"/>
                  </a:lnTo>
                  <a:lnTo>
                    <a:pt x="1453728" y="247"/>
                  </a:lnTo>
                  <a:lnTo>
                    <a:pt x="1445870" y="246"/>
                  </a:lnTo>
                  <a:lnTo>
                    <a:pt x="1438012" y="245"/>
                  </a:lnTo>
                  <a:lnTo>
                    <a:pt x="1430154" y="244"/>
                  </a:lnTo>
                  <a:lnTo>
                    <a:pt x="1422296" y="243"/>
                  </a:lnTo>
                  <a:lnTo>
                    <a:pt x="1414438" y="241"/>
                  </a:lnTo>
                  <a:lnTo>
                    <a:pt x="1406580" y="240"/>
                  </a:lnTo>
                  <a:lnTo>
                    <a:pt x="1398722" y="237"/>
                  </a:lnTo>
                  <a:lnTo>
                    <a:pt x="1390864" y="236"/>
                  </a:lnTo>
                  <a:lnTo>
                    <a:pt x="1383006" y="235"/>
                  </a:lnTo>
                  <a:lnTo>
                    <a:pt x="1375148" y="234"/>
                  </a:lnTo>
                  <a:lnTo>
                    <a:pt x="1367290" y="232"/>
                  </a:lnTo>
                  <a:lnTo>
                    <a:pt x="1359432" y="231"/>
                  </a:lnTo>
                  <a:lnTo>
                    <a:pt x="1351574" y="230"/>
                  </a:lnTo>
                  <a:lnTo>
                    <a:pt x="1343716" y="229"/>
                  </a:lnTo>
                  <a:lnTo>
                    <a:pt x="1335858" y="228"/>
                  </a:lnTo>
                  <a:lnTo>
                    <a:pt x="1328000" y="226"/>
                  </a:lnTo>
                  <a:lnTo>
                    <a:pt x="1320142" y="225"/>
                  </a:lnTo>
                  <a:lnTo>
                    <a:pt x="1312284" y="223"/>
                  </a:lnTo>
                  <a:lnTo>
                    <a:pt x="1304426" y="222"/>
                  </a:lnTo>
                  <a:lnTo>
                    <a:pt x="1296568" y="220"/>
                  </a:lnTo>
                  <a:lnTo>
                    <a:pt x="1288710" y="217"/>
                  </a:lnTo>
                  <a:lnTo>
                    <a:pt x="1280852" y="215"/>
                  </a:lnTo>
                  <a:lnTo>
                    <a:pt x="1272994" y="212"/>
                  </a:lnTo>
                  <a:lnTo>
                    <a:pt x="1265136" y="210"/>
                  </a:lnTo>
                  <a:lnTo>
                    <a:pt x="1257278" y="209"/>
                  </a:lnTo>
                  <a:lnTo>
                    <a:pt x="1249420" y="207"/>
                  </a:lnTo>
                  <a:lnTo>
                    <a:pt x="1241562" y="206"/>
                  </a:lnTo>
                  <a:lnTo>
                    <a:pt x="1233704" y="205"/>
                  </a:lnTo>
                  <a:lnTo>
                    <a:pt x="1225846" y="203"/>
                  </a:lnTo>
                  <a:lnTo>
                    <a:pt x="1217988" y="201"/>
                  </a:lnTo>
                  <a:lnTo>
                    <a:pt x="1210130" y="199"/>
                  </a:lnTo>
                  <a:lnTo>
                    <a:pt x="1202272" y="197"/>
                  </a:lnTo>
                  <a:lnTo>
                    <a:pt x="1194414" y="194"/>
                  </a:lnTo>
                  <a:lnTo>
                    <a:pt x="1186556" y="191"/>
                  </a:lnTo>
                  <a:lnTo>
                    <a:pt x="1178698" y="189"/>
                  </a:lnTo>
                  <a:lnTo>
                    <a:pt x="1170840" y="188"/>
                  </a:lnTo>
                  <a:lnTo>
                    <a:pt x="1162982" y="186"/>
                  </a:lnTo>
                  <a:lnTo>
                    <a:pt x="1155124" y="184"/>
                  </a:lnTo>
                  <a:lnTo>
                    <a:pt x="1147266" y="183"/>
                  </a:lnTo>
                  <a:lnTo>
                    <a:pt x="1139408" y="182"/>
                  </a:lnTo>
                  <a:lnTo>
                    <a:pt x="1131550" y="180"/>
                  </a:lnTo>
                  <a:lnTo>
                    <a:pt x="1123692" y="178"/>
                  </a:lnTo>
                  <a:lnTo>
                    <a:pt x="1115834" y="177"/>
                  </a:lnTo>
                  <a:lnTo>
                    <a:pt x="1107976" y="175"/>
                  </a:lnTo>
                  <a:lnTo>
                    <a:pt x="1100118" y="173"/>
                  </a:lnTo>
                  <a:lnTo>
                    <a:pt x="1092260" y="171"/>
                  </a:lnTo>
                  <a:lnTo>
                    <a:pt x="1084402" y="170"/>
                  </a:lnTo>
                  <a:lnTo>
                    <a:pt x="1076544" y="168"/>
                  </a:lnTo>
                  <a:lnTo>
                    <a:pt x="1068686" y="166"/>
                  </a:lnTo>
                  <a:lnTo>
                    <a:pt x="1060828" y="164"/>
                  </a:lnTo>
                  <a:lnTo>
                    <a:pt x="1052970" y="163"/>
                  </a:lnTo>
                  <a:lnTo>
                    <a:pt x="1045112" y="161"/>
                  </a:lnTo>
                  <a:lnTo>
                    <a:pt x="1037254" y="159"/>
                  </a:lnTo>
                  <a:lnTo>
                    <a:pt x="1029397" y="158"/>
                  </a:lnTo>
                  <a:lnTo>
                    <a:pt x="1021539" y="156"/>
                  </a:lnTo>
                  <a:lnTo>
                    <a:pt x="1013681" y="154"/>
                  </a:lnTo>
                  <a:lnTo>
                    <a:pt x="1005823" y="152"/>
                  </a:lnTo>
                  <a:lnTo>
                    <a:pt x="997965" y="151"/>
                  </a:lnTo>
                  <a:lnTo>
                    <a:pt x="990107" y="149"/>
                  </a:lnTo>
                  <a:lnTo>
                    <a:pt x="982249" y="147"/>
                  </a:lnTo>
                  <a:lnTo>
                    <a:pt x="974391" y="145"/>
                  </a:lnTo>
                  <a:lnTo>
                    <a:pt x="966533" y="143"/>
                  </a:lnTo>
                  <a:lnTo>
                    <a:pt x="958675" y="142"/>
                  </a:lnTo>
                  <a:lnTo>
                    <a:pt x="950817" y="141"/>
                  </a:lnTo>
                  <a:lnTo>
                    <a:pt x="942959" y="139"/>
                  </a:lnTo>
                  <a:lnTo>
                    <a:pt x="935101" y="137"/>
                  </a:lnTo>
                  <a:lnTo>
                    <a:pt x="927243" y="136"/>
                  </a:lnTo>
                  <a:lnTo>
                    <a:pt x="919385" y="135"/>
                  </a:lnTo>
                  <a:lnTo>
                    <a:pt x="911527" y="134"/>
                  </a:lnTo>
                  <a:lnTo>
                    <a:pt x="903669" y="132"/>
                  </a:lnTo>
                  <a:lnTo>
                    <a:pt x="895811" y="131"/>
                  </a:lnTo>
                  <a:lnTo>
                    <a:pt x="887953" y="130"/>
                  </a:lnTo>
                  <a:lnTo>
                    <a:pt x="880095" y="129"/>
                  </a:lnTo>
                  <a:lnTo>
                    <a:pt x="872237" y="127"/>
                  </a:lnTo>
                  <a:lnTo>
                    <a:pt x="864379" y="125"/>
                  </a:lnTo>
                  <a:lnTo>
                    <a:pt x="856521" y="123"/>
                  </a:lnTo>
                  <a:lnTo>
                    <a:pt x="848663" y="121"/>
                  </a:lnTo>
                  <a:lnTo>
                    <a:pt x="840805" y="119"/>
                  </a:lnTo>
                  <a:lnTo>
                    <a:pt x="832947" y="117"/>
                  </a:lnTo>
                  <a:lnTo>
                    <a:pt x="825089" y="115"/>
                  </a:lnTo>
                  <a:lnTo>
                    <a:pt x="817231" y="113"/>
                  </a:lnTo>
                  <a:lnTo>
                    <a:pt x="809373" y="111"/>
                  </a:lnTo>
                  <a:lnTo>
                    <a:pt x="801515" y="109"/>
                  </a:lnTo>
                  <a:lnTo>
                    <a:pt x="793657" y="107"/>
                  </a:lnTo>
                  <a:lnTo>
                    <a:pt x="785799" y="105"/>
                  </a:lnTo>
                  <a:lnTo>
                    <a:pt x="777941" y="104"/>
                  </a:lnTo>
                  <a:lnTo>
                    <a:pt x="770083" y="103"/>
                  </a:lnTo>
                  <a:lnTo>
                    <a:pt x="762225" y="101"/>
                  </a:lnTo>
                  <a:lnTo>
                    <a:pt x="754367" y="99"/>
                  </a:lnTo>
                  <a:lnTo>
                    <a:pt x="746509" y="97"/>
                  </a:lnTo>
                  <a:lnTo>
                    <a:pt x="738651" y="94"/>
                  </a:lnTo>
                  <a:lnTo>
                    <a:pt x="730793" y="91"/>
                  </a:lnTo>
                  <a:lnTo>
                    <a:pt x="722935" y="90"/>
                  </a:lnTo>
                  <a:lnTo>
                    <a:pt x="715077" y="90"/>
                  </a:lnTo>
                  <a:lnTo>
                    <a:pt x="707219" y="89"/>
                  </a:lnTo>
                  <a:lnTo>
                    <a:pt x="699361" y="87"/>
                  </a:lnTo>
                  <a:lnTo>
                    <a:pt x="691503" y="83"/>
                  </a:lnTo>
                  <a:lnTo>
                    <a:pt x="683645" y="78"/>
                  </a:lnTo>
                  <a:lnTo>
                    <a:pt x="675787" y="77"/>
                  </a:lnTo>
                  <a:lnTo>
                    <a:pt x="667929" y="76"/>
                  </a:lnTo>
                  <a:lnTo>
                    <a:pt x="660071" y="74"/>
                  </a:lnTo>
                  <a:lnTo>
                    <a:pt x="652213" y="73"/>
                  </a:lnTo>
                  <a:lnTo>
                    <a:pt x="644355" y="70"/>
                  </a:lnTo>
                  <a:lnTo>
                    <a:pt x="636497" y="68"/>
                  </a:lnTo>
                  <a:lnTo>
                    <a:pt x="628639" y="67"/>
                  </a:lnTo>
                  <a:lnTo>
                    <a:pt x="620781" y="67"/>
                  </a:lnTo>
                  <a:lnTo>
                    <a:pt x="612923" y="66"/>
                  </a:lnTo>
                  <a:lnTo>
                    <a:pt x="605065" y="64"/>
                  </a:lnTo>
                  <a:lnTo>
                    <a:pt x="597207" y="63"/>
                  </a:lnTo>
                  <a:lnTo>
                    <a:pt x="589349" y="61"/>
                  </a:lnTo>
                  <a:lnTo>
                    <a:pt x="581491" y="59"/>
                  </a:lnTo>
                  <a:lnTo>
                    <a:pt x="573633" y="57"/>
                  </a:lnTo>
                  <a:lnTo>
                    <a:pt x="565775" y="56"/>
                  </a:lnTo>
                  <a:lnTo>
                    <a:pt x="557917" y="54"/>
                  </a:lnTo>
                  <a:lnTo>
                    <a:pt x="550059" y="53"/>
                  </a:lnTo>
                  <a:lnTo>
                    <a:pt x="542201" y="51"/>
                  </a:lnTo>
                  <a:lnTo>
                    <a:pt x="534343" y="49"/>
                  </a:lnTo>
                  <a:lnTo>
                    <a:pt x="526485" y="48"/>
                  </a:lnTo>
                  <a:lnTo>
                    <a:pt x="518627" y="47"/>
                  </a:lnTo>
                  <a:lnTo>
                    <a:pt x="510769" y="46"/>
                  </a:lnTo>
                  <a:lnTo>
                    <a:pt x="502911" y="45"/>
                  </a:lnTo>
                  <a:lnTo>
                    <a:pt x="495053" y="44"/>
                  </a:lnTo>
                  <a:lnTo>
                    <a:pt x="487195" y="44"/>
                  </a:lnTo>
                  <a:lnTo>
                    <a:pt x="479337" y="43"/>
                  </a:lnTo>
                  <a:lnTo>
                    <a:pt x="471479" y="42"/>
                  </a:lnTo>
                  <a:lnTo>
                    <a:pt x="463621" y="42"/>
                  </a:lnTo>
                  <a:lnTo>
                    <a:pt x="455763" y="41"/>
                  </a:lnTo>
                  <a:lnTo>
                    <a:pt x="447905" y="41"/>
                  </a:lnTo>
                  <a:lnTo>
                    <a:pt x="440047" y="40"/>
                  </a:lnTo>
                  <a:lnTo>
                    <a:pt x="432189" y="39"/>
                  </a:lnTo>
                  <a:lnTo>
                    <a:pt x="424331" y="36"/>
                  </a:lnTo>
                  <a:lnTo>
                    <a:pt x="416473" y="35"/>
                  </a:lnTo>
                  <a:lnTo>
                    <a:pt x="408615" y="34"/>
                  </a:lnTo>
                  <a:lnTo>
                    <a:pt x="400757" y="35"/>
                  </a:lnTo>
                  <a:lnTo>
                    <a:pt x="392899" y="34"/>
                  </a:lnTo>
                  <a:lnTo>
                    <a:pt x="385041" y="32"/>
                  </a:lnTo>
                  <a:lnTo>
                    <a:pt x="377183" y="31"/>
                  </a:lnTo>
                  <a:lnTo>
                    <a:pt x="369325" y="31"/>
                  </a:lnTo>
                  <a:lnTo>
                    <a:pt x="361467" y="29"/>
                  </a:lnTo>
                  <a:lnTo>
                    <a:pt x="353609" y="28"/>
                  </a:lnTo>
                  <a:lnTo>
                    <a:pt x="345751" y="27"/>
                  </a:lnTo>
                  <a:lnTo>
                    <a:pt x="337893" y="26"/>
                  </a:lnTo>
                  <a:lnTo>
                    <a:pt x="330035" y="25"/>
                  </a:lnTo>
                  <a:lnTo>
                    <a:pt x="322177" y="23"/>
                  </a:lnTo>
                  <a:lnTo>
                    <a:pt x="314319" y="22"/>
                  </a:lnTo>
                  <a:lnTo>
                    <a:pt x="306461" y="21"/>
                  </a:lnTo>
                  <a:lnTo>
                    <a:pt x="298603" y="20"/>
                  </a:lnTo>
                  <a:lnTo>
                    <a:pt x="290745" y="19"/>
                  </a:lnTo>
                  <a:lnTo>
                    <a:pt x="282887" y="20"/>
                  </a:lnTo>
                  <a:lnTo>
                    <a:pt x="275029" y="19"/>
                  </a:lnTo>
                  <a:lnTo>
                    <a:pt x="267171" y="19"/>
                  </a:lnTo>
                  <a:lnTo>
                    <a:pt x="259313" y="18"/>
                  </a:lnTo>
                  <a:lnTo>
                    <a:pt x="251455" y="16"/>
                  </a:lnTo>
                  <a:lnTo>
                    <a:pt x="243597" y="15"/>
                  </a:lnTo>
                  <a:lnTo>
                    <a:pt x="235739" y="13"/>
                  </a:lnTo>
                  <a:lnTo>
                    <a:pt x="227881" y="13"/>
                  </a:lnTo>
                  <a:lnTo>
                    <a:pt x="220023" y="13"/>
                  </a:lnTo>
                  <a:lnTo>
                    <a:pt x="212165" y="10"/>
                  </a:lnTo>
                  <a:lnTo>
                    <a:pt x="204307" y="8"/>
                  </a:lnTo>
                  <a:lnTo>
                    <a:pt x="196449" y="9"/>
                  </a:lnTo>
                  <a:lnTo>
                    <a:pt x="188591" y="9"/>
                  </a:lnTo>
                  <a:lnTo>
                    <a:pt x="180733" y="10"/>
                  </a:lnTo>
                  <a:lnTo>
                    <a:pt x="172875" y="7"/>
                  </a:lnTo>
                  <a:lnTo>
                    <a:pt x="165017" y="4"/>
                  </a:lnTo>
                  <a:lnTo>
                    <a:pt x="157159" y="3"/>
                  </a:lnTo>
                  <a:lnTo>
                    <a:pt x="149301" y="2"/>
                  </a:lnTo>
                  <a:lnTo>
                    <a:pt x="141443" y="2"/>
                  </a:lnTo>
                  <a:lnTo>
                    <a:pt x="133585" y="0"/>
                  </a:lnTo>
                  <a:lnTo>
                    <a:pt x="125727" y="0"/>
                  </a:lnTo>
                  <a:lnTo>
                    <a:pt x="117869" y="0"/>
                  </a:lnTo>
                  <a:lnTo>
                    <a:pt x="110011" y="0"/>
                  </a:lnTo>
                  <a:lnTo>
                    <a:pt x="102153" y="1"/>
                  </a:lnTo>
                  <a:lnTo>
                    <a:pt x="94295" y="1"/>
                  </a:lnTo>
                  <a:lnTo>
                    <a:pt x="86437" y="0"/>
                  </a:lnTo>
                  <a:lnTo>
                    <a:pt x="78579" y="0"/>
                  </a:lnTo>
                  <a:lnTo>
                    <a:pt x="70721" y="0"/>
                  </a:lnTo>
                  <a:lnTo>
                    <a:pt x="62863" y="0"/>
                  </a:lnTo>
                  <a:lnTo>
                    <a:pt x="55005" y="0"/>
                  </a:lnTo>
                  <a:lnTo>
                    <a:pt x="47147" y="1"/>
                  </a:lnTo>
                  <a:lnTo>
                    <a:pt x="39289" y="1"/>
                  </a:lnTo>
                  <a:lnTo>
                    <a:pt x="31431" y="2"/>
                  </a:lnTo>
                  <a:lnTo>
                    <a:pt x="23573" y="1"/>
                  </a:lnTo>
                  <a:lnTo>
                    <a:pt x="15715" y="2"/>
                  </a:lnTo>
                  <a:lnTo>
                    <a:pt x="7857" y="2"/>
                  </a:lnTo>
                  <a:lnTo>
                    <a:pt x="0" y="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6029658" y="4788882"/>
              <a:ext cx="2035220" cy="50758"/>
            </a:xfrm>
            <a:custGeom>
              <a:avLst/>
              <a:pathLst>
                <a:path w="2035220" h="50758">
                  <a:moveTo>
                    <a:pt x="0" y="50139"/>
                  </a:moveTo>
                  <a:lnTo>
                    <a:pt x="7857" y="50142"/>
                  </a:lnTo>
                  <a:lnTo>
                    <a:pt x="15715" y="50153"/>
                  </a:lnTo>
                  <a:lnTo>
                    <a:pt x="23573" y="50155"/>
                  </a:lnTo>
                  <a:lnTo>
                    <a:pt x="31431" y="50157"/>
                  </a:lnTo>
                  <a:lnTo>
                    <a:pt x="39289" y="50159"/>
                  </a:lnTo>
                  <a:lnTo>
                    <a:pt x="47147" y="50162"/>
                  </a:lnTo>
                  <a:lnTo>
                    <a:pt x="55005" y="50164"/>
                  </a:lnTo>
                  <a:lnTo>
                    <a:pt x="62863" y="50165"/>
                  </a:lnTo>
                  <a:lnTo>
                    <a:pt x="70721" y="50170"/>
                  </a:lnTo>
                  <a:lnTo>
                    <a:pt x="78579" y="50174"/>
                  </a:lnTo>
                  <a:lnTo>
                    <a:pt x="86437" y="50173"/>
                  </a:lnTo>
                  <a:lnTo>
                    <a:pt x="94295" y="50176"/>
                  </a:lnTo>
                  <a:lnTo>
                    <a:pt x="102153" y="50177"/>
                  </a:lnTo>
                  <a:lnTo>
                    <a:pt x="110011" y="50177"/>
                  </a:lnTo>
                  <a:lnTo>
                    <a:pt x="117869" y="50178"/>
                  </a:lnTo>
                  <a:lnTo>
                    <a:pt x="125727" y="50178"/>
                  </a:lnTo>
                  <a:lnTo>
                    <a:pt x="133585" y="50176"/>
                  </a:lnTo>
                  <a:lnTo>
                    <a:pt x="141443" y="50176"/>
                  </a:lnTo>
                  <a:lnTo>
                    <a:pt x="149301" y="50177"/>
                  </a:lnTo>
                  <a:lnTo>
                    <a:pt x="157159" y="50177"/>
                  </a:lnTo>
                  <a:lnTo>
                    <a:pt x="165017" y="50175"/>
                  </a:lnTo>
                  <a:lnTo>
                    <a:pt x="172875" y="50172"/>
                  </a:lnTo>
                  <a:lnTo>
                    <a:pt x="180733" y="50169"/>
                  </a:lnTo>
                  <a:lnTo>
                    <a:pt x="188591" y="50169"/>
                  </a:lnTo>
                  <a:lnTo>
                    <a:pt x="196449" y="50167"/>
                  </a:lnTo>
                  <a:lnTo>
                    <a:pt x="204307" y="50166"/>
                  </a:lnTo>
                  <a:lnTo>
                    <a:pt x="212165" y="50164"/>
                  </a:lnTo>
                  <a:lnTo>
                    <a:pt x="220023" y="50162"/>
                  </a:lnTo>
                  <a:lnTo>
                    <a:pt x="227881" y="50160"/>
                  </a:lnTo>
                  <a:lnTo>
                    <a:pt x="235739" y="50155"/>
                  </a:lnTo>
                  <a:lnTo>
                    <a:pt x="243597" y="50151"/>
                  </a:lnTo>
                  <a:lnTo>
                    <a:pt x="251455" y="50145"/>
                  </a:lnTo>
                  <a:lnTo>
                    <a:pt x="259313" y="50142"/>
                  </a:lnTo>
                  <a:lnTo>
                    <a:pt x="267171" y="50139"/>
                  </a:lnTo>
                  <a:lnTo>
                    <a:pt x="275029" y="50134"/>
                  </a:lnTo>
                  <a:lnTo>
                    <a:pt x="282887" y="50130"/>
                  </a:lnTo>
                  <a:lnTo>
                    <a:pt x="290745" y="50125"/>
                  </a:lnTo>
                  <a:lnTo>
                    <a:pt x="298603" y="50119"/>
                  </a:lnTo>
                  <a:lnTo>
                    <a:pt x="306461" y="50113"/>
                  </a:lnTo>
                  <a:lnTo>
                    <a:pt x="314319" y="50104"/>
                  </a:lnTo>
                  <a:lnTo>
                    <a:pt x="322177" y="50095"/>
                  </a:lnTo>
                  <a:lnTo>
                    <a:pt x="330035" y="50087"/>
                  </a:lnTo>
                  <a:lnTo>
                    <a:pt x="337893" y="50078"/>
                  </a:lnTo>
                  <a:lnTo>
                    <a:pt x="345751" y="50070"/>
                  </a:lnTo>
                  <a:lnTo>
                    <a:pt x="353609" y="50062"/>
                  </a:lnTo>
                  <a:lnTo>
                    <a:pt x="361467" y="50051"/>
                  </a:lnTo>
                  <a:lnTo>
                    <a:pt x="369325" y="50042"/>
                  </a:lnTo>
                  <a:lnTo>
                    <a:pt x="377183" y="50034"/>
                  </a:lnTo>
                  <a:lnTo>
                    <a:pt x="385041" y="50023"/>
                  </a:lnTo>
                  <a:lnTo>
                    <a:pt x="392899" y="50016"/>
                  </a:lnTo>
                  <a:lnTo>
                    <a:pt x="400757" y="50006"/>
                  </a:lnTo>
                  <a:lnTo>
                    <a:pt x="408615" y="49998"/>
                  </a:lnTo>
                  <a:lnTo>
                    <a:pt x="416473" y="49989"/>
                  </a:lnTo>
                  <a:lnTo>
                    <a:pt x="424331" y="49977"/>
                  </a:lnTo>
                  <a:lnTo>
                    <a:pt x="432189" y="49970"/>
                  </a:lnTo>
                  <a:lnTo>
                    <a:pt x="440047" y="49961"/>
                  </a:lnTo>
                  <a:lnTo>
                    <a:pt x="447905" y="49947"/>
                  </a:lnTo>
                  <a:lnTo>
                    <a:pt x="455763" y="49936"/>
                  </a:lnTo>
                  <a:lnTo>
                    <a:pt x="463621" y="49924"/>
                  </a:lnTo>
                  <a:lnTo>
                    <a:pt x="471479" y="49915"/>
                  </a:lnTo>
                  <a:lnTo>
                    <a:pt x="479337" y="49904"/>
                  </a:lnTo>
                  <a:lnTo>
                    <a:pt x="487195" y="49893"/>
                  </a:lnTo>
                  <a:lnTo>
                    <a:pt x="495053" y="49887"/>
                  </a:lnTo>
                  <a:lnTo>
                    <a:pt x="502911" y="49873"/>
                  </a:lnTo>
                  <a:lnTo>
                    <a:pt x="510769" y="49860"/>
                  </a:lnTo>
                  <a:lnTo>
                    <a:pt x="518627" y="49848"/>
                  </a:lnTo>
                  <a:lnTo>
                    <a:pt x="526485" y="49836"/>
                  </a:lnTo>
                  <a:lnTo>
                    <a:pt x="534343" y="49818"/>
                  </a:lnTo>
                  <a:lnTo>
                    <a:pt x="542201" y="49798"/>
                  </a:lnTo>
                  <a:lnTo>
                    <a:pt x="550059" y="49785"/>
                  </a:lnTo>
                  <a:lnTo>
                    <a:pt x="557917" y="49772"/>
                  </a:lnTo>
                  <a:lnTo>
                    <a:pt x="565775" y="49753"/>
                  </a:lnTo>
                  <a:lnTo>
                    <a:pt x="573633" y="49730"/>
                  </a:lnTo>
                  <a:lnTo>
                    <a:pt x="581491" y="49715"/>
                  </a:lnTo>
                  <a:lnTo>
                    <a:pt x="589349" y="49700"/>
                  </a:lnTo>
                  <a:lnTo>
                    <a:pt x="597207" y="49686"/>
                  </a:lnTo>
                  <a:lnTo>
                    <a:pt x="605065" y="49669"/>
                  </a:lnTo>
                  <a:lnTo>
                    <a:pt x="612923" y="49641"/>
                  </a:lnTo>
                  <a:lnTo>
                    <a:pt x="620781" y="49618"/>
                  </a:lnTo>
                  <a:lnTo>
                    <a:pt x="628639" y="49603"/>
                  </a:lnTo>
                  <a:lnTo>
                    <a:pt x="636497" y="49585"/>
                  </a:lnTo>
                  <a:lnTo>
                    <a:pt x="644355" y="49556"/>
                  </a:lnTo>
                  <a:lnTo>
                    <a:pt x="652213" y="49525"/>
                  </a:lnTo>
                  <a:lnTo>
                    <a:pt x="660071" y="49493"/>
                  </a:lnTo>
                  <a:lnTo>
                    <a:pt x="667929" y="49462"/>
                  </a:lnTo>
                  <a:lnTo>
                    <a:pt x="675787" y="49439"/>
                  </a:lnTo>
                  <a:lnTo>
                    <a:pt x="683645" y="49416"/>
                  </a:lnTo>
                  <a:lnTo>
                    <a:pt x="691503" y="49402"/>
                  </a:lnTo>
                  <a:lnTo>
                    <a:pt x="699361" y="49391"/>
                  </a:lnTo>
                  <a:lnTo>
                    <a:pt x="707219" y="49364"/>
                  </a:lnTo>
                  <a:lnTo>
                    <a:pt x="715077" y="49344"/>
                  </a:lnTo>
                  <a:lnTo>
                    <a:pt x="722935" y="49327"/>
                  </a:lnTo>
                  <a:lnTo>
                    <a:pt x="730793" y="49300"/>
                  </a:lnTo>
                  <a:lnTo>
                    <a:pt x="738651" y="49274"/>
                  </a:lnTo>
                  <a:lnTo>
                    <a:pt x="746509" y="49246"/>
                  </a:lnTo>
                  <a:lnTo>
                    <a:pt x="754367" y="49210"/>
                  </a:lnTo>
                  <a:lnTo>
                    <a:pt x="762225" y="49174"/>
                  </a:lnTo>
                  <a:lnTo>
                    <a:pt x="770083" y="49138"/>
                  </a:lnTo>
                  <a:lnTo>
                    <a:pt x="777941" y="49099"/>
                  </a:lnTo>
                  <a:lnTo>
                    <a:pt x="785799" y="49060"/>
                  </a:lnTo>
                  <a:lnTo>
                    <a:pt x="793657" y="49021"/>
                  </a:lnTo>
                  <a:lnTo>
                    <a:pt x="801515" y="48988"/>
                  </a:lnTo>
                  <a:lnTo>
                    <a:pt x="809373" y="48952"/>
                  </a:lnTo>
                  <a:lnTo>
                    <a:pt x="817231" y="48918"/>
                  </a:lnTo>
                  <a:lnTo>
                    <a:pt x="825089" y="48885"/>
                  </a:lnTo>
                  <a:lnTo>
                    <a:pt x="832947" y="48851"/>
                  </a:lnTo>
                  <a:lnTo>
                    <a:pt x="840805" y="48817"/>
                  </a:lnTo>
                  <a:lnTo>
                    <a:pt x="848663" y="48782"/>
                  </a:lnTo>
                  <a:lnTo>
                    <a:pt x="856521" y="48741"/>
                  </a:lnTo>
                  <a:lnTo>
                    <a:pt x="864379" y="48692"/>
                  </a:lnTo>
                  <a:lnTo>
                    <a:pt x="872237" y="48649"/>
                  </a:lnTo>
                  <a:lnTo>
                    <a:pt x="880095" y="48609"/>
                  </a:lnTo>
                  <a:lnTo>
                    <a:pt x="887953" y="48569"/>
                  </a:lnTo>
                  <a:lnTo>
                    <a:pt x="895811" y="48528"/>
                  </a:lnTo>
                  <a:lnTo>
                    <a:pt x="903669" y="48484"/>
                  </a:lnTo>
                  <a:lnTo>
                    <a:pt x="911527" y="48443"/>
                  </a:lnTo>
                  <a:lnTo>
                    <a:pt x="919385" y="48399"/>
                  </a:lnTo>
                  <a:lnTo>
                    <a:pt x="927243" y="48355"/>
                  </a:lnTo>
                  <a:lnTo>
                    <a:pt x="935101" y="48309"/>
                  </a:lnTo>
                  <a:lnTo>
                    <a:pt x="942959" y="48260"/>
                  </a:lnTo>
                  <a:lnTo>
                    <a:pt x="950817" y="48206"/>
                  </a:lnTo>
                  <a:lnTo>
                    <a:pt x="958675" y="48151"/>
                  </a:lnTo>
                  <a:lnTo>
                    <a:pt x="966533" y="48095"/>
                  </a:lnTo>
                  <a:lnTo>
                    <a:pt x="974391" y="48037"/>
                  </a:lnTo>
                  <a:lnTo>
                    <a:pt x="982249" y="47978"/>
                  </a:lnTo>
                  <a:lnTo>
                    <a:pt x="990107" y="47918"/>
                  </a:lnTo>
                  <a:lnTo>
                    <a:pt x="997965" y="47857"/>
                  </a:lnTo>
                  <a:lnTo>
                    <a:pt x="1005823" y="47798"/>
                  </a:lnTo>
                  <a:lnTo>
                    <a:pt x="1013681" y="47747"/>
                  </a:lnTo>
                  <a:lnTo>
                    <a:pt x="1021539" y="47695"/>
                  </a:lnTo>
                  <a:lnTo>
                    <a:pt x="1029397" y="47642"/>
                  </a:lnTo>
                  <a:lnTo>
                    <a:pt x="1037254" y="47589"/>
                  </a:lnTo>
                  <a:lnTo>
                    <a:pt x="1045112" y="47535"/>
                  </a:lnTo>
                  <a:lnTo>
                    <a:pt x="1052970" y="47479"/>
                  </a:lnTo>
                  <a:lnTo>
                    <a:pt x="1060828" y="47423"/>
                  </a:lnTo>
                  <a:lnTo>
                    <a:pt x="1068686" y="47359"/>
                  </a:lnTo>
                  <a:lnTo>
                    <a:pt x="1076544" y="47274"/>
                  </a:lnTo>
                  <a:lnTo>
                    <a:pt x="1084402" y="47186"/>
                  </a:lnTo>
                  <a:lnTo>
                    <a:pt x="1092260" y="47118"/>
                  </a:lnTo>
                  <a:lnTo>
                    <a:pt x="1100118" y="47028"/>
                  </a:lnTo>
                  <a:lnTo>
                    <a:pt x="1107976" y="46924"/>
                  </a:lnTo>
                  <a:lnTo>
                    <a:pt x="1115834" y="46817"/>
                  </a:lnTo>
                  <a:lnTo>
                    <a:pt x="1123692" y="46709"/>
                  </a:lnTo>
                  <a:lnTo>
                    <a:pt x="1131550" y="46605"/>
                  </a:lnTo>
                  <a:lnTo>
                    <a:pt x="1139408" y="46499"/>
                  </a:lnTo>
                  <a:lnTo>
                    <a:pt x="1147266" y="46390"/>
                  </a:lnTo>
                  <a:lnTo>
                    <a:pt x="1155124" y="46292"/>
                  </a:lnTo>
                  <a:lnTo>
                    <a:pt x="1162982" y="46175"/>
                  </a:lnTo>
                  <a:lnTo>
                    <a:pt x="1170840" y="46057"/>
                  </a:lnTo>
                  <a:lnTo>
                    <a:pt x="1178698" y="45951"/>
                  </a:lnTo>
                  <a:lnTo>
                    <a:pt x="1186556" y="45844"/>
                  </a:lnTo>
                  <a:lnTo>
                    <a:pt x="1194414" y="45734"/>
                  </a:lnTo>
                  <a:lnTo>
                    <a:pt x="1202272" y="45619"/>
                  </a:lnTo>
                  <a:lnTo>
                    <a:pt x="1210130" y="45488"/>
                  </a:lnTo>
                  <a:lnTo>
                    <a:pt x="1217988" y="45354"/>
                  </a:lnTo>
                  <a:lnTo>
                    <a:pt x="1225846" y="45222"/>
                  </a:lnTo>
                  <a:lnTo>
                    <a:pt x="1233704" y="45111"/>
                  </a:lnTo>
                  <a:lnTo>
                    <a:pt x="1241562" y="44998"/>
                  </a:lnTo>
                  <a:lnTo>
                    <a:pt x="1249420" y="44882"/>
                  </a:lnTo>
                  <a:lnTo>
                    <a:pt x="1257278" y="44756"/>
                  </a:lnTo>
                  <a:lnTo>
                    <a:pt x="1265136" y="44621"/>
                  </a:lnTo>
                  <a:lnTo>
                    <a:pt x="1272994" y="44483"/>
                  </a:lnTo>
                  <a:lnTo>
                    <a:pt x="1280852" y="44342"/>
                  </a:lnTo>
                  <a:lnTo>
                    <a:pt x="1288710" y="44198"/>
                  </a:lnTo>
                  <a:lnTo>
                    <a:pt x="1296568" y="44055"/>
                  </a:lnTo>
                  <a:lnTo>
                    <a:pt x="1304426" y="43920"/>
                  </a:lnTo>
                  <a:lnTo>
                    <a:pt x="1312284" y="43790"/>
                  </a:lnTo>
                  <a:lnTo>
                    <a:pt x="1320142" y="43657"/>
                  </a:lnTo>
                  <a:lnTo>
                    <a:pt x="1328000" y="43521"/>
                  </a:lnTo>
                  <a:lnTo>
                    <a:pt x="1335858" y="43383"/>
                  </a:lnTo>
                  <a:lnTo>
                    <a:pt x="1343716" y="43231"/>
                  </a:lnTo>
                  <a:lnTo>
                    <a:pt x="1351574" y="43065"/>
                  </a:lnTo>
                  <a:lnTo>
                    <a:pt x="1359432" y="42896"/>
                  </a:lnTo>
                  <a:lnTo>
                    <a:pt x="1367290" y="42740"/>
                  </a:lnTo>
                  <a:lnTo>
                    <a:pt x="1375148" y="42582"/>
                  </a:lnTo>
                  <a:lnTo>
                    <a:pt x="1383006" y="42420"/>
                  </a:lnTo>
                  <a:lnTo>
                    <a:pt x="1390864" y="42255"/>
                  </a:lnTo>
                  <a:lnTo>
                    <a:pt x="1398722" y="42086"/>
                  </a:lnTo>
                  <a:lnTo>
                    <a:pt x="1406580" y="41914"/>
                  </a:lnTo>
                  <a:lnTo>
                    <a:pt x="1414438" y="41739"/>
                  </a:lnTo>
                  <a:lnTo>
                    <a:pt x="1422296" y="41561"/>
                  </a:lnTo>
                  <a:lnTo>
                    <a:pt x="1430154" y="41378"/>
                  </a:lnTo>
                  <a:lnTo>
                    <a:pt x="1438012" y="41192"/>
                  </a:lnTo>
                  <a:lnTo>
                    <a:pt x="1445870" y="41003"/>
                  </a:lnTo>
                  <a:lnTo>
                    <a:pt x="1453728" y="40809"/>
                  </a:lnTo>
                  <a:lnTo>
                    <a:pt x="1461586" y="40612"/>
                  </a:lnTo>
                  <a:lnTo>
                    <a:pt x="1469444" y="40411"/>
                  </a:lnTo>
                  <a:lnTo>
                    <a:pt x="1477302" y="40206"/>
                  </a:lnTo>
                  <a:lnTo>
                    <a:pt x="1485160" y="39997"/>
                  </a:lnTo>
                  <a:lnTo>
                    <a:pt x="1493018" y="39783"/>
                  </a:lnTo>
                  <a:lnTo>
                    <a:pt x="1500876" y="39565"/>
                  </a:lnTo>
                  <a:lnTo>
                    <a:pt x="1508734" y="39343"/>
                  </a:lnTo>
                  <a:lnTo>
                    <a:pt x="1516592" y="39117"/>
                  </a:lnTo>
                  <a:lnTo>
                    <a:pt x="1524450" y="38886"/>
                  </a:lnTo>
                  <a:lnTo>
                    <a:pt x="1532308" y="38651"/>
                  </a:lnTo>
                  <a:lnTo>
                    <a:pt x="1540166" y="38411"/>
                  </a:lnTo>
                  <a:lnTo>
                    <a:pt x="1548024" y="38166"/>
                  </a:lnTo>
                  <a:lnTo>
                    <a:pt x="1555882" y="37916"/>
                  </a:lnTo>
                  <a:lnTo>
                    <a:pt x="1563740" y="37626"/>
                  </a:lnTo>
                  <a:lnTo>
                    <a:pt x="1571598" y="37292"/>
                  </a:lnTo>
                  <a:lnTo>
                    <a:pt x="1579456" y="36949"/>
                  </a:lnTo>
                  <a:lnTo>
                    <a:pt x="1587314" y="36598"/>
                  </a:lnTo>
                  <a:lnTo>
                    <a:pt x="1595172" y="36238"/>
                  </a:lnTo>
                  <a:lnTo>
                    <a:pt x="1603030" y="35868"/>
                  </a:lnTo>
                  <a:lnTo>
                    <a:pt x="1610888" y="35488"/>
                  </a:lnTo>
                  <a:lnTo>
                    <a:pt x="1618746" y="35099"/>
                  </a:lnTo>
                  <a:lnTo>
                    <a:pt x="1626604" y="34700"/>
                  </a:lnTo>
                  <a:lnTo>
                    <a:pt x="1634462" y="34291"/>
                  </a:lnTo>
                  <a:lnTo>
                    <a:pt x="1642320" y="33871"/>
                  </a:lnTo>
                  <a:lnTo>
                    <a:pt x="1650178" y="33440"/>
                  </a:lnTo>
                  <a:lnTo>
                    <a:pt x="1658036" y="32999"/>
                  </a:lnTo>
                  <a:lnTo>
                    <a:pt x="1665894" y="32546"/>
                  </a:lnTo>
                  <a:lnTo>
                    <a:pt x="1673752" y="32081"/>
                  </a:lnTo>
                  <a:lnTo>
                    <a:pt x="1681610" y="31605"/>
                  </a:lnTo>
                  <a:lnTo>
                    <a:pt x="1689468" y="31128"/>
                  </a:lnTo>
                  <a:lnTo>
                    <a:pt x="1697326" y="30696"/>
                  </a:lnTo>
                  <a:lnTo>
                    <a:pt x="1705184" y="30254"/>
                  </a:lnTo>
                  <a:lnTo>
                    <a:pt x="1713042" y="29802"/>
                  </a:lnTo>
                  <a:lnTo>
                    <a:pt x="1720900" y="29343"/>
                  </a:lnTo>
                  <a:lnTo>
                    <a:pt x="1728758" y="28874"/>
                  </a:lnTo>
                  <a:lnTo>
                    <a:pt x="1736616" y="28395"/>
                  </a:lnTo>
                  <a:lnTo>
                    <a:pt x="1744474" y="27843"/>
                  </a:lnTo>
                  <a:lnTo>
                    <a:pt x="1752332" y="27273"/>
                  </a:lnTo>
                  <a:lnTo>
                    <a:pt x="1760190" y="26698"/>
                  </a:lnTo>
                  <a:lnTo>
                    <a:pt x="1768048" y="26183"/>
                  </a:lnTo>
                  <a:lnTo>
                    <a:pt x="1775906" y="25657"/>
                  </a:lnTo>
                  <a:lnTo>
                    <a:pt x="1783764" y="25121"/>
                  </a:lnTo>
                  <a:lnTo>
                    <a:pt x="1791622" y="24576"/>
                  </a:lnTo>
                  <a:lnTo>
                    <a:pt x="1799480" y="24020"/>
                  </a:lnTo>
                  <a:lnTo>
                    <a:pt x="1807338" y="23452"/>
                  </a:lnTo>
                  <a:lnTo>
                    <a:pt x="1815196" y="22873"/>
                  </a:lnTo>
                  <a:lnTo>
                    <a:pt x="1823054" y="22281"/>
                  </a:lnTo>
                  <a:lnTo>
                    <a:pt x="1830912" y="21698"/>
                  </a:lnTo>
                  <a:lnTo>
                    <a:pt x="1838770" y="21132"/>
                  </a:lnTo>
                  <a:lnTo>
                    <a:pt x="1846628" y="20504"/>
                  </a:lnTo>
                  <a:lnTo>
                    <a:pt x="1854486" y="19847"/>
                  </a:lnTo>
                  <a:lnTo>
                    <a:pt x="1862344" y="19175"/>
                  </a:lnTo>
                  <a:lnTo>
                    <a:pt x="1870202" y="18490"/>
                  </a:lnTo>
                  <a:lnTo>
                    <a:pt x="1878060" y="17789"/>
                  </a:lnTo>
                  <a:lnTo>
                    <a:pt x="1885918" y="17074"/>
                  </a:lnTo>
                  <a:lnTo>
                    <a:pt x="1893776" y="16358"/>
                  </a:lnTo>
                  <a:lnTo>
                    <a:pt x="1901634" y="15630"/>
                  </a:lnTo>
                  <a:lnTo>
                    <a:pt x="1909492" y="14886"/>
                  </a:lnTo>
                  <a:lnTo>
                    <a:pt x="1917350" y="14128"/>
                  </a:lnTo>
                  <a:lnTo>
                    <a:pt x="1925208" y="13353"/>
                  </a:lnTo>
                  <a:lnTo>
                    <a:pt x="1933066" y="12563"/>
                  </a:lnTo>
                  <a:lnTo>
                    <a:pt x="1940924" y="11757"/>
                  </a:lnTo>
                  <a:lnTo>
                    <a:pt x="1948782" y="10934"/>
                  </a:lnTo>
                  <a:lnTo>
                    <a:pt x="1956640" y="10094"/>
                  </a:lnTo>
                  <a:lnTo>
                    <a:pt x="1964498" y="9238"/>
                  </a:lnTo>
                  <a:lnTo>
                    <a:pt x="1972356" y="8363"/>
                  </a:lnTo>
                  <a:lnTo>
                    <a:pt x="1980214" y="7472"/>
                  </a:lnTo>
                  <a:lnTo>
                    <a:pt x="1988072" y="6562"/>
                  </a:lnTo>
                  <a:lnTo>
                    <a:pt x="1995930" y="5543"/>
                  </a:lnTo>
                  <a:lnTo>
                    <a:pt x="2003788" y="4485"/>
                  </a:lnTo>
                  <a:lnTo>
                    <a:pt x="2011646" y="3403"/>
                  </a:lnTo>
                  <a:lnTo>
                    <a:pt x="2019504" y="2294"/>
                  </a:lnTo>
                  <a:lnTo>
                    <a:pt x="2027362" y="1159"/>
                  </a:lnTo>
                  <a:lnTo>
                    <a:pt x="2035220" y="0"/>
                  </a:lnTo>
                  <a:lnTo>
                    <a:pt x="2035220" y="50758"/>
                  </a:lnTo>
                  <a:lnTo>
                    <a:pt x="2027362" y="50758"/>
                  </a:lnTo>
                  <a:lnTo>
                    <a:pt x="2019504" y="50757"/>
                  </a:lnTo>
                  <a:lnTo>
                    <a:pt x="2011646" y="50757"/>
                  </a:lnTo>
                  <a:lnTo>
                    <a:pt x="2003788" y="50757"/>
                  </a:lnTo>
                  <a:lnTo>
                    <a:pt x="1995930" y="50757"/>
                  </a:lnTo>
                  <a:lnTo>
                    <a:pt x="1988072" y="50756"/>
                  </a:lnTo>
                  <a:lnTo>
                    <a:pt x="1980214" y="50756"/>
                  </a:lnTo>
                  <a:lnTo>
                    <a:pt x="1972356" y="50756"/>
                  </a:lnTo>
                  <a:lnTo>
                    <a:pt x="1964498" y="50756"/>
                  </a:lnTo>
                  <a:lnTo>
                    <a:pt x="1956640" y="50755"/>
                  </a:lnTo>
                  <a:lnTo>
                    <a:pt x="1948782" y="50755"/>
                  </a:lnTo>
                  <a:lnTo>
                    <a:pt x="1940924" y="50755"/>
                  </a:lnTo>
                  <a:lnTo>
                    <a:pt x="1933066" y="50755"/>
                  </a:lnTo>
                  <a:lnTo>
                    <a:pt x="1925208" y="50755"/>
                  </a:lnTo>
                  <a:lnTo>
                    <a:pt x="1917350" y="50755"/>
                  </a:lnTo>
                  <a:lnTo>
                    <a:pt x="1909492" y="50755"/>
                  </a:lnTo>
                  <a:lnTo>
                    <a:pt x="1901634" y="50755"/>
                  </a:lnTo>
                  <a:lnTo>
                    <a:pt x="1893776" y="50755"/>
                  </a:lnTo>
                  <a:lnTo>
                    <a:pt x="1885918" y="50755"/>
                  </a:lnTo>
                  <a:lnTo>
                    <a:pt x="1878060" y="50755"/>
                  </a:lnTo>
                  <a:lnTo>
                    <a:pt x="1870202" y="50755"/>
                  </a:lnTo>
                  <a:lnTo>
                    <a:pt x="1862344" y="50755"/>
                  </a:lnTo>
                  <a:lnTo>
                    <a:pt x="1854486" y="50754"/>
                  </a:lnTo>
                  <a:lnTo>
                    <a:pt x="1846628" y="50754"/>
                  </a:lnTo>
                  <a:lnTo>
                    <a:pt x="1838770" y="50754"/>
                  </a:lnTo>
                  <a:lnTo>
                    <a:pt x="1830912" y="50754"/>
                  </a:lnTo>
                  <a:lnTo>
                    <a:pt x="1823054" y="50754"/>
                  </a:lnTo>
                  <a:lnTo>
                    <a:pt x="1815196" y="50754"/>
                  </a:lnTo>
                  <a:lnTo>
                    <a:pt x="1807338" y="50754"/>
                  </a:lnTo>
                  <a:lnTo>
                    <a:pt x="1799480" y="50754"/>
                  </a:lnTo>
                  <a:lnTo>
                    <a:pt x="1791622" y="50754"/>
                  </a:lnTo>
                  <a:lnTo>
                    <a:pt x="1783764" y="50754"/>
                  </a:lnTo>
                  <a:lnTo>
                    <a:pt x="1775906" y="50754"/>
                  </a:lnTo>
                  <a:lnTo>
                    <a:pt x="1768048" y="50753"/>
                  </a:lnTo>
                  <a:lnTo>
                    <a:pt x="1760190" y="50753"/>
                  </a:lnTo>
                  <a:lnTo>
                    <a:pt x="1752332" y="50753"/>
                  </a:lnTo>
                  <a:lnTo>
                    <a:pt x="1744474" y="50753"/>
                  </a:lnTo>
                  <a:lnTo>
                    <a:pt x="1736616" y="50753"/>
                  </a:lnTo>
                  <a:lnTo>
                    <a:pt x="1728758" y="50752"/>
                  </a:lnTo>
                  <a:lnTo>
                    <a:pt x="1720900" y="50752"/>
                  </a:lnTo>
                  <a:lnTo>
                    <a:pt x="1713042" y="50751"/>
                  </a:lnTo>
                  <a:lnTo>
                    <a:pt x="1705184" y="50751"/>
                  </a:lnTo>
                  <a:lnTo>
                    <a:pt x="1697326" y="50750"/>
                  </a:lnTo>
                  <a:lnTo>
                    <a:pt x="1689468" y="50749"/>
                  </a:lnTo>
                  <a:lnTo>
                    <a:pt x="1681610" y="50749"/>
                  </a:lnTo>
                  <a:lnTo>
                    <a:pt x="1673752" y="50748"/>
                  </a:lnTo>
                  <a:lnTo>
                    <a:pt x="1665894" y="50748"/>
                  </a:lnTo>
                  <a:lnTo>
                    <a:pt x="1658036" y="50748"/>
                  </a:lnTo>
                  <a:lnTo>
                    <a:pt x="1650178" y="50747"/>
                  </a:lnTo>
                  <a:lnTo>
                    <a:pt x="1642320" y="50747"/>
                  </a:lnTo>
                  <a:lnTo>
                    <a:pt x="1634462" y="50747"/>
                  </a:lnTo>
                  <a:lnTo>
                    <a:pt x="1626604" y="50746"/>
                  </a:lnTo>
                  <a:lnTo>
                    <a:pt x="1618746" y="50746"/>
                  </a:lnTo>
                  <a:lnTo>
                    <a:pt x="1610888" y="50746"/>
                  </a:lnTo>
                  <a:lnTo>
                    <a:pt x="1603030" y="50745"/>
                  </a:lnTo>
                  <a:lnTo>
                    <a:pt x="1595172" y="50745"/>
                  </a:lnTo>
                  <a:lnTo>
                    <a:pt x="1587314" y="50745"/>
                  </a:lnTo>
                  <a:lnTo>
                    <a:pt x="1579456" y="50745"/>
                  </a:lnTo>
                  <a:lnTo>
                    <a:pt x="1571598" y="50744"/>
                  </a:lnTo>
                  <a:lnTo>
                    <a:pt x="1563740" y="50744"/>
                  </a:lnTo>
                  <a:lnTo>
                    <a:pt x="1555882" y="50744"/>
                  </a:lnTo>
                  <a:lnTo>
                    <a:pt x="1548024" y="50743"/>
                  </a:lnTo>
                  <a:lnTo>
                    <a:pt x="1540166" y="50743"/>
                  </a:lnTo>
                  <a:lnTo>
                    <a:pt x="1532308" y="50742"/>
                  </a:lnTo>
                  <a:lnTo>
                    <a:pt x="1524450" y="50742"/>
                  </a:lnTo>
                  <a:lnTo>
                    <a:pt x="1516592" y="50742"/>
                  </a:lnTo>
                  <a:lnTo>
                    <a:pt x="1508734" y="50741"/>
                  </a:lnTo>
                  <a:lnTo>
                    <a:pt x="1500876" y="50741"/>
                  </a:lnTo>
                  <a:lnTo>
                    <a:pt x="1493018" y="50741"/>
                  </a:lnTo>
                  <a:lnTo>
                    <a:pt x="1485160" y="50741"/>
                  </a:lnTo>
                  <a:lnTo>
                    <a:pt x="1477302" y="50742"/>
                  </a:lnTo>
                  <a:lnTo>
                    <a:pt x="1469444" y="50742"/>
                  </a:lnTo>
                  <a:lnTo>
                    <a:pt x="1461586" y="50741"/>
                  </a:lnTo>
                  <a:lnTo>
                    <a:pt x="1453728" y="50740"/>
                  </a:lnTo>
                  <a:lnTo>
                    <a:pt x="1445870" y="50740"/>
                  </a:lnTo>
                  <a:lnTo>
                    <a:pt x="1438012" y="50739"/>
                  </a:lnTo>
                  <a:lnTo>
                    <a:pt x="1430154" y="50738"/>
                  </a:lnTo>
                  <a:lnTo>
                    <a:pt x="1422296" y="50738"/>
                  </a:lnTo>
                  <a:lnTo>
                    <a:pt x="1414438" y="50738"/>
                  </a:lnTo>
                  <a:lnTo>
                    <a:pt x="1406580" y="50738"/>
                  </a:lnTo>
                  <a:lnTo>
                    <a:pt x="1398722" y="50738"/>
                  </a:lnTo>
                  <a:lnTo>
                    <a:pt x="1390864" y="50737"/>
                  </a:lnTo>
                  <a:lnTo>
                    <a:pt x="1383006" y="50737"/>
                  </a:lnTo>
                  <a:lnTo>
                    <a:pt x="1375148" y="50737"/>
                  </a:lnTo>
                  <a:lnTo>
                    <a:pt x="1367290" y="50737"/>
                  </a:lnTo>
                  <a:lnTo>
                    <a:pt x="1359432" y="50736"/>
                  </a:lnTo>
                  <a:lnTo>
                    <a:pt x="1351574" y="50736"/>
                  </a:lnTo>
                  <a:lnTo>
                    <a:pt x="1343716" y="50736"/>
                  </a:lnTo>
                  <a:lnTo>
                    <a:pt x="1335858" y="50737"/>
                  </a:lnTo>
                  <a:lnTo>
                    <a:pt x="1328000" y="50737"/>
                  </a:lnTo>
                  <a:lnTo>
                    <a:pt x="1320142" y="50736"/>
                  </a:lnTo>
                  <a:lnTo>
                    <a:pt x="1312284" y="50735"/>
                  </a:lnTo>
                  <a:lnTo>
                    <a:pt x="1304426" y="50735"/>
                  </a:lnTo>
                  <a:lnTo>
                    <a:pt x="1296568" y="50734"/>
                  </a:lnTo>
                  <a:lnTo>
                    <a:pt x="1288710" y="50734"/>
                  </a:lnTo>
                  <a:lnTo>
                    <a:pt x="1280852" y="50734"/>
                  </a:lnTo>
                  <a:lnTo>
                    <a:pt x="1272994" y="50734"/>
                  </a:lnTo>
                  <a:lnTo>
                    <a:pt x="1265136" y="50733"/>
                  </a:lnTo>
                  <a:lnTo>
                    <a:pt x="1257278" y="50733"/>
                  </a:lnTo>
                  <a:lnTo>
                    <a:pt x="1249420" y="50733"/>
                  </a:lnTo>
                  <a:lnTo>
                    <a:pt x="1241562" y="50732"/>
                  </a:lnTo>
                  <a:lnTo>
                    <a:pt x="1233704" y="50732"/>
                  </a:lnTo>
                  <a:lnTo>
                    <a:pt x="1225846" y="50732"/>
                  </a:lnTo>
                  <a:lnTo>
                    <a:pt x="1217988" y="50732"/>
                  </a:lnTo>
                  <a:lnTo>
                    <a:pt x="1210130" y="50731"/>
                  </a:lnTo>
                  <a:lnTo>
                    <a:pt x="1202272" y="50731"/>
                  </a:lnTo>
                  <a:lnTo>
                    <a:pt x="1194414" y="50730"/>
                  </a:lnTo>
                  <a:lnTo>
                    <a:pt x="1186556" y="50730"/>
                  </a:lnTo>
                  <a:lnTo>
                    <a:pt x="1178698" y="50730"/>
                  </a:lnTo>
                  <a:lnTo>
                    <a:pt x="1170840" y="50729"/>
                  </a:lnTo>
                  <a:lnTo>
                    <a:pt x="1162982" y="50729"/>
                  </a:lnTo>
                  <a:lnTo>
                    <a:pt x="1155124" y="50728"/>
                  </a:lnTo>
                  <a:lnTo>
                    <a:pt x="1147266" y="50728"/>
                  </a:lnTo>
                  <a:lnTo>
                    <a:pt x="1139408" y="50728"/>
                  </a:lnTo>
                  <a:lnTo>
                    <a:pt x="1131550" y="50727"/>
                  </a:lnTo>
                  <a:lnTo>
                    <a:pt x="1123692" y="50727"/>
                  </a:lnTo>
                  <a:lnTo>
                    <a:pt x="1115834" y="50726"/>
                  </a:lnTo>
                  <a:lnTo>
                    <a:pt x="1107976" y="50726"/>
                  </a:lnTo>
                  <a:lnTo>
                    <a:pt x="1100118" y="50725"/>
                  </a:lnTo>
                  <a:lnTo>
                    <a:pt x="1092260" y="50725"/>
                  </a:lnTo>
                  <a:lnTo>
                    <a:pt x="1084402" y="50724"/>
                  </a:lnTo>
                  <a:lnTo>
                    <a:pt x="1076544" y="50724"/>
                  </a:lnTo>
                  <a:lnTo>
                    <a:pt x="1068686" y="50723"/>
                  </a:lnTo>
                  <a:lnTo>
                    <a:pt x="1060828" y="50722"/>
                  </a:lnTo>
                  <a:lnTo>
                    <a:pt x="1052970" y="50721"/>
                  </a:lnTo>
                  <a:lnTo>
                    <a:pt x="1045112" y="50721"/>
                  </a:lnTo>
                  <a:lnTo>
                    <a:pt x="1037254" y="50720"/>
                  </a:lnTo>
                  <a:lnTo>
                    <a:pt x="1029397" y="50719"/>
                  </a:lnTo>
                  <a:lnTo>
                    <a:pt x="1021539" y="50718"/>
                  </a:lnTo>
                  <a:lnTo>
                    <a:pt x="1013681" y="50717"/>
                  </a:lnTo>
                  <a:lnTo>
                    <a:pt x="1005823" y="50716"/>
                  </a:lnTo>
                  <a:lnTo>
                    <a:pt x="997965" y="50715"/>
                  </a:lnTo>
                  <a:lnTo>
                    <a:pt x="990107" y="50714"/>
                  </a:lnTo>
                  <a:lnTo>
                    <a:pt x="982249" y="50713"/>
                  </a:lnTo>
                  <a:lnTo>
                    <a:pt x="974391" y="50712"/>
                  </a:lnTo>
                  <a:lnTo>
                    <a:pt x="966533" y="50711"/>
                  </a:lnTo>
                  <a:lnTo>
                    <a:pt x="958675" y="50711"/>
                  </a:lnTo>
                  <a:lnTo>
                    <a:pt x="950817" y="50710"/>
                  </a:lnTo>
                  <a:lnTo>
                    <a:pt x="942959" y="50709"/>
                  </a:lnTo>
                  <a:lnTo>
                    <a:pt x="935101" y="50709"/>
                  </a:lnTo>
                  <a:lnTo>
                    <a:pt x="927243" y="50708"/>
                  </a:lnTo>
                  <a:lnTo>
                    <a:pt x="919385" y="50707"/>
                  </a:lnTo>
                  <a:lnTo>
                    <a:pt x="911527" y="50706"/>
                  </a:lnTo>
                  <a:lnTo>
                    <a:pt x="903669" y="50706"/>
                  </a:lnTo>
                  <a:lnTo>
                    <a:pt x="895811" y="50705"/>
                  </a:lnTo>
                  <a:lnTo>
                    <a:pt x="887953" y="50704"/>
                  </a:lnTo>
                  <a:lnTo>
                    <a:pt x="880095" y="50703"/>
                  </a:lnTo>
                  <a:lnTo>
                    <a:pt x="872237" y="50702"/>
                  </a:lnTo>
                  <a:lnTo>
                    <a:pt x="864379" y="50701"/>
                  </a:lnTo>
                  <a:lnTo>
                    <a:pt x="856521" y="50700"/>
                  </a:lnTo>
                  <a:lnTo>
                    <a:pt x="848663" y="50699"/>
                  </a:lnTo>
                  <a:lnTo>
                    <a:pt x="840805" y="50698"/>
                  </a:lnTo>
                  <a:lnTo>
                    <a:pt x="832947" y="50697"/>
                  </a:lnTo>
                  <a:lnTo>
                    <a:pt x="825089" y="50697"/>
                  </a:lnTo>
                  <a:lnTo>
                    <a:pt x="817231" y="50696"/>
                  </a:lnTo>
                  <a:lnTo>
                    <a:pt x="809373" y="50695"/>
                  </a:lnTo>
                  <a:lnTo>
                    <a:pt x="801515" y="50694"/>
                  </a:lnTo>
                  <a:lnTo>
                    <a:pt x="793657" y="50693"/>
                  </a:lnTo>
                  <a:lnTo>
                    <a:pt x="785799" y="50692"/>
                  </a:lnTo>
                  <a:lnTo>
                    <a:pt x="777941" y="50691"/>
                  </a:lnTo>
                  <a:lnTo>
                    <a:pt x="770083" y="50690"/>
                  </a:lnTo>
                  <a:lnTo>
                    <a:pt x="762225" y="50689"/>
                  </a:lnTo>
                  <a:lnTo>
                    <a:pt x="754367" y="50688"/>
                  </a:lnTo>
                  <a:lnTo>
                    <a:pt x="746509" y="50686"/>
                  </a:lnTo>
                  <a:lnTo>
                    <a:pt x="738651" y="50685"/>
                  </a:lnTo>
                  <a:lnTo>
                    <a:pt x="730793" y="50683"/>
                  </a:lnTo>
                  <a:lnTo>
                    <a:pt x="722935" y="50682"/>
                  </a:lnTo>
                  <a:lnTo>
                    <a:pt x="715077" y="50682"/>
                  </a:lnTo>
                  <a:lnTo>
                    <a:pt x="707219" y="50680"/>
                  </a:lnTo>
                  <a:lnTo>
                    <a:pt x="699361" y="50678"/>
                  </a:lnTo>
                  <a:lnTo>
                    <a:pt x="691503" y="50677"/>
                  </a:lnTo>
                  <a:lnTo>
                    <a:pt x="683645" y="50678"/>
                  </a:lnTo>
                  <a:lnTo>
                    <a:pt x="675787" y="50677"/>
                  </a:lnTo>
                  <a:lnTo>
                    <a:pt x="667929" y="50676"/>
                  </a:lnTo>
                  <a:lnTo>
                    <a:pt x="660071" y="50675"/>
                  </a:lnTo>
                  <a:lnTo>
                    <a:pt x="652213" y="50674"/>
                  </a:lnTo>
                  <a:lnTo>
                    <a:pt x="644355" y="50673"/>
                  </a:lnTo>
                  <a:lnTo>
                    <a:pt x="636497" y="50672"/>
                  </a:lnTo>
                  <a:lnTo>
                    <a:pt x="628639" y="50671"/>
                  </a:lnTo>
                  <a:lnTo>
                    <a:pt x="620781" y="50669"/>
                  </a:lnTo>
                  <a:lnTo>
                    <a:pt x="612923" y="50668"/>
                  </a:lnTo>
                  <a:lnTo>
                    <a:pt x="605065" y="50667"/>
                  </a:lnTo>
                  <a:lnTo>
                    <a:pt x="597207" y="50665"/>
                  </a:lnTo>
                  <a:lnTo>
                    <a:pt x="589349" y="50664"/>
                  </a:lnTo>
                  <a:lnTo>
                    <a:pt x="581491" y="50662"/>
                  </a:lnTo>
                  <a:lnTo>
                    <a:pt x="573633" y="50661"/>
                  </a:lnTo>
                  <a:lnTo>
                    <a:pt x="565775" y="50659"/>
                  </a:lnTo>
                  <a:lnTo>
                    <a:pt x="557917" y="50658"/>
                  </a:lnTo>
                  <a:lnTo>
                    <a:pt x="550059" y="50656"/>
                  </a:lnTo>
                  <a:lnTo>
                    <a:pt x="542201" y="50655"/>
                  </a:lnTo>
                  <a:lnTo>
                    <a:pt x="534343" y="50653"/>
                  </a:lnTo>
                  <a:lnTo>
                    <a:pt x="526485" y="50653"/>
                  </a:lnTo>
                  <a:lnTo>
                    <a:pt x="518627" y="50654"/>
                  </a:lnTo>
                  <a:lnTo>
                    <a:pt x="510769" y="50652"/>
                  </a:lnTo>
                  <a:lnTo>
                    <a:pt x="502911" y="50649"/>
                  </a:lnTo>
                  <a:lnTo>
                    <a:pt x="495053" y="50647"/>
                  </a:lnTo>
                  <a:lnTo>
                    <a:pt x="487195" y="50645"/>
                  </a:lnTo>
                  <a:lnTo>
                    <a:pt x="479337" y="50645"/>
                  </a:lnTo>
                  <a:lnTo>
                    <a:pt x="471479" y="50645"/>
                  </a:lnTo>
                  <a:lnTo>
                    <a:pt x="463621" y="50645"/>
                  </a:lnTo>
                  <a:lnTo>
                    <a:pt x="455763" y="50645"/>
                  </a:lnTo>
                  <a:lnTo>
                    <a:pt x="447905" y="50643"/>
                  </a:lnTo>
                  <a:lnTo>
                    <a:pt x="440047" y="50640"/>
                  </a:lnTo>
                  <a:lnTo>
                    <a:pt x="432189" y="50637"/>
                  </a:lnTo>
                  <a:lnTo>
                    <a:pt x="424331" y="50634"/>
                  </a:lnTo>
                  <a:lnTo>
                    <a:pt x="416473" y="50634"/>
                  </a:lnTo>
                  <a:lnTo>
                    <a:pt x="408615" y="50632"/>
                  </a:lnTo>
                  <a:lnTo>
                    <a:pt x="400757" y="50630"/>
                  </a:lnTo>
                  <a:lnTo>
                    <a:pt x="392899" y="50628"/>
                  </a:lnTo>
                  <a:lnTo>
                    <a:pt x="385041" y="50627"/>
                  </a:lnTo>
                  <a:lnTo>
                    <a:pt x="377183" y="50625"/>
                  </a:lnTo>
                  <a:lnTo>
                    <a:pt x="369325" y="50624"/>
                  </a:lnTo>
                  <a:lnTo>
                    <a:pt x="361467" y="50623"/>
                  </a:lnTo>
                  <a:lnTo>
                    <a:pt x="353609" y="50622"/>
                  </a:lnTo>
                  <a:lnTo>
                    <a:pt x="345751" y="50622"/>
                  </a:lnTo>
                  <a:lnTo>
                    <a:pt x="337893" y="50622"/>
                  </a:lnTo>
                  <a:lnTo>
                    <a:pt x="330035" y="50621"/>
                  </a:lnTo>
                  <a:lnTo>
                    <a:pt x="322177" y="50620"/>
                  </a:lnTo>
                  <a:lnTo>
                    <a:pt x="314319" y="50620"/>
                  </a:lnTo>
                  <a:lnTo>
                    <a:pt x="306461" y="50617"/>
                  </a:lnTo>
                  <a:lnTo>
                    <a:pt x="298603" y="50617"/>
                  </a:lnTo>
                  <a:lnTo>
                    <a:pt x="290745" y="50615"/>
                  </a:lnTo>
                  <a:lnTo>
                    <a:pt x="282887" y="50616"/>
                  </a:lnTo>
                  <a:lnTo>
                    <a:pt x="275029" y="50612"/>
                  </a:lnTo>
                  <a:lnTo>
                    <a:pt x="267171" y="50614"/>
                  </a:lnTo>
                  <a:lnTo>
                    <a:pt x="259313" y="50614"/>
                  </a:lnTo>
                  <a:lnTo>
                    <a:pt x="251455" y="50614"/>
                  </a:lnTo>
                  <a:lnTo>
                    <a:pt x="243597" y="50612"/>
                  </a:lnTo>
                  <a:lnTo>
                    <a:pt x="235739" y="50611"/>
                  </a:lnTo>
                  <a:lnTo>
                    <a:pt x="227881" y="50611"/>
                  </a:lnTo>
                  <a:lnTo>
                    <a:pt x="220023" y="50611"/>
                  </a:lnTo>
                  <a:lnTo>
                    <a:pt x="212165" y="50611"/>
                  </a:lnTo>
                  <a:lnTo>
                    <a:pt x="204307" y="50609"/>
                  </a:lnTo>
                  <a:lnTo>
                    <a:pt x="196449" y="50610"/>
                  </a:lnTo>
                  <a:lnTo>
                    <a:pt x="188591" y="50605"/>
                  </a:lnTo>
                  <a:lnTo>
                    <a:pt x="180733" y="50607"/>
                  </a:lnTo>
                  <a:lnTo>
                    <a:pt x="172875" y="50608"/>
                  </a:lnTo>
                  <a:lnTo>
                    <a:pt x="165017" y="50609"/>
                  </a:lnTo>
                  <a:lnTo>
                    <a:pt x="157159" y="50609"/>
                  </a:lnTo>
                  <a:lnTo>
                    <a:pt x="149301" y="50611"/>
                  </a:lnTo>
                  <a:lnTo>
                    <a:pt x="141443" y="50611"/>
                  </a:lnTo>
                  <a:lnTo>
                    <a:pt x="133585" y="50605"/>
                  </a:lnTo>
                  <a:lnTo>
                    <a:pt x="125727" y="50606"/>
                  </a:lnTo>
                  <a:lnTo>
                    <a:pt x="117869" y="50608"/>
                  </a:lnTo>
                  <a:lnTo>
                    <a:pt x="110011" y="50609"/>
                  </a:lnTo>
                  <a:lnTo>
                    <a:pt x="102153" y="50608"/>
                  </a:lnTo>
                  <a:lnTo>
                    <a:pt x="94295" y="50607"/>
                  </a:lnTo>
                  <a:lnTo>
                    <a:pt x="86437" y="50609"/>
                  </a:lnTo>
                  <a:lnTo>
                    <a:pt x="78579" y="50608"/>
                  </a:lnTo>
                  <a:lnTo>
                    <a:pt x="70721" y="50611"/>
                  </a:lnTo>
                  <a:lnTo>
                    <a:pt x="62863" y="50611"/>
                  </a:lnTo>
                  <a:lnTo>
                    <a:pt x="55005" y="50611"/>
                  </a:lnTo>
                  <a:lnTo>
                    <a:pt x="47147" y="50612"/>
                  </a:lnTo>
                  <a:lnTo>
                    <a:pt x="39289" y="50612"/>
                  </a:lnTo>
                  <a:lnTo>
                    <a:pt x="31431" y="50612"/>
                  </a:lnTo>
                  <a:lnTo>
                    <a:pt x="23573" y="50613"/>
                  </a:lnTo>
                  <a:lnTo>
                    <a:pt x="15715" y="50615"/>
                  </a:lnTo>
                  <a:lnTo>
                    <a:pt x="7857" y="50616"/>
                  </a:lnTo>
                  <a:lnTo>
                    <a:pt x="0" y="50616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6029658" y="4788882"/>
              <a:ext cx="2035220" cy="50178"/>
            </a:xfrm>
            <a:custGeom>
              <a:avLst/>
              <a:pathLst>
                <a:path w="2035220" h="50178">
                  <a:moveTo>
                    <a:pt x="0" y="50139"/>
                  </a:moveTo>
                  <a:lnTo>
                    <a:pt x="7857" y="50142"/>
                  </a:lnTo>
                  <a:lnTo>
                    <a:pt x="15715" y="50153"/>
                  </a:lnTo>
                  <a:lnTo>
                    <a:pt x="23573" y="50155"/>
                  </a:lnTo>
                  <a:lnTo>
                    <a:pt x="31431" y="50157"/>
                  </a:lnTo>
                  <a:lnTo>
                    <a:pt x="39289" y="50159"/>
                  </a:lnTo>
                  <a:lnTo>
                    <a:pt x="47147" y="50162"/>
                  </a:lnTo>
                  <a:lnTo>
                    <a:pt x="55005" y="50164"/>
                  </a:lnTo>
                  <a:lnTo>
                    <a:pt x="62863" y="50165"/>
                  </a:lnTo>
                  <a:lnTo>
                    <a:pt x="70721" y="50170"/>
                  </a:lnTo>
                  <a:lnTo>
                    <a:pt x="78579" y="50174"/>
                  </a:lnTo>
                  <a:lnTo>
                    <a:pt x="86437" y="50173"/>
                  </a:lnTo>
                  <a:lnTo>
                    <a:pt x="94295" y="50176"/>
                  </a:lnTo>
                  <a:lnTo>
                    <a:pt x="102153" y="50177"/>
                  </a:lnTo>
                  <a:lnTo>
                    <a:pt x="110011" y="50177"/>
                  </a:lnTo>
                  <a:lnTo>
                    <a:pt x="117869" y="50178"/>
                  </a:lnTo>
                  <a:lnTo>
                    <a:pt x="125727" y="50178"/>
                  </a:lnTo>
                  <a:lnTo>
                    <a:pt x="133585" y="50176"/>
                  </a:lnTo>
                  <a:lnTo>
                    <a:pt x="141443" y="50176"/>
                  </a:lnTo>
                  <a:lnTo>
                    <a:pt x="149301" y="50177"/>
                  </a:lnTo>
                  <a:lnTo>
                    <a:pt x="157159" y="50177"/>
                  </a:lnTo>
                  <a:lnTo>
                    <a:pt x="165017" y="50175"/>
                  </a:lnTo>
                  <a:lnTo>
                    <a:pt x="172875" y="50172"/>
                  </a:lnTo>
                  <a:lnTo>
                    <a:pt x="180733" y="50169"/>
                  </a:lnTo>
                  <a:lnTo>
                    <a:pt x="188591" y="50169"/>
                  </a:lnTo>
                  <a:lnTo>
                    <a:pt x="196449" y="50167"/>
                  </a:lnTo>
                  <a:lnTo>
                    <a:pt x="204307" y="50166"/>
                  </a:lnTo>
                  <a:lnTo>
                    <a:pt x="212165" y="50164"/>
                  </a:lnTo>
                  <a:lnTo>
                    <a:pt x="220023" y="50162"/>
                  </a:lnTo>
                  <a:lnTo>
                    <a:pt x="227881" y="50160"/>
                  </a:lnTo>
                  <a:lnTo>
                    <a:pt x="235739" y="50155"/>
                  </a:lnTo>
                  <a:lnTo>
                    <a:pt x="243597" y="50151"/>
                  </a:lnTo>
                  <a:lnTo>
                    <a:pt x="251455" y="50145"/>
                  </a:lnTo>
                  <a:lnTo>
                    <a:pt x="259313" y="50142"/>
                  </a:lnTo>
                  <a:lnTo>
                    <a:pt x="267171" y="50139"/>
                  </a:lnTo>
                  <a:lnTo>
                    <a:pt x="275029" y="50134"/>
                  </a:lnTo>
                  <a:lnTo>
                    <a:pt x="282887" y="50130"/>
                  </a:lnTo>
                  <a:lnTo>
                    <a:pt x="290745" y="50125"/>
                  </a:lnTo>
                  <a:lnTo>
                    <a:pt x="298603" y="50119"/>
                  </a:lnTo>
                  <a:lnTo>
                    <a:pt x="306461" y="50113"/>
                  </a:lnTo>
                  <a:lnTo>
                    <a:pt x="314319" y="50104"/>
                  </a:lnTo>
                  <a:lnTo>
                    <a:pt x="322177" y="50095"/>
                  </a:lnTo>
                  <a:lnTo>
                    <a:pt x="330035" y="50087"/>
                  </a:lnTo>
                  <a:lnTo>
                    <a:pt x="337893" y="50078"/>
                  </a:lnTo>
                  <a:lnTo>
                    <a:pt x="345751" y="50070"/>
                  </a:lnTo>
                  <a:lnTo>
                    <a:pt x="353609" y="50062"/>
                  </a:lnTo>
                  <a:lnTo>
                    <a:pt x="361467" y="50051"/>
                  </a:lnTo>
                  <a:lnTo>
                    <a:pt x="369325" y="50042"/>
                  </a:lnTo>
                  <a:lnTo>
                    <a:pt x="377183" y="50034"/>
                  </a:lnTo>
                  <a:lnTo>
                    <a:pt x="385041" y="50023"/>
                  </a:lnTo>
                  <a:lnTo>
                    <a:pt x="392899" y="50016"/>
                  </a:lnTo>
                  <a:lnTo>
                    <a:pt x="400757" y="50006"/>
                  </a:lnTo>
                  <a:lnTo>
                    <a:pt x="408615" y="49998"/>
                  </a:lnTo>
                  <a:lnTo>
                    <a:pt x="416473" y="49989"/>
                  </a:lnTo>
                  <a:lnTo>
                    <a:pt x="424331" y="49977"/>
                  </a:lnTo>
                  <a:lnTo>
                    <a:pt x="432189" y="49970"/>
                  </a:lnTo>
                  <a:lnTo>
                    <a:pt x="440047" y="49961"/>
                  </a:lnTo>
                  <a:lnTo>
                    <a:pt x="447905" y="49947"/>
                  </a:lnTo>
                  <a:lnTo>
                    <a:pt x="455763" y="49936"/>
                  </a:lnTo>
                  <a:lnTo>
                    <a:pt x="463621" y="49924"/>
                  </a:lnTo>
                  <a:lnTo>
                    <a:pt x="471479" y="49915"/>
                  </a:lnTo>
                  <a:lnTo>
                    <a:pt x="479337" y="49904"/>
                  </a:lnTo>
                  <a:lnTo>
                    <a:pt x="487195" y="49893"/>
                  </a:lnTo>
                  <a:lnTo>
                    <a:pt x="495053" y="49887"/>
                  </a:lnTo>
                  <a:lnTo>
                    <a:pt x="502911" y="49873"/>
                  </a:lnTo>
                  <a:lnTo>
                    <a:pt x="510769" y="49860"/>
                  </a:lnTo>
                  <a:lnTo>
                    <a:pt x="518627" y="49848"/>
                  </a:lnTo>
                  <a:lnTo>
                    <a:pt x="526485" y="49836"/>
                  </a:lnTo>
                  <a:lnTo>
                    <a:pt x="534343" y="49818"/>
                  </a:lnTo>
                  <a:lnTo>
                    <a:pt x="542201" y="49798"/>
                  </a:lnTo>
                  <a:lnTo>
                    <a:pt x="550059" y="49785"/>
                  </a:lnTo>
                  <a:lnTo>
                    <a:pt x="557917" y="49772"/>
                  </a:lnTo>
                  <a:lnTo>
                    <a:pt x="565775" y="49753"/>
                  </a:lnTo>
                  <a:lnTo>
                    <a:pt x="573633" y="49730"/>
                  </a:lnTo>
                  <a:lnTo>
                    <a:pt x="581491" y="49715"/>
                  </a:lnTo>
                  <a:lnTo>
                    <a:pt x="589349" y="49700"/>
                  </a:lnTo>
                  <a:lnTo>
                    <a:pt x="597207" y="49686"/>
                  </a:lnTo>
                  <a:lnTo>
                    <a:pt x="605065" y="49669"/>
                  </a:lnTo>
                  <a:lnTo>
                    <a:pt x="612923" y="49641"/>
                  </a:lnTo>
                  <a:lnTo>
                    <a:pt x="620781" y="49618"/>
                  </a:lnTo>
                  <a:lnTo>
                    <a:pt x="628639" y="49603"/>
                  </a:lnTo>
                  <a:lnTo>
                    <a:pt x="636497" y="49585"/>
                  </a:lnTo>
                  <a:lnTo>
                    <a:pt x="644355" y="49556"/>
                  </a:lnTo>
                  <a:lnTo>
                    <a:pt x="652213" y="49525"/>
                  </a:lnTo>
                  <a:lnTo>
                    <a:pt x="660071" y="49493"/>
                  </a:lnTo>
                  <a:lnTo>
                    <a:pt x="667929" y="49462"/>
                  </a:lnTo>
                  <a:lnTo>
                    <a:pt x="675787" y="49439"/>
                  </a:lnTo>
                  <a:lnTo>
                    <a:pt x="683645" y="49416"/>
                  </a:lnTo>
                  <a:lnTo>
                    <a:pt x="691503" y="49402"/>
                  </a:lnTo>
                  <a:lnTo>
                    <a:pt x="699361" y="49391"/>
                  </a:lnTo>
                  <a:lnTo>
                    <a:pt x="707219" y="49364"/>
                  </a:lnTo>
                  <a:lnTo>
                    <a:pt x="715077" y="49344"/>
                  </a:lnTo>
                  <a:lnTo>
                    <a:pt x="722935" y="49327"/>
                  </a:lnTo>
                  <a:lnTo>
                    <a:pt x="730793" y="49300"/>
                  </a:lnTo>
                  <a:lnTo>
                    <a:pt x="738651" y="49274"/>
                  </a:lnTo>
                  <a:lnTo>
                    <a:pt x="746509" y="49246"/>
                  </a:lnTo>
                  <a:lnTo>
                    <a:pt x="754367" y="49210"/>
                  </a:lnTo>
                  <a:lnTo>
                    <a:pt x="762225" y="49174"/>
                  </a:lnTo>
                  <a:lnTo>
                    <a:pt x="770083" y="49138"/>
                  </a:lnTo>
                  <a:lnTo>
                    <a:pt x="777941" y="49099"/>
                  </a:lnTo>
                  <a:lnTo>
                    <a:pt x="785799" y="49060"/>
                  </a:lnTo>
                  <a:lnTo>
                    <a:pt x="793657" y="49021"/>
                  </a:lnTo>
                  <a:lnTo>
                    <a:pt x="801515" y="48988"/>
                  </a:lnTo>
                  <a:lnTo>
                    <a:pt x="809373" y="48952"/>
                  </a:lnTo>
                  <a:lnTo>
                    <a:pt x="817231" y="48918"/>
                  </a:lnTo>
                  <a:lnTo>
                    <a:pt x="825089" y="48885"/>
                  </a:lnTo>
                  <a:lnTo>
                    <a:pt x="832947" y="48851"/>
                  </a:lnTo>
                  <a:lnTo>
                    <a:pt x="840805" y="48817"/>
                  </a:lnTo>
                  <a:lnTo>
                    <a:pt x="848663" y="48782"/>
                  </a:lnTo>
                  <a:lnTo>
                    <a:pt x="856521" y="48741"/>
                  </a:lnTo>
                  <a:lnTo>
                    <a:pt x="864379" y="48692"/>
                  </a:lnTo>
                  <a:lnTo>
                    <a:pt x="872237" y="48649"/>
                  </a:lnTo>
                  <a:lnTo>
                    <a:pt x="880095" y="48609"/>
                  </a:lnTo>
                  <a:lnTo>
                    <a:pt x="887953" y="48569"/>
                  </a:lnTo>
                  <a:lnTo>
                    <a:pt x="895811" y="48528"/>
                  </a:lnTo>
                  <a:lnTo>
                    <a:pt x="903669" y="48484"/>
                  </a:lnTo>
                  <a:lnTo>
                    <a:pt x="911527" y="48443"/>
                  </a:lnTo>
                  <a:lnTo>
                    <a:pt x="919385" y="48399"/>
                  </a:lnTo>
                  <a:lnTo>
                    <a:pt x="927243" y="48355"/>
                  </a:lnTo>
                  <a:lnTo>
                    <a:pt x="935101" y="48309"/>
                  </a:lnTo>
                  <a:lnTo>
                    <a:pt x="942959" y="48260"/>
                  </a:lnTo>
                  <a:lnTo>
                    <a:pt x="950817" y="48206"/>
                  </a:lnTo>
                  <a:lnTo>
                    <a:pt x="958675" y="48151"/>
                  </a:lnTo>
                  <a:lnTo>
                    <a:pt x="966533" y="48095"/>
                  </a:lnTo>
                  <a:lnTo>
                    <a:pt x="974391" y="48037"/>
                  </a:lnTo>
                  <a:lnTo>
                    <a:pt x="982249" y="47978"/>
                  </a:lnTo>
                  <a:lnTo>
                    <a:pt x="990107" y="47918"/>
                  </a:lnTo>
                  <a:lnTo>
                    <a:pt x="997965" y="47857"/>
                  </a:lnTo>
                  <a:lnTo>
                    <a:pt x="1005823" y="47798"/>
                  </a:lnTo>
                  <a:lnTo>
                    <a:pt x="1013681" y="47747"/>
                  </a:lnTo>
                  <a:lnTo>
                    <a:pt x="1021539" y="47695"/>
                  </a:lnTo>
                  <a:lnTo>
                    <a:pt x="1029397" y="47642"/>
                  </a:lnTo>
                  <a:lnTo>
                    <a:pt x="1037254" y="47589"/>
                  </a:lnTo>
                  <a:lnTo>
                    <a:pt x="1045112" y="47535"/>
                  </a:lnTo>
                  <a:lnTo>
                    <a:pt x="1052970" y="47479"/>
                  </a:lnTo>
                  <a:lnTo>
                    <a:pt x="1060828" y="47423"/>
                  </a:lnTo>
                  <a:lnTo>
                    <a:pt x="1068686" y="47359"/>
                  </a:lnTo>
                  <a:lnTo>
                    <a:pt x="1076544" y="47274"/>
                  </a:lnTo>
                  <a:lnTo>
                    <a:pt x="1084402" y="47186"/>
                  </a:lnTo>
                  <a:lnTo>
                    <a:pt x="1092260" y="47118"/>
                  </a:lnTo>
                  <a:lnTo>
                    <a:pt x="1100118" y="47028"/>
                  </a:lnTo>
                  <a:lnTo>
                    <a:pt x="1107976" y="46924"/>
                  </a:lnTo>
                  <a:lnTo>
                    <a:pt x="1115834" y="46817"/>
                  </a:lnTo>
                  <a:lnTo>
                    <a:pt x="1123692" y="46709"/>
                  </a:lnTo>
                  <a:lnTo>
                    <a:pt x="1131550" y="46605"/>
                  </a:lnTo>
                  <a:lnTo>
                    <a:pt x="1139408" y="46499"/>
                  </a:lnTo>
                  <a:lnTo>
                    <a:pt x="1147266" y="46390"/>
                  </a:lnTo>
                  <a:lnTo>
                    <a:pt x="1155124" y="46292"/>
                  </a:lnTo>
                  <a:lnTo>
                    <a:pt x="1162982" y="46175"/>
                  </a:lnTo>
                  <a:lnTo>
                    <a:pt x="1170840" y="46057"/>
                  </a:lnTo>
                  <a:lnTo>
                    <a:pt x="1178698" y="45951"/>
                  </a:lnTo>
                  <a:lnTo>
                    <a:pt x="1186556" y="45844"/>
                  </a:lnTo>
                  <a:lnTo>
                    <a:pt x="1194414" y="45734"/>
                  </a:lnTo>
                  <a:lnTo>
                    <a:pt x="1202272" y="45619"/>
                  </a:lnTo>
                  <a:lnTo>
                    <a:pt x="1210130" y="45488"/>
                  </a:lnTo>
                  <a:lnTo>
                    <a:pt x="1217988" y="45354"/>
                  </a:lnTo>
                  <a:lnTo>
                    <a:pt x="1225846" y="45222"/>
                  </a:lnTo>
                  <a:lnTo>
                    <a:pt x="1233704" y="45111"/>
                  </a:lnTo>
                  <a:lnTo>
                    <a:pt x="1241562" y="44998"/>
                  </a:lnTo>
                  <a:lnTo>
                    <a:pt x="1249420" y="44882"/>
                  </a:lnTo>
                  <a:lnTo>
                    <a:pt x="1257278" y="44756"/>
                  </a:lnTo>
                  <a:lnTo>
                    <a:pt x="1265136" y="44621"/>
                  </a:lnTo>
                  <a:lnTo>
                    <a:pt x="1272994" y="44483"/>
                  </a:lnTo>
                  <a:lnTo>
                    <a:pt x="1280852" y="44342"/>
                  </a:lnTo>
                  <a:lnTo>
                    <a:pt x="1288710" y="44198"/>
                  </a:lnTo>
                  <a:lnTo>
                    <a:pt x="1296568" y="44055"/>
                  </a:lnTo>
                  <a:lnTo>
                    <a:pt x="1304426" y="43920"/>
                  </a:lnTo>
                  <a:lnTo>
                    <a:pt x="1312284" y="43790"/>
                  </a:lnTo>
                  <a:lnTo>
                    <a:pt x="1320142" y="43657"/>
                  </a:lnTo>
                  <a:lnTo>
                    <a:pt x="1328000" y="43521"/>
                  </a:lnTo>
                  <a:lnTo>
                    <a:pt x="1335858" y="43383"/>
                  </a:lnTo>
                  <a:lnTo>
                    <a:pt x="1343716" y="43231"/>
                  </a:lnTo>
                  <a:lnTo>
                    <a:pt x="1351574" y="43065"/>
                  </a:lnTo>
                  <a:lnTo>
                    <a:pt x="1359432" y="42896"/>
                  </a:lnTo>
                  <a:lnTo>
                    <a:pt x="1367290" y="42740"/>
                  </a:lnTo>
                  <a:lnTo>
                    <a:pt x="1375148" y="42582"/>
                  </a:lnTo>
                  <a:lnTo>
                    <a:pt x="1383006" y="42420"/>
                  </a:lnTo>
                  <a:lnTo>
                    <a:pt x="1390864" y="42255"/>
                  </a:lnTo>
                  <a:lnTo>
                    <a:pt x="1398722" y="42086"/>
                  </a:lnTo>
                  <a:lnTo>
                    <a:pt x="1406580" y="41914"/>
                  </a:lnTo>
                  <a:lnTo>
                    <a:pt x="1414438" y="41739"/>
                  </a:lnTo>
                  <a:lnTo>
                    <a:pt x="1422296" y="41561"/>
                  </a:lnTo>
                  <a:lnTo>
                    <a:pt x="1430154" y="41378"/>
                  </a:lnTo>
                  <a:lnTo>
                    <a:pt x="1438012" y="41192"/>
                  </a:lnTo>
                  <a:lnTo>
                    <a:pt x="1445870" y="41003"/>
                  </a:lnTo>
                  <a:lnTo>
                    <a:pt x="1453728" y="40809"/>
                  </a:lnTo>
                  <a:lnTo>
                    <a:pt x="1461586" y="40612"/>
                  </a:lnTo>
                  <a:lnTo>
                    <a:pt x="1469444" y="40411"/>
                  </a:lnTo>
                  <a:lnTo>
                    <a:pt x="1477302" y="40206"/>
                  </a:lnTo>
                  <a:lnTo>
                    <a:pt x="1485160" y="39997"/>
                  </a:lnTo>
                  <a:lnTo>
                    <a:pt x="1493018" y="39783"/>
                  </a:lnTo>
                  <a:lnTo>
                    <a:pt x="1500876" y="39565"/>
                  </a:lnTo>
                  <a:lnTo>
                    <a:pt x="1508734" y="39343"/>
                  </a:lnTo>
                  <a:lnTo>
                    <a:pt x="1516592" y="39117"/>
                  </a:lnTo>
                  <a:lnTo>
                    <a:pt x="1524450" y="38886"/>
                  </a:lnTo>
                  <a:lnTo>
                    <a:pt x="1532308" y="38651"/>
                  </a:lnTo>
                  <a:lnTo>
                    <a:pt x="1540166" y="38411"/>
                  </a:lnTo>
                  <a:lnTo>
                    <a:pt x="1548024" y="38166"/>
                  </a:lnTo>
                  <a:lnTo>
                    <a:pt x="1555882" y="37916"/>
                  </a:lnTo>
                  <a:lnTo>
                    <a:pt x="1563740" y="37626"/>
                  </a:lnTo>
                  <a:lnTo>
                    <a:pt x="1571598" y="37292"/>
                  </a:lnTo>
                  <a:lnTo>
                    <a:pt x="1579456" y="36949"/>
                  </a:lnTo>
                  <a:lnTo>
                    <a:pt x="1587314" y="36598"/>
                  </a:lnTo>
                  <a:lnTo>
                    <a:pt x="1595172" y="36238"/>
                  </a:lnTo>
                  <a:lnTo>
                    <a:pt x="1603030" y="35868"/>
                  </a:lnTo>
                  <a:lnTo>
                    <a:pt x="1610888" y="35488"/>
                  </a:lnTo>
                  <a:lnTo>
                    <a:pt x="1618746" y="35099"/>
                  </a:lnTo>
                  <a:lnTo>
                    <a:pt x="1626604" y="34700"/>
                  </a:lnTo>
                  <a:lnTo>
                    <a:pt x="1634462" y="34291"/>
                  </a:lnTo>
                  <a:lnTo>
                    <a:pt x="1642320" y="33871"/>
                  </a:lnTo>
                  <a:lnTo>
                    <a:pt x="1650178" y="33440"/>
                  </a:lnTo>
                  <a:lnTo>
                    <a:pt x="1658036" y="32999"/>
                  </a:lnTo>
                  <a:lnTo>
                    <a:pt x="1665894" y="32546"/>
                  </a:lnTo>
                  <a:lnTo>
                    <a:pt x="1673752" y="32081"/>
                  </a:lnTo>
                  <a:lnTo>
                    <a:pt x="1681610" y="31605"/>
                  </a:lnTo>
                  <a:lnTo>
                    <a:pt x="1689468" y="31128"/>
                  </a:lnTo>
                  <a:lnTo>
                    <a:pt x="1697326" y="30696"/>
                  </a:lnTo>
                  <a:lnTo>
                    <a:pt x="1705184" y="30254"/>
                  </a:lnTo>
                  <a:lnTo>
                    <a:pt x="1713042" y="29802"/>
                  </a:lnTo>
                  <a:lnTo>
                    <a:pt x="1720900" y="29343"/>
                  </a:lnTo>
                  <a:lnTo>
                    <a:pt x="1728758" y="28874"/>
                  </a:lnTo>
                  <a:lnTo>
                    <a:pt x="1736616" y="28395"/>
                  </a:lnTo>
                  <a:lnTo>
                    <a:pt x="1744474" y="27843"/>
                  </a:lnTo>
                  <a:lnTo>
                    <a:pt x="1752332" y="27273"/>
                  </a:lnTo>
                  <a:lnTo>
                    <a:pt x="1760190" y="26698"/>
                  </a:lnTo>
                  <a:lnTo>
                    <a:pt x="1768048" y="26183"/>
                  </a:lnTo>
                  <a:lnTo>
                    <a:pt x="1775906" y="25657"/>
                  </a:lnTo>
                  <a:lnTo>
                    <a:pt x="1783764" y="25121"/>
                  </a:lnTo>
                  <a:lnTo>
                    <a:pt x="1791622" y="24576"/>
                  </a:lnTo>
                  <a:lnTo>
                    <a:pt x="1799480" y="24020"/>
                  </a:lnTo>
                  <a:lnTo>
                    <a:pt x="1807338" y="23452"/>
                  </a:lnTo>
                  <a:lnTo>
                    <a:pt x="1815196" y="22873"/>
                  </a:lnTo>
                  <a:lnTo>
                    <a:pt x="1823054" y="22281"/>
                  </a:lnTo>
                  <a:lnTo>
                    <a:pt x="1830912" y="21698"/>
                  </a:lnTo>
                  <a:lnTo>
                    <a:pt x="1838770" y="21132"/>
                  </a:lnTo>
                  <a:lnTo>
                    <a:pt x="1846628" y="20504"/>
                  </a:lnTo>
                  <a:lnTo>
                    <a:pt x="1854486" y="19847"/>
                  </a:lnTo>
                  <a:lnTo>
                    <a:pt x="1862344" y="19175"/>
                  </a:lnTo>
                  <a:lnTo>
                    <a:pt x="1870202" y="18490"/>
                  </a:lnTo>
                  <a:lnTo>
                    <a:pt x="1878060" y="17789"/>
                  </a:lnTo>
                  <a:lnTo>
                    <a:pt x="1885918" y="17074"/>
                  </a:lnTo>
                  <a:lnTo>
                    <a:pt x="1893776" y="16358"/>
                  </a:lnTo>
                  <a:lnTo>
                    <a:pt x="1901634" y="15630"/>
                  </a:lnTo>
                  <a:lnTo>
                    <a:pt x="1909492" y="14886"/>
                  </a:lnTo>
                  <a:lnTo>
                    <a:pt x="1917350" y="14128"/>
                  </a:lnTo>
                  <a:lnTo>
                    <a:pt x="1925208" y="13353"/>
                  </a:lnTo>
                  <a:lnTo>
                    <a:pt x="1933066" y="12563"/>
                  </a:lnTo>
                  <a:lnTo>
                    <a:pt x="1940924" y="11757"/>
                  </a:lnTo>
                  <a:lnTo>
                    <a:pt x="1948782" y="10934"/>
                  </a:lnTo>
                  <a:lnTo>
                    <a:pt x="1956640" y="10094"/>
                  </a:lnTo>
                  <a:lnTo>
                    <a:pt x="1964498" y="9238"/>
                  </a:lnTo>
                  <a:lnTo>
                    <a:pt x="1972356" y="8363"/>
                  </a:lnTo>
                  <a:lnTo>
                    <a:pt x="1980214" y="7472"/>
                  </a:lnTo>
                  <a:lnTo>
                    <a:pt x="1988072" y="6562"/>
                  </a:lnTo>
                  <a:lnTo>
                    <a:pt x="1995930" y="5543"/>
                  </a:lnTo>
                  <a:lnTo>
                    <a:pt x="2003788" y="4485"/>
                  </a:lnTo>
                  <a:lnTo>
                    <a:pt x="2011646" y="3403"/>
                  </a:lnTo>
                  <a:lnTo>
                    <a:pt x="2019504" y="2294"/>
                  </a:lnTo>
                  <a:lnTo>
                    <a:pt x="2027362" y="1159"/>
                  </a:lnTo>
                  <a:lnTo>
                    <a:pt x="20352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6029658" y="4839487"/>
              <a:ext cx="2035220" cy="153"/>
            </a:xfrm>
            <a:custGeom>
              <a:avLst/>
              <a:pathLst>
                <a:path w="2035220" h="153">
                  <a:moveTo>
                    <a:pt x="2035220" y="153"/>
                  </a:moveTo>
                  <a:lnTo>
                    <a:pt x="2027362" y="152"/>
                  </a:lnTo>
                  <a:lnTo>
                    <a:pt x="2019504" y="152"/>
                  </a:lnTo>
                  <a:lnTo>
                    <a:pt x="2011646" y="152"/>
                  </a:lnTo>
                  <a:lnTo>
                    <a:pt x="2003788" y="152"/>
                  </a:lnTo>
                  <a:lnTo>
                    <a:pt x="1995930" y="151"/>
                  </a:lnTo>
                  <a:lnTo>
                    <a:pt x="1988072" y="151"/>
                  </a:lnTo>
                  <a:lnTo>
                    <a:pt x="1980214" y="151"/>
                  </a:lnTo>
                  <a:lnTo>
                    <a:pt x="1972356" y="150"/>
                  </a:lnTo>
                  <a:lnTo>
                    <a:pt x="1964498" y="150"/>
                  </a:lnTo>
                  <a:lnTo>
                    <a:pt x="1956640" y="150"/>
                  </a:lnTo>
                  <a:lnTo>
                    <a:pt x="1948782" y="150"/>
                  </a:lnTo>
                  <a:lnTo>
                    <a:pt x="1940924" y="150"/>
                  </a:lnTo>
                  <a:lnTo>
                    <a:pt x="1933066" y="150"/>
                  </a:lnTo>
                  <a:lnTo>
                    <a:pt x="1925208" y="150"/>
                  </a:lnTo>
                  <a:lnTo>
                    <a:pt x="1917350" y="150"/>
                  </a:lnTo>
                  <a:lnTo>
                    <a:pt x="1909492" y="150"/>
                  </a:lnTo>
                  <a:lnTo>
                    <a:pt x="1901634" y="150"/>
                  </a:lnTo>
                  <a:lnTo>
                    <a:pt x="1893776" y="149"/>
                  </a:lnTo>
                  <a:lnTo>
                    <a:pt x="1885918" y="149"/>
                  </a:lnTo>
                  <a:lnTo>
                    <a:pt x="1878060" y="149"/>
                  </a:lnTo>
                  <a:lnTo>
                    <a:pt x="1870202" y="149"/>
                  </a:lnTo>
                  <a:lnTo>
                    <a:pt x="1862344" y="149"/>
                  </a:lnTo>
                  <a:lnTo>
                    <a:pt x="1854486" y="149"/>
                  </a:lnTo>
                  <a:lnTo>
                    <a:pt x="1846628" y="149"/>
                  </a:lnTo>
                  <a:lnTo>
                    <a:pt x="1838770" y="149"/>
                  </a:lnTo>
                  <a:lnTo>
                    <a:pt x="1830912" y="149"/>
                  </a:lnTo>
                  <a:lnTo>
                    <a:pt x="1823054" y="149"/>
                  </a:lnTo>
                  <a:lnTo>
                    <a:pt x="1815196" y="149"/>
                  </a:lnTo>
                  <a:lnTo>
                    <a:pt x="1807338" y="149"/>
                  </a:lnTo>
                  <a:lnTo>
                    <a:pt x="1799480" y="149"/>
                  </a:lnTo>
                  <a:lnTo>
                    <a:pt x="1791622" y="148"/>
                  </a:lnTo>
                  <a:lnTo>
                    <a:pt x="1783764" y="148"/>
                  </a:lnTo>
                  <a:lnTo>
                    <a:pt x="1775906" y="148"/>
                  </a:lnTo>
                  <a:lnTo>
                    <a:pt x="1768048" y="148"/>
                  </a:lnTo>
                  <a:lnTo>
                    <a:pt x="1760190" y="148"/>
                  </a:lnTo>
                  <a:lnTo>
                    <a:pt x="1752332" y="148"/>
                  </a:lnTo>
                  <a:lnTo>
                    <a:pt x="1744474" y="148"/>
                  </a:lnTo>
                  <a:lnTo>
                    <a:pt x="1736616" y="148"/>
                  </a:lnTo>
                  <a:lnTo>
                    <a:pt x="1728758" y="147"/>
                  </a:lnTo>
                  <a:lnTo>
                    <a:pt x="1720900" y="146"/>
                  </a:lnTo>
                  <a:lnTo>
                    <a:pt x="1713042" y="146"/>
                  </a:lnTo>
                  <a:lnTo>
                    <a:pt x="1705184" y="145"/>
                  </a:lnTo>
                  <a:lnTo>
                    <a:pt x="1697326" y="145"/>
                  </a:lnTo>
                  <a:lnTo>
                    <a:pt x="1689468" y="144"/>
                  </a:lnTo>
                  <a:lnTo>
                    <a:pt x="1681610" y="143"/>
                  </a:lnTo>
                  <a:lnTo>
                    <a:pt x="1673752" y="143"/>
                  </a:lnTo>
                  <a:lnTo>
                    <a:pt x="1665894" y="142"/>
                  </a:lnTo>
                  <a:lnTo>
                    <a:pt x="1658036" y="142"/>
                  </a:lnTo>
                  <a:lnTo>
                    <a:pt x="1650178" y="142"/>
                  </a:lnTo>
                  <a:lnTo>
                    <a:pt x="1642320" y="142"/>
                  </a:lnTo>
                  <a:lnTo>
                    <a:pt x="1634462" y="141"/>
                  </a:lnTo>
                  <a:lnTo>
                    <a:pt x="1626604" y="141"/>
                  </a:lnTo>
                  <a:lnTo>
                    <a:pt x="1618746" y="141"/>
                  </a:lnTo>
                  <a:lnTo>
                    <a:pt x="1610888" y="140"/>
                  </a:lnTo>
                  <a:lnTo>
                    <a:pt x="1603030" y="140"/>
                  </a:lnTo>
                  <a:lnTo>
                    <a:pt x="1595172" y="140"/>
                  </a:lnTo>
                  <a:lnTo>
                    <a:pt x="1587314" y="140"/>
                  </a:lnTo>
                  <a:lnTo>
                    <a:pt x="1579456" y="139"/>
                  </a:lnTo>
                  <a:lnTo>
                    <a:pt x="1571598" y="139"/>
                  </a:lnTo>
                  <a:lnTo>
                    <a:pt x="1563740" y="139"/>
                  </a:lnTo>
                  <a:lnTo>
                    <a:pt x="1555882" y="138"/>
                  </a:lnTo>
                  <a:lnTo>
                    <a:pt x="1548024" y="138"/>
                  </a:lnTo>
                  <a:lnTo>
                    <a:pt x="1540166" y="137"/>
                  </a:lnTo>
                  <a:lnTo>
                    <a:pt x="1532308" y="137"/>
                  </a:lnTo>
                  <a:lnTo>
                    <a:pt x="1524450" y="137"/>
                  </a:lnTo>
                  <a:lnTo>
                    <a:pt x="1516592" y="136"/>
                  </a:lnTo>
                  <a:lnTo>
                    <a:pt x="1508734" y="136"/>
                  </a:lnTo>
                  <a:lnTo>
                    <a:pt x="1500876" y="136"/>
                  </a:lnTo>
                  <a:lnTo>
                    <a:pt x="1493018" y="136"/>
                  </a:lnTo>
                  <a:lnTo>
                    <a:pt x="1485160" y="136"/>
                  </a:lnTo>
                  <a:lnTo>
                    <a:pt x="1477302" y="137"/>
                  </a:lnTo>
                  <a:lnTo>
                    <a:pt x="1469444" y="136"/>
                  </a:lnTo>
                  <a:lnTo>
                    <a:pt x="1461586" y="136"/>
                  </a:lnTo>
                  <a:lnTo>
                    <a:pt x="1453728" y="135"/>
                  </a:lnTo>
                  <a:lnTo>
                    <a:pt x="1445870" y="134"/>
                  </a:lnTo>
                  <a:lnTo>
                    <a:pt x="1438012" y="134"/>
                  </a:lnTo>
                  <a:lnTo>
                    <a:pt x="1430154" y="133"/>
                  </a:lnTo>
                  <a:lnTo>
                    <a:pt x="1422296" y="133"/>
                  </a:lnTo>
                  <a:lnTo>
                    <a:pt x="1414438" y="133"/>
                  </a:lnTo>
                  <a:lnTo>
                    <a:pt x="1406580" y="132"/>
                  </a:lnTo>
                  <a:lnTo>
                    <a:pt x="1398722" y="132"/>
                  </a:lnTo>
                  <a:lnTo>
                    <a:pt x="1390864" y="132"/>
                  </a:lnTo>
                  <a:lnTo>
                    <a:pt x="1383006" y="132"/>
                  </a:lnTo>
                  <a:lnTo>
                    <a:pt x="1375148" y="132"/>
                  </a:lnTo>
                  <a:lnTo>
                    <a:pt x="1367290" y="131"/>
                  </a:lnTo>
                  <a:lnTo>
                    <a:pt x="1359432" y="131"/>
                  </a:lnTo>
                  <a:lnTo>
                    <a:pt x="1351574" y="131"/>
                  </a:lnTo>
                  <a:lnTo>
                    <a:pt x="1343716" y="131"/>
                  </a:lnTo>
                  <a:lnTo>
                    <a:pt x="1335858" y="131"/>
                  </a:lnTo>
                  <a:lnTo>
                    <a:pt x="1328000" y="131"/>
                  </a:lnTo>
                  <a:lnTo>
                    <a:pt x="1320142" y="131"/>
                  </a:lnTo>
                  <a:lnTo>
                    <a:pt x="1312284" y="130"/>
                  </a:lnTo>
                  <a:lnTo>
                    <a:pt x="1304426" y="129"/>
                  </a:lnTo>
                  <a:lnTo>
                    <a:pt x="1296568" y="129"/>
                  </a:lnTo>
                  <a:lnTo>
                    <a:pt x="1288710" y="129"/>
                  </a:lnTo>
                  <a:lnTo>
                    <a:pt x="1280852" y="129"/>
                  </a:lnTo>
                  <a:lnTo>
                    <a:pt x="1272994" y="128"/>
                  </a:lnTo>
                  <a:lnTo>
                    <a:pt x="1265136" y="128"/>
                  </a:lnTo>
                  <a:lnTo>
                    <a:pt x="1257278" y="128"/>
                  </a:lnTo>
                  <a:lnTo>
                    <a:pt x="1249420" y="127"/>
                  </a:lnTo>
                  <a:lnTo>
                    <a:pt x="1241562" y="127"/>
                  </a:lnTo>
                  <a:lnTo>
                    <a:pt x="1233704" y="127"/>
                  </a:lnTo>
                  <a:lnTo>
                    <a:pt x="1225846" y="127"/>
                  </a:lnTo>
                  <a:lnTo>
                    <a:pt x="1217988" y="127"/>
                  </a:lnTo>
                  <a:lnTo>
                    <a:pt x="1210130" y="126"/>
                  </a:lnTo>
                  <a:lnTo>
                    <a:pt x="1202272" y="126"/>
                  </a:lnTo>
                  <a:lnTo>
                    <a:pt x="1194414" y="125"/>
                  </a:lnTo>
                  <a:lnTo>
                    <a:pt x="1186556" y="125"/>
                  </a:lnTo>
                  <a:lnTo>
                    <a:pt x="1178698" y="124"/>
                  </a:lnTo>
                  <a:lnTo>
                    <a:pt x="1170840" y="124"/>
                  </a:lnTo>
                  <a:lnTo>
                    <a:pt x="1162982" y="124"/>
                  </a:lnTo>
                  <a:lnTo>
                    <a:pt x="1155124" y="123"/>
                  </a:lnTo>
                  <a:lnTo>
                    <a:pt x="1147266" y="123"/>
                  </a:lnTo>
                  <a:lnTo>
                    <a:pt x="1139408" y="122"/>
                  </a:lnTo>
                  <a:lnTo>
                    <a:pt x="1131550" y="122"/>
                  </a:lnTo>
                  <a:lnTo>
                    <a:pt x="1123692" y="121"/>
                  </a:lnTo>
                  <a:lnTo>
                    <a:pt x="1115834" y="121"/>
                  </a:lnTo>
                  <a:lnTo>
                    <a:pt x="1107976" y="120"/>
                  </a:lnTo>
                  <a:lnTo>
                    <a:pt x="1100118" y="120"/>
                  </a:lnTo>
                  <a:lnTo>
                    <a:pt x="1092260" y="119"/>
                  </a:lnTo>
                  <a:lnTo>
                    <a:pt x="1084402" y="119"/>
                  </a:lnTo>
                  <a:lnTo>
                    <a:pt x="1076544" y="118"/>
                  </a:lnTo>
                  <a:lnTo>
                    <a:pt x="1068686" y="117"/>
                  </a:lnTo>
                  <a:lnTo>
                    <a:pt x="1060828" y="117"/>
                  </a:lnTo>
                  <a:lnTo>
                    <a:pt x="1052970" y="116"/>
                  </a:lnTo>
                  <a:lnTo>
                    <a:pt x="1045112" y="115"/>
                  </a:lnTo>
                  <a:lnTo>
                    <a:pt x="1037254" y="114"/>
                  </a:lnTo>
                  <a:lnTo>
                    <a:pt x="1029397" y="114"/>
                  </a:lnTo>
                  <a:lnTo>
                    <a:pt x="1021539" y="113"/>
                  </a:lnTo>
                  <a:lnTo>
                    <a:pt x="1013681" y="112"/>
                  </a:lnTo>
                  <a:lnTo>
                    <a:pt x="1005823" y="111"/>
                  </a:lnTo>
                  <a:lnTo>
                    <a:pt x="997965" y="110"/>
                  </a:lnTo>
                  <a:lnTo>
                    <a:pt x="990107" y="109"/>
                  </a:lnTo>
                  <a:lnTo>
                    <a:pt x="982249" y="108"/>
                  </a:lnTo>
                  <a:lnTo>
                    <a:pt x="974391" y="107"/>
                  </a:lnTo>
                  <a:lnTo>
                    <a:pt x="966533" y="106"/>
                  </a:lnTo>
                  <a:lnTo>
                    <a:pt x="958675" y="105"/>
                  </a:lnTo>
                  <a:lnTo>
                    <a:pt x="950817" y="105"/>
                  </a:lnTo>
                  <a:lnTo>
                    <a:pt x="942959" y="104"/>
                  </a:lnTo>
                  <a:lnTo>
                    <a:pt x="935101" y="103"/>
                  </a:lnTo>
                  <a:lnTo>
                    <a:pt x="927243" y="103"/>
                  </a:lnTo>
                  <a:lnTo>
                    <a:pt x="919385" y="102"/>
                  </a:lnTo>
                  <a:lnTo>
                    <a:pt x="911527" y="101"/>
                  </a:lnTo>
                  <a:lnTo>
                    <a:pt x="903669" y="100"/>
                  </a:lnTo>
                  <a:lnTo>
                    <a:pt x="895811" y="100"/>
                  </a:lnTo>
                  <a:lnTo>
                    <a:pt x="887953" y="99"/>
                  </a:lnTo>
                  <a:lnTo>
                    <a:pt x="880095" y="98"/>
                  </a:lnTo>
                  <a:lnTo>
                    <a:pt x="872237" y="97"/>
                  </a:lnTo>
                  <a:lnTo>
                    <a:pt x="864379" y="96"/>
                  </a:lnTo>
                  <a:lnTo>
                    <a:pt x="856521" y="95"/>
                  </a:lnTo>
                  <a:lnTo>
                    <a:pt x="848663" y="94"/>
                  </a:lnTo>
                  <a:lnTo>
                    <a:pt x="840805" y="93"/>
                  </a:lnTo>
                  <a:lnTo>
                    <a:pt x="832947" y="92"/>
                  </a:lnTo>
                  <a:lnTo>
                    <a:pt x="825089" y="91"/>
                  </a:lnTo>
                  <a:lnTo>
                    <a:pt x="817231" y="91"/>
                  </a:lnTo>
                  <a:lnTo>
                    <a:pt x="809373" y="90"/>
                  </a:lnTo>
                  <a:lnTo>
                    <a:pt x="801515" y="89"/>
                  </a:lnTo>
                  <a:lnTo>
                    <a:pt x="793657" y="88"/>
                  </a:lnTo>
                  <a:lnTo>
                    <a:pt x="785799" y="87"/>
                  </a:lnTo>
                  <a:lnTo>
                    <a:pt x="777941" y="86"/>
                  </a:lnTo>
                  <a:lnTo>
                    <a:pt x="770083" y="85"/>
                  </a:lnTo>
                  <a:lnTo>
                    <a:pt x="762225" y="84"/>
                  </a:lnTo>
                  <a:lnTo>
                    <a:pt x="754367" y="82"/>
                  </a:lnTo>
                  <a:lnTo>
                    <a:pt x="746509" y="81"/>
                  </a:lnTo>
                  <a:lnTo>
                    <a:pt x="738651" y="80"/>
                  </a:lnTo>
                  <a:lnTo>
                    <a:pt x="730793" y="78"/>
                  </a:lnTo>
                  <a:lnTo>
                    <a:pt x="722935" y="77"/>
                  </a:lnTo>
                  <a:lnTo>
                    <a:pt x="715077" y="76"/>
                  </a:lnTo>
                  <a:lnTo>
                    <a:pt x="707219" y="74"/>
                  </a:lnTo>
                  <a:lnTo>
                    <a:pt x="699361" y="73"/>
                  </a:lnTo>
                  <a:lnTo>
                    <a:pt x="691503" y="72"/>
                  </a:lnTo>
                  <a:lnTo>
                    <a:pt x="683645" y="73"/>
                  </a:lnTo>
                  <a:lnTo>
                    <a:pt x="675787" y="72"/>
                  </a:lnTo>
                  <a:lnTo>
                    <a:pt x="667929" y="71"/>
                  </a:lnTo>
                  <a:lnTo>
                    <a:pt x="660071" y="70"/>
                  </a:lnTo>
                  <a:lnTo>
                    <a:pt x="652213" y="69"/>
                  </a:lnTo>
                  <a:lnTo>
                    <a:pt x="644355" y="68"/>
                  </a:lnTo>
                  <a:lnTo>
                    <a:pt x="636497" y="67"/>
                  </a:lnTo>
                  <a:lnTo>
                    <a:pt x="628639" y="65"/>
                  </a:lnTo>
                  <a:lnTo>
                    <a:pt x="620781" y="64"/>
                  </a:lnTo>
                  <a:lnTo>
                    <a:pt x="612923" y="63"/>
                  </a:lnTo>
                  <a:lnTo>
                    <a:pt x="605065" y="61"/>
                  </a:lnTo>
                  <a:lnTo>
                    <a:pt x="597207" y="60"/>
                  </a:lnTo>
                  <a:lnTo>
                    <a:pt x="589349" y="58"/>
                  </a:lnTo>
                  <a:lnTo>
                    <a:pt x="581491" y="57"/>
                  </a:lnTo>
                  <a:lnTo>
                    <a:pt x="573633" y="55"/>
                  </a:lnTo>
                  <a:lnTo>
                    <a:pt x="565775" y="54"/>
                  </a:lnTo>
                  <a:lnTo>
                    <a:pt x="557917" y="52"/>
                  </a:lnTo>
                  <a:lnTo>
                    <a:pt x="550059" y="51"/>
                  </a:lnTo>
                  <a:lnTo>
                    <a:pt x="542201" y="49"/>
                  </a:lnTo>
                  <a:lnTo>
                    <a:pt x="534343" y="48"/>
                  </a:lnTo>
                  <a:lnTo>
                    <a:pt x="526485" y="48"/>
                  </a:lnTo>
                  <a:lnTo>
                    <a:pt x="518627" y="48"/>
                  </a:lnTo>
                  <a:lnTo>
                    <a:pt x="510769" y="47"/>
                  </a:lnTo>
                  <a:lnTo>
                    <a:pt x="502911" y="44"/>
                  </a:lnTo>
                  <a:lnTo>
                    <a:pt x="495053" y="41"/>
                  </a:lnTo>
                  <a:lnTo>
                    <a:pt x="487195" y="40"/>
                  </a:lnTo>
                  <a:lnTo>
                    <a:pt x="479337" y="40"/>
                  </a:lnTo>
                  <a:lnTo>
                    <a:pt x="471479" y="40"/>
                  </a:lnTo>
                  <a:lnTo>
                    <a:pt x="463621" y="40"/>
                  </a:lnTo>
                  <a:lnTo>
                    <a:pt x="455763" y="40"/>
                  </a:lnTo>
                  <a:lnTo>
                    <a:pt x="447905" y="38"/>
                  </a:lnTo>
                  <a:lnTo>
                    <a:pt x="440047" y="35"/>
                  </a:lnTo>
                  <a:lnTo>
                    <a:pt x="432189" y="32"/>
                  </a:lnTo>
                  <a:lnTo>
                    <a:pt x="424331" y="29"/>
                  </a:lnTo>
                  <a:lnTo>
                    <a:pt x="416473" y="28"/>
                  </a:lnTo>
                  <a:lnTo>
                    <a:pt x="408615" y="27"/>
                  </a:lnTo>
                  <a:lnTo>
                    <a:pt x="400757" y="24"/>
                  </a:lnTo>
                  <a:lnTo>
                    <a:pt x="392899" y="23"/>
                  </a:lnTo>
                  <a:lnTo>
                    <a:pt x="385041" y="22"/>
                  </a:lnTo>
                  <a:lnTo>
                    <a:pt x="377183" y="20"/>
                  </a:lnTo>
                  <a:lnTo>
                    <a:pt x="369325" y="18"/>
                  </a:lnTo>
                  <a:lnTo>
                    <a:pt x="361467" y="18"/>
                  </a:lnTo>
                  <a:lnTo>
                    <a:pt x="353609" y="17"/>
                  </a:lnTo>
                  <a:lnTo>
                    <a:pt x="345751" y="17"/>
                  </a:lnTo>
                  <a:lnTo>
                    <a:pt x="337893" y="17"/>
                  </a:lnTo>
                  <a:lnTo>
                    <a:pt x="330035" y="16"/>
                  </a:lnTo>
                  <a:lnTo>
                    <a:pt x="322177" y="15"/>
                  </a:lnTo>
                  <a:lnTo>
                    <a:pt x="314319" y="15"/>
                  </a:lnTo>
                  <a:lnTo>
                    <a:pt x="306461" y="12"/>
                  </a:lnTo>
                  <a:lnTo>
                    <a:pt x="298603" y="12"/>
                  </a:lnTo>
                  <a:lnTo>
                    <a:pt x="290745" y="10"/>
                  </a:lnTo>
                  <a:lnTo>
                    <a:pt x="282887" y="10"/>
                  </a:lnTo>
                  <a:lnTo>
                    <a:pt x="275029" y="7"/>
                  </a:lnTo>
                  <a:lnTo>
                    <a:pt x="267171" y="9"/>
                  </a:lnTo>
                  <a:lnTo>
                    <a:pt x="259313" y="9"/>
                  </a:lnTo>
                  <a:lnTo>
                    <a:pt x="251455" y="8"/>
                  </a:lnTo>
                  <a:lnTo>
                    <a:pt x="243597" y="7"/>
                  </a:lnTo>
                  <a:lnTo>
                    <a:pt x="235739" y="6"/>
                  </a:lnTo>
                  <a:lnTo>
                    <a:pt x="227881" y="6"/>
                  </a:lnTo>
                  <a:lnTo>
                    <a:pt x="220023" y="6"/>
                  </a:lnTo>
                  <a:lnTo>
                    <a:pt x="212165" y="6"/>
                  </a:lnTo>
                  <a:lnTo>
                    <a:pt x="204307" y="4"/>
                  </a:lnTo>
                  <a:lnTo>
                    <a:pt x="196449" y="4"/>
                  </a:lnTo>
                  <a:lnTo>
                    <a:pt x="188591" y="0"/>
                  </a:lnTo>
                  <a:lnTo>
                    <a:pt x="180733" y="1"/>
                  </a:lnTo>
                  <a:lnTo>
                    <a:pt x="172875" y="3"/>
                  </a:lnTo>
                  <a:lnTo>
                    <a:pt x="165017" y="3"/>
                  </a:lnTo>
                  <a:lnTo>
                    <a:pt x="157159" y="4"/>
                  </a:lnTo>
                  <a:lnTo>
                    <a:pt x="149301" y="5"/>
                  </a:lnTo>
                  <a:lnTo>
                    <a:pt x="141443" y="6"/>
                  </a:lnTo>
                  <a:lnTo>
                    <a:pt x="133585" y="0"/>
                  </a:lnTo>
                  <a:lnTo>
                    <a:pt x="125727" y="1"/>
                  </a:lnTo>
                  <a:lnTo>
                    <a:pt x="117869" y="2"/>
                  </a:lnTo>
                  <a:lnTo>
                    <a:pt x="110011" y="4"/>
                  </a:lnTo>
                  <a:lnTo>
                    <a:pt x="102153" y="3"/>
                  </a:lnTo>
                  <a:lnTo>
                    <a:pt x="94295" y="2"/>
                  </a:lnTo>
                  <a:lnTo>
                    <a:pt x="86437" y="4"/>
                  </a:lnTo>
                  <a:lnTo>
                    <a:pt x="78579" y="3"/>
                  </a:lnTo>
                  <a:lnTo>
                    <a:pt x="70721" y="6"/>
                  </a:lnTo>
                  <a:lnTo>
                    <a:pt x="62863" y="5"/>
                  </a:lnTo>
                  <a:lnTo>
                    <a:pt x="55005" y="6"/>
                  </a:lnTo>
                  <a:lnTo>
                    <a:pt x="47147" y="6"/>
                  </a:lnTo>
                  <a:lnTo>
                    <a:pt x="39289" y="6"/>
                  </a:lnTo>
                  <a:lnTo>
                    <a:pt x="31431" y="6"/>
                  </a:lnTo>
                  <a:lnTo>
                    <a:pt x="23573" y="8"/>
                  </a:lnTo>
                  <a:lnTo>
                    <a:pt x="15715" y="10"/>
                  </a:lnTo>
                  <a:lnTo>
                    <a:pt x="7857" y="10"/>
                  </a:lnTo>
                  <a:lnTo>
                    <a:pt x="0" y="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6029658" y="4834339"/>
              <a:ext cx="2035220" cy="4908"/>
            </a:xfrm>
            <a:custGeom>
              <a:avLst/>
              <a:pathLst>
                <a:path w="2035220" h="4908">
                  <a:moveTo>
                    <a:pt x="0" y="4908"/>
                  </a:moveTo>
                  <a:lnTo>
                    <a:pt x="7857" y="4906"/>
                  </a:lnTo>
                  <a:lnTo>
                    <a:pt x="15715" y="4904"/>
                  </a:lnTo>
                  <a:lnTo>
                    <a:pt x="23573" y="4902"/>
                  </a:lnTo>
                  <a:lnTo>
                    <a:pt x="31431" y="4899"/>
                  </a:lnTo>
                  <a:lnTo>
                    <a:pt x="39289" y="4897"/>
                  </a:lnTo>
                  <a:lnTo>
                    <a:pt x="47147" y="4895"/>
                  </a:lnTo>
                  <a:lnTo>
                    <a:pt x="55005" y="4892"/>
                  </a:lnTo>
                  <a:lnTo>
                    <a:pt x="62863" y="4889"/>
                  </a:lnTo>
                  <a:lnTo>
                    <a:pt x="70721" y="4887"/>
                  </a:lnTo>
                  <a:lnTo>
                    <a:pt x="78579" y="4884"/>
                  </a:lnTo>
                  <a:lnTo>
                    <a:pt x="86437" y="4882"/>
                  </a:lnTo>
                  <a:lnTo>
                    <a:pt x="94295" y="4879"/>
                  </a:lnTo>
                  <a:lnTo>
                    <a:pt x="102153" y="4876"/>
                  </a:lnTo>
                  <a:lnTo>
                    <a:pt x="110011" y="4873"/>
                  </a:lnTo>
                  <a:lnTo>
                    <a:pt x="117869" y="4871"/>
                  </a:lnTo>
                  <a:lnTo>
                    <a:pt x="125727" y="4868"/>
                  </a:lnTo>
                  <a:lnTo>
                    <a:pt x="133585" y="4865"/>
                  </a:lnTo>
                  <a:lnTo>
                    <a:pt x="141443" y="4862"/>
                  </a:lnTo>
                  <a:lnTo>
                    <a:pt x="149301" y="4859"/>
                  </a:lnTo>
                  <a:lnTo>
                    <a:pt x="157159" y="4856"/>
                  </a:lnTo>
                  <a:lnTo>
                    <a:pt x="165017" y="4853"/>
                  </a:lnTo>
                  <a:lnTo>
                    <a:pt x="172875" y="4850"/>
                  </a:lnTo>
                  <a:lnTo>
                    <a:pt x="180733" y="4847"/>
                  </a:lnTo>
                  <a:lnTo>
                    <a:pt x="188591" y="4844"/>
                  </a:lnTo>
                  <a:lnTo>
                    <a:pt x="196449" y="4841"/>
                  </a:lnTo>
                  <a:lnTo>
                    <a:pt x="204307" y="4837"/>
                  </a:lnTo>
                  <a:lnTo>
                    <a:pt x="212165" y="4834"/>
                  </a:lnTo>
                  <a:lnTo>
                    <a:pt x="220023" y="4831"/>
                  </a:lnTo>
                  <a:lnTo>
                    <a:pt x="227881" y="4828"/>
                  </a:lnTo>
                  <a:lnTo>
                    <a:pt x="235739" y="4824"/>
                  </a:lnTo>
                  <a:lnTo>
                    <a:pt x="243597" y="4821"/>
                  </a:lnTo>
                  <a:lnTo>
                    <a:pt x="251455" y="4817"/>
                  </a:lnTo>
                  <a:lnTo>
                    <a:pt x="259313" y="4814"/>
                  </a:lnTo>
                  <a:lnTo>
                    <a:pt x="267171" y="4810"/>
                  </a:lnTo>
                  <a:lnTo>
                    <a:pt x="275029" y="4807"/>
                  </a:lnTo>
                  <a:lnTo>
                    <a:pt x="282887" y="4803"/>
                  </a:lnTo>
                  <a:lnTo>
                    <a:pt x="290745" y="4799"/>
                  </a:lnTo>
                  <a:lnTo>
                    <a:pt x="298603" y="4795"/>
                  </a:lnTo>
                  <a:lnTo>
                    <a:pt x="306461" y="4792"/>
                  </a:lnTo>
                  <a:lnTo>
                    <a:pt x="314319" y="4788"/>
                  </a:lnTo>
                  <a:lnTo>
                    <a:pt x="322177" y="4784"/>
                  </a:lnTo>
                  <a:lnTo>
                    <a:pt x="330035" y="4780"/>
                  </a:lnTo>
                  <a:lnTo>
                    <a:pt x="337893" y="4776"/>
                  </a:lnTo>
                  <a:lnTo>
                    <a:pt x="345751" y="4772"/>
                  </a:lnTo>
                  <a:lnTo>
                    <a:pt x="353609" y="4768"/>
                  </a:lnTo>
                  <a:lnTo>
                    <a:pt x="361467" y="4764"/>
                  </a:lnTo>
                  <a:lnTo>
                    <a:pt x="369325" y="4759"/>
                  </a:lnTo>
                  <a:lnTo>
                    <a:pt x="377183" y="4755"/>
                  </a:lnTo>
                  <a:lnTo>
                    <a:pt x="385041" y="4751"/>
                  </a:lnTo>
                  <a:lnTo>
                    <a:pt x="392899" y="4746"/>
                  </a:lnTo>
                  <a:lnTo>
                    <a:pt x="400757" y="4742"/>
                  </a:lnTo>
                  <a:lnTo>
                    <a:pt x="408615" y="4737"/>
                  </a:lnTo>
                  <a:lnTo>
                    <a:pt x="416473" y="4733"/>
                  </a:lnTo>
                  <a:lnTo>
                    <a:pt x="424331" y="4728"/>
                  </a:lnTo>
                  <a:lnTo>
                    <a:pt x="432189" y="4724"/>
                  </a:lnTo>
                  <a:lnTo>
                    <a:pt x="440047" y="4719"/>
                  </a:lnTo>
                  <a:lnTo>
                    <a:pt x="447905" y="4714"/>
                  </a:lnTo>
                  <a:lnTo>
                    <a:pt x="455763" y="4709"/>
                  </a:lnTo>
                  <a:lnTo>
                    <a:pt x="463621" y="4704"/>
                  </a:lnTo>
                  <a:lnTo>
                    <a:pt x="471479" y="4699"/>
                  </a:lnTo>
                  <a:lnTo>
                    <a:pt x="479337" y="4694"/>
                  </a:lnTo>
                  <a:lnTo>
                    <a:pt x="487195" y="4689"/>
                  </a:lnTo>
                  <a:lnTo>
                    <a:pt x="495053" y="4684"/>
                  </a:lnTo>
                  <a:lnTo>
                    <a:pt x="502911" y="4679"/>
                  </a:lnTo>
                  <a:lnTo>
                    <a:pt x="510769" y="4673"/>
                  </a:lnTo>
                  <a:lnTo>
                    <a:pt x="518627" y="4668"/>
                  </a:lnTo>
                  <a:lnTo>
                    <a:pt x="526485" y="4662"/>
                  </a:lnTo>
                  <a:lnTo>
                    <a:pt x="534343" y="4657"/>
                  </a:lnTo>
                  <a:lnTo>
                    <a:pt x="542201" y="4651"/>
                  </a:lnTo>
                  <a:lnTo>
                    <a:pt x="550059" y="4645"/>
                  </a:lnTo>
                  <a:lnTo>
                    <a:pt x="557917" y="4640"/>
                  </a:lnTo>
                  <a:lnTo>
                    <a:pt x="565775" y="4634"/>
                  </a:lnTo>
                  <a:lnTo>
                    <a:pt x="573633" y="4628"/>
                  </a:lnTo>
                  <a:lnTo>
                    <a:pt x="581491" y="4622"/>
                  </a:lnTo>
                  <a:lnTo>
                    <a:pt x="589349" y="4616"/>
                  </a:lnTo>
                  <a:lnTo>
                    <a:pt x="597207" y="4610"/>
                  </a:lnTo>
                  <a:lnTo>
                    <a:pt x="605065" y="4603"/>
                  </a:lnTo>
                  <a:lnTo>
                    <a:pt x="612923" y="4597"/>
                  </a:lnTo>
                  <a:lnTo>
                    <a:pt x="620781" y="4591"/>
                  </a:lnTo>
                  <a:lnTo>
                    <a:pt x="628639" y="4584"/>
                  </a:lnTo>
                  <a:lnTo>
                    <a:pt x="636497" y="4578"/>
                  </a:lnTo>
                  <a:lnTo>
                    <a:pt x="644355" y="4571"/>
                  </a:lnTo>
                  <a:lnTo>
                    <a:pt x="652213" y="4565"/>
                  </a:lnTo>
                  <a:lnTo>
                    <a:pt x="660071" y="4558"/>
                  </a:lnTo>
                  <a:lnTo>
                    <a:pt x="667929" y="4551"/>
                  </a:lnTo>
                  <a:lnTo>
                    <a:pt x="675787" y="4544"/>
                  </a:lnTo>
                  <a:lnTo>
                    <a:pt x="683645" y="4537"/>
                  </a:lnTo>
                  <a:lnTo>
                    <a:pt x="691503" y="4530"/>
                  </a:lnTo>
                  <a:lnTo>
                    <a:pt x="699361" y="4523"/>
                  </a:lnTo>
                  <a:lnTo>
                    <a:pt x="707219" y="4515"/>
                  </a:lnTo>
                  <a:lnTo>
                    <a:pt x="715077" y="4508"/>
                  </a:lnTo>
                  <a:lnTo>
                    <a:pt x="722935" y="4500"/>
                  </a:lnTo>
                  <a:lnTo>
                    <a:pt x="730793" y="4492"/>
                  </a:lnTo>
                  <a:lnTo>
                    <a:pt x="738651" y="4485"/>
                  </a:lnTo>
                  <a:lnTo>
                    <a:pt x="746509" y="4477"/>
                  </a:lnTo>
                  <a:lnTo>
                    <a:pt x="754367" y="4469"/>
                  </a:lnTo>
                  <a:lnTo>
                    <a:pt x="762225" y="4461"/>
                  </a:lnTo>
                  <a:lnTo>
                    <a:pt x="770083" y="4453"/>
                  </a:lnTo>
                  <a:lnTo>
                    <a:pt x="777941" y="4444"/>
                  </a:lnTo>
                  <a:lnTo>
                    <a:pt x="785799" y="4436"/>
                  </a:lnTo>
                  <a:lnTo>
                    <a:pt x="793657" y="4428"/>
                  </a:lnTo>
                  <a:lnTo>
                    <a:pt x="801515" y="4419"/>
                  </a:lnTo>
                  <a:lnTo>
                    <a:pt x="809373" y="4411"/>
                  </a:lnTo>
                  <a:lnTo>
                    <a:pt x="817231" y="4402"/>
                  </a:lnTo>
                  <a:lnTo>
                    <a:pt x="825089" y="4393"/>
                  </a:lnTo>
                  <a:lnTo>
                    <a:pt x="832947" y="4384"/>
                  </a:lnTo>
                  <a:lnTo>
                    <a:pt x="840805" y="4375"/>
                  </a:lnTo>
                  <a:lnTo>
                    <a:pt x="848663" y="4365"/>
                  </a:lnTo>
                  <a:lnTo>
                    <a:pt x="856521" y="4355"/>
                  </a:lnTo>
                  <a:lnTo>
                    <a:pt x="864379" y="4345"/>
                  </a:lnTo>
                  <a:lnTo>
                    <a:pt x="872237" y="4335"/>
                  </a:lnTo>
                  <a:lnTo>
                    <a:pt x="880095" y="4324"/>
                  </a:lnTo>
                  <a:lnTo>
                    <a:pt x="887953" y="4314"/>
                  </a:lnTo>
                  <a:lnTo>
                    <a:pt x="895811" y="4304"/>
                  </a:lnTo>
                  <a:lnTo>
                    <a:pt x="903669" y="4293"/>
                  </a:lnTo>
                  <a:lnTo>
                    <a:pt x="911527" y="4283"/>
                  </a:lnTo>
                  <a:lnTo>
                    <a:pt x="919385" y="4271"/>
                  </a:lnTo>
                  <a:lnTo>
                    <a:pt x="927243" y="4260"/>
                  </a:lnTo>
                  <a:lnTo>
                    <a:pt x="935101" y="4249"/>
                  </a:lnTo>
                  <a:lnTo>
                    <a:pt x="942959" y="4237"/>
                  </a:lnTo>
                  <a:lnTo>
                    <a:pt x="950817" y="4226"/>
                  </a:lnTo>
                  <a:lnTo>
                    <a:pt x="958675" y="4216"/>
                  </a:lnTo>
                  <a:lnTo>
                    <a:pt x="966533" y="4204"/>
                  </a:lnTo>
                  <a:lnTo>
                    <a:pt x="974391" y="4192"/>
                  </a:lnTo>
                  <a:lnTo>
                    <a:pt x="982249" y="4180"/>
                  </a:lnTo>
                  <a:lnTo>
                    <a:pt x="990107" y="4168"/>
                  </a:lnTo>
                  <a:lnTo>
                    <a:pt x="997965" y="4156"/>
                  </a:lnTo>
                  <a:lnTo>
                    <a:pt x="1005823" y="4144"/>
                  </a:lnTo>
                  <a:lnTo>
                    <a:pt x="1013681" y="4131"/>
                  </a:lnTo>
                  <a:lnTo>
                    <a:pt x="1021539" y="4118"/>
                  </a:lnTo>
                  <a:lnTo>
                    <a:pt x="1029397" y="4105"/>
                  </a:lnTo>
                  <a:lnTo>
                    <a:pt x="1037254" y="4092"/>
                  </a:lnTo>
                  <a:lnTo>
                    <a:pt x="1045112" y="4079"/>
                  </a:lnTo>
                  <a:lnTo>
                    <a:pt x="1052970" y="4066"/>
                  </a:lnTo>
                  <a:lnTo>
                    <a:pt x="1060828" y="4053"/>
                  </a:lnTo>
                  <a:lnTo>
                    <a:pt x="1068686" y="4039"/>
                  </a:lnTo>
                  <a:lnTo>
                    <a:pt x="1076544" y="4026"/>
                  </a:lnTo>
                  <a:lnTo>
                    <a:pt x="1084402" y="4012"/>
                  </a:lnTo>
                  <a:lnTo>
                    <a:pt x="1092260" y="3998"/>
                  </a:lnTo>
                  <a:lnTo>
                    <a:pt x="1100118" y="3983"/>
                  </a:lnTo>
                  <a:lnTo>
                    <a:pt x="1107976" y="3969"/>
                  </a:lnTo>
                  <a:lnTo>
                    <a:pt x="1115834" y="3954"/>
                  </a:lnTo>
                  <a:lnTo>
                    <a:pt x="1123692" y="3940"/>
                  </a:lnTo>
                  <a:lnTo>
                    <a:pt x="1131550" y="3924"/>
                  </a:lnTo>
                  <a:lnTo>
                    <a:pt x="1139408" y="3909"/>
                  </a:lnTo>
                  <a:lnTo>
                    <a:pt x="1147266" y="3894"/>
                  </a:lnTo>
                  <a:lnTo>
                    <a:pt x="1155124" y="3879"/>
                  </a:lnTo>
                  <a:lnTo>
                    <a:pt x="1162982" y="3864"/>
                  </a:lnTo>
                  <a:lnTo>
                    <a:pt x="1170840" y="3848"/>
                  </a:lnTo>
                  <a:lnTo>
                    <a:pt x="1178698" y="3831"/>
                  </a:lnTo>
                  <a:lnTo>
                    <a:pt x="1186556" y="3815"/>
                  </a:lnTo>
                  <a:lnTo>
                    <a:pt x="1194414" y="3797"/>
                  </a:lnTo>
                  <a:lnTo>
                    <a:pt x="1202272" y="3779"/>
                  </a:lnTo>
                  <a:lnTo>
                    <a:pt x="1210130" y="3762"/>
                  </a:lnTo>
                  <a:lnTo>
                    <a:pt x="1217988" y="3744"/>
                  </a:lnTo>
                  <a:lnTo>
                    <a:pt x="1225846" y="3726"/>
                  </a:lnTo>
                  <a:lnTo>
                    <a:pt x="1233704" y="3708"/>
                  </a:lnTo>
                  <a:lnTo>
                    <a:pt x="1241562" y="3690"/>
                  </a:lnTo>
                  <a:lnTo>
                    <a:pt x="1249420" y="3672"/>
                  </a:lnTo>
                  <a:lnTo>
                    <a:pt x="1257278" y="3652"/>
                  </a:lnTo>
                  <a:lnTo>
                    <a:pt x="1265136" y="3633"/>
                  </a:lnTo>
                  <a:lnTo>
                    <a:pt x="1272994" y="3611"/>
                  </a:lnTo>
                  <a:lnTo>
                    <a:pt x="1280852" y="3592"/>
                  </a:lnTo>
                  <a:lnTo>
                    <a:pt x="1288710" y="3575"/>
                  </a:lnTo>
                  <a:lnTo>
                    <a:pt x="1296568" y="3555"/>
                  </a:lnTo>
                  <a:lnTo>
                    <a:pt x="1304426" y="3538"/>
                  </a:lnTo>
                  <a:lnTo>
                    <a:pt x="1312284" y="3519"/>
                  </a:lnTo>
                  <a:lnTo>
                    <a:pt x="1320142" y="3497"/>
                  </a:lnTo>
                  <a:lnTo>
                    <a:pt x="1328000" y="3478"/>
                  </a:lnTo>
                  <a:lnTo>
                    <a:pt x="1335858" y="3458"/>
                  </a:lnTo>
                  <a:lnTo>
                    <a:pt x="1343716" y="3437"/>
                  </a:lnTo>
                  <a:lnTo>
                    <a:pt x="1351574" y="3415"/>
                  </a:lnTo>
                  <a:lnTo>
                    <a:pt x="1359432" y="3393"/>
                  </a:lnTo>
                  <a:lnTo>
                    <a:pt x="1367290" y="3368"/>
                  </a:lnTo>
                  <a:lnTo>
                    <a:pt x="1375148" y="3346"/>
                  </a:lnTo>
                  <a:lnTo>
                    <a:pt x="1383006" y="3322"/>
                  </a:lnTo>
                  <a:lnTo>
                    <a:pt x="1390864" y="3299"/>
                  </a:lnTo>
                  <a:lnTo>
                    <a:pt x="1398722" y="3276"/>
                  </a:lnTo>
                  <a:lnTo>
                    <a:pt x="1406580" y="3252"/>
                  </a:lnTo>
                  <a:lnTo>
                    <a:pt x="1414438" y="3230"/>
                  </a:lnTo>
                  <a:lnTo>
                    <a:pt x="1422296" y="3206"/>
                  </a:lnTo>
                  <a:lnTo>
                    <a:pt x="1430154" y="3182"/>
                  </a:lnTo>
                  <a:lnTo>
                    <a:pt x="1438012" y="3157"/>
                  </a:lnTo>
                  <a:lnTo>
                    <a:pt x="1445870" y="3131"/>
                  </a:lnTo>
                  <a:lnTo>
                    <a:pt x="1453728" y="3104"/>
                  </a:lnTo>
                  <a:lnTo>
                    <a:pt x="1461586" y="3080"/>
                  </a:lnTo>
                  <a:lnTo>
                    <a:pt x="1469444" y="3055"/>
                  </a:lnTo>
                  <a:lnTo>
                    <a:pt x="1477302" y="3027"/>
                  </a:lnTo>
                  <a:lnTo>
                    <a:pt x="1485160" y="3000"/>
                  </a:lnTo>
                  <a:lnTo>
                    <a:pt x="1493018" y="2973"/>
                  </a:lnTo>
                  <a:lnTo>
                    <a:pt x="1500876" y="2945"/>
                  </a:lnTo>
                  <a:lnTo>
                    <a:pt x="1508734" y="2915"/>
                  </a:lnTo>
                  <a:lnTo>
                    <a:pt x="1516592" y="2886"/>
                  </a:lnTo>
                  <a:lnTo>
                    <a:pt x="1524450" y="2855"/>
                  </a:lnTo>
                  <a:lnTo>
                    <a:pt x="1532308" y="2827"/>
                  </a:lnTo>
                  <a:lnTo>
                    <a:pt x="1540166" y="2798"/>
                  </a:lnTo>
                  <a:lnTo>
                    <a:pt x="1548024" y="2769"/>
                  </a:lnTo>
                  <a:lnTo>
                    <a:pt x="1555882" y="2740"/>
                  </a:lnTo>
                  <a:lnTo>
                    <a:pt x="1563740" y="2710"/>
                  </a:lnTo>
                  <a:lnTo>
                    <a:pt x="1571598" y="2681"/>
                  </a:lnTo>
                  <a:lnTo>
                    <a:pt x="1579456" y="2652"/>
                  </a:lnTo>
                  <a:lnTo>
                    <a:pt x="1587314" y="2620"/>
                  </a:lnTo>
                  <a:lnTo>
                    <a:pt x="1595172" y="2586"/>
                  </a:lnTo>
                  <a:lnTo>
                    <a:pt x="1603030" y="2552"/>
                  </a:lnTo>
                  <a:lnTo>
                    <a:pt x="1610888" y="2522"/>
                  </a:lnTo>
                  <a:lnTo>
                    <a:pt x="1618746" y="2488"/>
                  </a:lnTo>
                  <a:lnTo>
                    <a:pt x="1626604" y="2454"/>
                  </a:lnTo>
                  <a:lnTo>
                    <a:pt x="1634462" y="2421"/>
                  </a:lnTo>
                  <a:lnTo>
                    <a:pt x="1642320" y="2388"/>
                  </a:lnTo>
                  <a:lnTo>
                    <a:pt x="1650178" y="2353"/>
                  </a:lnTo>
                  <a:lnTo>
                    <a:pt x="1658036" y="2319"/>
                  </a:lnTo>
                  <a:lnTo>
                    <a:pt x="1665894" y="2285"/>
                  </a:lnTo>
                  <a:lnTo>
                    <a:pt x="1673752" y="2249"/>
                  </a:lnTo>
                  <a:lnTo>
                    <a:pt x="1681610" y="2212"/>
                  </a:lnTo>
                  <a:lnTo>
                    <a:pt x="1689468" y="2175"/>
                  </a:lnTo>
                  <a:lnTo>
                    <a:pt x="1697326" y="2139"/>
                  </a:lnTo>
                  <a:lnTo>
                    <a:pt x="1705184" y="2102"/>
                  </a:lnTo>
                  <a:lnTo>
                    <a:pt x="1713042" y="2065"/>
                  </a:lnTo>
                  <a:lnTo>
                    <a:pt x="1720900" y="2022"/>
                  </a:lnTo>
                  <a:lnTo>
                    <a:pt x="1728758" y="1984"/>
                  </a:lnTo>
                  <a:lnTo>
                    <a:pt x="1736616" y="1945"/>
                  </a:lnTo>
                  <a:lnTo>
                    <a:pt x="1744474" y="1903"/>
                  </a:lnTo>
                  <a:lnTo>
                    <a:pt x="1752332" y="1862"/>
                  </a:lnTo>
                  <a:lnTo>
                    <a:pt x="1760190" y="1818"/>
                  </a:lnTo>
                  <a:lnTo>
                    <a:pt x="1768048" y="1778"/>
                  </a:lnTo>
                  <a:lnTo>
                    <a:pt x="1775906" y="1737"/>
                  </a:lnTo>
                  <a:lnTo>
                    <a:pt x="1783764" y="1694"/>
                  </a:lnTo>
                  <a:lnTo>
                    <a:pt x="1791622" y="1649"/>
                  </a:lnTo>
                  <a:lnTo>
                    <a:pt x="1799480" y="1603"/>
                  </a:lnTo>
                  <a:lnTo>
                    <a:pt x="1807338" y="1557"/>
                  </a:lnTo>
                  <a:lnTo>
                    <a:pt x="1815196" y="1510"/>
                  </a:lnTo>
                  <a:lnTo>
                    <a:pt x="1823054" y="1465"/>
                  </a:lnTo>
                  <a:lnTo>
                    <a:pt x="1830912" y="1418"/>
                  </a:lnTo>
                  <a:lnTo>
                    <a:pt x="1838770" y="1372"/>
                  </a:lnTo>
                  <a:lnTo>
                    <a:pt x="1846628" y="1326"/>
                  </a:lnTo>
                  <a:lnTo>
                    <a:pt x="1854486" y="1282"/>
                  </a:lnTo>
                  <a:lnTo>
                    <a:pt x="1862344" y="1237"/>
                  </a:lnTo>
                  <a:lnTo>
                    <a:pt x="1870202" y="1187"/>
                  </a:lnTo>
                  <a:lnTo>
                    <a:pt x="1878060" y="1133"/>
                  </a:lnTo>
                  <a:lnTo>
                    <a:pt x="1885918" y="1080"/>
                  </a:lnTo>
                  <a:lnTo>
                    <a:pt x="1893776" y="1031"/>
                  </a:lnTo>
                  <a:lnTo>
                    <a:pt x="1901634" y="982"/>
                  </a:lnTo>
                  <a:lnTo>
                    <a:pt x="1909492" y="935"/>
                  </a:lnTo>
                  <a:lnTo>
                    <a:pt x="1917350" y="882"/>
                  </a:lnTo>
                  <a:lnTo>
                    <a:pt x="1925208" y="828"/>
                  </a:lnTo>
                  <a:lnTo>
                    <a:pt x="1933066" y="771"/>
                  </a:lnTo>
                  <a:lnTo>
                    <a:pt x="1940924" y="715"/>
                  </a:lnTo>
                  <a:lnTo>
                    <a:pt x="1948782" y="662"/>
                  </a:lnTo>
                  <a:lnTo>
                    <a:pt x="1956640" y="605"/>
                  </a:lnTo>
                  <a:lnTo>
                    <a:pt x="1964498" y="548"/>
                  </a:lnTo>
                  <a:lnTo>
                    <a:pt x="1972356" y="492"/>
                  </a:lnTo>
                  <a:lnTo>
                    <a:pt x="1980214" y="434"/>
                  </a:lnTo>
                  <a:lnTo>
                    <a:pt x="1988072" y="374"/>
                  </a:lnTo>
                  <a:lnTo>
                    <a:pt x="1995930" y="313"/>
                  </a:lnTo>
                  <a:lnTo>
                    <a:pt x="2003788" y="252"/>
                  </a:lnTo>
                  <a:lnTo>
                    <a:pt x="2011646" y="189"/>
                  </a:lnTo>
                  <a:lnTo>
                    <a:pt x="2019504" y="125"/>
                  </a:lnTo>
                  <a:lnTo>
                    <a:pt x="2027362" y="61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6029658" y="4838515"/>
              <a:ext cx="2035220" cy="828"/>
            </a:xfrm>
            <a:custGeom>
              <a:avLst/>
              <a:pathLst>
                <a:path w="2035220" h="828">
                  <a:moveTo>
                    <a:pt x="0" y="828"/>
                  </a:moveTo>
                  <a:lnTo>
                    <a:pt x="7857" y="828"/>
                  </a:lnTo>
                  <a:lnTo>
                    <a:pt x="15715" y="827"/>
                  </a:lnTo>
                  <a:lnTo>
                    <a:pt x="23573" y="826"/>
                  </a:lnTo>
                  <a:lnTo>
                    <a:pt x="31431" y="825"/>
                  </a:lnTo>
                  <a:lnTo>
                    <a:pt x="39289" y="825"/>
                  </a:lnTo>
                  <a:lnTo>
                    <a:pt x="47147" y="824"/>
                  </a:lnTo>
                  <a:lnTo>
                    <a:pt x="55005" y="823"/>
                  </a:lnTo>
                  <a:lnTo>
                    <a:pt x="62863" y="822"/>
                  </a:lnTo>
                  <a:lnTo>
                    <a:pt x="70721" y="822"/>
                  </a:lnTo>
                  <a:lnTo>
                    <a:pt x="78579" y="821"/>
                  </a:lnTo>
                  <a:lnTo>
                    <a:pt x="86437" y="821"/>
                  </a:lnTo>
                  <a:lnTo>
                    <a:pt x="94295" y="820"/>
                  </a:lnTo>
                  <a:lnTo>
                    <a:pt x="102153" y="819"/>
                  </a:lnTo>
                  <a:lnTo>
                    <a:pt x="110011" y="818"/>
                  </a:lnTo>
                  <a:lnTo>
                    <a:pt x="117869" y="818"/>
                  </a:lnTo>
                  <a:lnTo>
                    <a:pt x="125727" y="816"/>
                  </a:lnTo>
                  <a:lnTo>
                    <a:pt x="133585" y="816"/>
                  </a:lnTo>
                  <a:lnTo>
                    <a:pt x="141443" y="815"/>
                  </a:lnTo>
                  <a:lnTo>
                    <a:pt x="149301" y="813"/>
                  </a:lnTo>
                  <a:lnTo>
                    <a:pt x="157159" y="813"/>
                  </a:lnTo>
                  <a:lnTo>
                    <a:pt x="165017" y="812"/>
                  </a:lnTo>
                  <a:lnTo>
                    <a:pt x="172875" y="811"/>
                  </a:lnTo>
                  <a:lnTo>
                    <a:pt x="180733" y="810"/>
                  </a:lnTo>
                  <a:lnTo>
                    <a:pt x="188591" y="809"/>
                  </a:lnTo>
                  <a:lnTo>
                    <a:pt x="196449" y="808"/>
                  </a:lnTo>
                  <a:lnTo>
                    <a:pt x="204307" y="807"/>
                  </a:lnTo>
                  <a:lnTo>
                    <a:pt x="212165" y="806"/>
                  </a:lnTo>
                  <a:lnTo>
                    <a:pt x="220023" y="805"/>
                  </a:lnTo>
                  <a:lnTo>
                    <a:pt x="227881" y="804"/>
                  </a:lnTo>
                  <a:lnTo>
                    <a:pt x="235739" y="803"/>
                  </a:lnTo>
                  <a:lnTo>
                    <a:pt x="243597" y="802"/>
                  </a:lnTo>
                  <a:lnTo>
                    <a:pt x="251455" y="801"/>
                  </a:lnTo>
                  <a:lnTo>
                    <a:pt x="259313" y="800"/>
                  </a:lnTo>
                  <a:lnTo>
                    <a:pt x="267171" y="799"/>
                  </a:lnTo>
                  <a:lnTo>
                    <a:pt x="275029" y="798"/>
                  </a:lnTo>
                  <a:lnTo>
                    <a:pt x="282887" y="797"/>
                  </a:lnTo>
                  <a:lnTo>
                    <a:pt x="290745" y="795"/>
                  </a:lnTo>
                  <a:lnTo>
                    <a:pt x="298603" y="794"/>
                  </a:lnTo>
                  <a:lnTo>
                    <a:pt x="306461" y="793"/>
                  </a:lnTo>
                  <a:lnTo>
                    <a:pt x="314319" y="792"/>
                  </a:lnTo>
                  <a:lnTo>
                    <a:pt x="322177" y="791"/>
                  </a:lnTo>
                  <a:lnTo>
                    <a:pt x="330035" y="790"/>
                  </a:lnTo>
                  <a:lnTo>
                    <a:pt x="337893" y="789"/>
                  </a:lnTo>
                  <a:lnTo>
                    <a:pt x="345751" y="788"/>
                  </a:lnTo>
                  <a:lnTo>
                    <a:pt x="353609" y="786"/>
                  </a:lnTo>
                  <a:lnTo>
                    <a:pt x="361467" y="785"/>
                  </a:lnTo>
                  <a:lnTo>
                    <a:pt x="369325" y="784"/>
                  </a:lnTo>
                  <a:lnTo>
                    <a:pt x="377183" y="783"/>
                  </a:lnTo>
                  <a:lnTo>
                    <a:pt x="385041" y="782"/>
                  </a:lnTo>
                  <a:lnTo>
                    <a:pt x="392899" y="781"/>
                  </a:lnTo>
                  <a:lnTo>
                    <a:pt x="400757" y="779"/>
                  </a:lnTo>
                  <a:lnTo>
                    <a:pt x="408615" y="778"/>
                  </a:lnTo>
                  <a:lnTo>
                    <a:pt x="416473" y="777"/>
                  </a:lnTo>
                  <a:lnTo>
                    <a:pt x="424331" y="775"/>
                  </a:lnTo>
                  <a:lnTo>
                    <a:pt x="432189" y="774"/>
                  </a:lnTo>
                  <a:lnTo>
                    <a:pt x="440047" y="772"/>
                  </a:lnTo>
                  <a:lnTo>
                    <a:pt x="447905" y="771"/>
                  </a:lnTo>
                  <a:lnTo>
                    <a:pt x="455763" y="770"/>
                  </a:lnTo>
                  <a:lnTo>
                    <a:pt x="463621" y="768"/>
                  </a:lnTo>
                  <a:lnTo>
                    <a:pt x="471479" y="766"/>
                  </a:lnTo>
                  <a:lnTo>
                    <a:pt x="479337" y="765"/>
                  </a:lnTo>
                  <a:lnTo>
                    <a:pt x="487195" y="763"/>
                  </a:lnTo>
                  <a:lnTo>
                    <a:pt x="495053" y="762"/>
                  </a:lnTo>
                  <a:lnTo>
                    <a:pt x="502911" y="761"/>
                  </a:lnTo>
                  <a:lnTo>
                    <a:pt x="510769" y="760"/>
                  </a:lnTo>
                  <a:lnTo>
                    <a:pt x="518627" y="758"/>
                  </a:lnTo>
                  <a:lnTo>
                    <a:pt x="526485" y="756"/>
                  </a:lnTo>
                  <a:lnTo>
                    <a:pt x="534343" y="755"/>
                  </a:lnTo>
                  <a:lnTo>
                    <a:pt x="542201" y="753"/>
                  </a:lnTo>
                  <a:lnTo>
                    <a:pt x="550059" y="751"/>
                  </a:lnTo>
                  <a:lnTo>
                    <a:pt x="557917" y="749"/>
                  </a:lnTo>
                  <a:lnTo>
                    <a:pt x="565775" y="747"/>
                  </a:lnTo>
                  <a:lnTo>
                    <a:pt x="573633" y="746"/>
                  </a:lnTo>
                  <a:lnTo>
                    <a:pt x="581491" y="744"/>
                  </a:lnTo>
                  <a:lnTo>
                    <a:pt x="589349" y="742"/>
                  </a:lnTo>
                  <a:lnTo>
                    <a:pt x="597207" y="740"/>
                  </a:lnTo>
                  <a:lnTo>
                    <a:pt x="605065" y="739"/>
                  </a:lnTo>
                  <a:lnTo>
                    <a:pt x="612923" y="737"/>
                  </a:lnTo>
                  <a:lnTo>
                    <a:pt x="620781" y="736"/>
                  </a:lnTo>
                  <a:lnTo>
                    <a:pt x="628639" y="735"/>
                  </a:lnTo>
                  <a:lnTo>
                    <a:pt x="636497" y="733"/>
                  </a:lnTo>
                  <a:lnTo>
                    <a:pt x="644355" y="731"/>
                  </a:lnTo>
                  <a:lnTo>
                    <a:pt x="652213" y="729"/>
                  </a:lnTo>
                  <a:lnTo>
                    <a:pt x="660071" y="727"/>
                  </a:lnTo>
                  <a:lnTo>
                    <a:pt x="667929" y="725"/>
                  </a:lnTo>
                  <a:lnTo>
                    <a:pt x="675787" y="723"/>
                  </a:lnTo>
                  <a:lnTo>
                    <a:pt x="683645" y="722"/>
                  </a:lnTo>
                  <a:lnTo>
                    <a:pt x="691503" y="720"/>
                  </a:lnTo>
                  <a:lnTo>
                    <a:pt x="699361" y="719"/>
                  </a:lnTo>
                  <a:lnTo>
                    <a:pt x="707219" y="717"/>
                  </a:lnTo>
                  <a:lnTo>
                    <a:pt x="715077" y="715"/>
                  </a:lnTo>
                  <a:lnTo>
                    <a:pt x="722935" y="713"/>
                  </a:lnTo>
                  <a:lnTo>
                    <a:pt x="730793" y="711"/>
                  </a:lnTo>
                  <a:lnTo>
                    <a:pt x="738651" y="709"/>
                  </a:lnTo>
                  <a:lnTo>
                    <a:pt x="746509" y="707"/>
                  </a:lnTo>
                  <a:lnTo>
                    <a:pt x="754367" y="705"/>
                  </a:lnTo>
                  <a:lnTo>
                    <a:pt x="762225" y="703"/>
                  </a:lnTo>
                  <a:lnTo>
                    <a:pt x="770083" y="701"/>
                  </a:lnTo>
                  <a:lnTo>
                    <a:pt x="777941" y="699"/>
                  </a:lnTo>
                  <a:lnTo>
                    <a:pt x="785799" y="697"/>
                  </a:lnTo>
                  <a:lnTo>
                    <a:pt x="793657" y="694"/>
                  </a:lnTo>
                  <a:lnTo>
                    <a:pt x="801515" y="692"/>
                  </a:lnTo>
                  <a:lnTo>
                    <a:pt x="809373" y="690"/>
                  </a:lnTo>
                  <a:lnTo>
                    <a:pt x="817231" y="688"/>
                  </a:lnTo>
                  <a:lnTo>
                    <a:pt x="825089" y="686"/>
                  </a:lnTo>
                  <a:lnTo>
                    <a:pt x="832947" y="684"/>
                  </a:lnTo>
                  <a:lnTo>
                    <a:pt x="840805" y="682"/>
                  </a:lnTo>
                  <a:lnTo>
                    <a:pt x="848663" y="680"/>
                  </a:lnTo>
                  <a:lnTo>
                    <a:pt x="856521" y="678"/>
                  </a:lnTo>
                  <a:lnTo>
                    <a:pt x="864379" y="676"/>
                  </a:lnTo>
                  <a:lnTo>
                    <a:pt x="872237" y="674"/>
                  </a:lnTo>
                  <a:lnTo>
                    <a:pt x="880095" y="672"/>
                  </a:lnTo>
                  <a:lnTo>
                    <a:pt x="887953" y="670"/>
                  </a:lnTo>
                  <a:lnTo>
                    <a:pt x="895811" y="667"/>
                  </a:lnTo>
                  <a:lnTo>
                    <a:pt x="903669" y="665"/>
                  </a:lnTo>
                  <a:lnTo>
                    <a:pt x="911527" y="663"/>
                  </a:lnTo>
                  <a:lnTo>
                    <a:pt x="919385" y="662"/>
                  </a:lnTo>
                  <a:lnTo>
                    <a:pt x="927243" y="660"/>
                  </a:lnTo>
                  <a:lnTo>
                    <a:pt x="935101" y="658"/>
                  </a:lnTo>
                  <a:lnTo>
                    <a:pt x="942959" y="655"/>
                  </a:lnTo>
                  <a:lnTo>
                    <a:pt x="950817" y="653"/>
                  </a:lnTo>
                  <a:lnTo>
                    <a:pt x="958675" y="650"/>
                  </a:lnTo>
                  <a:lnTo>
                    <a:pt x="966533" y="647"/>
                  </a:lnTo>
                  <a:lnTo>
                    <a:pt x="974391" y="645"/>
                  </a:lnTo>
                  <a:lnTo>
                    <a:pt x="982249" y="643"/>
                  </a:lnTo>
                  <a:lnTo>
                    <a:pt x="990107" y="640"/>
                  </a:lnTo>
                  <a:lnTo>
                    <a:pt x="997965" y="638"/>
                  </a:lnTo>
                  <a:lnTo>
                    <a:pt x="1005823" y="635"/>
                  </a:lnTo>
                  <a:lnTo>
                    <a:pt x="1013681" y="633"/>
                  </a:lnTo>
                  <a:lnTo>
                    <a:pt x="1021539" y="630"/>
                  </a:lnTo>
                  <a:lnTo>
                    <a:pt x="1029397" y="626"/>
                  </a:lnTo>
                  <a:lnTo>
                    <a:pt x="1037254" y="624"/>
                  </a:lnTo>
                  <a:lnTo>
                    <a:pt x="1045112" y="621"/>
                  </a:lnTo>
                  <a:lnTo>
                    <a:pt x="1052970" y="619"/>
                  </a:lnTo>
                  <a:lnTo>
                    <a:pt x="1060828" y="616"/>
                  </a:lnTo>
                  <a:lnTo>
                    <a:pt x="1068686" y="614"/>
                  </a:lnTo>
                  <a:lnTo>
                    <a:pt x="1076544" y="611"/>
                  </a:lnTo>
                  <a:lnTo>
                    <a:pt x="1084402" y="608"/>
                  </a:lnTo>
                  <a:lnTo>
                    <a:pt x="1092260" y="605"/>
                  </a:lnTo>
                  <a:lnTo>
                    <a:pt x="1100118" y="603"/>
                  </a:lnTo>
                  <a:lnTo>
                    <a:pt x="1107976" y="601"/>
                  </a:lnTo>
                  <a:lnTo>
                    <a:pt x="1115834" y="597"/>
                  </a:lnTo>
                  <a:lnTo>
                    <a:pt x="1123692" y="595"/>
                  </a:lnTo>
                  <a:lnTo>
                    <a:pt x="1131550" y="591"/>
                  </a:lnTo>
                  <a:lnTo>
                    <a:pt x="1139408" y="589"/>
                  </a:lnTo>
                  <a:lnTo>
                    <a:pt x="1147266" y="586"/>
                  </a:lnTo>
                  <a:lnTo>
                    <a:pt x="1155124" y="583"/>
                  </a:lnTo>
                  <a:lnTo>
                    <a:pt x="1162982" y="579"/>
                  </a:lnTo>
                  <a:lnTo>
                    <a:pt x="1170840" y="575"/>
                  </a:lnTo>
                  <a:lnTo>
                    <a:pt x="1178698" y="572"/>
                  </a:lnTo>
                  <a:lnTo>
                    <a:pt x="1186556" y="569"/>
                  </a:lnTo>
                  <a:lnTo>
                    <a:pt x="1194414" y="566"/>
                  </a:lnTo>
                  <a:lnTo>
                    <a:pt x="1202272" y="562"/>
                  </a:lnTo>
                  <a:lnTo>
                    <a:pt x="1210130" y="559"/>
                  </a:lnTo>
                  <a:lnTo>
                    <a:pt x="1217988" y="556"/>
                  </a:lnTo>
                  <a:lnTo>
                    <a:pt x="1225846" y="552"/>
                  </a:lnTo>
                  <a:lnTo>
                    <a:pt x="1233704" y="549"/>
                  </a:lnTo>
                  <a:lnTo>
                    <a:pt x="1241562" y="546"/>
                  </a:lnTo>
                  <a:lnTo>
                    <a:pt x="1249420" y="543"/>
                  </a:lnTo>
                  <a:lnTo>
                    <a:pt x="1257278" y="540"/>
                  </a:lnTo>
                  <a:lnTo>
                    <a:pt x="1265136" y="536"/>
                  </a:lnTo>
                  <a:lnTo>
                    <a:pt x="1272994" y="532"/>
                  </a:lnTo>
                  <a:lnTo>
                    <a:pt x="1280852" y="530"/>
                  </a:lnTo>
                  <a:lnTo>
                    <a:pt x="1288710" y="526"/>
                  </a:lnTo>
                  <a:lnTo>
                    <a:pt x="1296568" y="522"/>
                  </a:lnTo>
                  <a:lnTo>
                    <a:pt x="1304426" y="520"/>
                  </a:lnTo>
                  <a:lnTo>
                    <a:pt x="1312284" y="518"/>
                  </a:lnTo>
                  <a:lnTo>
                    <a:pt x="1320142" y="514"/>
                  </a:lnTo>
                  <a:lnTo>
                    <a:pt x="1328000" y="511"/>
                  </a:lnTo>
                  <a:lnTo>
                    <a:pt x="1335858" y="507"/>
                  </a:lnTo>
                  <a:lnTo>
                    <a:pt x="1343716" y="503"/>
                  </a:lnTo>
                  <a:lnTo>
                    <a:pt x="1351574" y="500"/>
                  </a:lnTo>
                  <a:lnTo>
                    <a:pt x="1359432" y="496"/>
                  </a:lnTo>
                  <a:lnTo>
                    <a:pt x="1367290" y="492"/>
                  </a:lnTo>
                  <a:lnTo>
                    <a:pt x="1375148" y="488"/>
                  </a:lnTo>
                  <a:lnTo>
                    <a:pt x="1383006" y="483"/>
                  </a:lnTo>
                  <a:lnTo>
                    <a:pt x="1390864" y="479"/>
                  </a:lnTo>
                  <a:lnTo>
                    <a:pt x="1398722" y="475"/>
                  </a:lnTo>
                  <a:lnTo>
                    <a:pt x="1406580" y="471"/>
                  </a:lnTo>
                  <a:lnTo>
                    <a:pt x="1414438" y="467"/>
                  </a:lnTo>
                  <a:lnTo>
                    <a:pt x="1422296" y="463"/>
                  </a:lnTo>
                  <a:lnTo>
                    <a:pt x="1430154" y="459"/>
                  </a:lnTo>
                  <a:lnTo>
                    <a:pt x="1438012" y="455"/>
                  </a:lnTo>
                  <a:lnTo>
                    <a:pt x="1445870" y="451"/>
                  </a:lnTo>
                  <a:lnTo>
                    <a:pt x="1453728" y="447"/>
                  </a:lnTo>
                  <a:lnTo>
                    <a:pt x="1461586" y="442"/>
                  </a:lnTo>
                  <a:lnTo>
                    <a:pt x="1469444" y="438"/>
                  </a:lnTo>
                  <a:lnTo>
                    <a:pt x="1477302" y="434"/>
                  </a:lnTo>
                  <a:lnTo>
                    <a:pt x="1485160" y="429"/>
                  </a:lnTo>
                  <a:lnTo>
                    <a:pt x="1493018" y="424"/>
                  </a:lnTo>
                  <a:lnTo>
                    <a:pt x="1500876" y="420"/>
                  </a:lnTo>
                  <a:lnTo>
                    <a:pt x="1508734" y="415"/>
                  </a:lnTo>
                  <a:lnTo>
                    <a:pt x="1516592" y="411"/>
                  </a:lnTo>
                  <a:lnTo>
                    <a:pt x="1524450" y="406"/>
                  </a:lnTo>
                  <a:lnTo>
                    <a:pt x="1532308" y="401"/>
                  </a:lnTo>
                  <a:lnTo>
                    <a:pt x="1540166" y="397"/>
                  </a:lnTo>
                  <a:lnTo>
                    <a:pt x="1548024" y="393"/>
                  </a:lnTo>
                  <a:lnTo>
                    <a:pt x="1555882" y="389"/>
                  </a:lnTo>
                  <a:lnTo>
                    <a:pt x="1563740" y="384"/>
                  </a:lnTo>
                  <a:lnTo>
                    <a:pt x="1571598" y="380"/>
                  </a:lnTo>
                  <a:lnTo>
                    <a:pt x="1579456" y="375"/>
                  </a:lnTo>
                  <a:lnTo>
                    <a:pt x="1587314" y="370"/>
                  </a:lnTo>
                  <a:lnTo>
                    <a:pt x="1595172" y="366"/>
                  </a:lnTo>
                  <a:lnTo>
                    <a:pt x="1603030" y="361"/>
                  </a:lnTo>
                  <a:lnTo>
                    <a:pt x="1610888" y="357"/>
                  </a:lnTo>
                  <a:lnTo>
                    <a:pt x="1618746" y="352"/>
                  </a:lnTo>
                  <a:lnTo>
                    <a:pt x="1626604" y="347"/>
                  </a:lnTo>
                  <a:lnTo>
                    <a:pt x="1634462" y="342"/>
                  </a:lnTo>
                  <a:lnTo>
                    <a:pt x="1642320" y="338"/>
                  </a:lnTo>
                  <a:lnTo>
                    <a:pt x="1650178" y="332"/>
                  </a:lnTo>
                  <a:lnTo>
                    <a:pt x="1658036" y="327"/>
                  </a:lnTo>
                  <a:lnTo>
                    <a:pt x="1665894" y="321"/>
                  </a:lnTo>
                  <a:lnTo>
                    <a:pt x="1673752" y="315"/>
                  </a:lnTo>
                  <a:lnTo>
                    <a:pt x="1681610" y="309"/>
                  </a:lnTo>
                  <a:lnTo>
                    <a:pt x="1689468" y="304"/>
                  </a:lnTo>
                  <a:lnTo>
                    <a:pt x="1697326" y="300"/>
                  </a:lnTo>
                  <a:lnTo>
                    <a:pt x="1705184" y="294"/>
                  </a:lnTo>
                  <a:lnTo>
                    <a:pt x="1713042" y="290"/>
                  </a:lnTo>
                  <a:lnTo>
                    <a:pt x="1720900" y="285"/>
                  </a:lnTo>
                  <a:lnTo>
                    <a:pt x="1728758" y="280"/>
                  </a:lnTo>
                  <a:lnTo>
                    <a:pt x="1736616" y="274"/>
                  </a:lnTo>
                  <a:lnTo>
                    <a:pt x="1744474" y="268"/>
                  </a:lnTo>
                  <a:lnTo>
                    <a:pt x="1752332" y="262"/>
                  </a:lnTo>
                  <a:lnTo>
                    <a:pt x="1760190" y="257"/>
                  </a:lnTo>
                  <a:lnTo>
                    <a:pt x="1768048" y="249"/>
                  </a:lnTo>
                  <a:lnTo>
                    <a:pt x="1775906" y="243"/>
                  </a:lnTo>
                  <a:lnTo>
                    <a:pt x="1783764" y="236"/>
                  </a:lnTo>
                  <a:lnTo>
                    <a:pt x="1791622" y="229"/>
                  </a:lnTo>
                  <a:lnTo>
                    <a:pt x="1799480" y="223"/>
                  </a:lnTo>
                  <a:lnTo>
                    <a:pt x="1807338" y="217"/>
                  </a:lnTo>
                  <a:lnTo>
                    <a:pt x="1815196" y="209"/>
                  </a:lnTo>
                  <a:lnTo>
                    <a:pt x="1823054" y="203"/>
                  </a:lnTo>
                  <a:lnTo>
                    <a:pt x="1830912" y="196"/>
                  </a:lnTo>
                  <a:lnTo>
                    <a:pt x="1838770" y="188"/>
                  </a:lnTo>
                  <a:lnTo>
                    <a:pt x="1846628" y="182"/>
                  </a:lnTo>
                  <a:lnTo>
                    <a:pt x="1854486" y="176"/>
                  </a:lnTo>
                  <a:lnTo>
                    <a:pt x="1862344" y="169"/>
                  </a:lnTo>
                  <a:lnTo>
                    <a:pt x="1870202" y="163"/>
                  </a:lnTo>
                  <a:lnTo>
                    <a:pt x="1878060" y="156"/>
                  </a:lnTo>
                  <a:lnTo>
                    <a:pt x="1885918" y="149"/>
                  </a:lnTo>
                  <a:lnTo>
                    <a:pt x="1893776" y="141"/>
                  </a:lnTo>
                  <a:lnTo>
                    <a:pt x="1901634" y="133"/>
                  </a:lnTo>
                  <a:lnTo>
                    <a:pt x="1909492" y="125"/>
                  </a:lnTo>
                  <a:lnTo>
                    <a:pt x="1917350" y="118"/>
                  </a:lnTo>
                  <a:lnTo>
                    <a:pt x="1925208" y="112"/>
                  </a:lnTo>
                  <a:lnTo>
                    <a:pt x="1933066" y="104"/>
                  </a:lnTo>
                  <a:lnTo>
                    <a:pt x="1940924" y="97"/>
                  </a:lnTo>
                  <a:lnTo>
                    <a:pt x="1948782" y="90"/>
                  </a:lnTo>
                  <a:lnTo>
                    <a:pt x="1956640" y="82"/>
                  </a:lnTo>
                  <a:lnTo>
                    <a:pt x="1964498" y="74"/>
                  </a:lnTo>
                  <a:lnTo>
                    <a:pt x="1972356" y="66"/>
                  </a:lnTo>
                  <a:lnTo>
                    <a:pt x="1980214" y="57"/>
                  </a:lnTo>
                  <a:lnTo>
                    <a:pt x="1988072" y="49"/>
                  </a:lnTo>
                  <a:lnTo>
                    <a:pt x="1995930" y="42"/>
                  </a:lnTo>
                  <a:lnTo>
                    <a:pt x="2003788" y="35"/>
                  </a:lnTo>
                  <a:lnTo>
                    <a:pt x="2011646" y="26"/>
                  </a:lnTo>
                  <a:lnTo>
                    <a:pt x="2019504" y="17"/>
                  </a:lnTo>
                  <a:lnTo>
                    <a:pt x="2027362" y="8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6029658" y="4839254"/>
              <a:ext cx="2035220" cy="171"/>
            </a:xfrm>
            <a:custGeom>
              <a:avLst/>
              <a:pathLst>
                <a:path w="2035220" h="171">
                  <a:moveTo>
                    <a:pt x="0" y="0"/>
                  </a:moveTo>
                  <a:lnTo>
                    <a:pt x="7857" y="1"/>
                  </a:lnTo>
                  <a:lnTo>
                    <a:pt x="15715" y="3"/>
                  </a:lnTo>
                  <a:lnTo>
                    <a:pt x="23573" y="6"/>
                  </a:lnTo>
                  <a:lnTo>
                    <a:pt x="31431" y="8"/>
                  </a:lnTo>
                  <a:lnTo>
                    <a:pt x="39289" y="10"/>
                  </a:lnTo>
                  <a:lnTo>
                    <a:pt x="47147" y="12"/>
                  </a:lnTo>
                  <a:lnTo>
                    <a:pt x="55005" y="14"/>
                  </a:lnTo>
                  <a:lnTo>
                    <a:pt x="62863" y="15"/>
                  </a:lnTo>
                  <a:lnTo>
                    <a:pt x="70721" y="17"/>
                  </a:lnTo>
                  <a:lnTo>
                    <a:pt x="78579" y="19"/>
                  </a:lnTo>
                  <a:lnTo>
                    <a:pt x="86437" y="21"/>
                  </a:lnTo>
                  <a:lnTo>
                    <a:pt x="94295" y="23"/>
                  </a:lnTo>
                  <a:lnTo>
                    <a:pt x="102153" y="24"/>
                  </a:lnTo>
                  <a:lnTo>
                    <a:pt x="110011" y="26"/>
                  </a:lnTo>
                  <a:lnTo>
                    <a:pt x="117869" y="28"/>
                  </a:lnTo>
                  <a:lnTo>
                    <a:pt x="125727" y="30"/>
                  </a:lnTo>
                  <a:lnTo>
                    <a:pt x="133585" y="32"/>
                  </a:lnTo>
                  <a:lnTo>
                    <a:pt x="141443" y="33"/>
                  </a:lnTo>
                  <a:lnTo>
                    <a:pt x="149301" y="34"/>
                  </a:lnTo>
                  <a:lnTo>
                    <a:pt x="157159" y="36"/>
                  </a:lnTo>
                  <a:lnTo>
                    <a:pt x="165017" y="37"/>
                  </a:lnTo>
                  <a:lnTo>
                    <a:pt x="172875" y="39"/>
                  </a:lnTo>
                  <a:lnTo>
                    <a:pt x="180733" y="40"/>
                  </a:lnTo>
                  <a:lnTo>
                    <a:pt x="188591" y="42"/>
                  </a:lnTo>
                  <a:lnTo>
                    <a:pt x="196449" y="43"/>
                  </a:lnTo>
                  <a:lnTo>
                    <a:pt x="204307" y="44"/>
                  </a:lnTo>
                  <a:lnTo>
                    <a:pt x="212165" y="46"/>
                  </a:lnTo>
                  <a:lnTo>
                    <a:pt x="220023" y="48"/>
                  </a:lnTo>
                  <a:lnTo>
                    <a:pt x="227881" y="49"/>
                  </a:lnTo>
                  <a:lnTo>
                    <a:pt x="235739" y="50"/>
                  </a:lnTo>
                  <a:lnTo>
                    <a:pt x="243597" y="52"/>
                  </a:lnTo>
                  <a:lnTo>
                    <a:pt x="251455" y="54"/>
                  </a:lnTo>
                  <a:lnTo>
                    <a:pt x="259313" y="55"/>
                  </a:lnTo>
                  <a:lnTo>
                    <a:pt x="267171" y="56"/>
                  </a:lnTo>
                  <a:lnTo>
                    <a:pt x="275029" y="57"/>
                  </a:lnTo>
                  <a:lnTo>
                    <a:pt x="282887" y="59"/>
                  </a:lnTo>
                  <a:lnTo>
                    <a:pt x="290745" y="60"/>
                  </a:lnTo>
                  <a:lnTo>
                    <a:pt x="298603" y="61"/>
                  </a:lnTo>
                  <a:lnTo>
                    <a:pt x="306461" y="63"/>
                  </a:lnTo>
                  <a:lnTo>
                    <a:pt x="314319" y="64"/>
                  </a:lnTo>
                  <a:lnTo>
                    <a:pt x="322177" y="66"/>
                  </a:lnTo>
                  <a:lnTo>
                    <a:pt x="330035" y="67"/>
                  </a:lnTo>
                  <a:lnTo>
                    <a:pt x="337893" y="68"/>
                  </a:lnTo>
                  <a:lnTo>
                    <a:pt x="345751" y="70"/>
                  </a:lnTo>
                  <a:lnTo>
                    <a:pt x="353609" y="71"/>
                  </a:lnTo>
                  <a:lnTo>
                    <a:pt x="361467" y="72"/>
                  </a:lnTo>
                  <a:lnTo>
                    <a:pt x="369325" y="73"/>
                  </a:lnTo>
                  <a:lnTo>
                    <a:pt x="377183" y="75"/>
                  </a:lnTo>
                  <a:lnTo>
                    <a:pt x="385041" y="76"/>
                  </a:lnTo>
                  <a:lnTo>
                    <a:pt x="392899" y="77"/>
                  </a:lnTo>
                  <a:lnTo>
                    <a:pt x="400757" y="78"/>
                  </a:lnTo>
                  <a:lnTo>
                    <a:pt x="408615" y="79"/>
                  </a:lnTo>
                  <a:lnTo>
                    <a:pt x="416473" y="80"/>
                  </a:lnTo>
                  <a:lnTo>
                    <a:pt x="424331" y="81"/>
                  </a:lnTo>
                  <a:lnTo>
                    <a:pt x="432189" y="82"/>
                  </a:lnTo>
                  <a:lnTo>
                    <a:pt x="440047" y="83"/>
                  </a:lnTo>
                  <a:lnTo>
                    <a:pt x="447905" y="84"/>
                  </a:lnTo>
                  <a:lnTo>
                    <a:pt x="455763" y="85"/>
                  </a:lnTo>
                  <a:lnTo>
                    <a:pt x="463621" y="86"/>
                  </a:lnTo>
                  <a:lnTo>
                    <a:pt x="471479" y="87"/>
                  </a:lnTo>
                  <a:lnTo>
                    <a:pt x="479337" y="89"/>
                  </a:lnTo>
                  <a:lnTo>
                    <a:pt x="487195" y="90"/>
                  </a:lnTo>
                  <a:lnTo>
                    <a:pt x="495053" y="91"/>
                  </a:lnTo>
                  <a:lnTo>
                    <a:pt x="502911" y="92"/>
                  </a:lnTo>
                  <a:lnTo>
                    <a:pt x="510769" y="93"/>
                  </a:lnTo>
                  <a:lnTo>
                    <a:pt x="518627" y="94"/>
                  </a:lnTo>
                  <a:lnTo>
                    <a:pt x="526485" y="95"/>
                  </a:lnTo>
                  <a:lnTo>
                    <a:pt x="534343" y="96"/>
                  </a:lnTo>
                  <a:lnTo>
                    <a:pt x="542201" y="96"/>
                  </a:lnTo>
                  <a:lnTo>
                    <a:pt x="550059" y="97"/>
                  </a:lnTo>
                  <a:lnTo>
                    <a:pt x="557917" y="98"/>
                  </a:lnTo>
                  <a:lnTo>
                    <a:pt x="565775" y="99"/>
                  </a:lnTo>
                  <a:lnTo>
                    <a:pt x="573633" y="100"/>
                  </a:lnTo>
                  <a:lnTo>
                    <a:pt x="581491" y="101"/>
                  </a:lnTo>
                  <a:lnTo>
                    <a:pt x="589349" y="102"/>
                  </a:lnTo>
                  <a:lnTo>
                    <a:pt x="597207" y="103"/>
                  </a:lnTo>
                  <a:lnTo>
                    <a:pt x="605065" y="104"/>
                  </a:lnTo>
                  <a:lnTo>
                    <a:pt x="612923" y="105"/>
                  </a:lnTo>
                  <a:lnTo>
                    <a:pt x="620781" y="106"/>
                  </a:lnTo>
                  <a:lnTo>
                    <a:pt x="628639" y="107"/>
                  </a:lnTo>
                  <a:lnTo>
                    <a:pt x="636497" y="108"/>
                  </a:lnTo>
                  <a:lnTo>
                    <a:pt x="644355" y="109"/>
                  </a:lnTo>
                  <a:lnTo>
                    <a:pt x="652213" y="109"/>
                  </a:lnTo>
                  <a:lnTo>
                    <a:pt x="660071" y="110"/>
                  </a:lnTo>
                  <a:lnTo>
                    <a:pt x="667929" y="111"/>
                  </a:lnTo>
                  <a:lnTo>
                    <a:pt x="675787" y="112"/>
                  </a:lnTo>
                  <a:lnTo>
                    <a:pt x="683645" y="113"/>
                  </a:lnTo>
                  <a:lnTo>
                    <a:pt x="691503" y="114"/>
                  </a:lnTo>
                  <a:lnTo>
                    <a:pt x="699361" y="114"/>
                  </a:lnTo>
                  <a:lnTo>
                    <a:pt x="707219" y="115"/>
                  </a:lnTo>
                  <a:lnTo>
                    <a:pt x="715077" y="116"/>
                  </a:lnTo>
                  <a:lnTo>
                    <a:pt x="722935" y="116"/>
                  </a:lnTo>
                  <a:lnTo>
                    <a:pt x="730793" y="117"/>
                  </a:lnTo>
                  <a:lnTo>
                    <a:pt x="738651" y="118"/>
                  </a:lnTo>
                  <a:lnTo>
                    <a:pt x="746509" y="118"/>
                  </a:lnTo>
                  <a:lnTo>
                    <a:pt x="754367" y="119"/>
                  </a:lnTo>
                  <a:lnTo>
                    <a:pt x="762225" y="119"/>
                  </a:lnTo>
                  <a:lnTo>
                    <a:pt x="770083" y="120"/>
                  </a:lnTo>
                  <a:lnTo>
                    <a:pt x="777941" y="120"/>
                  </a:lnTo>
                  <a:lnTo>
                    <a:pt x="785799" y="121"/>
                  </a:lnTo>
                  <a:lnTo>
                    <a:pt x="793657" y="122"/>
                  </a:lnTo>
                  <a:lnTo>
                    <a:pt x="801515" y="122"/>
                  </a:lnTo>
                  <a:lnTo>
                    <a:pt x="809373" y="123"/>
                  </a:lnTo>
                  <a:lnTo>
                    <a:pt x="817231" y="124"/>
                  </a:lnTo>
                  <a:lnTo>
                    <a:pt x="825089" y="124"/>
                  </a:lnTo>
                  <a:lnTo>
                    <a:pt x="832947" y="125"/>
                  </a:lnTo>
                  <a:lnTo>
                    <a:pt x="840805" y="125"/>
                  </a:lnTo>
                  <a:lnTo>
                    <a:pt x="848663" y="126"/>
                  </a:lnTo>
                  <a:lnTo>
                    <a:pt x="856521" y="127"/>
                  </a:lnTo>
                  <a:lnTo>
                    <a:pt x="864379" y="127"/>
                  </a:lnTo>
                  <a:lnTo>
                    <a:pt x="872237" y="128"/>
                  </a:lnTo>
                  <a:lnTo>
                    <a:pt x="880095" y="129"/>
                  </a:lnTo>
                  <a:lnTo>
                    <a:pt x="887953" y="129"/>
                  </a:lnTo>
                  <a:lnTo>
                    <a:pt x="895811" y="130"/>
                  </a:lnTo>
                  <a:lnTo>
                    <a:pt x="903669" y="130"/>
                  </a:lnTo>
                  <a:lnTo>
                    <a:pt x="911527" y="131"/>
                  </a:lnTo>
                  <a:lnTo>
                    <a:pt x="919385" y="132"/>
                  </a:lnTo>
                  <a:lnTo>
                    <a:pt x="927243" y="133"/>
                  </a:lnTo>
                  <a:lnTo>
                    <a:pt x="935101" y="133"/>
                  </a:lnTo>
                  <a:lnTo>
                    <a:pt x="942959" y="134"/>
                  </a:lnTo>
                  <a:lnTo>
                    <a:pt x="950817" y="134"/>
                  </a:lnTo>
                  <a:lnTo>
                    <a:pt x="958675" y="135"/>
                  </a:lnTo>
                  <a:lnTo>
                    <a:pt x="966533" y="135"/>
                  </a:lnTo>
                  <a:lnTo>
                    <a:pt x="974391" y="136"/>
                  </a:lnTo>
                  <a:lnTo>
                    <a:pt x="982249" y="137"/>
                  </a:lnTo>
                  <a:lnTo>
                    <a:pt x="990107" y="137"/>
                  </a:lnTo>
                  <a:lnTo>
                    <a:pt x="997965" y="138"/>
                  </a:lnTo>
                  <a:lnTo>
                    <a:pt x="1005823" y="138"/>
                  </a:lnTo>
                  <a:lnTo>
                    <a:pt x="1013681" y="139"/>
                  </a:lnTo>
                  <a:lnTo>
                    <a:pt x="1021539" y="139"/>
                  </a:lnTo>
                  <a:lnTo>
                    <a:pt x="1029397" y="140"/>
                  </a:lnTo>
                  <a:lnTo>
                    <a:pt x="1037254" y="140"/>
                  </a:lnTo>
                  <a:lnTo>
                    <a:pt x="1045112" y="140"/>
                  </a:lnTo>
                  <a:lnTo>
                    <a:pt x="1052970" y="141"/>
                  </a:lnTo>
                  <a:lnTo>
                    <a:pt x="1060828" y="141"/>
                  </a:lnTo>
                  <a:lnTo>
                    <a:pt x="1068686" y="142"/>
                  </a:lnTo>
                  <a:lnTo>
                    <a:pt x="1076544" y="142"/>
                  </a:lnTo>
                  <a:lnTo>
                    <a:pt x="1084402" y="142"/>
                  </a:lnTo>
                  <a:lnTo>
                    <a:pt x="1092260" y="143"/>
                  </a:lnTo>
                  <a:lnTo>
                    <a:pt x="1100118" y="143"/>
                  </a:lnTo>
                  <a:lnTo>
                    <a:pt x="1107976" y="144"/>
                  </a:lnTo>
                  <a:lnTo>
                    <a:pt x="1115834" y="144"/>
                  </a:lnTo>
                  <a:lnTo>
                    <a:pt x="1123692" y="145"/>
                  </a:lnTo>
                  <a:lnTo>
                    <a:pt x="1131550" y="145"/>
                  </a:lnTo>
                  <a:lnTo>
                    <a:pt x="1139408" y="146"/>
                  </a:lnTo>
                  <a:lnTo>
                    <a:pt x="1147266" y="146"/>
                  </a:lnTo>
                  <a:lnTo>
                    <a:pt x="1155124" y="146"/>
                  </a:lnTo>
                  <a:lnTo>
                    <a:pt x="1162982" y="147"/>
                  </a:lnTo>
                  <a:lnTo>
                    <a:pt x="1170840" y="147"/>
                  </a:lnTo>
                  <a:lnTo>
                    <a:pt x="1178698" y="147"/>
                  </a:lnTo>
                  <a:lnTo>
                    <a:pt x="1186556" y="148"/>
                  </a:lnTo>
                  <a:lnTo>
                    <a:pt x="1194414" y="148"/>
                  </a:lnTo>
                  <a:lnTo>
                    <a:pt x="1202272" y="148"/>
                  </a:lnTo>
                  <a:lnTo>
                    <a:pt x="1210130" y="149"/>
                  </a:lnTo>
                  <a:lnTo>
                    <a:pt x="1217988" y="149"/>
                  </a:lnTo>
                  <a:lnTo>
                    <a:pt x="1225846" y="149"/>
                  </a:lnTo>
                  <a:lnTo>
                    <a:pt x="1233704" y="150"/>
                  </a:lnTo>
                  <a:lnTo>
                    <a:pt x="1241562" y="150"/>
                  </a:lnTo>
                  <a:lnTo>
                    <a:pt x="1249420" y="150"/>
                  </a:lnTo>
                  <a:lnTo>
                    <a:pt x="1257278" y="151"/>
                  </a:lnTo>
                  <a:lnTo>
                    <a:pt x="1265136" y="151"/>
                  </a:lnTo>
                  <a:lnTo>
                    <a:pt x="1272994" y="151"/>
                  </a:lnTo>
                  <a:lnTo>
                    <a:pt x="1280852" y="152"/>
                  </a:lnTo>
                  <a:lnTo>
                    <a:pt x="1288710" y="152"/>
                  </a:lnTo>
                  <a:lnTo>
                    <a:pt x="1296568" y="152"/>
                  </a:lnTo>
                  <a:lnTo>
                    <a:pt x="1304426" y="153"/>
                  </a:lnTo>
                  <a:lnTo>
                    <a:pt x="1312284" y="153"/>
                  </a:lnTo>
                  <a:lnTo>
                    <a:pt x="1320142" y="153"/>
                  </a:lnTo>
                  <a:lnTo>
                    <a:pt x="1328000" y="154"/>
                  </a:lnTo>
                  <a:lnTo>
                    <a:pt x="1335858" y="154"/>
                  </a:lnTo>
                  <a:lnTo>
                    <a:pt x="1343716" y="154"/>
                  </a:lnTo>
                  <a:lnTo>
                    <a:pt x="1351574" y="155"/>
                  </a:lnTo>
                  <a:lnTo>
                    <a:pt x="1359432" y="155"/>
                  </a:lnTo>
                  <a:lnTo>
                    <a:pt x="1367290" y="155"/>
                  </a:lnTo>
                  <a:lnTo>
                    <a:pt x="1375148" y="155"/>
                  </a:lnTo>
                  <a:lnTo>
                    <a:pt x="1383006" y="156"/>
                  </a:lnTo>
                  <a:lnTo>
                    <a:pt x="1390864" y="156"/>
                  </a:lnTo>
                  <a:lnTo>
                    <a:pt x="1398722" y="156"/>
                  </a:lnTo>
                  <a:lnTo>
                    <a:pt x="1406580" y="157"/>
                  </a:lnTo>
                  <a:lnTo>
                    <a:pt x="1414438" y="157"/>
                  </a:lnTo>
                  <a:lnTo>
                    <a:pt x="1422296" y="157"/>
                  </a:lnTo>
                  <a:lnTo>
                    <a:pt x="1430154" y="157"/>
                  </a:lnTo>
                  <a:lnTo>
                    <a:pt x="1438012" y="157"/>
                  </a:lnTo>
                  <a:lnTo>
                    <a:pt x="1445870" y="158"/>
                  </a:lnTo>
                  <a:lnTo>
                    <a:pt x="1453728" y="158"/>
                  </a:lnTo>
                  <a:lnTo>
                    <a:pt x="1461586" y="158"/>
                  </a:lnTo>
                  <a:lnTo>
                    <a:pt x="1469444" y="159"/>
                  </a:lnTo>
                  <a:lnTo>
                    <a:pt x="1477302" y="159"/>
                  </a:lnTo>
                  <a:lnTo>
                    <a:pt x="1485160" y="159"/>
                  </a:lnTo>
                  <a:lnTo>
                    <a:pt x="1493018" y="159"/>
                  </a:lnTo>
                  <a:lnTo>
                    <a:pt x="1500876" y="159"/>
                  </a:lnTo>
                  <a:lnTo>
                    <a:pt x="1508734" y="160"/>
                  </a:lnTo>
                  <a:lnTo>
                    <a:pt x="1516592" y="160"/>
                  </a:lnTo>
                  <a:lnTo>
                    <a:pt x="1524450" y="160"/>
                  </a:lnTo>
                  <a:lnTo>
                    <a:pt x="1532308" y="161"/>
                  </a:lnTo>
                  <a:lnTo>
                    <a:pt x="1540166" y="161"/>
                  </a:lnTo>
                  <a:lnTo>
                    <a:pt x="1548024" y="161"/>
                  </a:lnTo>
                  <a:lnTo>
                    <a:pt x="1555882" y="161"/>
                  </a:lnTo>
                  <a:lnTo>
                    <a:pt x="1563740" y="161"/>
                  </a:lnTo>
                  <a:lnTo>
                    <a:pt x="1571598" y="162"/>
                  </a:lnTo>
                  <a:lnTo>
                    <a:pt x="1579456" y="162"/>
                  </a:lnTo>
                  <a:lnTo>
                    <a:pt x="1587314" y="162"/>
                  </a:lnTo>
                  <a:lnTo>
                    <a:pt x="1595172" y="162"/>
                  </a:lnTo>
                  <a:lnTo>
                    <a:pt x="1603030" y="162"/>
                  </a:lnTo>
                  <a:lnTo>
                    <a:pt x="1610888" y="162"/>
                  </a:lnTo>
                  <a:lnTo>
                    <a:pt x="1618746" y="163"/>
                  </a:lnTo>
                  <a:lnTo>
                    <a:pt x="1626604" y="163"/>
                  </a:lnTo>
                  <a:lnTo>
                    <a:pt x="1634462" y="163"/>
                  </a:lnTo>
                  <a:lnTo>
                    <a:pt x="1642320" y="163"/>
                  </a:lnTo>
                  <a:lnTo>
                    <a:pt x="1650178" y="163"/>
                  </a:lnTo>
                  <a:lnTo>
                    <a:pt x="1658036" y="163"/>
                  </a:lnTo>
                  <a:lnTo>
                    <a:pt x="1665894" y="163"/>
                  </a:lnTo>
                  <a:lnTo>
                    <a:pt x="1673752" y="164"/>
                  </a:lnTo>
                  <a:lnTo>
                    <a:pt x="1681610" y="164"/>
                  </a:lnTo>
                  <a:lnTo>
                    <a:pt x="1689468" y="164"/>
                  </a:lnTo>
                  <a:lnTo>
                    <a:pt x="1697326" y="164"/>
                  </a:lnTo>
                  <a:lnTo>
                    <a:pt x="1705184" y="164"/>
                  </a:lnTo>
                  <a:lnTo>
                    <a:pt x="1713042" y="164"/>
                  </a:lnTo>
                  <a:lnTo>
                    <a:pt x="1720900" y="165"/>
                  </a:lnTo>
                  <a:lnTo>
                    <a:pt x="1728758" y="165"/>
                  </a:lnTo>
                  <a:lnTo>
                    <a:pt x="1736616" y="165"/>
                  </a:lnTo>
                  <a:lnTo>
                    <a:pt x="1744474" y="165"/>
                  </a:lnTo>
                  <a:lnTo>
                    <a:pt x="1752332" y="166"/>
                  </a:lnTo>
                  <a:lnTo>
                    <a:pt x="1760190" y="166"/>
                  </a:lnTo>
                  <a:lnTo>
                    <a:pt x="1768048" y="166"/>
                  </a:lnTo>
                  <a:lnTo>
                    <a:pt x="1775906" y="166"/>
                  </a:lnTo>
                  <a:lnTo>
                    <a:pt x="1783764" y="167"/>
                  </a:lnTo>
                  <a:lnTo>
                    <a:pt x="1791622" y="167"/>
                  </a:lnTo>
                  <a:lnTo>
                    <a:pt x="1799480" y="167"/>
                  </a:lnTo>
                  <a:lnTo>
                    <a:pt x="1807338" y="167"/>
                  </a:lnTo>
                  <a:lnTo>
                    <a:pt x="1815196" y="167"/>
                  </a:lnTo>
                  <a:lnTo>
                    <a:pt x="1823054" y="168"/>
                  </a:lnTo>
                  <a:lnTo>
                    <a:pt x="1830912" y="168"/>
                  </a:lnTo>
                  <a:lnTo>
                    <a:pt x="1838770" y="168"/>
                  </a:lnTo>
                  <a:lnTo>
                    <a:pt x="1846628" y="168"/>
                  </a:lnTo>
                  <a:lnTo>
                    <a:pt x="1854486" y="168"/>
                  </a:lnTo>
                  <a:lnTo>
                    <a:pt x="1862344" y="168"/>
                  </a:lnTo>
                  <a:lnTo>
                    <a:pt x="1870202" y="168"/>
                  </a:lnTo>
                  <a:lnTo>
                    <a:pt x="1878060" y="168"/>
                  </a:lnTo>
                  <a:lnTo>
                    <a:pt x="1885918" y="169"/>
                  </a:lnTo>
                  <a:lnTo>
                    <a:pt x="1893776" y="169"/>
                  </a:lnTo>
                  <a:lnTo>
                    <a:pt x="1901634" y="169"/>
                  </a:lnTo>
                  <a:lnTo>
                    <a:pt x="1909492" y="169"/>
                  </a:lnTo>
                  <a:lnTo>
                    <a:pt x="1917350" y="169"/>
                  </a:lnTo>
                  <a:lnTo>
                    <a:pt x="1925208" y="169"/>
                  </a:lnTo>
                  <a:lnTo>
                    <a:pt x="1933066" y="169"/>
                  </a:lnTo>
                  <a:lnTo>
                    <a:pt x="1940924" y="170"/>
                  </a:lnTo>
                  <a:lnTo>
                    <a:pt x="1948782" y="170"/>
                  </a:lnTo>
                  <a:lnTo>
                    <a:pt x="1956640" y="170"/>
                  </a:lnTo>
                  <a:lnTo>
                    <a:pt x="1964498" y="170"/>
                  </a:lnTo>
                  <a:lnTo>
                    <a:pt x="1972356" y="170"/>
                  </a:lnTo>
                  <a:lnTo>
                    <a:pt x="1980214" y="170"/>
                  </a:lnTo>
                  <a:lnTo>
                    <a:pt x="1988072" y="170"/>
                  </a:lnTo>
                  <a:lnTo>
                    <a:pt x="1995930" y="170"/>
                  </a:lnTo>
                  <a:lnTo>
                    <a:pt x="2003788" y="171"/>
                  </a:lnTo>
                  <a:lnTo>
                    <a:pt x="2011646" y="171"/>
                  </a:lnTo>
                  <a:lnTo>
                    <a:pt x="2019504" y="171"/>
                  </a:lnTo>
                  <a:lnTo>
                    <a:pt x="2027362" y="171"/>
                  </a:lnTo>
                  <a:lnTo>
                    <a:pt x="2035220" y="171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6029658" y="4839023"/>
              <a:ext cx="2035220" cy="251"/>
            </a:xfrm>
            <a:custGeom>
              <a:avLst/>
              <a:pathLst>
                <a:path w="2035220" h="251">
                  <a:moveTo>
                    <a:pt x="0" y="0"/>
                  </a:moveTo>
                  <a:lnTo>
                    <a:pt x="7857" y="1"/>
                  </a:lnTo>
                  <a:lnTo>
                    <a:pt x="15715" y="2"/>
                  </a:lnTo>
                  <a:lnTo>
                    <a:pt x="23573" y="4"/>
                  </a:lnTo>
                  <a:lnTo>
                    <a:pt x="31431" y="5"/>
                  </a:lnTo>
                  <a:lnTo>
                    <a:pt x="39289" y="8"/>
                  </a:lnTo>
                  <a:lnTo>
                    <a:pt x="47147" y="9"/>
                  </a:lnTo>
                  <a:lnTo>
                    <a:pt x="55005" y="10"/>
                  </a:lnTo>
                  <a:lnTo>
                    <a:pt x="62863" y="12"/>
                  </a:lnTo>
                  <a:lnTo>
                    <a:pt x="70721" y="13"/>
                  </a:lnTo>
                  <a:lnTo>
                    <a:pt x="78579" y="14"/>
                  </a:lnTo>
                  <a:lnTo>
                    <a:pt x="86437" y="16"/>
                  </a:lnTo>
                  <a:lnTo>
                    <a:pt x="94295" y="17"/>
                  </a:lnTo>
                  <a:lnTo>
                    <a:pt x="102153" y="19"/>
                  </a:lnTo>
                  <a:lnTo>
                    <a:pt x="110011" y="20"/>
                  </a:lnTo>
                  <a:lnTo>
                    <a:pt x="117869" y="22"/>
                  </a:lnTo>
                  <a:lnTo>
                    <a:pt x="125727" y="23"/>
                  </a:lnTo>
                  <a:lnTo>
                    <a:pt x="133585" y="24"/>
                  </a:lnTo>
                  <a:lnTo>
                    <a:pt x="141443" y="25"/>
                  </a:lnTo>
                  <a:lnTo>
                    <a:pt x="149301" y="26"/>
                  </a:lnTo>
                  <a:lnTo>
                    <a:pt x="157159" y="28"/>
                  </a:lnTo>
                  <a:lnTo>
                    <a:pt x="165017" y="30"/>
                  </a:lnTo>
                  <a:lnTo>
                    <a:pt x="172875" y="32"/>
                  </a:lnTo>
                  <a:lnTo>
                    <a:pt x="180733" y="33"/>
                  </a:lnTo>
                  <a:lnTo>
                    <a:pt x="188591" y="34"/>
                  </a:lnTo>
                  <a:lnTo>
                    <a:pt x="196449" y="37"/>
                  </a:lnTo>
                  <a:lnTo>
                    <a:pt x="204307" y="38"/>
                  </a:lnTo>
                  <a:lnTo>
                    <a:pt x="212165" y="39"/>
                  </a:lnTo>
                  <a:lnTo>
                    <a:pt x="220023" y="41"/>
                  </a:lnTo>
                  <a:lnTo>
                    <a:pt x="227881" y="42"/>
                  </a:lnTo>
                  <a:lnTo>
                    <a:pt x="235739" y="43"/>
                  </a:lnTo>
                  <a:lnTo>
                    <a:pt x="243597" y="45"/>
                  </a:lnTo>
                  <a:lnTo>
                    <a:pt x="251455" y="46"/>
                  </a:lnTo>
                  <a:lnTo>
                    <a:pt x="259313" y="48"/>
                  </a:lnTo>
                  <a:lnTo>
                    <a:pt x="267171" y="49"/>
                  </a:lnTo>
                  <a:lnTo>
                    <a:pt x="275029" y="50"/>
                  </a:lnTo>
                  <a:lnTo>
                    <a:pt x="282887" y="52"/>
                  </a:lnTo>
                  <a:lnTo>
                    <a:pt x="290745" y="53"/>
                  </a:lnTo>
                  <a:lnTo>
                    <a:pt x="298603" y="54"/>
                  </a:lnTo>
                  <a:lnTo>
                    <a:pt x="306461" y="56"/>
                  </a:lnTo>
                  <a:lnTo>
                    <a:pt x="314319" y="57"/>
                  </a:lnTo>
                  <a:lnTo>
                    <a:pt x="322177" y="59"/>
                  </a:lnTo>
                  <a:lnTo>
                    <a:pt x="330035" y="60"/>
                  </a:lnTo>
                  <a:lnTo>
                    <a:pt x="337893" y="61"/>
                  </a:lnTo>
                  <a:lnTo>
                    <a:pt x="345751" y="63"/>
                  </a:lnTo>
                  <a:lnTo>
                    <a:pt x="353609" y="64"/>
                  </a:lnTo>
                  <a:lnTo>
                    <a:pt x="361467" y="65"/>
                  </a:lnTo>
                  <a:lnTo>
                    <a:pt x="369325" y="67"/>
                  </a:lnTo>
                  <a:lnTo>
                    <a:pt x="377183" y="68"/>
                  </a:lnTo>
                  <a:lnTo>
                    <a:pt x="385041" y="69"/>
                  </a:lnTo>
                  <a:lnTo>
                    <a:pt x="392899" y="70"/>
                  </a:lnTo>
                  <a:lnTo>
                    <a:pt x="400757" y="71"/>
                  </a:lnTo>
                  <a:lnTo>
                    <a:pt x="408615" y="72"/>
                  </a:lnTo>
                  <a:lnTo>
                    <a:pt x="416473" y="73"/>
                  </a:lnTo>
                  <a:lnTo>
                    <a:pt x="424331" y="75"/>
                  </a:lnTo>
                  <a:lnTo>
                    <a:pt x="432189" y="76"/>
                  </a:lnTo>
                  <a:lnTo>
                    <a:pt x="440047" y="78"/>
                  </a:lnTo>
                  <a:lnTo>
                    <a:pt x="447905" y="79"/>
                  </a:lnTo>
                  <a:lnTo>
                    <a:pt x="455763" y="81"/>
                  </a:lnTo>
                  <a:lnTo>
                    <a:pt x="463621" y="82"/>
                  </a:lnTo>
                  <a:lnTo>
                    <a:pt x="471479" y="83"/>
                  </a:lnTo>
                  <a:lnTo>
                    <a:pt x="479337" y="84"/>
                  </a:lnTo>
                  <a:lnTo>
                    <a:pt x="487195" y="86"/>
                  </a:lnTo>
                  <a:lnTo>
                    <a:pt x="495053" y="87"/>
                  </a:lnTo>
                  <a:lnTo>
                    <a:pt x="502911" y="88"/>
                  </a:lnTo>
                  <a:lnTo>
                    <a:pt x="510769" y="89"/>
                  </a:lnTo>
                  <a:lnTo>
                    <a:pt x="518627" y="91"/>
                  </a:lnTo>
                  <a:lnTo>
                    <a:pt x="526485" y="93"/>
                  </a:lnTo>
                  <a:lnTo>
                    <a:pt x="534343" y="94"/>
                  </a:lnTo>
                  <a:lnTo>
                    <a:pt x="542201" y="96"/>
                  </a:lnTo>
                  <a:lnTo>
                    <a:pt x="550059" y="97"/>
                  </a:lnTo>
                  <a:lnTo>
                    <a:pt x="557917" y="98"/>
                  </a:lnTo>
                  <a:lnTo>
                    <a:pt x="565775" y="99"/>
                  </a:lnTo>
                  <a:lnTo>
                    <a:pt x="573633" y="100"/>
                  </a:lnTo>
                  <a:lnTo>
                    <a:pt x="581491" y="101"/>
                  </a:lnTo>
                  <a:lnTo>
                    <a:pt x="589349" y="102"/>
                  </a:lnTo>
                  <a:lnTo>
                    <a:pt x="597207" y="103"/>
                  </a:lnTo>
                  <a:lnTo>
                    <a:pt x="605065" y="104"/>
                  </a:lnTo>
                  <a:lnTo>
                    <a:pt x="612923" y="106"/>
                  </a:lnTo>
                  <a:lnTo>
                    <a:pt x="620781" y="106"/>
                  </a:lnTo>
                  <a:lnTo>
                    <a:pt x="628639" y="108"/>
                  </a:lnTo>
                  <a:lnTo>
                    <a:pt x="636497" y="109"/>
                  </a:lnTo>
                  <a:lnTo>
                    <a:pt x="644355" y="111"/>
                  </a:lnTo>
                  <a:lnTo>
                    <a:pt x="652213" y="112"/>
                  </a:lnTo>
                  <a:lnTo>
                    <a:pt x="660071" y="113"/>
                  </a:lnTo>
                  <a:lnTo>
                    <a:pt x="667929" y="114"/>
                  </a:lnTo>
                  <a:lnTo>
                    <a:pt x="675787" y="115"/>
                  </a:lnTo>
                  <a:lnTo>
                    <a:pt x="683645" y="117"/>
                  </a:lnTo>
                  <a:lnTo>
                    <a:pt x="691503" y="118"/>
                  </a:lnTo>
                  <a:lnTo>
                    <a:pt x="699361" y="119"/>
                  </a:lnTo>
                  <a:lnTo>
                    <a:pt x="707219" y="120"/>
                  </a:lnTo>
                  <a:lnTo>
                    <a:pt x="715077" y="122"/>
                  </a:lnTo>
                  <a:lnTo>
                    <a:pt x="722935" y="123"/>
                  </a:lnTo>
                  <a:lnTo>
                    <a:pt x="730793" y="124"/>
                  </a:lnTo>
                  <a:lnTo>
                    <a:pt x="738651" y="125"/>
                  </a:lnTo>
                  <a:lnTo>
                    <a:pt x="746509" y="126"/>
                  </a:lnTo>
                  <a:lnTo>
                    <a:pt x="754367" y="127"/>
                  </a:lnTo>
                  <a:lnTo>
                    <a:pt x="762225" y="128"/>
                  </a:lnTo>
                  <a:lnTo>
                    <a:pt x="770083" y="129"/>
                  </a:lnTo>
                  <a:lnTo>
                    <a:pt x="777941" y="131"/>
                  </a:lnTo>
                  <a:lnTo>
                    <a:pt x="785799" y="132"/>
                  </a:lnTo>
                  <a:lnTo>
                    <a:pt x="793657" y="133"/>
                  </a:lnTo>
                  <a:lnTo>
                    <a:pt x="801515" y="135"/>
                  </a:lnTo>
                  <a:lnTo>
                    <a:pt x="809373" y="136"/>
                  </a:lnTo>
                  <a:lnTo>
                    <a:pt x="817231" y="137"/>
                  </a:lnTo>
                  <a:lnTo>
                    <a:pt x="825089" y="138"/>
                  </a:lnTo>
                  <a:lnTo>
                    <a:pt x="832947" y="139"/>
                  </a:lnTo>
                  <a:lnTo>
                    <a:pt x="840805" y="139"/>
                  </a:lnTo>
                  <a:lnTo>
                    <a:pt x="848663" y="140"/>
                  </a:lnTo>
                  <a:lnTo>
                    <a:pt x="856521" y="142"/>
                  </a:lnTo>
                  <a:lnTo>
                    <a:pt x="864379" y="143"/>
                  </a:lnTo>
                  <a:lnTo>
                    <a:pt x="872237" y="144"/>
                  </a:lnTo>
                  <a:lnTo>
                    <a:pt x="880095" y="145"/>
                  </a:lnTo>
                  <a:lnTo>
                    <a:pt x="887953" y="146"/>
                  </a:lnTo>
                  <a:lnTo>
                    <a:pt x="895811" y="147"/>
                  </a:lnTo>
                  <a:lnTo>
                    <a:pt x="903669" y="148"/>
                  </a:lnTo>
                  <a:lnTo>
                    <a:pt x="911527" y="149"/>
                  </a:lnTo>
                  <a:lnTo>
                    <a:pt x="919385" y="150"/>
                  </a:lnTo>
                  <a:lnTo>
                    <a:pt x="927243" y="151"/>
                  </a:lnTo>
                  <a:lnTo>
                    <a:pt x="935101" y="152"/>
                  </a:lnTo>
                  <a:lnTo>
                    <a:pt x="942959" y="153"/>
                  </a:lnTo>
                  <a:lnTo>
                    <a:pt x="950817" y="154"/>
                  </a:lnTo>
                  <a:lnTo>
                    <a:pt x="958675" y="154"/>
                  </a:lnTo>
                  <a:lnTo>
                    <a:pt x="966533" y="155"/>
                  </a:lnTo>
                  <a:lnTo>
                    <a:pt x="974391" y="156"/>
                  </a:lnTo>
                  <a:lnTo>
                    <a:pt x="982249" y="157"/>
                  </a:lnTo>
                  <a:lnTo>
                    <a:pt x="990107" y="158"/>
                  </a:lnTo>
                  <a:lnTo>
                    <a:pt x="997965" y="158"/>
                  </a:lnTo>
                  <a:lnTo>
                    <a:pt x="1005823" y="159"/>
                  </a:lnTo>
                  <a:lnTo>
                    <a:pt x="1013681" y="161"/>
                  </a:lnTo>
                  <a:lnTo>
                    <a:pt x="1021539" y="161"/>
                  </a:lnTo>
                  <a:lnTo>
                    <a:pt x="1029397" y="163"/>
                  </a:lnTo>
                  <a:lnTo>
                    <a:pt x="1037254" y="164"/>
                  </a:lnTo>
                  <a:lnTo>
                    <a:pt x="1045112" y="165"/>
                  </a:lnTo>
                  <a:lnTo>
                    <a:pt x="1052970" y="166"/>
                  </a:lnTo>
                  <a:lnTo>
                    <a:pt x="1060828" y="167"/>
                  </a:lnTo>
                  <a:lnTo>
                    <a:pt x="1068686" y="167"/>
                  </a:lnTo>
                  <a:lnTo>
                    <a:pt x="1076544" y="168"/>
                  </a:lnTo>
                  <a:lnTo>
                    <a:pt x="1084402" y="169"/>
                  </a:lnTo>
                  <a:lnTo>
                    <a:pt x="1092260" y="170"/>
                  </a:lnTo>
                  <a:lnTo>
                    <a:pt x="1100118" y="170"/>
                  </a:lnTo>
                  <a:lnTo>
                    <a:pt x="1107976" y="171"/>
                  </a:lnTo>
                  <a:lnTo>
                    <a:pt x="1115834" y="172"/>
                  </a:lnTo>
                  <a:lnTo>
                    <a:pt x="1123692" y="173"/>
                  </a:lnTo>
                  <a:lnTo>
                    <a:pt x="1131550" y="174"/>
                  </a:lnTo>
                  <a:lnTo>
                    <a:pt x="1139408" y="175"/>
                  </a:lnTo>
                  <a:lnTo>
                    <a:pt x="1147266" y="176"/>
                  </a:lnTo>
                  <a:lnTo>
                    <a:pt x="1155124" y="177"/>
                  </a:lnTo>
                  <a:lnTo>
                    <a:pt x="1162982" y="177"/>
                  </a:lnTo>
                  <a:lnTo>
                    <a:pt x="1170840" y="179"/>
                  </a:lnTo>
                  <a:lnTo>
                    <a:pt x="1178698" y="180"/>
                  </a:lnTo>
                  <a:lnTo>
                    <a:pt x="1186556" y="180"/>
                  </a:lnTo>
                  <a:lnTo>
                    <a:pt x="1194414" y="181"/>
                  </a:lnTo>
                  <a:lnTo>
                    <a:pt x="1202272" y="182"/>
                  </a:lnTo>
                  <a:lnTo>
                    <a:pt x="1210130" y="183"/>
                  </a:lnTo>
                  <a:lnTo>
                    <a:pt x="1217988" y="184"/>
                  </a:lnTo>
                  <a:lnTo>
                    <a:pt x="1225846" y="185"/>
                  </a:lnTo>
                  <a:lnTo>
                    <a:pt x="1233704" y="185"/>
                  </a:lnTo>
                  <a:lnTo>
                    <a:pt x="1241562" y="187"/>
                  </a:lnTo>
                  <a:lnTo>
                    <a:pt x="1249420" y="188"/>
                  </a:lnTo>
                  <a:lnTo>
                    <a:pt x="1257278" y="188"/>
                  </a:lnTo>
                  <a:lnTo>
                    <a:pt x="1265136" y="189"/>
                  </a:lnTo>
                  <a:lnTo>
                    <a:pt x="1272994" y="189"/>
                  </a:lnTo>
                  <a:lnTo>
                    <a:pt x="1280852" y="190"/>
                  </a:lnTo>
                  <a:lnTo>
                    <a:pt x="1288710" y="191"/>
                  </a:lnTo>
                  <a:lnTo>
                    <a:pt x="1296568" y="191"/>
                  </a:lnTo>
                  <a:lnTo>
                    <a:pt x="1304426" y="192"/>
                  </a:lnTo>
                  <a:lnTo>
                    <a:pt x="1312284" y="193"/>
                  </a:lnTo>
                  <a:lnTo>
                    <a:pt x="1320142" y="193"/>
                  </a:lnTo>
                  <a:lnTo>
                    <a:pt x="1328000" y="194"/>
                  </a:lnTo>
                  <a:lnTo>
                    <a:pt x="1335858" y="195"/>
                  </a:lnTo>
                  <a:lnTo>
                    <a:pt x="1343716" y="195"/>
                  </a:lnTo>
                  <a:lnTo>
                    <a:pt x="1351574" y="196"/>
                  </a:lnTo>
                  <a:lnTo>
                    <a:pt x="1359432" y="197"/>
                  </a:lnTo>
                  <a:lnTo>
                    <a:pt x="1367290" y="198"/>
                  </a:lnTo>
                  <a:lnTo>
                    <a:pt x="1375148" y="198"/>
                  </a:lnTo>
                  <a:lnTo>
                    <a:pt x="1383006" y="199"/>
                  </a:lnTo>
                  <a:lnTo>
                    <a:pt x="1390864" y="200"/>
                  </a:lnTo>
                  <a:lnTo>
                    <a:pt x="1398722" y="200"/>
                  </a:lnTo>
                  <a:lnTo>
                    <a:pt x="1406580" y="201"/>
                  </a:lnTo>
                  <a:lnTo>
                    <a:pt x="1414438" y="202"/>
                  </a:lnTo>
                  <a:lnTo>
                    <a:pt x="1422296" y="203"/>
                  </a:lnTo>
                  <a:lnTo>
                    <a:pt x="1430154" y="204"/>
                  </a:lnTo>
                  <a:lnTo>
                    <a:pt x="1438012" y="204"/>
                  </a:lnTo>
                  <a:lnTo>
                    <a:pt x="1445870" y="205"/>
                  </a:lnTo>
                  <a:lnTo>
                    <a:pt x="1453728" y="206"/>
                  </a:lnTo>
                  <a:lnTo>
                    <a:pt x="1461586" y="207"/>
                  </a:lnTo>
                  <a:lnTo>
                    <a:pt x="1469444" y="208"/>
                  </a:lnTo>
                  <a:lnTo>
                    <a:pt x="1477302" y="209"/>
                  </a:lnTo>
                  <a:lnTo>
                    <a:pt x="1485160" y="209"/>
                  </a:lnTo>
                  <a:lnTo>
                    <a:pt x="1493018" y="209"/>
                  </a:lnTo>
                  <a:lnTo>
                    <a:pt x="1500876" y="211"/>
                  </a:lnTo>
                  <a:lnTo>
                    <a:pt x="1508734" y="211"/>
                  </a:lnTo>
                  <a:lnTo>
                    <a:pt x="1516592" y="212"/>
                  </a:lnTo>
                  <a:lnTo>
                    <a:pt x="1524450" y="213"/>
                  </a:lnTo>
                  <a:lnTo>
                    <a:pt x="1532308" y="213"/>
                  </a:lnTo>
                  <a:lnTo>
                    <a:pt x="1540166" y="214"/>
                  </a:lnTo>
                  <a:lnTo>
                    <a:pt x="1548024" y="215"/>
                  </a:lnTo>
                  <a:lnTo>
                    <a:pt x="1555882" y="215"/>
                  </a:lnTo>
                  <a:lnTo>
                    <a:pt x="1563740" y="216"/>
                  </a:lnTo>
                  <a:lnTo>
                    <a:pt x="1571598" y="217"/>
                  </a:lnTo>
                  <a:lnTo>
                    <a:pt x="1579456" y="217"/>
                  </a:lnTo>
                  <a:lnTo>
                    <a:pt x="1587314" y="218"/>
                  </a:lnTo>
                  <a:lnTo>
                    <a:pt x="1595172" y="219"/>
                  </a:lnTo>
                  <a:lnTo>
                    <a:pt x="1603030" y="219"/>
                  </a:lnTo>
                  <a:lnTo>
                    <a:pt x="1610888" y="220"/>
                  </a:lnTo>
                  <a:lnTo>
                    <a:pt x="1618746" y="221"/>
                  </a:lnTo>
                  <a:lnTo>
                    <a:pt x="1626604" y="222"/>
                  </a:lnTo>
                  <a:lnTo>
                    <a:pt x="1634462" y="222"/>
                  </a:lnTo>
                  <a:lnTo>
                    <a:pt x="1642320" y="223"/>
                  </a:lnTo>
                  <a:lnTo>
                    <a:pt x="1650178" y="223"/>
                  </a:lnTo>
                  <a:lnTo>
                    <a:pt x="1658036" y="224"/>
                  </a:lnTo>
                  <a:lnTo>
                    <a:pt x="1665894" y="224"/>
                  </a:lnTo>
                  <a:lnTo>
                    <a:pt x="1673752" y="225"/>
                  </a:lnTo>
                  <a:lnTo>
                    <a:pt x="1681610" y="225"/>
                  </a:lnTo>
                  <a:lnTo>
                    <a:pt x="1689468" y="226"/>
                  </a:lnTo>
                  <a:lnTo>
                    <a:pt x="1697326" y="226"/>
                  </a:lnTo>
                  <a:lnTo>
                    <a:pt x="1705184" y="227"/>
                  </a:lnTo>
                  <a:lnTo>
                    <a:pt x="1713042" y="227"/>
                  </a:lnTo>
                  <a:lnTo>
                    <a:pt x="1720900" y="228"/>
                  </a:lnTo>
                  <a:lnTo>
                    <a:pt x="1728758" y="229"/>
                  </a:lnTo>
                  <a:lnTo>
                    <a:pt x="1736616" y="229"/>
                  </a:lnTo>
                  <a:lnTo>
                    <a:pt x="1744474" y="230"/>
                  </a:lnTo>
                  <a:lnTo>
                    <a:pt x="1752332" y="231"/>
                  </a:lnTo>
                  <a:lnTo>
                    <a:pt x="1760190" y="231"/>
                  </a:lnTo>
                  <a:lnTo>
                    <a:pt x="1768048" y="232"/>
                  </a:lnTo>
                  <a:lnTo>
                    <a:pt x="1775906" y="233"/>
                  </a:lnTo>
                  <a:lnTo>
                    <a:pt x="1783764" y="233"/>
                  </a:lnTo>
                  <a:lnTo>
                    <a:pt x="1791622" y="234"/>
                  </a:lnTo>
                  <a:lnTo>
                    <a:pt x="1799480" y="235"/>
                  </a:lnTo>
                  <a:lnTo>
                    <a:pt x="1807338" y="235"/>
                  </a:lnTo>
                  <a:lnTo>
                    <a:pt x="1815196" y="236"/>
                  </a:lnTo>
                  <a:lnTo>
                    <a:pt x="1823054" y="236"/>
                  </a:lnTo>
                  <a:lnTo>
                    <a:pt x="1830912" y="237"/>
                  </a:lnTo>
                  <a:lnTo>
                    <a:pt x="1838770" y="238"/>
                  </a:lnTo>
                  <a:lnTo>
                    <a:pt x="1846628" y="238"/>
                  </a:lnTo>
                  <a:lnTo>
                    <a:pt x="1854486" y="239"/>
                  </a:lnTo>
                  <a:lnTo>
                    <a:pt x="1862344" y="239"/>
                  </a:lnTo>
                  <a:lnTo>
                    <a:pt x="1870202" y="240"/>
                  </a:lnTo>
                  <a:lnTo>
                    <a:pt x="1878060" y="240"/>
                  </a:lnTo>
                  <a:lnTo>
                    <a:pt x="1885918" y="241"/>
                  </a:lnTo>
                  <a:lnTo>
                    <a:pt x="1893776" y="241"/>
                  </a:lnTo>
                  <a:lnTo>
                    <a:pt x="1901634" y="242"/>
                  </a:lnTo>
                  <a:lnTo>
                    <a:pt x="1909492" y="243"/>
                  </a:lnTo>
                  <a:lnTo>
                    <a:pt x="1917350" y="243"/>
                  </a:lnTo>
                  <a:lnTo>
                    <a:pt x="1925208" y="244"/>
                  </a:lnTo>
                  <a:lnTo>
                    <a:pt x="1933066" y="244"/>
                  </a:lnTo>
                  <a:lnTo>
                    <a:pt x="1940924" y="245"/>
                  </a:lnTo>
                  <a:lnTo>
                    <a:pt x="1948782" y="245"/>
                  </a:lnTo>
                  <a:lnTo>
                    <a:pt x="1956640" y="246"/>
                  </a:lnTo>
                  <a:lnTo>
                    <a:pt x="1964498" y="246"/>
                  </a:lnTo>
                  <a:lnTo>
                    <a:pt x="1972356" y="247"/>
                  </a:lnTo>
                  <a:lnTo>
                    <a:pt x="1980214" y="247"/>
                  </a:lnTo>
                  <a:lnTo>
                    <a:pt x="1988072" y="248"/>
                  </a:lnTo>
                  <a:lnTo>
                    <a:pt x="1995930" y="249"/>
                  </a:lnTo>
                  <a:lnTo>
                    <a:pt x="2003788" y="249"/>
                  </a:lnTo>
                  <a:lnTo>
                    <a:pt x="2011646" y="250"/>
                  </a:lnTo>
                  <a:lnTo>
                    <a:pt x="2019504" y="250"/>
                  </a:lnTo>
                  <a:lnTo>
                    <a:pt x="2027362" y="251"/>
                  </a:lnTo>
                  <a:lnTo>
                    <a:pt x="2035220" y="251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6029658" y="4839211"/>
              <a:ext cx="2035220" cy="37"/>
            </a:xfrm>
            <a:custGeom>
              <a:avLst/>
              <a:pathLst>
                <a:path w="2035220" h="37">
                  <a:moveTo>
                    <a:pt x="0" y="36"/>
                  </a:moveTo>
                  <a:lnTo>
                    <a:pt x="7857" y="36"/>
                  </a:lnTo>
                  <a:lnTo>
                    <a:pt x="15715" y="36"/>
                  </a:lnTo>
                  <a:lnTo>
                    <a:pt x="23573" y="36"/>
                  </a:lnTo>
                  <a:lnTo>
                    <a:pt x="31431" y="36"/>
                  </a:lnTo>
                  <a:lnTo>
                    <a:pt x="39289" y="37"/>
                  </a:lnTo>
                  <a:lnTo>
                    <a:pt x="47147" y="37"/>
                  </a:lnTo>
                  <a:lnTo>
                    <a:pt x="55005" y="36"/>
                  </a:lnTo>
                  <a:lnTo>
                    <a:pt x="62863" y="37"/>
                  </a:lnTo>
                  <a:lnTo>
                    <a:pt x="70721" y="36"/>
                  </a:lnTo>
                  <a:lnTo>
                    <a:pt x="78579" y="37"/>
                  </a:lnTo>
                  <a:lnTo>
                    <a:pt x="86437" y="37"/>
                  </a:lnTo>
                  <a:lnTo>
                    <a:pt x="94295" y="37"/>
                  </a:lnTo>
                  <a:lnTo>
                    <a:pt x="102153" y="37"/>
                  </a:lnTo>
                  <a:lnTo>
                    <a:pt x="110011" y="37"/>
                  </a:lnTo>
                  <a:lnTo>
                    <a:pt x="117869" y="37"/>
                  </a:lnTo>
                  <a:lnTo>
                    <a:pt x="125727" y="36"/>
                  </a:lnTo>
                  <a:lnTo>
                    <a:pt x="133585" y="36"/>
                  </a:lnTo>
                  <a:lnTo>
                    <a:pt x="141443" y="37"/>
                  </a:lnTo>
                  <a:lnTo>
                    <a:pt x="149301" y="37"/>
                  </a:lnTo>
                  <a:lnTo>
                    <a:pt x="157159" y="37"/>
                  </a:lnTo>
                  <a:lnTo>
                    <a:pt x="165017" y="37"/>
                  </a:lnTo>
                  <a:lnTo>
                    <a:pt x="172875" y="37"/>
                  </a:lnTo>
                  <a:lnTo>
                    <a:pt x="180733" y="37"/>
                  </a:lnTo>
                  <a:lnTo>
                    <a:pt x="188591" y="37"/>
                  </a:lnTo>
                  <a:lnTo>
                    <a:pt x="196449" y="37"/>
                  </a:lnTo>
                  <a:lnTo>
                    <a:pt x="204307" y="37"/>
                  </a:lnTo>
                  <a:lnTo>
                    <a:pt x="212165" y="37"/>
                  </a:lnTo>
                  <a:lnTo>
                    <a:pt x="220023" y="37"/>
                  </a:lnTo>
                  <a:lnTo>
                    <a:pt x="227881" y="37"/>
                  </a:lnTo>
                  <a:lnTo>
                    <a:pt x="235739" y="36"/>
                  </a:lnTo>
                  <a:lnTo>
                    <a:pt x="243597" y="36"/>
                  </a:lnTo>
                  <a:lnTo>
                    <a:pt x="251455" y="36"/>
                  </a:lnTo>
                  <a:lnTo>
                    <a:pt x="259313" y="36"/>
                  </a:lnTo>
                  <a:lnTo>
                    <a:pt x="267171" y="36"/>
                  </a:lnTo>
                  <a:lnTo>
                    <a:pt x="275029" y="36"/>
                  </a:lnTo>
                  <a:lnTo>
                    <a:pt x="282887" y="36"/>
                  </a:lnTo>
                  <a:lnTo>
                    <a:pt x="290745" y="36"/>
                  </a:lnTo>
                  <a:lnTo>
                    <a:pt x="298603" y="36"/>
                  </a:lnTo>
                  <a:lnTo>
                    <a:pt x="306461" y="36"/>
                  </a:lnTo>
                  <a:lnTo>
                    <a:pt x="314319" y="36"/>
                  </a:lnTo>
                  <a:lnTo>
                    <a:pt x="322177" y="36"/>
                  </a:lnTo>
                  <a:lnTo>
                    <a:pt x="330035" y="36"/>
                  </a:lnTo>
                  <a:lnTo>
                    <a:pt x="337893" y="35"/>
                  </a:lnTo>
                  <a:lnTo>
                    <a:pt x="345751" y="35"/>
                  </a:lnTo>
                  <a:lnTo>
                    <a:pt x="353609" y="35"/>
                  </a:lnTo>
                  <a:lnTo>
                    <a:pt x="361467" y="35"/>
                  </a:lnTo>
                  <a:lnTo>
                    <a:pt x="369325" y="34"/>
                  </a:lnTo>
                  <a:lnTo>
                    <a:pt x="377183" y="34"/>
                  </a:lnTo>
                  <a:lnTo>
                    <a:pt x="385041" y="34"/>
                  </a:lnTo>
                  <a:lnTo>
                    <a:pt x="392899" y="34"/>
                  </a:lnTo>
                  <a:lnTo>
                    <a:pt x="400757" y="34"/>
                  </a:lnTo>
                  <a:lnTo>
                    <a:pt x="408615" y="34"/>
                  </a:lnTo>
                  <a:lnTo>
                    <a:pt x="416473" y="35"/>
                  </a:lnTo>
                  <a:lnTo>
                    <a:pt x="424331" y="35"/>
                  </a:lnTo>
                  <a:lnTo>
                    <a:pt x="432189" y="35"/>
                  </a:lnTo>
                  <a:lnTo>
                    <a:pt x="440047" y="34"/>
                  </a:lnTo>
                  <a:lnTo>
                    <a:pt x="447905" y="34"/>
                  </a:lnTo>
                  <a:lnTo>
                    <a:pt x="455763" y="33"/>
                  </a:lnTo>
                  <a:lnTo>
                    <a:pt x="463621" y="34"/>
                  </a:lnTo>
                  <a:lnTo>
                    <a:pt x="471479" y="33"/>
                  </a:lnTo>
                  <a:lnTo>
                    <a:pt x="479337" y="33"/>
                  </a:lnTo>
                  <a:lnTo>
                    <a:pt x="487195" y="33"/>
                  </a:lnTo>
                  <a:lnTo>
                    <a:pt x="495053" y="32"/>
                  </a:lnTo>
                  <a:lnTo>
                    <a:pt x="502911" y="32"/>
                  </a:lnTo>
                  <a:lnTo>
                    <a:pt x="510769" y="32"/>
                  </a:lnTo>
                  <a:lnTo>
                    <a:pt x="518627" y="32"/>
                  </a:lnTo>
                  <a:lnTo>
                    <a:pt x="526485" y="30"/>
                  </a:lnTo>
                  <a:lnTo>
                    <a:pt x="534343" y="30"/>
                  </a:lnTo>
                  <a:lnTo>
                    <a:pt x="542201" y="31"/>
                  </a:lnTo>
                  <a:lnTo>
                    <a:pt x="550059" y="31"/>
                  </a:lnTo>
                  <a:lnTo>
                    <a:pt x="557917" y="31"/>
                  </a:lnTo>
                  <a:lnTo>
                    <a:pt x="565775" y="29"/>
                  </a:lnTo>
                  <a:lnTo>
                    <a:pt x="573633" y="28"/>
                  </a:lnTo>
                  <a:lnTo>
                    <a:pt x="581491" y="28"/>
                  </a:lnTo>
                  <a:lnTo>
                    <a:pt x="589349" y="28"/>
                  </a:lnTo>
                  <a:lnTo>
                    <a:pt x="597207" y="28"/>
                  </a:lnTo>
                  <a:lnTo>
                    <a:pt x="605065" y="28"/>
                  </a:lnTo>
                  <a:lnTo>
                    <a:pt x="612923" y="28"/>
                  </a:lnTo>
                  <a:lnTo>
                    <a:pt x="620781" y="28"/>
                  </a:lnTo>
                  <a:lnTo>
                    <a:pt x="628639" y="27"/>
                  </a:lnTo>
                  <a:lnTo>
                    <a:pt x="636497" y="27"/>
                  </a:lnTo>
                  <a:lnTo>
                    <a:pt x="644355" y="27"/>
                  </a:lnTo>
                  <a:lnTo>
                    <a:pt x="652213" y="27"/>
                  </a:lnTo>
                  <a:lnTo>
                    <a:pt x="660071" y="27"/>
                  </a:lnTo>
                  <a:lnTo>
                    <a:pt x="667929" y="27"/>
                  </a:lnTo>
                  <a:lnTo>
                    <a:pt x="675787" y="27"/>
                  </a:lnTo>
                  <a:lnTo>
                    <a:pt x="683645" y="26"/>
                  </a:lnTo>
                  <a:lnTo>
                    <a:pt x="691503" y="26"/>
                  </a:lnTo>
                  <a:lnTo>
                    <a:pt x="699361" y="26"/>
                  </a:lnTo>
                  <a:lnTo>
                    <a:pt x="707219" y="26"/>
                  </a:lnTo>
                  <a:lnTo>
                    <a:pt x="715077" y="26"/>
                  </a:lnTo>
                  <a:lnTo>
                    <a:pt x="722935" y="26"/>
                  </a:lnTo>
                  <a:lnTo>
                    <a:pt x="730793" y="25"/>
                  </a:lnTo>
                  <a:lnTo>
                    <a:pt x="738651" y="25"/>
                  </a:lnTo>
                  <a:lnTo>
                    <a:pt x="746509" y="25"/>
                  </a:lnTo>
                  <a:lnTo>
                    <a:pt x="754367" y="24"/>
                  </a:lnTo>
                  <a:lnTo>
                    <a:pt x="762225" y="24"/>
                  </a:lnTo>
                  <a:lnTo>
                    <a:pt x="770083" y="23"/>
                  </a:lnTo>
                  <a:lnTo>
                    <a:pt x="777941" y="23"/>
                  </a:lnTo>
                  <a:lnTo>
                    <a:pt x="785799" y="23"/>
                  </a:lnTo>
                  <a:lnTo>
                    <a:pt x="793657" y="23"/>
                  </a:lnTo>
                  <a:lnTo>
                    <a:pt x="801515" y="23"/>
                  </a:lnTo>
                  <a:lnTo>
                    <a:pt x="809373" y="23"/>
                  </a:lnTo>
                  <a:lnTo>
                    <a:pt x="817231" y="23"/>
                  </a:lnTo>
                  <a:lnTo>
                    <a:pt x="825089" y="23"/>
                  </a:lnTo>
                  <a:lnTo>
                    <a:pt x="832947" y="23"/>
                  </a:lnTo>
                  <a:lnTo>
                    <a:pt x="840805" y="23"/>
                  </a:lnTo>
                  <a:lnTo>
                    <a:pt x="848663" y="22"/>
                  </a:lnTo>
                  <a:lnTo>
                    <a:pt x="856521" y="22"/>
                  </a:lnTo>
                  <a:lnTo>
                    <a:pt x="864379" y="22"/>
                  </a:lnTo>
                  <a:lnTo>
                    <a:pt x="872237" y="22"/>
                  </a:lnTo>
                  <a:lnTo>
                    <a:pt x="880095" y="21"/>
                  </a:lnTo>
                  <a:lnTo>
                    <a:pt x="887953" y="21"/>
                  </a:lnTo>
                  <a:lnTo>
                    <a:pt x="895811" y="21"/>
                  </a:lnTo>
                  <a:lnTo>
                    <a:pt x="903669" y="21"/>
                  </a:lnTo>
                  <a:lnTo>
                    <a:pt x="911527" y="21"/>
                  </a:lnTo>
                  <a:lnTo>
                    <a:pt x="919385" y="21"/>
                  </a:lnTo>
                  <a:lnTo>
                    <a:pt x="927243" y="21"/>
                  </a:lnTo>
                  <a:lnTo>
                    <a:pt x="935101" y="21"/>
                  </a:lnTo>
                  <a:lnTo>
                    <a:pt x="942959" y="21"/>
                  </a:lnTo>
                  <a:lnTo>
                    <a:pt x="950817" y="21"/>
                  </a:lnTo>
                  <a:lnTo>
                    <a:pt x="958675" y="21"/>
                  </a:lnTo>
                  <a:lnTo>
                    <a:pt x="966533" y="21"/>
                  </a:lnTo>
                  <a:lnTo>
                    <a:pt x="974391" y="21"/>
                  </a:lnTo>
                  <a:lnTo>
                    <a:pt x="982249" y="21"/>
                  </a:lnTo>
                  <a:lnTo>
                    <a:pt x="990107" y="20"/>
                  </a:lnTo>
                  <a:lnTo>
                    <a:pt x="997965" y="20"/>
                  </a:lnTo>
                  <a:lnTo>
                    <a:pt x="1005823" y="20"/>
                  </a:lnTo>
                  <a:lnTo>
                    <a:pt x="1013681" y="19"/>
                  </a:lnTo>
                  <a:lnTo>
                    <a:pt x="1021539" y="19"/>
                  </a:lnTo>
                  <a:lnTo>
                    <a:pt x="1029397" y="19"/>
                  </a:lnTo>
                  <a:lnTo>
                    <a:pt x="1037254" y="19"/>
                  </a:lnTo>
                  <a:lnTo>
                    <a:pt x="1045112" y="19"/>
                  </a:lnTo>
                  <a:lnTo>
                    <a:pt x="1052970" y="19"/>
                  </a:lnTo>
                  <a:lnTo>
                    <a:pt x="1060828" y="17"/>
                  </a:lnTo>
                  <a:lnTo>
                    <a:pt x="1068686" y="17"/>
                  </a:lnTo>
                  <a:lnTo>
                    <a:pt x="1076544" y="17"/>
                  </a:lnTo>
                  <a:lnTo>
                    <a:pt x="1084402" y="16"/>
                  </a:lnTo>
                  <a:lnTo>
                    <a:pt x="1092260" y="16"/>
                  </a:lnTo>
                  <a:lnTo>
                    <a:pt x="1100118" y="16"/>
                  </a:lnTo>
                  <a:lnTo>
                    <a:pt x="1107976" y="16"/>
                  </a:lnTo>
                  <a:lnTo>
                    <a:pt x="1115834" y="14"/>
                  </a:lnTo>
                  <a:lnTo>
                    <a:pt x="1123692" y="13"/>
                  </a:lnTo>
                  <a:lnTo>
                    <a:pt x="1131550" y="12"/>
                  </a:lnTo>
                  <a:lnTo>
                    <a:pt x="1139408" y="12"/>
                  </a:lnTo>
                  <a:lnTo>
                    <a:pt x="1147266" y="13"/>
                  </a:lnTo>
                  <a:lnTo>
                    <a:pt x="1155124" y="12"/>
                  </a:lnTo>
                  <a:lnTo>
                    <a:pt x="1162982" y="12"/>
                  </a:lnTo>
                  <a:lnTo>
                    <a:pt x="1170840" y="12"/>
                  </a:lnTo>
                  <a:lnTo>
                    <a:pt x="1178698" y="12"/>
                  </a:lnTo>
                  <a:lnTo>
                    <a:pt x="1186556" y="13"/>
                  </a:lnTo>
                  <a:lnTo>
                    <a:pt x="1194414" y="13"/>
                  </a:lnTo>
                  <a:lnTo>
                    <a:pt x="1202272" y="13"/>
                  </a:lnTo>
                  <a:lnTo>
                    <a:pt x="1210130" y="12"/>
                  </a:lnTo>
                  <a:lnTo>
                    <a:pt x="1217988" y="12"/>
                  </a:lnTo>
                  <a:lnTo>
                    <a:pt x="1225846" y="12"/>
                  </a:lnTo>
                  <a:lnTo>
                    <a:pt x="1233704" y="11"/>
                  </a:lnTo>
                  <a:lnTo>
                    <a:pt x="1241562" y="10"/>
                  </a:lnTo>
                  <a:lnTo>
                    <a:pt x="1249420" y="10"/>
                  </a:lnTo>
                  <a:lnTo>
                    <a:pt x="1257278" y="11"/>
                  </a:lnTo>
                  <a:lnTo>
                    <a:pt x="1265136" y="11"/>
                  </a:lnTo>
                  <a:lnTo>
                    <a:pt x="1272994" y="11"/>
                  </a:lnTo>
                  <a:lnTo>
                    <a:pt x="1280852" y="10"/>
                  </a:lnTo>
                  <a:lnTo>
                    <a:pt x="1288710" y="10"/>
                  </a:lnTo>
                  <a:lnTo>
                    <a:pt x="1296568" y="10"/>
                  </a:lnTo>
                  <a:lnTo>
                    <a:pt x="1304426" y="10"/>
                  </a:lnTo>
                  <a:lnTo>
                    <a:pt x="1312284" y="9"/>
                  </a:lnTo>
                  <a:lnTo>
                    <a:pt x="1320142" y="10"/>
                  </a:lnTo>
                  <a:lnTo>
                    <a:pt x="1328000" y="10"/>
                  </a:lnTo>
                  <a:lnTo>
                    <a:pt x="1335858" y="10"/>
                  </a:lnTo>
                  <a:lnTo>
                    <a:pt x="1343716" y="10"/>
                  </a:lnTo>
                  <a:lnTo>
                    <a:pt x="1351574" y="10"/>
                  </a:lnTo>
                  <a:lnTo>
                    <a:pt x="1359432" y="9"/>
                  </a:lnTo>
                  <a:lnTo>
                    <a:pt x="1367290" y="9"/>
                  </a:lnTo>
                  <a:lnTo>
                    <a:pt x="1375148" y="10"/>
                  </a:lnTo>
                  <a:lnTo>
                    <a:pt x="1383006" y="9"/>
                  </a:lnTo>
                  <a:lnTo>
                    <a:pt x="1390864" y="9"/>
                  </a:lnTo>
                  <a:lnTo>
                    <a:pt x="1398722" y="9"/>
                  </a:lnTo>
                  <a:lnTo>
                    <a:pt x="1406580" y="8"/>
                  </a:lnTo>
                  <a:lnTo>
                    <a:pt x="1414438" y="8"/>
                  </a:lnTo>
                  <a:lnTo>
                    <a:pt x="1422296" y="8"/>
                  </a:lnTo>
                  <a:lnTo>
                    <a:pt x="1430154" y="8"/>
                  </a:lnTo>
                  <a:lnTo>
                    <a:pt x="1438012" y="8"/>
                  </a:lnTo>
                  <a:lnTo>
                    <a:pt x="1445870" y="9"/>
                  </a:lnTo>
                  <a:lnTo>
                    <a:pt x="1453728" y="9"/>
                  </a:lnTo>
                  <a:lnTo>
                    <a:pt x="1461586" y="9"/>
                  </a:lnTo>
                  <a:lnTo>
                    <a:pt x="1469444" y="9"/>
                  </a:lnTo>
                  <a:lnTo>
                    <a:pt x="1477302" y="8"/>
                  </a:lnTo>
                  <a:lnTo>
                    <a:pt x="1485160" y="8"/>
                  </a:lnTo>
                  <a:lnTo>
                    <a:pt x="1493018" y="8"/>
                  </a:lnTo>
                  <a:lnTo>
                    <a:pt x="1500876" y="7"/>
                  </a:lnTo>
                  <a:lnTo>
                    <a:pt x="1508734" y="7"/>
                  </a:lnTo>
                  <a:lnTo>
                    <a:pt x="1516592" y="7"/>
                  </a:lnTo>
                  <a:lnTo>
                    <a:pt x="1524450" y="7"/>
                  </a:lnTo>
                  <a:lnTo>
                    <a:pt x="1532308" y="7"/>
                  </a:lnTo>
                  <a:lnTo>
                    <a:pt x="1540166" y="6"/>
                  </a:lnTo>
                  <a:lnTo>
                    <a:pt x="1548024" y="6"/>
                  </a:lnTo>
                  <a:lnTo>
                    <a:pt x="1555882" y="6"/>
                  </a:lnTo>
                  <a:lnTo>
                    <a:pt x="1563740" y="6"/>
                  </a:lnTo>
                  <a:lnTo>
                    <a:pt x="1571598" y="6"/>
                  </a:lnTo>
                  <a:lnTo>
                    <a:pt x="1579456" y="6"/>
                  </a:lnTo>
                  <a:lnTo>
                    <a:pt x="1587314" y="6"/>
                  </a:lnTo>
                  <a:lnTo>
                    <a:pt x="1595172" y="7"/>
                  </a:lnTo>
                  <a:lnTo>
                    <a:pt x="1603030" y="6"/>
                  </a:lnTo>
                  <a:lnTo>
                    <a:pt x="1610888" y="6"/>
                  </a:lnTo>
                  <a:lnTo>
                    <a:pt x="1618746" y="6"/>
                  </a:lnTo>
                  <a:lnTo>
                    <a:pt x="1626604" y="6"/>
                  </a:lnTo>
                  <a:lnTo>
                    <a:pt x="1634462" y="7"/>
                  </a:lnTo>
                  <a:lnTo>
                    <a:pt x="1642320" y="7"/>
                  </a:lnTo>
                  <a:lnTo>
                    <a:pt x="1650178" y="7"/>
                  </a:lnTo>
                  <a:lnTo>
                    <a:pt x="1658036" y="7"/>
                  </a:lnTo>
                  <a:lnTo>
                    <a:pt x="1665894" y="6"/>
                  </a:lnTo>
                  <a:lnTo>
                    <a:pt x="1673752" y="6"/>
                  </a:lnTo>
                  <a:lnTo>
                    <a:pt x="1681610" y="6"/>
                  </a:lnTo>
                  <a:lnTo>
                    <a:pt x="1689468" y="6"/>
                  </a:lnTo>
                  <a:lnTo>
                    <a:pt x="1697326" y="5"/>
                  </a:lnTo>
                  <a:lnTo>
                    <a:pt x="1705184" y="5"/>
                  </a:lnTo>
                  <a:lnTo>
                    <a:pt x="1713042" y="5"/>
                  </a:lnTo>
                  <a:lnTo>
                    <a:pt x="1720900" y="5"/>
                  </a:lnTo>
                  <a:lnTo>
                    <a:pt x="1728758" y="5"/>
                  </a:lnTo>
                  <a:lnTo>
                    <a:pt x="1736616" y="4"/>
                  </a:lnTo>
                  <a:lnTo>
                    <a:pt x="1744474" y="4"/>
                  </a:lnTo>
                  <a:lnTo>
                    <a:pt x="1752332" y="4"/>
                  </a:lnTo>
                  <a:lnTo>
                    <a:pt x="1760190" y="4"/>
                  </a:lnTo>
                  <a:lnTo>
                    <a:pt x="1768048" y="4"/>
                  </a:lnTo>
                  <a:lnTo>
                    <a:pt x="1775906" y="4"/>
                  </a:lnTo>
                  <a:lnTo>
                    <a:pt x="1783764" y="3"/>
                  </a:lnTo>
                  <a:lnTo>
                    <a:pt x="1791622" y="3"/>
                  </a:lnTo>
                  <a:lnTo>
                    <a:pt x="1799480" y="3"/>
                  </a:lnTo>
                  <a:lnTo>
                    <a:pt x="1807338" y="4"/>
                  </a:lnTo>
                  <a:lnTo>
                    <a:pt x="1815196" y="4"/>
                  </a:lnTo>
                  <a:lnTo>
                    <a:pt x="1823054" y="4"/>
                  </a:lnTo>
                  <a:lnTo>
                    <a:pt x="1830912" y="4"/>
                  </a:lnTo>
                  <a:lnTo>
                    <a:pt x="1838770" y="4"/>
                  </a:lnTo>
                  <a:lnTo>
                    <a:pt x="1846628" y="4"/>
                  </a:lnTo>
                  <a:lnTo>
                    <a:pt x="1854486" y="4"/>
                  </a:lnTo>
                  <a:lnTo>
                    <a:pt x="1862344" y="3"/>
                  </a:lnTo>
                  <a:lnTo>
                    <a:pt x="1870202" y="3"/>
                  </a:lnTo>
                  <a:lnTo>
                    <a:pt x="1878060" y="3"/>
                  </a:lnTo>
                  <a:lnTo>
                    <a:pt x="1885918" y="3"/>
                  </a:lnTo>
                  <a:lnTo>
                    <a:pt x="1893776" y="3"/>
                  </a:lnTo>
                  <a:lnTo>
                    <a:pt x="1901634" y="3"/>
                  </a:lnTo>
                  <a:lnTo>
                    <a:pt x="1909492" y="3"/>
                  </a:lnTo>
                  <a:lnTo>
                    <a:pt x="1917350" y="2"/>
                  </a:lnTo>
                  <a:lnTo>
                    <a:pt x="1925208" y="2"/>
                  </a:lnTo>
                  <a:lnTo>
                    <a:pt x="1933066" y="2"/>
                  </a:lnTo>
                  <a:lnTo>
                    <a:pt x="1940924" y="2"/>
                  </a:lnTo>
                  <a:lnTo>
                    <a:pt x="1948782" y="2"/>
                  </a:lnTo>
                  <a:lnTo>
                    <a:pt x="1956640" y="2"/>
                  </a:lnTo>
                  <a:lnTo>
                    <a:pt x="1964498" y="1"/>
                  </a:lnTo>
                  <a:lnTo>
                    <a:pt x="1972356" y="1"/>
                  </a:lnTo>
                  <a:lnTo>
                    <a:pt x="1980214" y="1"/>
                  </a:lnTo>
                  <a:lnTo>
                    <a:pt x="1988072" y="1"/>
                  </a:lnTo>
                  <a:lnTo>
                    <a:pt x="1995930" y="1"/>
                  </a:lnTo>
                  <a:lnTo>
                    <a:pt x="2003788" y="1"/>
                  </a:lnTo>
                  <a:lnTo>
                    <a:pt x="2011646" y="0"/>
                  </a:lnTo>
                  <a:lnTo>
                    <a:pt x="2019504" y="0"/>
                  </a:lnTo>
                  <a:lnTo>
                    <a:pt x="2027362" y="0"/>
                  </a:lnTo>
                  <a:lnTo>
                    <a:pt x="2035220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rc283"/>
            <p:cNvSpPr/>
            <p:nvPr/>
          </p:nvSpPr>
          <p:spPr>
            <a:xfrm>
              <a:off x="5927897" y="4247864"/>
              <a:ext cx="2238742" cy="742778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rc284"/>
            <p:cNvSpPr/>
            <p:nvPr/>
          </p:nvSpPr>
          <p:spPr>
            <a:xfrm>
              <a:off x="1084653" y="2180049"/>
              <a:ext cx="223874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tx285"/>
            <p:cNvSpPr/>
            <p:nvPr/>
          </p:nvSpPr>
          <p:spPr>
            <a:xfrm>
              <a:off x="1899712" y="2222487"/>
              <a:ext cx="608622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Bray-Curtis</a:t>
              </a:r>
            </a:p>
          </p:txBody>
        </p:sp>
        <p:sp>
          <p:nvSpPr>
            <p:cNvPr id="287" name="rc286"/>
            <p:cNvSpPr/>
            <p:nvPr/>
          </p:nvSpPr>
          <p:spPr>
            <a:xfrm>
              <a:off x="3506275" y="2180049"/>
              <a:ext cx="223874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tx287"/>
            <p:cNvSpPr/>
            <p:nvPr/>
          </p:nvSpPr>
          <p:spPr>
            <a:xfrm>
              <a:off x="4414377" y="2246007"/>
              <a:ext cx="422537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Jaccard</a:t>
              </a:r>
            </a:p>
          </p:txBody>
        </p:sp>
        <p:sp>
          <p:nvSpPr>
            <p:cNvPr id="289" name="rc288"/>
            <p:cNvSpPr/>
            <p:nvPr/>
          </p:nvSpPr>
          <p:spPr>
            <a:xfrm>
              <a:off x="5927897" y="2180049"/>
              <a:ext cx="2238742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tx289"/>
            <p:cNvSpPr/>
            <p:nvPr/>
          </p:nvSpPr>
          <p:spPr>
            <a:xfrm>
              <a:off x="6792615" y="2243660"/>
              <a:ext cx="509304" cy="84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Sorensen</a:t>
              </a:r>
            </a:p>
          </p:txBody>
        </p:sp>
        <p:sp>
          <p:nvSpPr>
            <p:cNvPr id="291" name="rc290"/>
            <p:cNvSpPr/>
            <p:nvPr/>
          </p:nvSpPr>
          <p:spPr>
            <a:xfrm>
              <a:off x="8166639" y="2396548"/>
              <a:ext cx="216499" cy="742778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tx291"/>
            <p:cNvSpPr/>
            <p:nvPr/>
          </p:nvSpPr>
          <p:spPr>
            <a:xfrm rot="5400000">
              <a:off x="8142446" y="2726682"/>
              <a:ext cx="266957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293" name="rc292"/>
            <p:cNvSpPr/>
            <p:nvPr/>
          </p:nvSpPr>
          <p:spPr>
            <a:xfrm>
              <a:off x="8166639" y="3322206"/>
              <a:ext cx="216499" cy="742778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tx293"/>
            <p:cNvSpPr/>
            <p:nvPr/>
          </p:nvSpPr>
          <p:spPr>
            <a:xfrm rot="5400000">
              <a:off x="8033742" y="3652340"/>
              <a:ext cx="484366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295" name="rc294"/>
            <p:cNvSpPr/>
            <p:nvPr/>
          </p:nvSpPr>
          <p:spPr>
            <a:xfrm>
              <a:off x="8166639" y="4247864"/>
              <a:ext cx="216499" cy="742778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tx295"/>
            <p:cNvSpPr/>
            <p:nvPr/>
          </p:nvSpPr>
          <p:spPr>
            <a:xfrm rot="5400000">
              <a:off x="7652814" y="4576934"/>
              <a:ext cx="1248350" cy="84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Gradient or nestedness</a:t>
              </a:r>
            </a:p>
          </p:txBody>
        </p:sp>
        <p:sp>
          <p:nvSpPr>
            <p:cNvPr id="297" name="pl296"/>
            <p:cNvSpPr/>
            <p:nvPr/>
          </p:nvSpPr>
          <p:spPr>
            <a:xfrm>
              <a:off x="1102983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1622827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2142671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2662515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3182359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tx301"/>
            <p:cNvSpPr/>
            <p:nvPr/>
          </p:nvSpPr>
          <p:spPr>
            <a:xfrm>
              <a:off x="1053297" y="5065741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03" name="tx302"/>
            <p:cNvSpPr/>
            <p:nvPr/>
          </p:nvSpPr>
          <p:spPr>
            <a:xfrm>
              <a:off x="1591749" y="50632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4" name="tx303"/>
            <p:cNvSpPr/>
            <p:nvPr/>
          </p:nvSpPr>
          <p:spPr>
            <a:xfrm>
              <a:off x="2111593" y="5065741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05" name="tx304"/>
            <p:cNvSpPr/>
            <p:nvPr/>
          </p:nvSpPr>
          <p:spPr>
            <a:xfrm>
              <a:off x="2631437" y="50651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6" name="tx305"/>
            <p:cNvSpPr/>
            <p:nvPr/>
          </p:nvSpPr>
          <p:spPr>
            <a:xfrm>
              <a:off x="3151281" y="5063176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7" name="pl306"/>
            <p:cNvSpPr/>
            <p:nvPr/>
          </p:nvSpPr>
          <p:spPr>
            <a:xfrm>
              <a:off x="3524605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4044449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4564293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5084137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5603981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tx311"/>
            <p:cNvSpPr/>
            <p:nvPr/>
          </p:nvSpPr>
          <p:spPr>
            <a:xfrm>
              <a:off x="3474919" y="5065741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13" name="tx312"/>
            <p:cNvSpPr/>
            <p:nvPr/>
          </p:nvSpPr>
          <p:spPr>
            <a:xfrm>
              <a:off x="4013372" y="50632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4" name="tx313"/>
            <p:cNvSpPr/>
            <p:nvPr/>
          </p:nvSpPr>
          <p:spPr>
            <a:xfrm>
              <a:off x="4533215" y="5065741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5" name="tx314"/>
            <p:cNvSpPr/>
            <p:nvPr/>
          </p:nvSpPr>
          <p:spPr>
            <a:xfrm>
              <a:off x="5053059" y="50651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6" name="tx315"/>
            <p:cNvSpPr/>
            <p:nvPr/>
          </p:nvSpPr>
          <p:spPr>
            <a:xfrm>
              <a:off x="5572903" y="5063176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7" name="pl316"/>
            <p:cNvSpPr/>
            <p:nvPr/>
          </p:nvSpPr>
          <p:spPr>
            <a:xfrm>
              <a:off x="5946228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6466071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6985915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7505759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8025603" y="49906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tx321"/>
            <p:cNvSpPr/>
            <p:nvPr/>
          </p:nvSpPr>
          <p:spPr>
            <a:xfrm>
              <a:off x="5896541" y="5065741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23" name="tx322"/>
            <p:cNvSpPr/>
            <p:nvPr/>
          </p:nvSpPr>
          <p:spPr>
            <a:xfrm>
              <a:off x="6434994" y="50632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4" name="tx323"/>
            <p:cNvSpPr/>
            <p:nvPr/>
          </p:nvSpPr>
          <p:spPr>
            <a:xfrm>
              <a:off x="6954837" y="5065741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5" name="tx324"/>
            <p:cNvSpPr/>
            <p:nvPr/>
          </p:nvSpPr>
          <p:spPr>
            <a:xfrm>
              <a:off x="7474681" y="50651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6" name="tx325"/>
            <p:cNvSpPr/>
            <p:nvPr/>
          </p:nvSpPr>
          <p:spPr>
            <a:xfrm>
              <a:off x="7994525" y="5063176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27" name="tx326"/>
            <p:cNvSpPr/>
            <p:nvPr/>
          </p:nvSpPr>
          <p:spPr>
            <a:xfrm>
              <a:off x="866661" y="2947554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28" name="tx327"/>
            <p:cNvSpPr/>
            <p:nvPr/>
          </p:nvSpPr>
          <p:spPr>
            <a:xfrm>
              <a:off x="866661" y="2734645"/>
              <a:ext cx="155361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29" name="tx328"/>
            <p:cNvSpPr/>
            <p:nvPr/>
          </p:nvSpPr>
          <p:spPr>
            <a:xfrm>
              <a:off x="866661" y="2522064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30" name="pl329"/>
            <p:cNvSpPr/>
            <p:nvPr/>
          </p:nvSpPr>
          <p:spPr>
            <a:xfrm>
              <a:off x="1049858" y="29877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1049858" y="27751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1049858" y="25624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tx332"/>
            <p:cNvSpPr/>
            <p:nvPr/>
          </p:nvSpPr>
          <p:spPr>
            <a:xfrm>
              <a:off x="866661" y="3873212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34" name="tx333"/>
            <p:cNvSpPr/>
            <p:nvPr/>
          </p:nvSpPr>
          <p:spPr>
            <a:xfrm>
              <a:off x="866661" y="3660303"/>
              <a:ext cx="155361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35" name="tx334"/>
            <p:cNvSpPr/>
            <p:nvPr/>
          </p:nvSpPr>
          <p:spPr>
            <a:xfrm>
              <a:off x="866661" y="3447722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36" name="pl335"/>
            <p:cNvSpPr/>
            <p:nvPr/>
          </p:nvSpPr>
          <p:spPr>
            <a:xfrm>
              <a:off x="1049858" y="39134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1049858" y="3700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1049858" y="34881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tx338"/>
            <p:cNvSpPr/>
            <p:nvPr/>
          </p:nvSpPr>
          <p:spPr>
            <a:xfrm>
              <a:off x="866661" y="4798870"/>
              <a:ext cx="15536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40" name="tx339"/>
            <p:cNvSpPr/>
            <p:nvPr/>
          </p:nvSpPr>
          <p:spPr>
            <a:xfrm>
              <a:off x="866661" y="4585961"/>
              <a:ext cx="155361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41" name="tx340"/>
            <p:cNvSpPr/>
            <p:nvPr/>
          </p:nvSpPr>
          <p:spPr>
            <a:xfrm>
              <a:off x="866661" y="4373380"/>
              <a:ext cx="15536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42" name="pl341"/>
            <p:cNvSpPr/>
            <p:nvPr/>
          </p:nvSpPr>
          <p:spPr>
            <a:xfrm>
              <a:off x="1049858" y="48390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1049858" y="46264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1049858" y="44137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tx344"/>
            <p:cNvSpPr/>
            <p:nvPr/>
          </p:nvSpPr>
          <p:spPr>
            <a:xfrm>
              <a:off x="3313332" y="5238121"/>
              <a:ext cx="2624627" cy="1315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temperature anomaly of the site pair</a:t>
              </a:r>
            </a:p>
          </p:txBody>
        </p:sp>
        <p:sp>
          <p:nvSpPr>
            <p:cNvPr id="346" name="tx345"/>
            <p:cNvSpPr/>
            <p:nvPr/>
          </p:nvSpPr>
          <p:spPr>
            <a:xfrm rot="-5400000">
              <a:off x="-967337" y="3627156"/>
              <a:ext cx="3270876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Difference in functional dissimilarity relative to PV@0</a:t>
              </a:r>
            </a:p>
          </p:txBody>
        </p:sp>
        <p:sp>
          <p:nvSpPr>
            <p:cNvPr id="347" name="rc346"/>
            <p:cNvSpPr/>
            <p:nvPr/>
          </p:nvSpPr>
          <p:spPr>
            <a:xfrm>
              <a:off x="1776077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7"/>
            <p:cNvSpPr/>
            <p:nvPr/>
          </p:nvSpPr>
          <p:spPr>
            <a:xfrm>
              <a:off x="1776077" y="5634677"/>
              <a:ext cx="219455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1798022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rc349"/>
            <p:cNvSpPr/>
            <p:nvPr/>
          </p:nvSpPr>
          <p:spPr>
            <a:xfrm>
              <a:off x="3066444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0"/>
            <p:cNvSpPr/>
            <p:nvPr/>
          </p:nvSpPr>
          <p:spPr>
            <a:xfrm>
              <a:off x="3066444" y="5634677"/>
              <a:ext cx="219455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52" name="pl351"/>
            <p:cNvSpPr/>
            <p:nvPr/>
          </p:nvSpPr>
          <p:spPr>
            <a:xfrm>
              <a:off x="3088390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rc352"/>
            <p:cNvSpPr/>
            <p:nvPr/>
          </p:nvSpPr>
          <p:spPr>
            <a:xfrm>
              <a:off x="4506171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3"/>
            <p:cNvSpPr/>
            <p:nvPr/>
          </p:nvSpPr>
          <p:spPr>
            <a:xfrm>
              <a:off x="4506171" y="5634677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4528117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rc355"/>
            <p:cNvSpPr/>
            <p:nvPr/>
          </p:nvSpPr>
          <p:spPr>
            <a:xfrm>
              <a:off x="5672173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6"/>
            <p:cNvSpPr/>
            <p:nvPr/>
          </p:nvSpPr>
          <p:spPr>
            <a:xfrm>
              <a:off x="5672173" y="5634677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5694118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rc358"/>
            <p:cNvSpPr/>
            <p:nvPr/>
          </p:nvSpPr>
          <p:spPr>
            <a:xfrm>
              <a:off x="6881776" y="56346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59"/>
            <p:cNvSpPr/>
            <p:nvPr/>
          </p:nvSpPr>
          <p:spPr>
            <a:xfrm>
              <a:off x="6881776" y="5634677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6903722" y="57444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tx361"/>
            <p:cNvSpPr/>
            <p:nvPr/>
          </p:nvSpPr>
          <p:spPr>
            <a:xfrm>
              <a:off x="2065122" y="5679602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363" name="tx362"/>
            <p:cNvSpPr/>
            <p:nvPr/>
          </p:nvSpPr>
          <p:spPr>
            <a:xfrm>
              <a:off x="3355489" y="5677420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364" name="tx363"/>
            <p:cNvSpPr/>
            <p:nvPr/>
          </p:nvSpPr>
          <p:spPr>
            <a:xfrm>
              <a:off x="4795216" y="5678293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365" name="tx364"/>
            <p:cNvSpPr/>
            <p:nvPr/>
          </p:nvSpPr>
          <p:spPr>
            <a:xfrm>
              <a:off x="5961218" y="5678293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366" name="tx365"/>
            <p:cNvSpPr/>
            <p:nvPr/>
          </p:nvSpPr>
          <p:spPr>
            <a:xfrm>
              <a:off x="7170821" y="5701922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367" name="tx366"/>
            <p:cNvSpPr/>
            <p:nvPr/>
          </p:nvSpPr>
          <p:spPr>
            <a:xfrm>
              <a:off x="1084653" y="1947022"/>
              <a:ext cx="4977562" cy="13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Positive values indicate higher functional dissimilarity than the fixed PV baseline.</a:t>
              </a:r>
            </a:p>
          </p:txBody>
        </p:sp>
        <p:sp>
          <p:nvSpPr>
            <p:cNvPr id="368" name="tx367"/>
            <p:cNvSpPr/>
            <p:nvPr/>
          </p:nvSpPr>
          <p:spPr>
            <a:xfrm>
              <a:off x="1084653" y="1714786"/>
              <a:ext cx="5855530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dissimilarity relative to Primary vegetation at climate mean = 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2026-03-26T19:00:05Z</dcterms:modified>
  <cp:category/>
</cp:coreProperties>
</file>