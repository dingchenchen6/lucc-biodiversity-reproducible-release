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Functional pair climate support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391905" y="529239"/>
              <a:ext cx="6926464" cy="58941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391905" y="6155450"/>
              <a:ext cx="6926464" cy="0"/>
            </a:xfrm>
            <a:custGeom>
              <a:avLst/>
              <a:pathLst>
                <a:path w="6926464" h="0">
                  <a:moveTo>
                    <a:pt x="0" y="0"/>
                  </a:moveTo>
                  <a:lnTo>
                    <a:pt x="6926464" y="0"/>
                  </a:lnTo>
                  <a:lnTo>
                    <a:pt x="6926464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391905" y="4632556"/>
              <a:ext cx="6926464" cy="0"/>
            </a:xfrm>
            <a:custGeom>
              <a:avLst/>
              <a:pathLst>
                <a:path w="6926464" h="0">
                  <a:moveTo>
                    <a:pt x="0" y="0"/>
                  </a:moveTo>
                  <a:lnTo>
                    <a:pt x="6926464" y="0"/>
                  </a:lnTo>
                  <a:lnTo>
                    <a:pt x="6926464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91905" y="3109662"/>
              <a:ext cx="6926464" cy="0"/>
            </a:xfrm>
            <a:custGeom>
              <a:avLst/>
              <a:pathLst>
                <a:path w="6926464" h="0">
                  <a:moveTo>
                    <a:pt x="0" y="0"/>
                  </a:moveTo>
                  <a:lnTo>
                    <a:pt x="6926464" y="0"/>
                  </a:lnTo>
                  <a:lnTo>
                    <a:pt x="6926464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91905" y="1586767"/>
              <a:ext cx="6926464" cy="0"/>
            </a:xfrm>
            <a:custGeom>
              <a:avLst/>
              <a:pathLst>
                <a:path w="6926464" h="0">
                  <a:moveTo>
                    <a:pt x="0" y="0"/>
                  </a:moveTo>
                  <a:lnTo>
                    <a:pt x="6926464" y="0"/>
                  </a:lnTo>
                  <a:lnTo>
                    <a:pt x="6926464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773925" y="529239"/>
              <a:ext cx="0" cy="5894126"/>
            </a:xfrm>
            <a:custGeom>
              <a:avLst/>
              <a:pathLst>
                <a:path w="0" h="5894126">
                  <a:moveTo>
                    <a:pt x="0" y="58941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911340" y="529239"/>
              <a:ext cx="0" cy="5894126"/>
            </a:xfrm>
            <a:custGeom>
              <a:avLst/>
              <a:pathLst>
                <a:path w="0" h="5894126">
                  <a:moveTo>
                    <a:pt x="0" y="58941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3048755" y="529239"/>
              <a:ext cx="0" cy="5894126"/>
            </a:xfrm>
            <a:custGeom>
              <a:avLst/>
              <a:pathLst>
                <a:path w="0" h="5894126">
                  <a:moveTo>
                    <a:pt x="0" y="58941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4186171" y="529239"/>
              <a:ext cx="0" cy="5894126"/>
            </a:xfrm>
            <a:custGeom>
              <a:avLst/>
              <a:pathLst>
                <a:path w="0" h="5894126">
                  <a:moveTo>
                    <a:pt x="0" y="58941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5323586" y="529239"/>
              <a:ext cx="0" cy="5894126"/>
            </a:xfrm>
            <a:custGeom>
              <a:avLst/>
              <a:pathLst>
                <a:path w="0" h="5894126">
                  <a:moveTo>
                    <a:pt x="0" y="58941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6461001" y="529239"/>
              <a:ext cx="0" cy="5894126"/>
            </a:xfrm>
            <a:custGeom>
              <a:avLst/>
              <a:pathLst>
                <a:path w="0" h="5894126">
                  <a:moveTo>
                    <a:pt x="0" y="58941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706745" y="3669319"/>
              <a:ext cx="6296786" cy="2486131"/>
            </a:xfrm>
            <a:custGeom>
              <a:avLst/>
              <a:pathLst>
                <a:path w="6296786" h="2486131">
                  <a:moveTo>
                    <a:pt x="0" y="2450105"/>
                  </a:moveTo>
                  <a:lnTo>
                    <a:pt x="12322" y="2449071"/>
                  </a:lnTo>
                  <a:lnTo>
                    <a:pt x="24644" y="2448833"/>
                  </a:lnTo>
                  <a:lnTo>
                    <a:pt x="36967" y="2448837"/>
                  </a:lnTo>
                  <a:lnTo>
                    <a:pt x="49289" y="2448289"/>
                  </a:lnTo>
                  <a:lnTo>
                    <a:pt x="61612" y="2446210"/>
                  </a:lnTo>
                  <a:lnTo>
                    <a:pt x="73934" y="2441509"/>
                  </a:lnTo>
                  <a:lnTo>
                    <a:pt x="86257" y="2433063"/>
                  </a:lnTo>
                  <a:lnTo>
                    <a:pt x="98579" y="2419775"/>
                  </a:lnTo>
                  <a:lnTo>
                    <a:pt x="110902" y="2400625"/>
                  </a:lnTo>
                  <a:lnTo>
                    <a:pt x="123224" y="2374681"/>
                  </a:lnTo>
                  <a:lnTo>
                    <a:pt x="135547" y="2340595"/>
                  </a:lnTo>
                  <a:lnTo>
                    <a:pt x="147869" y="2297641"/>
                  </a:lnTo>
                  <a:lnTo>
                    <a:pt x="160192" y="2244791"/>
                  </a:lnTo>
                  <a:lnTo>
                    <a:pt x="172514" y="2180368"/>
                  </a:lnTo>
                  <a:lnTo>
                    <a:pt x="184837" y="2101970"/>
                  </a:lnTo>
                  <a:lnTo>
                    <a:pt x="197159" y="2006368"/>
                  </a:lnTo>
                  <a:lnTo>
                    <a:pt x="209482" y="1889683"/>
                  </a:lnTo>
                  <a:lnTo>
                    <a:pt x="221804" y="1747951"/>
                  </a:lnTo>
                  <a:lnTo>
                    <a:pt x="234127" y="1578130"/>
                  </a:lnTo>
                  <a:lnTo>
                    <a:pt x="246449" y="1379465"/>
                  </a:lnTo>
                  <a:lnTo>
                    <a:pt x="258772" y="1154944"/>
                  </a:lnTo>
                  <a:lnTo>
                    <a:pt x="271094" y="912444"/>
                  </a:lnTo>
                  <a:lnTo>
                    <a:pt x="283416" y="665104"/>
                  </a:lnTo>
                  <a:lnTo>
                    <a:pt x="295739" y="430539"/>
                  </a:lnTo>
                  <a:lnTo>
                    <a:pt x="308061" y="228755"/>
                  </a:lnTo>
                  <a:lnTo>
                    <a:pt x="320384" y="81093"/>
                  </a:lnTo>
                  <a:lnTo>
                    <a:pt x="332706" y="3903"/>
                  </a:lnTo>
                  <a:lnTo>
                    <a:pt x="345029" y="0"/>
                  </a:lnTo>
                  <a:lnTo>
                    <a:pt x="357351" y="65647"/>
                  </a:lnTo>
                  <a:lnTo>
                    <a:pt x="369674" y="189496"/>
                  </a:lnTo>
                  <a:lnTo>
                    <a:pt x="381996" y="355368"/>
                  </a:lnTo>
                  <a:lnTo>
                    <a:pt x="394319" y="545738"/>
                  </a:lnTo>
                  <a:lnTo>
                    <a:pt x="406641" y="744966"/>
                  </a:lnTo>
                  <a:lnTo>
                    <a:pt x="418964" y="941476"/>
                  </a:lnTo>
                  <a:lnTo>
                    <a:pt x="431286" y="1128497"/>
                  </a:lnTo>
                  <a:lnTo>
                    <a:pt x="443609" y="1303442"/>
                  </a:lnTo>
                  <a:lnTo>
                    <a:pt x="455931" y="1466385"/>
                  </a:lnTo>
                  <a:lnTo>
                    <a:pt x="468254" y="1618298"/>
                  </a:lnTo>
                  <a:lnTo>
                    <a:pt x="480576" y="1759640"/>
                  </a:lnTo>
                  <a:lnTo>
                    <a:pt x="492899" y="1889679"/>
                  </a:lnTo>
                  <a:lnTo>
                    <a:pt x="505221" y="2006466"/>
                  </a:lnTo>
                  <a:lnTo>
                    <a:pt x="517544" y="2106496"/>
                  </a:lnTo>
                  <a:lnTo>
                    <a:pt x="529866" y="2188712"/>
                  </a:lnTo>
                  <a:lnTo>
                    <a:pt x="542189" y="2252036"/>
                  </a:lnTo>
                  <a:lnTo>
                    <a:pt x="554511" y="2296393"/>
                  </a:lnTo>
                  <a:lnTo>
                    <a:pt x="566833" y="2322638"/>
                  </a:lnTo>
                  <a:lnTo>
                    <a:pt x="579156" y="2332428"/>
                  </a:lnTo>
                  <a:lnTo>
                    <a:pt x="591478" y="2328112"/>
                  </a:lnTo>
                  <a:lnTo>
                    <a:pt x="603801" y="2312678"/>
                  </a:lnTo>
                  <a:lnTo>
                    <a:pt x="616123" y="2289682"/>
                  </a:lnTo>
                  <a:lnTo>
                    <a:pt x="628446" y="2263114"/>
                  </a:lnTo>
                  <a:lnTo>
                    <a:pt x="640768" y="2237118"/>
                  </a:lnTo>
                  <a:lnTo>
                    <a:pt x="653091" y="2215579"/>
                  </a:lnTo>
                  <a:lnTo>
                    <a:pt x="665413" y="2201622"/>
                  </a:lnTo>
                  <a:lnTo>
                    <a:pt x="677736" y="2197134"/>
                  </a:lnTo>
                  <a:lnTo>
                    <a:pt x="690058" y="2202432"/>
                  </a:lnTo>
                  <a:lnTo>
                    <a:pt x="702381" y="2216486"/>
                  </a:lnTo>
                  <a:lnTo>
                    <a:pt x="714703" y="2235827"/>
                  </a:lnTo>
                  <a:lnTo>
                    <a:pt x="727026" y="2256635"/>
                  </a:lnTo>
                  <a:lnTo>
                    <a:pt x="739348" y="2275250"/>
                  </a:lnTo>
                  <a:lnTo>
                    <a:pt x="751671" y="2288655"/>
                  </a:lnTo>
                  <a:lnTo>
                    <a:pt x="763993" y="2294933"/>
                  </a:lnTo>
                  <a:lnTo>
                    <a:pt x="776316" y="2293498"/>
                  </a:lnTo>
                  <a:lnTo>
                    <a:pt x="788638" y="2285064"/>
                  </a:lnTo>
                  <a:lnTo>
                    <a:pt x="800961" y="2271397"/>
                  </a:lnTo>
                  <a:lnTo>
                    <a:pt x="813283" y="2254910"/>
                  </a:lnTo>
                  <a:lnTo>
                    <a:pt x="825606" y="2238187"/>
                  </a:lnTo>
                  <a:lnTo>
                    <a:pt x="837928" y="2223535"/>
                  </a:lnTo>
                  <a:lnTo>
                    <a:pt x="850250" y="2212625"/>
                  </a:lnTo>
                  <a:lnTo>
                    <a:pt x="862573" y="2206281"/>
                  </a:lnTo>
                  <a:lnTo>
                    <a:pt x="874895" y="2204429"/>
                  </a:lnTo>
                  <a:lnTo>
                    <a:pt x="887218" y="2206252"/>
                  </a:lnTo>
                  <a:lnTo>
                    <a:pt x="899540" y="2210064"/>
                  </a:lnTo>
                  <a:lnTo>
                    <a:pt x="911863" y="2213826"/>
                  </a:lnTo>
                  <a:lnTo>
                    <a:pt x="924185" y="2215603"/>
                  </a:lnTo>
                  <a:lnTo>
                    <a:pt x="936508" y="2213605"/>
                  </a:lnTo>
                  <a:lnTo>
                    <a:pt x="948830" y="2206389"/>
                  </a:lnTo>
                  <a:lnTo>
                    <a:pt x="961153" y="2193051"/>
                  </a:lnTo>
                  <a:lnTo>
                    <a:pt x="973475" y="2173461"/>
                  </a:lnTo>
                  <a:lnTo>
                    <a:pt x="985798" y="2148466"/>
                  </a:lnTo>
                  <a:lnTo>
                    <a:pt x="998120" y="2120034"/>
                  </a:lnTo>
                  <a:lnTo>
                    <a:pt x="1010443" y="2091223"/>
                  </a:lnTo>
                  <a:lnTo>
                    <a:pt x="1022765" y="2065917"/>
                  </a:lnTo>
                  <a:lnTo>
                    <a:pt x="1035088" y="2048302"/>
                  </a:lnTo>
                  <a:lnTo>
                    <a:pt x="1047410" y="2042138"/>
                  </a:lnTo>
                  <a:lnTo>
                    <a:pt x="1059733" y="2049991"/>
                  </a:lnTo>
                  <a:lnTo>
                    <a:pt x="1072055" y="2072721"/>
                  </a:lnTo>
                  <a:lnTo>
                    <a:pt x="1084378" y="2109478"/>
                  </a:lnTo>
                  <a:lnTo>
                    <a:pt x="1096700" y="2155742"/>
                  </a:lnTo>
                  <a:lnTo>
                    <a:pt x="1109022" y="2207025"/>
                  </a:lnTo>
                  <a:lnTo>
                    <a:pt x="1121345" y="2258740"/>
                  </a:lnTo>
                  <a:lnTo>
                    <a:pt x="1133667" y="2306926"/>
                  </a:lnTo>
                  <a:lnTo>
                    <a:pt x="1145990" y="2348726"/>
                  </a:lnTo>
                  <a:lnTo>
                    <a:pt x="1158312" y="2382539"/>
                  </a:lnTo>
                  <a:lnTo>
                    <a:pt x="1170635" y="2407921"/>
                  </a:lnTo>
                  <a:lnTo>
                    <a:pt x="1182957" y="2425310"/>
                  </a:lnTo>
                  <a:lnTo>
                    <a:pt x="1195280" y="2435699"/>
                  </a:lnTo>
                  <a:lnTo>
                    <a:pt x="1207602" y="2440352"/>
                  </a:lnTo>
                  <a:lnTo>
                    <a:pt x="1219925" y="2440598"/>
                  </a:lnTo>
                  <a:lnTo>
                    <a:pt x="1232247" y="2437726"/>
                  </a:lnTo>
                  <a:lnTo>
                    <a:pt x="1244570" y="2432942"/>
                  </a:lnTo>
                  <a:lnTo>
                    <a:pt x="1256892" y="2427353"/>
                  </a:lnTo>
                  <a:lnTo>
                    <a:pt x="1269215" y="2422008"/>
                  </a:lnTo>
                  <a:lnTo>
                    <a:pt x="1281537" y="2417745"/>
                  </a:lnTo>
                  <a:lnTo>
                    <a:pt x="1293860" y="2415027"/>
                  </a:lnTo>
                  <a:lnTo>
                    <a:pt x="1306182" y="2413955"/>
                  </a:lnTo>
                  <a:lnTo>
                    <a:pt x="1318505" y="2414244"/>
                  </a:lnTo>
                  <a:lnTo>
                    <a:pt x="1330827" y="2415266"/>
                  </a:lnTo>
                  <a:lnTo>
                    <a:pt x="1343150" y="2416169"/>
                  </a:lnTo>
                  <a:lnTo>
                    <a:pt x="1355472" y="2416076"/>
                  </a:lnTo>
                  <a:lnTo>
                    <a:pt x="1367795" y="2414291"/>
                  </a:lnTo>
                  <a:lnTo>
                    <a:pt x="1380117" y="2410500"/>
                  </a:lnTo>
                  <a:lnTo>
                    <a:pt x="1392439" y="2404878"/>
                  </a:lnTo>
                  <a:lnTo>
                    <a:pt x="1404762" y="2398080"/>
                  </a:lnTo>
                  <a:lnTo>
                    <a:pt x="1417084" y="2391095"/>
                  </a:lnTo>
                  <a:lnTo>
                    <a:pt x="1429407" y="2384975"/>
                  </a:lnTo>
                  <a:lnTo>
                    <a:pt x="1441729" y="2380503"/>
                  </a:lnTo>
                  <a:lnTo>
                    <a:pt x="1454052" y="2377926"/>
                  </a:lnTo>
                  <a:lnTo>
                    <a:pt x="1466374" y="2376533"/>
                  </a:lnTo>
                  <a:lnTo>
                    <a:pt x="1478697" y="2374839"/>
                  </a:lnTo>
                  <a:lnTo>
                    <a:pt x="1491019" y="2371114"/>
                  </a:lnTo>
                  <a:lnTo>
                    <a:pt x="1503342" y="2363789"/>
                  </a:lnTo>
                  <a:lnTo>
                    <a:pt x="1515664" y="2351959"/>
                  </a:lnTo>
                  <a:lnTo>
                    <a:pt x="1527987" y="2335762"/>
                  </a:lnTo>
                  <a:lnTo>
                    <a:pt x="1540309" y="2316529"/>
                  </a:lnTo>
                  <a:lnTo>
                    <a:pt x="1552632" y="2296624"/>
                  </a:lnTo>
                  <a:lnTo>
                    <a:pt x="1564954" y="2279001"/>
                  </a:lnTo>
                  <a:lnTo>
                    <a:pt x="1577277" y="2266552"/>
                  </a:lnTo>
                  <a:lnTo>
                    <a:pt x="1589599" y="2261424"/>
                  </a:lnTo>
                  <a:lnTo>
                    <a:pt x="1601922" y="2264463"/>
                  </a:lnTo>
                  <a:lnTo>
                    <a:pt x="1614244" y="2274953"/>
                  </a:lnTo>
                  <a:lnTo>
                    <a:pt x="1626567" y="2290723"/>
                  </a:lnTo>
                  <a:lnTo>
                    <a:pt x="1638889" y="2308579"/>
                  </a:lnTo>
                  <a:lnTo>
                    <a:pt x="1651212" y="2324647"/>
                  </a:lnTo>
                  <a:lnTo>
                    <a:pt x="1663534" y="2335887"/>
                  </a:lnTo>
                  <a:lnTo>
                    <a:pt x="1675856" y="2340459"/>
                  </a:lnTo>
                  <a:lnTo>
                    <a:pt x="1688179" y="2337800"/>
                  </a:lnTo>
                  <a:lnTo>
                    <a:pt x="1700501" y="2328594"/>
                  </a:lnTo>
                  <a:lnTo>
                    <a:pt x="1712824" y="2314573"/>
                  </a:lnTo>
                  <a:lnTo>
                    <a:pt x="1725146" y="2298210"/>
                  </a:lnTo>
                  <a:lnTo>
                    <a:pt x="1737469" y="2282352"/>
                  </a:lnTo>
                  <a:lnTo>
                    <a:pt x="1749791" y="2269822"/>
                  </a:lnTo>
                  <a:lnTo>
                    <a:pt x="1762114" y="2263033"/>
                  </a:lnTo>
                  <a:lnTo>
                    <a:pt x="1774436" y="2263635"/>
                  </a:lnTo>
                  <a:lnTo>
                    <a:pt x="1786759" y="2272273"/>
                  </a:lnTo>
                  <a:lnTo>
                    <a:pt x="1799081" y="2288486"/>
                  </a:lnTo>
                  <a:lnTo>
                    <a:pt x="1811404" y="2310804"/>
                  </a:lnTo>
                  <a:lnTo>
                    <a:pt x="1823726" y="2337031"/>
                  </a:lnTo>
                  <a:lnTo>
                    <a:pt x="1836049" y="2364584"/>
                  </a:lnTo>
                  <a:lnTo>
                    <a:pt x="1848371" y="2390897"/>
                  </a:lnTo>
                  <a:lnTo>
                    <a:pt x="1860694" y="2414270"/>
                  </a:lnTo>
                  <a:lnTo>
                    <a:pt x="1873016" y="2433745"/>
                  </a:lnTo>
                  <a:lnTo>
                    <a:pt x="1885339" y="2449044"/>
                  </a:lnTo>
                  <a:lnTo>
                    <a:pt x="1897661" y="2460425"/>
                  </a:lnTo>
                  <a:lnTo>
                    <a:pt x="1909984" y="2468477"/>
                  </a:lnTo>
                  <a:lnTo>
                    <a:pt x="1922306" y="2473927"/>
                  </a:lnTo>
                  <a:lnTo>
                    <a:pt x="1934629" y="2477484"/>
                  </a:lnTo>
                  <a:lnTo>
                    <a:pt x="1946951" y="2479749"/>
                  </a:lnTo>
                  <a:lnTo>
                    <a:pt x="1959273" y="2481175"/>
                  </a:lnTo>
                  <a:lnTo>
                    <a:pt x="1971596" y="2482075"/>
                  </a:lnTo>
                  <a:lnTo>
                    <a:pt x="1983918" y="2482644"/>
                  </a:lnTo>
                  <a:lnTo>
                    <a:pt x="1996241" y="2482999"/>
                  </a:lnTo>
                  <a:lnTo>
                    <a:pt x="2008563" y="2483206"/>
                  </a:lnTo>
                  <a:lnTo>
                    <a:pt x="2020886" y="2483300"/>
                  </a:lnTo>
                  <a:lnTo>
                    <a:pt x="2033208" y="2483307"/>
                  </a:lnTo>
                  <a:lnTo>
                    <a:pt x="2045531" y="2483245"/>
                  </a:lnTo>
                  <a:lnTo>
                    <a:pt x="2057853" y="2483119"/>
                  </a:lnTo>
                  <a:lnTo>
                    <a:pt x="2070176" y="2482922"/>
                  </a:lnTo>
                  <a:lnTo>
                    <a:pt x="2082498" y="2482639"/>
                  </a:lnTo>
                  <a:lnTo>
                    <a:pt x="2094821" y="2482246"/>
                  </a:lnTo>
                  <a:lnTo>
                    <a:pt x="2107143" y="2481718"/>
                  </a:lnTo>
                  <a:lnTo>
                    <a:pt x="2119466" y="2481034"/>
                  </a:lnTo>
                  <a:lnTo>
                    <a:pt x="2131788" y="2480189"/>
                  </a:lnTo>
                  <a:lnTo>
                    <a:pt x="2144111" y="2479201"/>
                  </a:lnTo>
                  <a:lnTo>
                    <a:pt x="2156433" y="2478118"/>
                  </a:lnTo>
                  <a:lnTo>
                    <a:pt x="2168756" y="2477013"/>
                  </a:lnTo>
                  <a:lnTo>
                    <a:pt x="2181078" y="2475976"/>
                  </a:lnTo>
                  <a:lnTo>
                    <a:pt x="2193401" y="2475084"/>
                  </a:lnTo>
                  <a:lnTo>
                    <a:pt x="2205723" y="2474384"/>
                  </a:lnTo>
                  <a:lnTo>
                    <a:pt x="2218045" y="2473852"/>
                  </a:lnTo>
                  <a:lnTo>
                    <a:pt x="2230368" y="2473351"/>
                  </a:lnTo>
                  <a:lnTo>
                    <a:pt x="2242690" y="2472675"/>
                  </a:lnTo>
                  <a:lnTo>
                    <a:pt x="2255013" y="2471566"/>
                  </a:lnTo>
                  <a:lnTo>
                    <a:pt x="2267335" y="2469746"/>
                  </a:lnTo>
                  <a:lnTo>
                    <a:pt x="2279658" y="2466969"/>
                  </a:lnTo>
                  <a:lnTo>
                    <a:pt x="2291980" y="2463055"/>
                  </a:lnTo>
                  <a:lnTo>
                    <a:pt x="2304303" y="2457932"/>
                  </a:lnTo>
                  <a:lnTo>
                    <a:pt x="2316625" y="2451653"/>
                  </a:lnTo>
                  <a:lnTo>
                    <a:pt x="2328948" y="2444410"/>
                  </a:lnTo>
                  <a:lnTo>
                    <a:pt x="2341270" y="2436522"/>
                  </a:lnTo>
                  <a:lnTo>
                    <a:pt x="2353593" y="2428402"/>
                  </a:lnTo>
                  <a:lnTo>
                    <a:pt x="2365915" y="2420503"/>
                  </a:lnTo>
                  <a:lnTo>
                    <a:pt x="2378238" y="2413226"/>
                  </a:lnTo>
                  <a:lnTo>
                    <a:pt x="2390560" y="2406811"/>
                  </a:lnTo>
                  <a:lnTo>
                    <a:pt x="2402883" y="2401228"/>
                  </a:lnTo>
                  <a:lnTo>
                    <a:pt x="2415205" y="2395920"/>
                  </a:lnTo>
                  <a:lnTo>
                    <a:pt x="2427528" y="2390001"/>
                  </a:lnTo>
                  <a:lnTo>
                    <a:pt x="2439850" y="2382382"/>
                  </a:lnTo>
                  <a:lnTo>
                    <a:pt x="2452173" y="2371999"/>
                  </a:lnTo>
                  <a:lnTo>
                    <a:pt x="2464495" y="2358108"/>
                  </a:lnTo>
                  <a:lnTo>
                    <a:pt x="2476818" y="2340549"/>
                  </a:lnTo>
                  <a:lnTo>
                    <a:pt x="2489140" y="2319901"/>
                  </a:lnTo>
                  <a:lnTo>
                    <a:pt x="2501462" y="2297475"/>
                  </a:lnTo>
                  <a:lnTo>
                    <a:pt x="2513785" y="2275111"/>
                  </a:lnTo>
                  <a:lnTo>
                    <a:pt x="2526107" y="2254837"/>
                  </a:lnTo>
                  <a:lnTo>
                    <a:pt x="2538430" y="2238446"/>
                  </a:lnTo>
                  <a:lnTo>
                    <a:pt x="2550752" y="2227116"/>
                  </a:lnTo>
                  <a:lnTo>
                    <a:pt x="2563075" y="2221156"/>
                  </a:lnTo>
                  <a:lnTo>
                    <a:pt x="2575397" y="2219971"/>
                  </a:lnTo>
                  <a:lnTo>
                    <a:pt x="2587720" y="2222302"/>
                  </a:lnTo>
                  <a:lnTo>
                    <a:pt x="2600042" y="2226310"/>
                  </a:lnTo>
                  <a:lnTo>
                    <a:pt x="2612365" y="2230454"/>
                  </a:lnTo>
                  <a:lnTo>
                    <a:pt x="2624687" y="2233969"/>
                  </a:lnTo>
                  <a:lnTo>
                    <a:pt x="2637010" y="2236924"/>
                  </a:lnTo>
                  <a:lnTo>
                    <a:pt x="2649332" y="2240170"/>
                  </a:lnTo>
                  <a:lnTo>
                    <a:pt x="2661655" y="2245079"/>
                  </a:lnTo>
                  <a:lnTo>
                    <a:pt x="2673977" y="2253134"/>
                  </a:lnTo>
                  <a:lnTo>
                    <a:pt x="2686300" y="2265492"/>
                  </a:lnTo>
                  <a:lnTo>
                    <a:pt x="2698622" y="2282629"/>
                  </a:lnTo>
                  <a:lnTo>
                    <a:pt x="2710945" y="2304172"/>
                  </a:lnTo>
                  <a:lnTo>
                    <a:pt x="2723267" y="2328954"/>
                  </a:lnTo>
                  <a:lnTo>
                    <a:pt x="2735590" y="2355261"/>
                  </a:lnTo>
                  <a:lnTo>
                    <a:pt x="2747912" y="2381190"/>
                  </a:lnTo>
                  <a:lnTo>
                    <a:pt x="2760235" y="2405014"/>
                  </a:lnTo>
                  <a:lnTo>
                    <a:pt x="2772557" y="2425411"/>
                  </a:lnTo>
                  <a:lnTo>
                    <a:pt x="2784879" y="2441463"/>
                  </a:lnTo>
                  <a:lnTo>
                    <a:pt x="2797202" y="2453347"/>
                  </a:lnTo>
                  <a:lnTo>
                    <a:pt x="2809524" y="2461387"/>
                  </a:lnTo>
                  <a:lnTo>
                    <a:pt x="2821847" y="2466120"/>
                  </a:lnTo>
                  <a:lnTo>
                    <a:pt x="2834169" y="2468170"/>
                  </a:lnTo>
                  <a:lnTo>
                    <a:pt x="2846492" y="2468186"/>
                  </a:lnTo>
                  <a:lnTo>
                    <a:pt x="2858814" y="2466813"/>
                  </a:lnTo>
                  <a:lnTo>
                    <a:pt x="2871137" y="2464679"/>
                  </a:lnTo>
                  <a:lnTo>
                    <a:pt x="2883459" y="2462386"/>
                  </a:lnTo>
                  <a:lnTo>
                    <a:pt x="2895782" y="2460472"/>
                  </a:lnTo>
                  <a:lnTo>
                    <a:pt x="2908104" y="2459374"/>
                  </a:lnTo>
                  <a:lnTo>
                    <a:pt x="2920427" y="2459372"/>
                  </a:lnTo>
                  <a:lnTo>
                    <a:pt x="2932749" y="2460558"/>
                  </a:lnTo>
                  <a:lnTo>
                    <a:pt x="2945072" y="2462826"/>
                  </a:lnTo>
                  <a:lnTo>
                    <a:pt x="2957394" y="2465910"/>
                  </a:lnTo>
                  <a:lnTo>
                    <a:pt x="2969717" y="2469442"/>
                  </a:lnTo>
                  <a:lnTo>
                    <a:pt x="2982039" y="2472989"/>
                  </a:lnTo>
                  <a:lnTo>
                    <a:pt x="2994362" y="2476235"/>
                  </a:lnTo>
                  <a:lnTo>
                    <a:pt x="3006684" y="2478967"/>
                  </a:lnTo>
                  <a:lnTo>
                    <a:pt x="3019007" y="2481069"/>
                  </a:lnTo>
                  <a:lnTo>
                    <a:pt x="3031329" y="2482494"/>
                  </a:lnTo>
                  <a:lnTo>
                    <a:pt x="3043652" y="2483224"/>
                  </a:lnTo>
                  <a:lnTo>
                    <a:pt x="3055974" y="2483222"/>
                  </a:lnTo>
                  <a:lnTo>
                    <a:pt x="3068296" y="2482400"/>
                  </a:lnTo>
                  <a:lnTo>
                    <a:pt x="3080619" y="2480594"/>
                  </a:lnTo>
                  <a:lnTo>
                    <a:pt x="3092941" y="2477574"/>
                  </a:lnTo>
                  <a:lnTo>
                    <a:pt x="3105264" y="2473075"/>
                  </a:lnTo>
                  <a:lnTo>
                    <a:pt x="3117586" y="2466865"/>
                  </a:lnTo>
                  <a:lnTo>
                    <a:pt x="3129909" y="2458840"/>
                  </a:lnTo>
                  <a:lnTo>
                    <a:pt x="3142231" y="2449124"/>
                  </a:lnTo>
                  <a:lnTo>
                    <a:pt x="3154554" y="2438146"/>
                  </a:lnTo>
                  <a:lnTo>
                    <a:pt x="3166876" y="2426839"/>
                  </a:lnTo>
                  <a:lnTo>
                    <a:pt x="3179199" y="2416380"/>
                  </a:lnTo>
                  <a:lnTo>
                    <a:pt x="3191521" y="2407982"/>
                  </a:lnTo>
                  <a:lnTo>
                    <a:pt x="3203844" y="2402707"/>
                  </a:lnTo>
                  <a:lnTo>
                    <a:pt x="3216166" y="2401251"/>
                  </a:lnTo>
                  <a:lnTo>
                    <a:pt x="3228489" y="2403795"/>
                  </a:lnTo>
                  <a:lnTo>
                    <a:pt x="3240811" y="2409974"/>
                  </a:lnTo>
                  <a:lnTo>
                    <a:pt x="3253134" y="2418960"/>
                  </a:lnTo>
                  <a:lnTo>
                    <a:pt x="3265456" y="2429636"/>
                  </a:lnTo>
                  <a:lnTo>
                    <a:pt x="3277779" y="2440825"/>
                  </a:lnTo>
                  <a:lnTo>
                    <a:pt x="3290101" y="2451488"/>
                  </a:lnTo>
                  <a:lnTo>
                    <a:pt x="3302424" y="2460870"/>
                  </a:lnTo>
                  <a:lnTo>
                    <a:pt x="3314746" y="2468555"/>
                  </a:lnTo>
                  <a:lnTo>
                    <a:pt x="3327068" y="2474448"/>
                  </a:lnTo>
                  <a:lnTo>
                    <a:pt x="3339391" y="2478668"/>
                  </a:lnTo>
                  <a:lnTo>
                    <a:pt x="3351713" y="2481450"/>
                  </a:lnTo>
                  <a:lnTo>
                    <a:pt x="3364036" y="2483200"/>
                  </a:lnTo>
                  <a:lnTo>
                    <a:pt x="3376358" y="2484177"/>
                  </a:lnTo>
                  <a:lnTo>
                    <a:pt x="3388681" y="2484566"/>
                  </a:lnTo>
                  <a:lnTo>
                    <a:pt x="3401003" y="2484479"/>
                  </a:lnTo>
                  <a:lnTo>
                    <a:pt x="3413326" y="2483958"/>
                  </a:lnTo>
                  <a:lnTo>
                    <a:pt x="3425648" y="2483008"/>
                  </a:lnTo>
                  <a:lnTo>
                    <a:pt x="3437971" y="2481612"/>
                  </a:lnTo>
                  <a:lnTo>
                    <a:pt x="3450293" y="2479772"/>
                  </a:lnTo>
                  <a:lnTo>
                    <a:pt x="3462616" y="2477533"/>
                  </a:lnTo>
                  <a:lnTo>
                    <a:pt x="3474938" y="2475005"/>
                  </a:lnTo>
                  <a:lnTo>
                    <a:pt x="3487261" y="2472375"/>
                  </a:lnTo>
                  <a:lnTo>
                    <a:pt x="3499583" y="2469889"/>
                  </a:lnTo>
                  <a:lnTo>
                    <a:pt x="3511906" y="2467827"/>
                  </a:lnTo>
                  <a:lnTo>
                    <a:pt x="3524228" y="2466450"/>
                  </a:lnTo>
                  <a:lnTo>
                    <a:pt x="3536551" y="2466008"/>
                  </a:lnTo>
                  <a:lnTo>
                    <a:pt x="3548873" y="2466515"/>
                  </a:lnTo>
                  <a:lnTo>
                    <a:pt x="3561196" y="2467875"/>
                  </a:lnTo>
                  <a:lnTo>
                    <a:pt x="3573518" y="2469892"/>
                  </a:lnTo>
                  <a:lnTo>
                    <a:pt x="3585841" y="2472310"/>
                  </a:lnTo>
                  <a:lnTo>
                    <a:pt x="3598163" y="2474861"/>
                  </a:lnTo>
                  <a:lnTo>
                    <a:pt x="3610485" y="2477313"/>
                  </a:lnTo>
                  <a:lnTo>
                    <a:pt x="3622808" y="2479496"/>
                  </a:lnTo>
                  <a:lnTo>
                    <a:pt x="3635130" y="2481315"/>
                  </a:lnTo>
                  <a:lnTo>
                    <a:pt x="3647453" y="2482740"/>
                  </a:lnTo>
                  <a:lnTo>
                    <a:pt x="3659775" y="2483796"/>
                  </a:lnTo>
                  <a:lnTo>
                    <a:pt x="3672098" y="2484536"/>
                  </a:lnTo>
                  <a:lnTo>
                    <a:pt x="3684420" y="2485027"/>
                  </a:lnTo>
                  <a:lnTo>
                    <a:pt x="3696743" y="2485336"/>
                  </a:lnTo>
                  <a:lnTo>
                    <a:pt x="3709065" y="2485520"/>
                  </a:lnTo>
                  <a:lnTo>
                    <a:pt x="3721388" y="2485624"/>
                  </a:lnTo>
                  <a:lnTo>
                    <a:pt x="3733710" y="2485686"/>
                  </a:lnTo>
                  <a:lnTo>
                    <a:pt x="3746033" y="2485731"/>
                  </a:lnTo>
                  <a:lnTo>
                    <a:pt x="3758355" y="2485771"/>
                  </a:lnTo>
                  <a:lnTo>
                    <a:pt x="3770678" y="2485814"/>
                  </a:lnTo>
                  <a:lnTo>
                    <a:pt x="3783000" y="2485860"/>
                  </a:lnTo>
                  <a:lnTo>
                    <a:pt x="3795323" y="2485908"/>
                  </a:lnTo>
                  <a:lnTo>
                    <a:pt x="3807645" y="2485955"/>
                  </a:lnTo>
                  <a:lnTo>
                    <a:pt x="3819968" y="2485999"/>
                  </a:lnTo>
                  <a:lnTo>
                    <a:pt x="3832290" y="2486036"/>
                  </a:lnTo>
                  <a:lnTo>
                    <a:pt x="3844613" y="2486066"/>
                  </a:lnTo>
                  <a:lnTo>
                    <a:pt x="3856935" y="2486089"/>
                  </a:lnTo>
                  <a:lnTo>
                    <a:pt x="3869258" y="2486105"/>
                  </a:lnTo>
                  <a:lnTo>
                    <a:pt x="3881580" y="2486116"/>
                  </a:lnTo>
                  <a:lnTo>
                    <a:pt x="3893902" y="2486123"/>
                  </a:lnTo>
                  <a:lnTo>
                    <a:pt x="3906225" y="2486127"/>
                  </a:lnTo>
                  <a:lnTo>
                    <a:pt x="3918547" y="2486129"/>
                  </a:lnTo>
                  <a:lnTo>
                    <a:pt x="3930870" y="2486130"/>
                  </a:lnTo>
                  <a:lnTo>
                    <a:pt x="3943192" y="2486131"/>
                  </a:lnTo>
                  <a:lnTo>
                    <a:pt x="3955515" y="2486131"/>
                  </a:lnTo>
                  <a:lnTo>
                    <a:pt x="3967837" y="2486131"/>
                  </a:lnTo>
                  <a:lnTo>
                    <a:pt x="3980160" y="2486131"/>
                  </a:lnTo>
                  <a:lnTo>
                    <a:pt x="3992482" y="2486131"/>
                  </a:lnTo>
                  <a:lnTo>
                    <a:pt x="4004805" y="2486131"/>
                  </a:lnTo>
                  <a:lnTo>
                    <a:pt x="4017127" y="2486131"/>
                  </a:lnTo>
                  <a:lnTo>
                    <a:pt x="4029450" y="2486131"/>
                  </a:lnTo>
                  <a:lnTo>
                    <a:pt x="4041772" y="2486131"/>
                  </a:lnTo>
                  <a:lnTo>
                    <a:pt x="4054095" y="2486131"/>
                  </a:lnTo>
                  <a:lnTo>
                    <a:pt x="4066417" y="2486131"/>
                  </a:lnTo>
                  <a:lnTo>
                    <a:pt x="4078740" y="2486131"/>
                  </a:lnTo>
                  <a:lnTo>
                    <a:pt x="4091062" y="2486131"/>
                  </a:lnTo>
                  <a:lnTo>
                    <a:pt x="4103385" y="2486131"/>
                  </a:lnTo>
                  <a:lnTo>
                    <a:pt x="4115707" y="2486131"/>
                  </a:lnTo>
                  <a:lnTo>
                    <a:pt x="4128030" y="2486131"/>
                  </a:lnTo>
                  <a:lnTo>
                    <a:pt x="4140352" y="2486131"/>
                  </a:lnTo>
                  <a:lnTo>
                    <a:pt x="4152675" y="2486131"/>
                  </a:lnTo>
                  <a:lnTo>
                    <a:pt x="4164997" y="2486131"/>
                  </a:lnTo>
                  <a:lnTo>
                    <a:pt x="4177319" y="2486131"/>
                  </a:lnTo>
                  <a:lnTo>
                    <a:pt x="4189642" y="2486131"/>
                  </a:lnTo>
                  <a:lnTo>
                    <a:pt x="4201964" y="2486131"/>
                  </a:lnTo>
                  <a:lnTo>
                    <a:pt x="4214287" y="2486131"/>
                  </a:lnTo>
                  <a:lnTo>
                    <a:pt x="4226609" y="2486131"/>
                  </a:lnTo>
                  <a:lnTo>
                    <a:pt x="4238932" y="2486131"/>
                  </a:lnTo>
                  <a:lnTo>
                    <a:pt x="4251254" y="2486131"/>
                  </a:lnTo>
                  <a:lnTo>
                    <a:pt x="4263577" y="2486131"/>
                  </a:lnTo>
                  <a:lnTo>
                    <a:pt x="4275899" y="2486131"/>
                  </a:lnTo>
                  <a:lnTo>
                    <a:pt x="4288222" y="2486131"/>
                  </a:lnTo>
                  <a:lnTo>
                    <a:pt x="4300544" y="2486131"/>
                  </a:lnTo>
                  <a:lnTo>
                    <a:pt x="4312867" y="2486131"/>
                  </a:lnTo>
                  <a:lnTo>
                    <a:pt x="4325189" y="2486131"/>
                  </a:lnTo>
                  <a:lnTo>
                    <a:pt x="4337512" y="2486131"/>
                  </a:lnTo>
                  <a:lnTo>
                    <a:pt x="4349834" y="2486131"/>
                  </a:lnTo>
                  <a:lnTo>
                    <a:pt x="4362157" y="2486131"/>
                  </a:lnTo>
                  <a:lnTo>
                    <a:pt x="4374479" y="2486131"/>
                  </a:lnTo>
                  <a:lnTo>
                    <a:pt x="4386802" y="2486131"/>
                  </a:lnTo>
                  <a:lnTo>
                    <a:pt x="4399124" y="2486131"/>
                  </a:lnTo>
                  <a:lnTo>
                    <a:pt x="4411447" y="2486131"/>
                  </a:lnTo>
                  <a:lnTo>
                    <a:pt x="4423769" y="2486131"/>
                  </a:lnTo>
                  <a:lnTo>
                    <a:pt x="4436091" y="2486131"/>
                  </a:lnTo>
                  <a:lnTo>
                    <a:pt x="4448414" y="2486131"/>
                  </a:lnTo>
                  <a:lnTo>
                    <a:pt x="4460736" y="2486131"/>
                  </a:lnTo>
                  <a:lnTo>
                    <a:pt x="4473059" y="2486131"/>
                  </a:lnTo>
                  <a:lnTo>
                    <a:pt x="4485381" y="2486131"/>
                  </a:lnTo>
                  <a:lnTo>
                    <a:pt x="4497704" y="2486131"/>
                  </a:lnTo>
                  <a:lnTo>
                    <a:pt x="4510026" y="2486131"/>
                  </a:lnTo>
                  <a:lnTo>
                    <a:pt x="4522349" y="2486131"/>
                  </a:lnTo>
                  <a:lnTo>
                    <a:pt x="4534671" y="2486131"/>
                  </a:lnTo>
                  <a:lnTo>
                    <a:pt x="4546994" y="2486131"/>
                  </a:lnTo>
                  <a:lnTo>
                    <a:pt x="4559316" y="2486131"/>
                  </a:lnTo>
                  <a:lnTo>
                    <a:pt x="4571639" y="2486131"/>
                  </a:lnTo>
                  <a:lnTo>
                    <a:pt x="4583961" y="2486130"/>
                  </a:lnTo>
                  <a:lnTo>
                    <a:pt x="4596284" y="2486129"/>
                  </a:lnTo>
                  <a:lnTo>
                    <a:pt x="4608606" y="2486126"/>
                  </a:lnTo>
                  <a:lnTo>
                    <a:pt x="4620929" y="2486122"/>
                  </a:lnTo>
                  <a:lnTo>
                    <a:pt x="4633251" y="2486115"/>
                  </a:lnTo>
                  <a:lnTo>
                    <a:pt x="4645574" y="2486104"/>
                  </a:lnTo>
                  <a:lnTo>
                    <a:pt x="4657896" y="2486088"/>
                  </a:lnTo>
                  <a:lnTo>
                    <a:pt x="4670219" y="2486065"/>
                  </a:lnTo>
                  <a:lnTo>
                    <a:pt x="4682541" y="2486035"/>
                  </a:lnTo>
                  <a:lnTo>
                    <a:pt x="4694864" y="2485997"/>
                  </a:lnTo>
                  <a:lnTo>
                    <a:pt x="4707186" y="2485954"/>
                  </a:lnTo>
                  <a:lnTo>
                    <a:pt x="4719508" y="2485909"/>
                  </a:lnTo>
                  <a:lnTo>
                    <a:pt x="4731831" y="2485865"/>
                  </a:lnTo>
                  <a:lnTo>
                    <a:pt x="4744153" y="2485828"/>
                  </a:lnTo>
                  <a:lnTo>
                    <a:pt x="4756476" y="2485803"/>
                  </a:lnTo>
                  <a:lnTo>
                    <a:pt x="4768798" y="2485792"/>
                  </a:lnTo>
                  <a:lnTo>
                    <a:pt x="4781121" y="2485798"/>
                  </a:lnTo>
                  <a:lnTo>
                    <a:pt x="4793443" y="2485819"/>
                  </a:lnTo>
                  <a:lnTo>
                    <a:pt x="4805766" y="2485852"/>
                  </a:lnTo>
                  <a:lnTo>
                    <a:pt x="4818088" y="2485895"/>
                  </a:lnTo>
                  <a:lnTo>
                    <a:pt x="4830411" y="2485940"/>
                  </a:lnTo>
                  <a:lnTo>
                    <a:pt x="4842733" y="2485985"/>
                  </a:lnTo>
                  <a:lnTo>
                    <a:pt x="4855056" y="2486024"/>
                  </a:lnTo>
                  <a:lnTo>
                    <a:pt x="4867378" y="2486057"/>
                  </a:lnTo>
                  <a:lnTo>
                    <a:pt x="4879701" y="2486082"/>
                  </a:lnTo>
                  <a:lnTo>
                    <a:pt x="4892023" y="2486100"/>
                  </a:lnTo>
                  <a:lnTo>
                    <a:pt x="4904346" y="2486112"/>
                  </a:lnTo>
                  <a:lnTo>
                    <a:pt x="4916668" y="2486120"/>
                  </a:lnTo>
                  <a:lnTo>
                    <a:pt x="4928991" y="2486125"/>
                  </a:lnTo>
                  <a:lnTo>
                    <a:pt x="4941313" y="2486128"/>
                  </a:lnTo>
                  <a:lnTo>
                    <a:pt x="4953636" y="2486130"/>
                  </a:lnTo>
                  <a:lnTo>
                    <a:pt x="4965958" y="2486130"/>
                  </a:lnTo>
                  <a:lnTo>
                    <a:pt x="4978281" y="2486131"/>
                  </a:lnTo>
                  <a:lnTo>
                    <a:pt x="4990603" y="2486131"/>
                  </a:lnTo>
                  <a:lnTo>
                    <a:pt x="5002925" y="2486131"/>
                  </a:lnTo>
                  <a:lnTo>
                    <a:pt x="5015248" y="2486131"/>
                  </a:lnTo>
                  <a:lnTo>
                    <a:pt x="5027570" y="2486131"/>
                  </a:lnTo>
                  <a:lnTo>
                    <a:pt x="5039893" y="2486131"/>
                  </a:lnTo>
                  <a:lnTo>
                    <a:pt x="5052215" y="2486131"/>
                  </a:lnTo>
                  <a:lnTo>
                    <a:pt x="5064538" y="2486131"/>
                  </a:lnTo>
                  <a:lnTo>
                    <a:pt x="5076860" y="2486131"/>
                  </a:lnTo>
                  <a:lnTo>
                    <a:pt x="5089183" y="2486131"/>
                  </a:lnTo>
                  <a:lnTo>
                    <a:pt x="5101505" y="2486131"/>
                  </a:lnTo>
                  <a:lnTo>
                    <a:pt x="5113828" y="2486131"/>
                  </a:lnTo>
                  <a:lnTo>
                    <a:pt x="5126150" y="2486131"/>
                  </a:lnTo>
                  <a:lnTo>
                    <a:pt x="5138473" y="2486131"/>
                  </a:lnTo>
                  <a:lnTo>
                    <a:pt x="5150795" y="2486131"/>
                  </a:lnTo>
                  <a:lnTo>
                    <a:pt x="5163118" y="2486131"/>
                  </a:lnTo>
                  <a:lnTo>
                    <a:pt x="5175440" y="2486131"/>
                  </a:lnTo>
                  <a:lnTo>
                    <a:pt x="5187763" y="2486131"/>
                  </a:lnTo>
                  <a:lnTo>
                    <a:pt x="5200085" y="2486131"/>
                  </a:lnTo>
                  <a:lnTo>
                    <a:pt x="5212408" y="2486131"/>
                  </a:lnTo>
                  <a:lnTo>
                    <a:pt x="5224730" y="2486131"/>
                  </a:lnTo>
                  <a:lnTo>
                    <a:pt x="5237053" y="2486131"/>
                  </a:lnTo>
                  <a:lnTo>
                    <a:pt x="5249375" y="2486131"/>
                  </a:lnTo>
                  <a:lnTo>
                    <a:pt x="5261698" y="2486131"/>
                  </a:lnTo>
                  <a:lnTo>
                    <a:pt x="5274020" y="2486131"/>
                  </a:lnTo>
                  <a:lnTo>
                    <a:pt x="5286342" y="2486131"/>
                  </a:lnTo>
                  <a:lnTo>
                    <a:pt x="5298665" y="2486131"/>
                  </a:lnTo>
                  <a:lnTo>
                    <a:pt x="5310987" y="2486131"/>
                  </a:lnTo>
                  <a:lnTo>
                    <a:pt x="5323310" y="2486131"/>
                  </a:lnTo>
                  <a:lnTo>
                    <a:pt x="5335632" y="2486131"/>
                  </a:lnTo>
                  <a:lnTo>
                    <a:pt x="5347955" y="2486131"/>
                  </a:lnTo>
                  <a:lnTo>
                    <a:pt x="5360277" y="2486131"/>
                  </a:lnTo>
                  <a:lnTo>
                    <a:pt x="5372600" y="2486131"/>
                  </a:lnTo>
                  <a:lnTo>
                    <a:pt x="5384922" y="2486131"/>
                  </a:lnTo>
                  <a:lnTo>
                    <a:pt x="5397245" y="2486131"/>
                  </a:lnTo>
                  <a:lnTo>
                    <a:pt x="5409567" y="2486131"/>
                  </a:lnTo>
                  <a:lnTo>
                    <a:pt x="5421890" y="2486131"/>
                  </a:lnTo>
                  <a:lnTo>
                    <a:pt x="5434212" y="2486131"/>
                  </a:lnTo>
                  <a:lnTo>
                    <a:pt x="5446535" y="2486131"/>
                  </a:lnTo>
                  <a:lnTo>
                    <a:pt x="5458857" y="2486131"/>
                  </a:lnTo>
                  <a:lnTo>
                    <a:pt x="5471180" y="2486131"/>
                  </a:lnTo>
                  <a:lnTo>
                    <a:pt x="5483502" y="2486131"/>
                  </a:lnTo>
                  <a:lnTo>
                    <a:pt x="5495825" y="2486131"/>
                  </a:lnTo>
                  <a:lnTo>
                    <a:pt x="5508147" y="2486131"/>
                  </a:lnTo>
                  <a:lnTo>
                    <a:pt x="5520470" y="2486131"/>
                  </a:lnTo>
                  <a:lnTo>
                    <a:pt x="5532792" y="2486131"/>
                  </a:lnTo>
                  <a:lnTo>
                    <a:pt x="5545114" y="2486131"/>
                  </a:lnTo>
                  <a:lnTo>
                    <a:pt x="5557437" y="2486131"/>
                  </a:lnTo>
                  <a:lnTo>
                    <a:pt x="5569759" y="2486131"/>
                  </a:lnTo>
                  <a:lnTo>
                    <a:pt x="5582082" y="2486131"/>
                  </a:lnTo>
                  <a:lnTo>
                    <a:pt x="5594404" y="2486131"/>
                  </a:lnTo>
                  <a:lnTo>
                    <a:pt x="5606727" y="2486131"/>
                  </a:lnTo>
                  <a:lnTo>
                    <a:pt x="5619049" y="2486131"/>
                  </a:lnTo>
                  <a:lnTo>
                    <a:pt x="5631372" y="2486131"/>
                  </a:lnTo>
                  <a:lnTo>
                    <a:pt x="5643694" y="2486131"/>
                  </a:lnTo>
                  <a:lnTo>
                    <a:pt x="5656017" y="2486131"/>
                  </a:lnTo>
                  <a:lnTo>
                    <a:pt x="5668339" y="2486131"/>
                  </a:lnTo>
                  <a:lnTo>
                    <a:pt x="5680662" y="2486131"/>
                  </a:lnTo>
                  <a:lnTo>
                    <a:pt x="5692984" y="2486131"/>
                  </a:lnTo>
                  <a:lnTo>
                    <a:pt x="5705307" y="2486131"/>
                  </a:lnTo>
                  <a:lnTo>
                    <a:pt x="5717629" y="2486131"/>
                  </a:lnTo>
                  <a:lnTo>
                    <a:pt x="5729952" y="2486131"/>
                  </a:lnTo>
                  <a:lnTo>
                    <a:pt x="5742274" y="2486131"/>
                  </a:lnTo>
                  <a:lnTo>
                    <a:pt x="5754597" y="2486131"/>
                  </a:lnTo>
                  <a:lnTo>
                    <a:pt x="5766919" y="2486131"/>
                  </a:lnTo>
                  <a:lnTo>
                    <a:pt x="5779242" y="2486131"/>
                  </a:lnTo>
                  <a:lnTo>
                    <a:pt x="5791564" y="2486131"/>
                  </a:lnTo>
                  <a:lnTo>
                    <a:pt x="5803887" y="2486131"/>
                  </a:lnTo>
                  <a:lnTo>
                    <a:pt x="5816209" y="2486131"/>
                  </a:lnTo>
                  <a:lnTo>
                    <a:pt x="5828531" y="2486131"/>
                  </a:lnTo>
                  <a:lnTo>
                    <a:pt x="5840854" y="2486131"/>
                  </a:lnTo>
                  <a:lnTo>
                    <a:pt x="5853176" y="2486131"/>
                  </a:lnTo>
                  <a:lnTo>
                    <a:pt x="5865499" y="2486131"/>
                  </a:lnTo>
                  <a:lnTo>
                    <a:pt x="5877821" y="2486131"/>
                  </a:lnTo>
                  <a:lnTo>
                    <a:pt x="5890144" y="2486131"/>
                  </a:lnTo>
                  <a:lnTo>
                    <a:pt x="5902466" y="2486131"/>
                  </a:lnTo>
                  <a:lnTo>
                    <a:pt x="5914789" y="2486131"/>
                  </a:lnTo>
                  <a:lnTo>
                    <a:pt x="5927111" y="2486131"/>
                  </a:lnTo>
                  <a:lnTo>
                    <a:pt x="5939434" y="2486131"/>
                  </a:lnTo>
                  <a:lnTo>
                    <a:pt x="5951756" y="2486131"/>
                  </a:lnTo>
                  <a:lnTo>
                    <a:pt x="5964079" y="2486131"/>
                  </a:lnTo>
                  <a:lnTo>
                    <a:pt x="5976401" y="2486130"/>
                  </a:lnTo>
                  <a:lnTo>
                    <a:pt x="5988724" y="2486129"/>
                  </a:lnTo>
                  <a:lnTo>
                    <a:pt x="6001046" y="2486127"/>
                  </a:lnTo>
                  <a:lnTo>
                    <a:pt x="6013369" y="2486123"/>
                  </a:lnTo>
                  <a:lnTo>
                    <a:pt x="6025691" y="2486115"/>
                  </a:lnTo>
                  <a:lnTo>
                    <a:pt x="6038014" y="2486101"/>
                  </a:lnTo>
                  <a:lnTo>
                    <a:pt x="6050336" y="2486078"/>
                  </a:lnTo>
                  <a:lnTo>
                    <a:pt x="6062659" y="2486040"/>
                  </a:lnTo>
                  <a:lnTo>
                    <a:pt x="6074981" y="2485982"/>
                  </a:lnTo>
                  <a:lnTo>
                    <a:pt x="6087304" y="2485901"/>
                  </a:lnTo>
                  <a:lnTo>
                    <a:pt x="6099626" y="2485791"/>
                  </a:lnTo>
                  <a:lnTo>
                    <a:pt x="6111948" y="2485651"/>
                  </a:lnTo>
                  <a:lnTo>
                    <a:pt x="6124271" y="2485485"/>
                  </a:lnTo>
                  <a:lnTo>
                    <a:pt x="6136593" y="2485299"/>
                  </a:lnTo>
                  <a:lnTo>
                    <a:pt x="6148916" y="2485105"/>
                  </a:lnTo>
                  <a:lnTo>
                    <a:pt x="6161238" y="2484920"/>
                  </a:lnTo>
                  <a:lnTo>
                    <a:pt x="6173561" y="2484763"/>
                  </a:lnTo>
                  <a:lnTo>
                    <a:pt x="6185883" y="2484652"/>
                  </a:lnTo>
                  <a:lnTo>
                    <a:pt x="6198206" y="2484597"/>
                  </a:lnTo>
                  <a:lnTo>
                    <a:pt x="6210528" y="2484602"/>
                  </a:lnTo>
                  <a:lnTo>
                    <a:pt x="6222851" y="2484666"/>
                  </a:lnTo>
                  <a:lnTo>
                    <a:pt x="6235173" y="2484779"/>
                  </a:lnTo>
                  <a:lnTo>
                    <a:pt x="6247496" y="2484930"/>
                  </a:lnTo>
                  <a:lnTo>
                    <a:pt x="6259818" y="2485103"/>
                  </a:lnTo>
                  <a:lnTo>
                    <a:pt x="6272141" y="2485283"/>
                  </a:lnTo>
                  <a:lnTo>
                    <a:pt x="6284463" y="2485457"/>
                  </a:lnTo>
                  <a:lnTo>
                    <a:pt x="6296786" y="2485616"/>
                  </a:lnTo>
                  <a:lnTo>
                    <a:pt x="6296786" y="2486131"/>
                  </a:lnTo>
                  <a:lnTo>
                    <a:pt x="6284463" y="2486131"/>
                  </a:lnTo>
                  <a:lnTo>
                    <a:pt x="6272141" y="2486131"/>
                  </a:lnTo>
                  <a:lnTo>
                    <a:pt x="6259818" y="2486131"/>
                  </a:lnTo>
                  <a:lnTo>
                    <a:pt x="6247496" y="2486131"/>
                  </a:lnTo>
                  <a:lnTo>
                    <a:pt x="6235173" y="2486131"/>
                  </a:lnTo>
                  <a:lnTo>
                    <a:pt x="6222851" y="2486131"/>
                  </a:lnTo>
                  <a:lnTo>
                    <a:pt x="6210528" y="2486131"/>
                  </a:lnTo>
                  <a:lnTo>
                    <a:pt x="6198206" y="2486131"/>
                  </a:lnTo>
                  <a:lnTo>
                    <a:pt x="6185883" y="2486131"/>
                  </a:lnTo>
                  <a:lnTo>
                    <a:pt x="6173561" y="2486131"/>
                  </a:lnTo>
                  <a:lnTo>
                    <a:pt x="6161238" y="2486131"/>
                  </a:lnTo>
                  <a:lnTo>
                    <a:pt x="6148916" y="2486131"/>
                  </a:lnTo>
                  <a:lnTo>
                    <a:pt x="6136593" y="2486131"/>
                  </a:lnTo>
                  <a:lnTo>
                    <a:pt x="6124271" y="2486131"/>
                  </a:lnTo>
                  <a:lnTo>
                    <a:pt x="6111948" y="2486131"/>
                  </a:lnTo>
                  <a:lnTo>
                    <a:pt x="6099626" y="2486131"/>
                  </a:lnTo>
                  <a:lnTo>
                    <a:pt x="6087304" y="2486131"/>
                  </a:lnTo>
                  <a:lnTo>
                    <a:pt x="6074981" y="2486131"/>
                  </a:lnTo>
                  <a:lnTo>
                    <a:pt x="6062659" y="2486131"/>
                  </a:lnTo>
                  <a:lnTo>
                    <a:pt x="6050336" y="2486131"/>
                  </a:lnTo>
                  <a:lnTo>
                    <a:pt x="6038014" y="2486131"/>
                  </a:lnTo>
                  <a:lnTo>
                    <a:pt x="6025691" y="2486131"/>
                  </a:lnTo>
                  <a:lnTo>
                    <a:pt x="6013369" y="2486131"/>
                  </a:lnTo>
                  <a:lnTo>
                    <a:pt x="6001046" y="2486131"/>
                  </a:lnTo>
                  <a:lnTo>
                    <a:pt x="5988724" y="2486131"/>
                  </a:lnTo>
                  <a:lnTo>
                    <a:pt x="5976401" y="2486131"/>
                  </a:lnTo>
                  <a:lnTo>
                    <a:pt x="5964079" y="2486131"/>
                  </a:lnTo>
                  <a:lnTo>
                    <a:pt x="5951756" y="2486131"/>
                  </a:lnTo>
                  <a:lnTo>
                    <a:pt x="5939434" y="2486131"/>
                  </a:lnTo>
                  <a:lnTo>
                    <a:pt x="5927111" y="2486131"/>
                  </a:lnTo>
                  <a:lnTo>
                    <a:pt x="5914789" y="2486131"/>
                  </a:lnTo>
                  <a:lnTo>
                    <a:pt x="5902466" y="2486131"/>
                  </a:lnTo>
                  <a:lnTo>
                    <a:pt x="5890144" y="2486131"/>
                  </a:lnTo>
                  <a:lnTo>
                    <a:pt x="5877821" y="2486131"/>
                  </a:lnTo>
                  <a:lnTo>
                    <a:pt x="5865499" y="2486131"/>
                  </a:lnTo>
                  <a:lnTo>
                    <a:pt x="5853176" y="2486131"/>
                  </a:lnTo>
                  <a:lnTo>
                    <a:pt x="5840854" y="2486131"/>
                  </a:lnTo>
                  <a:lnTo>
                    <a:pt x="5828531" y="2486131"/>
                  </a:lnTo>
                  <a:lnTo>
                    <a:pt x="5816209" y="2486131"/>
                  </a:lnTo>
                  <a:lnTo>
                    <a:pt x="5803887" y="2486131"/>
                  </a:lnTo>
                  <a:lnTo>
                    <a:pt x="5791564" y="2486131"/>
                  </a:lnTo>
                  <a:lnTo>
                    <a:pt x="5779242" y="2486131"/>
                  </a:lnTo>
                  <a:lnTo>
                    <a:pt x="5766919" y="2486131"/>
                  </a:lnTo>
                  <a:lnTo>
                    <a:pt x="5754597" y="2486131"/>
                  </a:lnTo>
                  <a:lnTo>
                    <a:pt x="5742274" y="2486131"/>
                  </a:lnTo>
                  <a:lnTo>
                    <a:pt x="5729952" y="2486131"/>
                  </a:lnTo>
                  <a:lnTo>
                    <a:pt x="5717629" y="2486131"/>
                  </a:lnTo>
                  <a:lnTo>
                    <a:pt x="5705307" y="2486131"/>
                  </a:lnTo>
                  <a:lnTo>
                    <a:pt x="5692984" y="2486131"/>
                  </a:lnTo>
                  <a:lnTo>
                    <a:pt x="5680662" y="2486131"/>
                  </a:lnTo>
                  <a:lnTo>
                    <a:pt x="5668339" y="2486131"/>
                  </a:lnTo>
                  <a:lnTo>
                    <a:pt x="5656017" y="2486131"/>
                  </a:lnTo>
                  <a:lnTo>
                    <a:pt x="5643694" y="2486131"/>
                  </a:lnTo>
                  <a:lnTo>
                    <a:pt x="5631372" y="2486131"/>
                  </a:lnTo>
                  <a:lnTo>
                    <a:pt x="5619049" y="2486131"/>
                  </a:lnTo>
                  <a:lnTo>
                    <a:pt x="5606727" y="2486131"/>
                  </a:lnTo>
                  <a:lnTo>
                    <a:pt x="5594404" y="2486131"/>
                  </a:lnTo>
                  <a:lnTo>
                    <a:pt x="5582082" y="2486131"/>
                  </a:lnTo>
                  <a:lnTo>
                    <a:pt x="5569759" y="2486131"/>
                  </a:lnTo>
                  <a:lnTo>
                    <a:pt x="5557437" y="2486131"/>
                  </a:lnTo>
                  <a:lnTo>
                    <a:pt x="5545114" y="2486131"/>
                  </a:lnTo>
                  <a:lnTo>
                    <a:pt x="5532792" y="2486131"/>
                  </a:lnTo>
                  <a:lnTo>
                    <a:pt x="5520470" y="2486131"/>
                  </a:lnTo>
                  <a:lnTo>
                    <a:pt x="5508147" y="2486131"/>
                  </a:lnTo>
                  <a:lnTo>
                    <a:pt x="5495825" y="2486131"/>
                  </a:lnTo>
                  <a:lnTo>
                    <a:pt x="5483502" y="2486131"/>
                  </a:lnTo>
                  <a:lnTo>
                    <a:pt x="5471180" y="2486131"/>
                  </a:lnTo>
                  <a:lnTo>
                    <a:pt x="5458857" y="2486131"/>
                  </a:lnTo>
                  <a:lnTo>
                    <a:pt x="5446535" y="2486131"/>
                  </a:lnTo>
                  <a:lnTo>
                    <a:pt x="5434212" y="2486131"/>
                  </a:lnTo>
                  <a:lnTo>
                    <a:pt x="5421890" y="2486131"/>
                  </a:lnTo>
                  <a:lnTo>
                    <a:pt x="5409567" y="2486131"/>
                  </a:lnTo>
                  <a:lnTo>
                    <a:pt x="5397245" y="2486131"/>
                  </a:lnTo>
                  <a:lnTo>
                    <a:pt x="5384922" y="2486131"/>
                  </a:lnTo>
                  <a:lnTo>
                    <a:pt x="5372600" y="2486131"/>
                  </a:lnTo>
                  <a:lnTo>
                    <a:pt x="5360277" y="2486131"/>
                  </a:lnTo>
                  <a:lnTo>
                    <a:pt x="5347955" y="2486131"/>
                  </a:lnTo>
                  <a:lnTo>
                    <a:pt x="5335632" y="2486131"/>
                  </a:lnTo>
                  <a:lnTo>
                    <a:pt x="5323310" y="2486131"/>
                  </a:lnTo>
                  <a:lnTo>
                    <a:pt x="5310987" y="2486131"/>
                  </a:lnTo>
                  <a:lnTo>
                    <a:pt x="5298665" y="2486131"/>
                  </a:lnTo>
                  <a:lnTo>
                    <a:pt x="5286342" y="2486131"/>
                  </a:lnTo>
                  <a:lnTo>
                    <a:pt x="5274020" y="2486131"/>
                  </a:lnTo>
                  <a:lnTo>
                    <a:pt x="5261698" y="2486131"/>
                  </a:lnTo>
                  <a:lnTo>
                    <a:pt x="5249375" y="2486131"/>
                  </a:lnTo>
                  <a:lnTo>
                    <a:pt x="5237053" y="2486131"/>
                  </a:lnTo>
                  <a:lnTo>
                    <a:pt x="5224730" y="2486131"/>
                  </a:lnTo>
                  <a:lnTo>
                    <a:pt x="5212408" y="2486131"/>
                  </a:lnTo>
                  <a:lnTo>
                    <a:pt x="5200085" y="2486131"/>
                  </a:lnTo>
                  <a:lnTo>
                    <a:pt x="5187763" y="2486131"/>
                  </a:lnTo>
                  <a:lnTo>
                    <a:pt x="5175440" y="2486131"/>
                  </a:lnTo>
                  <a:lnTo>
                    <a:pt x="5163118" y="2486131"/>
                  </a:lnTo>
                  <a:lnTo>
                    <a:pt x="5150795" y="2486131"/>
                  </a:lnTo>
                  <a:lnTo>
                    <a:pt x="5138473" y="2486131"/>
                  </a:lnTo>
                  <a:lnTo>
                    <a:pt x="5126150" y="2486131"/>
                  </a:lnTo>
                  <a:lnTo>
                    <a:pt x="5113828" y="2486131"/>
                  </a:lnTo>
                  <a:lnTo>
                    <a:pt x="5101505" y="2486131"/>
                  </a:lnTo>
                  <a:lnTo>
                    <a:pt x="5089183" y="2486131"/>
                  </a:lnTo>
                  <a:lnTo>
                    <a:pt x="5076860" y="2486131"/>
                  </a:lnTo>
                  <a:lnTo>
                    <a:pt x="5064538" y="2486131"/>
                  </a:lnTo>
                  <a:lnTo>
                    <a:pt x="5052215" y="2486131"/>
                  </a:lnTo>
                  <a:lnTo>
                    <a:pt x="5039893" y="2486131"/>
                  </a:lnTo>
                  <a:lnTo>
                    <a:pt x="5027570" y="2486131"/>
                  </a:lnTo>
                  <a:lnTo>
                    <a:pt x="5015248" y="2486131"/>
                  </a:lnTo>
                  <a:lnTo>
                    <a:pt x="5002925" y="2486131"/>
                  </a:lnTo>
                  <a:lnTo>
                    <a:pt x="4990603" y="2486131"/>
                  </a:lnTo>
                  <a:lnTo>
                    <a:pt x="4978281" y="2486131"/>
                  </a:lnTo>
                  <a:lnTo>
                    <a:pt x="4965958" y="2486131"/>
                  </a:lnTo>
                  <a:lnTo>
                    <a:pt x="4953636" y="2486131"/>
                  </a:lnTo>
                  <a:lnTo>
                    <a:pt x="4941313" y="2486131"/>
                  </a:lnTo>
                  <a:lnTo>
                    <a:pt x="4928991" y="2486131"/>
                  </a:lnTo>
                  <a:lnTo>
                    <a:pt x="4916668" y="2486131"/>
                  </a:lnTo>
                  <a:lnTo>
                    <a:pt x="4904346" y="2486131"/>
                  </a:lnTo>
                  <a:lnTo>
                    <a:pt x="4892023" y="2486131"/>
                  </a:lnTo>
                  <a:lnTo>
                    <a:pt x="4879701" y="2486131"/>
                  </a:lnTo>
                  <a:lnTo>
                    <a:pt x="4867378" y="2486131"/>
                  </a:lnTo>
                  <a:lnTo>
                    <a:pt x="4855056" y="2486131"/>
                  </a:lnTo>
                  <a:lnTo>
                    <a:pt x="4842733" y="2486131"/>
                  </a:lnTo>
                  <a:lnTo>
                    <a:pt x="4830411" y="2486131"/>
                  </a:lnTo>
                  <a:lnTo>
                    <a:pt x="4818088" y="2486131"/>
                  </a:lnTo>
                  <a:lnTo>
                    <a:pt x="4805766" y="2486131"/>
                  </a:lnTo>
                  <a:lnTo>
                    <a:pt x="4793443" y="2486131"/>
                  </a:lnTo>
                  <a:lnTo>
                    <a:pt x="4781121" y="2486131"/>
                  </a:lnTo>
                  <a:lnTo>
                    <a:pt x="4768798" y="2486131"/>
                  </a:lnTo>
                  <a:lnTo>
                    <a:pt x="4756476" y="2486131"/>
                  </a:lnTo>
                  <a:lnTo>
                    <a:pt x="4744153" y="2486131"/>
                  </a:lnTo>
                  <a:lnTo>
                    <a:pt x="4731831" y="2486131"/>
                  </a:lnTo>
                  <a:lnTo>
                    <a:pt x="4719508" y="2486131"/>
                  </a:lnTo>
                  <a:lnTo>
                    <a:pt x="4707186" y="2486131"/>
                  </a:lnTo>
                  <a:lnTo>
                    <a:pt x="4694864" y="2486131"/>
                  </a:lnTo>
                  <a:lnTo>
                    <a:pt x="4682541" y="2486131"/>
                  </a:lnTo>
                  <a:lnTo>
                    <a:pt x="4670219" y="2486131"/>
                  </a:lnTo>
                  <a:lnTo>
                    <a:pt x="4657896" y="2486131"/>
                  </a:lnTo>
                  <a:lnTo>
                    <a:pt x="4645574" y="2486131"/>
                  </a:lnTo>
                  <a:lnTo>
                    <a:pt x="4633251" y="2486131"/>
                  </a:lnTo>
                  <a:lnTo>
                    <a:pt x="4620929" y="2486131"/>
                  </a:lnTo>
                  <a:lnTo>
                    <a:pt x="4608606" y="2486131"/>
                  </a:lnTo>
                  <a:lnTo>
                    <a:pt x="4596284" y="2486131"/>
                  </a:lnTo>
                  <a:lnTo>
                    <a:pt x="4583961" y="2486131"/>
                  </a:lnTo>
                  <a:lnTo>
                    <a:pt x="4571639" y="2486131"/>
                  </a:lnTo>
                  <a:lnTo>
                    <a:pt x="4559316" y="2486131"/>
                  </a:lnTo>
                  <a:lnTo>
                    <a:pt x="4546994" y="2486131"/>
                  </a:lnTo>
                  <a:lnTo>
                    <a:pt x="4534671" y="2486131"/>
                  </a:lnTo>
                  <a:lnTo>
                    <a:pt x="4522349" y="2486131"/>
                  </a:lnTo>
                  <a:lnTo>
                    <a:pt x="4510026" y="2486131"/>
                  </a:lnTo>
                  <a:lnTo>
                    <a:pt x="4497704" y="2486131"/>
                  </a:lnTo>
                  <a:lnTo>
                    <a:pt x="4485381" y="2486131"/>
                  </a:lnTo>
                  <a:lnTo>
                    <a:pt x="4473059" y="2486131"/>
                  </a:lnTo>
                  <a:lnTo>
                    <a:pt x="4460736" y="2486131"/>
                  </a:lnTo>
                  <a:lnTo>
                    <a:pt x="4448414" y="2486131"/>
                  </a:lnTo>
                  <a:lnTo>
                    <a:pt x="4436091" y="2486131"/>
                  </a:lnTo>
                  <a:lnTo>
                    <a:pt x="4423769" y="2486131"/>
                  </a:lnTo>
                  <a:lnTo>
                    <a:pt x="4411447" y="2486131"/>
                  </a:lnTo>
                  <a:lnTo>
                    <a:pt x="4399124" y="2486131"/>
                  </a:lnTo>
                  <a:lnTo>
                    <a:pt x="4386802" y="2486131"/>
                  </a:lnTo>
                  <a:lnTo>
                    <a:pt x="4374479" y="2486131"/>
                  </a:lnTo>
                  <a:lnTo>
                    <a:pt x="4362157" y="2486131"/>
                  </a:lnTo>
                  <a:lnTo>
                    <a:pt x="4349834" y="2486131"/>
                  </a:lnTo>
                  <a:lnTo>
                    <a:pt x="4337512" y="2486131"/>
                  </a:lnTo>
                  <a:lnTo>
                    <a:pt x="4325189" y="2486131"/>
                  </a:lnTo>
                  <a:lnTo>
                    <a:pt x="4312867" y="2486131"/>
                  </a:lnTo>
                  <a:lnTo>
                    <a:pt x="4300544" y="2486131"/>
                  </a:lnTo>
                  <a:lnTo>
                    <a:pt x="4288222" y="2486131"/>
                  </a:lnTo>
                  <a:lnTo>
                    <a:pt x="4275899" y="2486131"/>
                  </a:lnTo>
                  <a:lnTo>
                    <a:pt x="4263577" y="2486131"/>
                  </a:lnTo>
                  <a:lnTo>
                    <a:pt x="4251254" y="2486131"/>
                  </a:lnTo>
                  <a:lnTo>
                    <a:pt x="4238932" y="2486131"/>
                  </a:lnTo>
                  <a:lnTo>
                    <a:pt x="4226609" y="2486131"/>
                  </a:lnTo>
                  <a:lnTo>
                    <a:pt x="4214287" y="2486131"/>
                  </a:lnTo>
                  <a:lnTo>
                    <a:pt x="4201964" y="2486131"/>
                  </a:lnTo>
                  <a:lnTo>
                    <a:pt x="4189642" y="2486131"/>
                  </a:lnTo>
                  <a:lnTo>
                    <a:pt x="4177319" y="2486131"/>
                  </a:lnTo>
                  <a:lnTo>
                    <a:pt x="4164997" y="2486131"/>
                  </a:lnTo>
                  <a:lnTo>
                    <a:pt x="4152675" y="2486131"/>
                  </a:lnTo>
                  <a:lnTo>
                    <a:pt x="4140352" y="2486131"/>
                  </a:lnTo>
                  <a:lnTo>
                    <a:pt x="4128030" y="2486131"/>
                  </a:lnTo>
                  <a:lnTo>
                    <a:pt x="4115707" y="2486131"/>
                  </a:lnTo>
                  <a:lnTo>
                    <a:pt x="4103385" y="2486131"/>
                  </a:lnTo>
                  <a:lnTo>
                    <a:pt x="4091062" y="2486131"/>
                  </a:lnTo>
                  <a:lnTo>
                    <a:pt x="4078740" y="2486131"/>
                  </a:lnTo>
                  <a:lnTo>
                    <a:pt x="4066417" y="2486131"/>
                  </a:lnTo>
                  <a:lnTo>
                    <a:pt x="4054095" y="2486131"/>
                  </a:lnTo>
                  <a:lnTo>
                    <a:pt x="4041772" y="2486131"/>
                  </a:lnTo>
                  <a:lnTo>
                    <a:pt x="4029450" y="2486131"/>
                  </a:lnTo>
                  <a:lnTo>
                    <a:pt x="4017127" y="2486131"/>
                  </a:lnTo>
                  <a:lnTo>
                    <a:pt x="4004805" y="2486131"/>
                  </a:lnTo>
                  <a:lnTo>
                    <a:pt x="3992482" y="2486131"/>
                  </a:lnTo>
                  <a:lnTo>
                    <a:pt x="3980160" y="2486131"/>
                  </a:lnTo>
                  <a:lnTo>
                    <a:pt x="3967837" y="2486131"/>
                  </a:lnTo>
                  <a:lnTo>
                    <a:pt x="3955515" y="2486131"/>
                  </a:lnTo>
                  <a:lnTo>
                    <a:pt x="3943192" y="2486131"/>
                  </a:lnTo>
                  <a:lnTo>
                    <a:pt x="3930870" y="2486131"/>
                  </a:lnTo>
                  <a:lnTo>
                    <a:pt x="3918547" y="2486131"/>
                  </a:lnTo>
                  <a:lnTo>
                    <a:pt x="3906225" y="2486131"/>
                  </a:lnTo>
                  <a:lnTo>
                    <a:pt x="3893902" y="2486131"/>
                  </a:lnTo>
                  <a:lnTo>
                    <a:pt x="3881580" y="2486131"/>
                  </a:lnTo>
                  <a:lnTo>
                    <a:pt x="3869258" y="2486131"/>
                  </a:lnTo>
                  <a:lnTo>
                    <a:pt x="3856935" y="2486131"/>
                  </a:lnTo>
                  <a:lnTo>
                    <a:pt x="3844613" y="2486131"/>
                  </a:lnTo>
                  <a:lnTo>
                    <a:pt x="3832290" y="2486131"/>
                  </a:lnTo>
                  <a:lnTo>
                    <a:pt x="3819968" y="2486131"/>
                  </a:lnTo>
                  <a:lnTo>
                    <a:pt x="3807645" y="2486131"/>
                  </a:lnTo>
                  <a:lnTo>
                    <a:pt x="3795323" y="2486131"/>
                  </a:lnTo>
                  <a:lnTo>
                    <a:pt x="3783000" y="2486131"/>
                  </a:lnTo>
                  <a:lnTo>
                    <a:pt x="3770678" y="2486131"/>
                  </a:lnTo>
                  <a:lnTo>
                    <a:pt x="3758355" y="2486131"/>
                  </a:lnTo>
                  <a:lnTo>
                    <a:pt x="3746033" y="2486131"/>
                  </a:lnTo>
                  <a:lnTo>
                    <a:pt x="3733710" y="2486131"/>
                  </a:lnTo>
                  <a:lnTo>
                    <a:pt x="3721388" y="2486131"/>
                  </a:lnTo>
                  <a:lnTo>
                    <a:pt x="3709065" y="2486131"/>
                  </a:lnTo>
                  <a:lnTo>
                    <a:pt x="3696743" y="2486131"/>
                  </a:lnTo>
                  <a:lnTo>
                    <a:pt x="3684420" y="2486131"/>
                  </a:lnTo>
                  <a:lnTo>
                    <a:pt x="3672098" y="2486131"/>
                  </a:lnTo>
                  <a:lnTo>
                    <a:pt x="3659775" y="2486131"/>
                  </a:lnTo>
                  <a:lnTo>
                    <a:pt x="3647453" y="2486131"/>
                  </a:lnTo>
                  <a:lnTo>
                    <a:pt x="3635130" y="2486131"/>
                  </a:lnTo>
                  <a:lnTo>
                    <a:pt x="3622808" y="2486131"/>
                  </a:lnTo>
                  <a:lnTo>
                    <a:pt x="3610485" y="2486131"/>
                  </a:lnTo>
                  <a:lnTo>
                    <a:pt x="3598163" y="2486131"/>
                  </a:lnTo>
                  <a:lnTo>
                    <a:pt x="3585841" y="2486131"/>
                  </a:lnTo>
                  <a:lnTo>
                    <a:pt x="3573518" y="2486131"/>
                  </a:lnTo>
                  <a:lnTo>
                    <a:pt x="3561196" y="2486131"/>
                  </a:lnTo>
                  <a:lnTo>
                    <a:pt x="3548873" y="2486131"/>
                  </a:lnTo>
                  <a:lnTo>
                    <a:pt x="3536551" y="2486131"/>
                  </a:lnTo>
                  <a:lnTo>
                    <a:pt x="3524228" y="2486131"/>
                  </a:lnTo>
                  <a:lnTo>
                    <a:pt x="3511906" y="2486131"/>
                  </a:lnTo>
                  <a:lnTo>
                    <a:pt x="3499583" y="2486131"/>
                  </a:lnTo>
                  <a:lnTo>
                    <a:pt x="3487261" y="2486131"/>
                  </a:lnTo>
                  <a:lnTo>
                    <a:pt x="3474938" y="2486131"/>
                  </a:lnTo>
                  <a:lnTo>
                    <a:pt x="3462616" y="2486131"/>
                  </a:lnTo>
                  <a:lnTo>
                    <a:pt x="3450293" y="2486131"/>
                  </a:lnTo>
                  <a:lnTo>
                    <a:pt x="3437971" y="2486131"/>
                  </a:lnTo>
                  <a:lnTo>
                    <a:pt x="3425648" y="2486131"/>
                  </a:lnTo>
                  <a:lnTo>
                    <a:pt x="3413326" y="2486131"/>
                  </a:lnTo>
                  <a:lnTo>
                    <a:pt x="3401003" y="2486131"/>
                  </a:lnTo>
                  <a:lnTo>
                    <a:pt x="3388681" y="2486131"/>
                  </a:lnTo>
                  <a:lnTo>
                    <a:pt x="3376358" y="2486131"/>
                  </a:lnTo>
                  <a:lnTo>
                    <a:pt x="3364036" y="2486131"/>
                  </a:lnTo>
                  <a:lnTo>
                    <a:pt x="3351713" y="2486131"/>
                  </a:lnTo>
                  <a:lnTo>
                    <a:pt x="3339391" y="2486131"/>
                  </a:lnTo>
                  <a:lnTo>
                    <a:pt x="3327068" y="2486131"/>
                  </a:lnTo>
                  <a:lnTo>
                    <a:pt x="3314746" y="2486131"/>
                  </a:lnTo>
                  <a:lnTo>
                    <a:pt x="3302424" y="2486131"/>
                  </a:lnTo>
                  <a:lnTo>
                    <a:pt x="3290101" y="2486131"/>
                  </a:lnTo>
                  <a:lnTo>
                    <a:pt x="3277779" y="2486131"/>
                  </a:lnTo>
                  <a:lnTo>
                    <a:pt x="3265456" y="2486131"/>
                  </a:lnTo>
                  <a:lnTo>
                    <a:pt x="3253134" y="2486131"/>
                  </a:lnTo>
                  <a:lnTo>
                    <a:pt x="3240811" y="2486131"/>
                  </a:lnTo>
                  <a:lnTo>
                    <a:pt x="3228489" y="2486131"/>
                  </a:lnTo>
                  <a:lnTo>
                    <a:pt x="3216166" y="2486131"/>
                  </a:lnTo>
                  <a:lnTo>
                    <a:pt x="3203844" y="2486131"/>
                  </a:lnTo>
                  <a:lnTo>
                    <a:pt x="3191521" y="2486131"/>
                  </a:lnTo>
                  <a:lnTo>
                    <a:pt x="3179199" y="2486131"/>
                  </a:lnTo>
                  <a:lnTo>
                    <a:pt x="3166876" y="2486131"/>
                  </a:lnTo>
                  <a:lnTo>
                    <a:pt x="3154554" y="2486131"/>
                  </a:lnTo>
                  <a:lnTo>
                    <a:pt x="3142231" y="2486131"/>
                  </a:lnTo>
                  <a:lnTo>
                    <a:pt x="3129909" y="2486131"/>
                  </a:lnTo>
                  <a:lnTo>
                    <a:pt x="3117586" y="2486131"/>
                  </a:lnTo>
                  <a:lnTo>
                    <a:pt x="3105264" y="2486131"/>
                  </a:lnTo>
                  <a:lnTo>
                    <a:pt x="3092941" y="2486131"/>
                  </a:lnTo>
                  <a:lnTo>
                    <a:pt x="3080619" y="2486131"/>
                  </a:lnTo>
                  <a:lnTo>
                    <a:pt x="3068296" y="2486131"/>
                  </a:lnTo>
                  <a:lnTo>
                    <a:pt x="3055974" y="2486131"/>
                  </a:lnTo>
                  <a:lnTo>
                    <a:pt x="3043652" y="2486131"/>
                  </a:lnTo>
                  <a:lnTo>
                    <a:pt x="3031329" y="2486131"/>
                  </a:lnTo>
                  <a:lnTo>
                    <a:pt x="3019007" y="2486131"/>
                  </a:lnTo>
                  <a:lnTo>
                    <a:pt x="3006684" y="2486131"/>
                  </a:lnTo>
                  <a:lnTo>
                    <a:pt x="2994362" y="2486131"/>
                  </a:lnTo>
                  <a:lnTo>
                    <a:pt x="2982039" y="2486131"/>
                  </a:lnTo>
                  <a:lnTo>
                    <a:pt x="2969717" y="2486131"/>
                  </a:lnTo>
                  <a:lnTo>
                    <a:pt x="2957394" y="2486131"/>
                  </a:lnTo>
                  <a:lnTo>
                    <a:pt x="2945072" y="2486131"/>
                  </a:lnTo>
                  <a:lnTo>
                    <a:pt x="2932749" y="2486131"/>
                  </a:lnTo>
                  <a:lnTo>
                    <a:pt x="2920427" y="2486131"/>
                  </a:lnTo>
                  <a:lnTo>
                    <a:pt x="2908104" y="2486131"/>
                  </a:lnTo>
                  <a:lnTo>
                    <a:pt x="2895782" y="2486131"/>
                  </a:lnTo>
                  <a:lnTo>
                    <a:pt x="2883459" y="2486131"/>
                  </a:lnTo>
                  <a:lnTo>
                    <a:pt x="2871137" y="2486131"/>
                  </a:lnTo>
                  <a:lnTo>
                    <a:pt x="2858814" y="2486131"/>
                  </a:lnTo>
                  <a:lnTo>
                    <a:pt x="2846492" y="2486131"/>
                  </a:lnTo>
                  <a:lnTo>
                    <a:pt x="2834169" y="2486131"/>
                  </a:lnTo>
                  <a:lnTo>
                    <a:pt x="2821847" y="2486131"/>
                  </a:lnTo>
                  <a:lnTo>
                    <a:pt x="2809524" y="2486131"/>
                  </a:lnTo>
                  <a:lnTo>
                    <a:pt x="2797202" y="2486131"/>
                  </a:lnTo>
                  <a:lnTo>
                    <a:pt x="2784879" y="2486131"/>
                  </a:lnTo>
                  <a:lnTo>
                    <a:pt x="2772557" y="2486131"/>
                  </a:lnTo>
                  <a:lnTo>
                    <a:pt x="2760235" y="2486131"/>
                  </a:lnTo>
                  <a:lnTo>
                    <a:pt x="2747912" y="2486131"/>
                  </a:lnTo>
                  <a:lnTo>
                    <a:pt x="2735590" y="2486131"/>
                  </a:lnTo>
                  <a:lnTo>
                    <a:pt x="2723267" y="2486131"/>
                  </a:lnTo>
                  <a:lnTo>
                    <a:pt x="2710945" y="2486131"/>
                  </a:lnTo>
                  <a:lnTo>
                    <a:pt x="2698622" y="2486131"/>
                  </a:lnTo>
                  <a:lnTo>
                    <a:pt x="2686300" y="2486131"/>
                  </a:lnTo>
                  <a:lnTo>
                    <a:pt x="2673977" y="2486131"/>
                  </a:lnTo>
                  <a:lnTo>
                    <a:pt x="2661655" y="2486131"/>
                  </a:lnTo>
                  <a:lnTo>
                    <a:pt x="2649332" y="2486131"/>
                  </a:lnTo>
                  <a:lnTo>
                    <a:pt x="2637010" y="2486131"/>
                  </a:lnTo>
                  <a:lnTo>
                    <a:pt x="2624687" y="2486131"/>
                  </a:lnTo>
                  <a:lnTo>
                    <a:pt x="2612365" y="2486131"/>
                  </a:lnTo>
                  <a:lnTo>
                    <a:pt x="2600042" y="2486131"/>
                  </a:lnTo>
                  <a:lnTo>
                    <a:pt x="2587720" y="2486131"/>
                  </a:lnTo>
                  <a:lnTo>
                    <a:pt x="2575397" y="2486131"/>
                  </a:lnTo>
                  <a:lnTo>
                    <a:pt x="2563075" y="2486131"/>
                  </a:lnTo>
                  <a:lnTo>
                    <a:pt x="2550752" y="2486131"/>
                  </a:lnTo>
                  <a:lnTo>
                    <a:pt x="2538430" y="2486131"/>
                  </a:lnTo>
                  <a:lnTo>
                    <a:pt x="2526107" y="2486131"/>
                  </a:lnTo>
                  <a:lnTo>
                    <a:pt x="2513785" y="2486131"/>
                  </a:lnTo>
                  <a:lnTo>
                    <a:pt x="2501462" y="2486131"/>
                  </a:lnTo>
                  <a:lnTo>
                    <a:pt x="2489140" y="2486131"/>
                  </a:lnTo>
                  <a:lnTo>
                    <a:pt x="2476818" y="2486131"/>
                  </a:lnTo>
                  <a:lnTo>
                    <a:pt x="2464495" y="2486131"/>
                  </a:lnTo>
                  <a:lnTo>
                    <a:pt x="2452173" y="2486131"/>
                  </a:lnTo>
                  <a:lnTo>
                    <a:pt x="2439850" y="2486131"/>
                  </a:lnTo>
                  <a:lnTo>
                    <a:pt x="2427528" y="2486131"/>
                  </a:lnTo>
                  <a:lnTo>
                    <a:pt x="2415205" y="2486131"/>
                  </a:lnTo>
                  <a:lnTo>
                    <a:pt x="2402883" y="2486131"/>
                  </a:lnTo>
                  <a:lnTo>
                    <a:pt x="2390560" y="2486131"/>
                  </a:lnTo>
                  <a:lnTo>
                    <a:pt x="2378238" y="2486131"/>
                  </a:lnTo>
                  <a:lnTo>
                    <a:pt x="2365915" y="2486131"/>
                  </a:lnTo>
                  <a:lnTo>
                    <a:pt x="2353593" y="2486131"/>
                  </a:lnTo>
                  <a:lnTo>
                    <a:pt x="2341270" y="2486131"/>
                  </a:lnTo>
                  <a:lnTo>
                    <a:pt x="2328948" y="2486131"/>
                  </a:lnTo>
                  <a:lnTo>
                    <a:pt x="2316625" y="2486131"/>
                  </a:lnTo>
                  <a:lnTo>
                    <a:pt x="2304303" y="2486131"/>
                  </a:lnTo>
                  <a:lnTo>
                    <a:pt x="2291980" y="2486131"/>
                  </a:lnTo>
                  <a:lnTo>
                    <a:pt x="2279658" y="2486131"/>
                  </a:lnTo>
                  <a:lnTo>
                    <a:pt x="2267335" y="2486131"/>
                  </a:lnTo>
                  <a:lnTo>
                    <a:pt x="2255013" y="2486131"/>
                  </a:lnTo>
                  <a:lnTo>
                    <a:pt x="2242690" y="2486131"/>
                  </a:lnTo>
                  <a:lnTo>
                    <a:pt x="2230368" y="2486131"/>
                  </a:lnTo>
                  <a:lnTo>
                    <a:pt x="2218045" y="2486131"/>
                  </a:lnTo>
                  <a:lnTo>
                    <a:pt x="2205723" y="2486131"/>
                  </a:lnTo>
                  <a:lnTo>
                    <a:pt x="2193401" y="2486131"/>
                  </a:lnTo>
                  <a:lnTo>
                    <a:pt x="2181078" y="2486131"/>
                  </a:lnTo>
                  <a:lnTo>
                    <a:pt x="2168756" y="2486131"/>
                  </a:lnTo>
                  <a:lnTo>
                    <a:pt x="2156433" y="2486131"/>
                  </a:lnTo>
                  <a:lnTo>
                    <a:pt x="2144111" y="2486131"/>
                  </a:lnTo>
                  <a:lnTo>
                    <a:pt x="2131788" y="2486131"/>
                  </a:lnTo>
                  <a:lnTo>
                    <a:pt x="2119466" y="2486131"/>
                  </a:lnTo>
                  <a:lnTo>
                    <a:pt x="2107143" y="2486131"/>
                  </a:lnTo>
                  <a:lnTo>
                    <a:pt x="2094821" y="2486131"/>
                  </a:lnTo>
                  <a:lnTo>
                    <a:pt x="2082498" y="2486131"/>
                  </a:lnTo>
                  <a:lnTo>
                    <a:pt x="2070176" y="2486131"/>
                  </a:lnTo>
                  <a:lnTo>
                    <a:pt x="2057853" y="2486131"/>
                  </a:lnTo>
                  <a:lnTo>
                    <a:pt x="2045531" y="2486131"/>
                  </a:lnTo>
                  <a:lnTo>
                    <a:pt x="2033208" y="2486131"/>
                  </a:lnTo>
                  <a:lnTo>
                    <a:pt x="2020886" y="2486131"/>
                  </a:lnTo>
                  <a:lnTo>
                    <a:pt x="2008563" y="2486131"/>
                  </a:lnTo>
                  <a:lnTo>
                    <a:pt x="1996241" y="2486131"/>
                  </a:lnTo>
                  <a:lnTo>
                    <a:pt x="1983918" y="2486131"/>
                  </a:lnTo>
                  <a:lnTo>
                    <a:pt x="1971596" y="2486131"/>
                  </a:lnTo>
                  <a:lnTo>
                    <a:pt x="1959273" y="2486131"/>
                  </a:lnTo>
                  <a:lnTo>
                    <a:pt x="1946951" y="2486131"/>
                  </a:lnTo>
                  <a:lnTo>
                    <a:pt x="1934629" y="2486131"/>
                  </a:lnTo>
                  <a:lnTo>
                    <a:pt x="1922306" y="2486131"/>
                  </a:lnTo>
                  <a:lnTo>
                    <a:pt x="1909984" y="2486131"/>
                  </a:lnTo>
                  <a:lnTo>
                    <a:pt x="1897661" y="2486131"/>
                  </a:lnTo>
                  <a:lnTo>
                    <a:pt x="1885339" y="2486131"/>
                  </a:lnTo>
                  <a:lnTo>
                    <a:pt x="1873016" y="2486131"/>
                  </a:lnTo>
                  <a:lnTo>
                    <a:pt x="1860694" y="2486131"/>
                  </a:lnTo>
                  <a:lnTo>
                    <a:pt x="1848371" y="2486131"/>
                  </a:lnTo>
                  <a:lnTo>
                    <a:pt x="1836049" y="2486131"/>
                  </a:lnTo>
                  <a:lnTo>
                    <a:pt x="1823726" y="2486131"/>
                  </a:lnTo>
                  <a:lnTo>
                    <a:pt x="1811404" y="2486131"/>
                  </a:lnTo>
                  <a:lnTo>
                    <a:pt x="1799081" y="2486131"/>
                  </a:lnTo>
                  <a:lnTo>
                    <a:pt x="1786759" y="2486131"/>
                  </a:lnTo>
                  <a:lnTo>
                    <a:pt x="1774436" y="2486131"/>
                  </a:lnTo>
                  <a:lnTo>
                    <a:pt x="1762114" y="2486131"/>
                  </a:lnTo>
                  <a:lnTo>
                    <a:pt x="1749791" y="2486131"/>
                  </a:lnTo>
                  <a:lnTo>
                    <a:pt x="1737469" y="2486131"/>
                  </a:lnTo>
                  <a:lnTo>
                    <a:pt x="1725146" y="2486131"/>
                  </a:lnTo>
                  <a:lnTo>
                    <a:pt x="1712824" y="2486131"/>
                  </a:lnTo>
                  <a:lnTo>
                    <a:pt x="1700501" y="2486131"/>
                  </a:lnTo>
                  <a:lnTo>
                    <a:pt x="1688179" y="2486131"/>
                  </a:lnTo>
                  <a:lnTo>
                    <a:pt x="1675856" y="2486131"/>
                  </a:lnTo>
                  <a:lnTo>
                    <a:pt x="1663534" y="2486131"/>
                  </a:lnTo>
                  <a:lnTo>
                    <a:pt x="1651212" y="2486131"/>
                  </a:lnTo>
                  <a:lnTo>
                    <a:pt x="1638889" y="2486131"/>
                  </a:lnTo>
                  <a:lnTo>
                    <a:pt x="1626567" y="2486131"/>
                  </a:lnTo>
                  <a:lnTo>
                    <a:pt x="1614244" y="2486131"/>
                  </a:lnTo>
                  <a:lnTo>
                    <a:pt x="1601922" y="2486131"/>
                  </a:lnTo>
                  <a:lnTo>
                    <a:pt x="1589599" y="2486131"/>
                  </a:lnTo>
                  <a:lnTo>
                    <a:pt x="1577277" y="2486131"/>
                  </a:lnTo>
                  <a:lnTo>
                    <a:pt x="1564954" y="2486131"/>
                  </a:lnTo>
                  <a:lnTo>
                    <a:pt x="1552632" y="2486131"/>
                  </a:lnTo>
                  <a:lnTo>
                    <a:pt x="1540309" y="2486131"/>
                  </a:lnTo>
                  <a:lnTo>
                    <a:pt x="1527987" y="2486131"/>
                  </a:lnTo>
                  <a:lnTo>
                    <a:pt x="1515664" y="2486131"/>
                  </a:lnTo>
                  <a:lnTo>
                    <a:pt x="1503342" y="2486131"/>
                  </a:lnTo>
                  <a:lnTo>
                    <a:pt x="1491019" y="2486131"/>
                  </a:lnTo>
                  <a:lnTo>
                    <a:pt x="1478697" y="2486131"/>
                  </a:lnTo>
                  <a:lnTo>
                    <a:pt x="1466374" y="2486131"/>
                  </a:lnTo>
                  <a:lnTo>
                    <a:pt x="1454052" y="2486131"/>
                  </a:lnTo>
                  <a:lnTo>
                    <a:pt x="1441729" y="2486131"/>
                  </a:lnTo>
                  <a:lnTo>
                    <a:pt x="1429407" y="2486131"/>
                  </a:lnTo>
                  <a:lnTo>
                    <a:pt x="1417084" y="2486131"/>
                  </a:lnTo>
                  <a:lnTo>
                    <a:pt x="1404762" y="2486131"/>
                  </a:lnTo>
                  <a:lnTo>
                    <a:pt x="1392439" y="2486131"/>
                  </a:lnTo>
                  <a:lnTo>
                    <a:pt x="1380117" y="2486131"/>
                  </a:lnTo>
                  <a:lnTo>
                    <a:pt x="1367795" y="2486131"/>
                  </a:lnTo>
                  <a:lnTo>
                    <a:pt x="1355472" y="2486131"/>
                  </a:lnTo>
                  <a:lnTo>
                    <a:pt x="1343150" y="2486131"/>
                  </a:lnTo>
                  <a:lnTo>
                    <a:pt x="1330827" y="2486131"/>
                  </a:lnTo>
                  <a:lnTo>
                    <a:pt x="1318505" y="2486131"/>
                  </a:lnTo>
                  <a:lnTo>
                    <a:pt x="1306182" y="2486131"/>
                  </a:lnTo>
                  <a:lnTo>
                    <a:pt x="1293860" y="2486131"/>
                  </a:lnTo>
                  <a:lnTo>
                    <a:pt x="1281537" y="2486131"/>
                  </a:lnTo>
                  <a:lnTo>
                    <a:pt x="1269215" y="2486131"/>
                  </a:lnTo>
                  <a:lnTo>
                    <a:pt x="1256892" y="2486131"/>
                  </a:lnTo>
                  <a:lnTo>
                    <a:pt x="1244570" y="2486131"/>
                  </a:lnTo>
                  <a:lnTo>
                    <a:pt x="1232247" y="2486131"/>
                  </a:lnTo>
                  <a:lnTo>
                    <a:pt x="1219925" y="2486131"/>
                  </a:lnTo>
                  <a:lnTo>
                    <a:pt x="1207602" y="2486131"/>
                  </a:lnTo>
                  <a:lnTo>
                    <a:pt x="1195280" y="2486131"/>
                  </a:lnTo>
                  <a:lnTo>
                    <a:pt x="1182957" y="2486131"/>
                  </a:lnTo>
                  <a:lnTo>
                    <a:pt x="1170635" y="2486131"/>
                  </a:lnTo>
                  <a:lnTo>
                    <a:pt x="1158312" y="2486131"/>
                  </a:lnTo>
                  <a:lnTo>
                    <a:pt x="1145990" y="2486131"/>
                  </a:lnTo>
                  <a:lnTo>
                    <a:pt x="1133667" y="2486131"/>
                  </a:lnTo>
                  <a:lnTo>
                    <a:pt x="1121345" y="2486131"/>
                  </a:lnTo>
                  <a:lnTo>
                    <a:pt x="1109022" y="2486131"/>
                  </a:lnTo>
                  <a:lnTo>
                    <a:pt x="1096700" y="2486131"/>
                  </a:lnTo>
                  <a:lnTo>
                    <a:pt x="1084378" y="2486131"/>
                  </a:lnTo>
                  <a:lnTo>
                    <a:pt x="1072055" y="2486131"/>
                  </a:lnTo>
                  <a:lnTo>
                    <a:pt x="1059733" y="2486131"/>
                  </a:lnTo>
                  <a:lnTo>
                    <a:pt x="1047410" y="2486131"/>
                  </a:lnTo>
                  <a:lnTo>
                    <a:pt x="1035088" y="2486131"/>
                  </a:lnTo>
                  <a:lnTo>
                    <a:pt x="1022765" y="2486131"/>
                  </a:lnTo>
                  <a:lnTo>
                    <a:pt x="1010443" y="2486131"/>
                  </a:lnTo>
                  <a:lnTo>
                    <a:pt x="998120" y="2486131"/>
                  </a:lnTo>
                  <a:lnTo>
                    <a:pt x="985798" y="2486131"/>
                  </a:lnTo>
                  <a:lnTo>
                    <a:pt x="973475" y="2486131"/>
                  </a:lnTo>
                  <a:lnTo>
                    <a:pt x="961153" y="2486131"/>
                  </a:lnTo>
                  <a:lnTo>
                    <a:pt x="948830" y="2486131"/>
                  </a:lnTo>
                  <a:lnTo>
                    <a:pt x="936508" y="2486131"/>
                  </a:lnTo>
                  <a:lnTo>
                    <a:pt x="924185" y="2486131"/>
                  </a:lnTo>
                  <a:lnTo>
                    <a:pt x="911863" y="2486131"/>
                  </a:lnTo>
                  <a:lnTo>
                    <a:pt x="899540" y="2486131"/>
                  </a:lnTo>
                  <a:lnTo>
                    <a:pt x="887218" y="2486131"/>
                  </a:lnTo>
                  <a:lnTo>
                    <a:pt x="874895" y="2486131"/>
                  </a:lnTo>
                  <a:lnTo>
                    <a:pt x="862573" y="2486131"/>
                  </a:lnTo>
                  <a:lnTo>
                    <a:pt x="850250" y="2486131"/>
                  </a:lnTo>
                  <a:lnTo>
                    <a:pt x="837928" y="2486131"/>
                  </a:lnTo>
                  <a:lnTo>
                    <a:pt x="825606" y="2486131"/>
                  </a:lnTo>
                  <a:lnTo>
                    <a:pt x="813283" y="2486131"/>
                  </a:lnTo>
                  <a:lnTo>
                    <a:pt x="800961" y="2486131"/>
                  </a:lnTo>
                  <a:lnTo>
                    <a:pt x="788638" y="2486131"/>
                  </a:lnTo>
                  <a:lnTo>
                    <a:pt x="776316" y="2486131"/>
                  </a:lnTo>
                  <a:lnTo>
                    <a:pt x="763993" y="2486131"/>
                  </a:lnTo>
                  <a:lnTo>
                    <a:pt x="751671" y="2486131"/>
                  </a:lnTo>
                  <a:lnTo>
                    <a:pt x="739348" y="2486131"/>
                  </a:lnTo>
                  <a:lnTo>
                    <a:pt x="727026" y="2486131"/>
                  </a:lnTo>
                  <a:lnTo>
                    <a:pt x="714703" y="2486131"/>
                  </a:lnTo>
                  <a:lnTo>
                    <a:pt x="702381" y="2486131"/>
                  </a:lnTo>
                  <a:lnTo>
                    <a:pt x="690058" y="2486131"/>
                  </a:lnTo>
                  <a:lnTo>
                    <a:pt x="677736" y="2486131"/>
                  </a:lnTo>
                  <a:lnTo>
                    <a:pt x="665413" y="2486131"/>
                  </a:lnTo>
                  <a:lnTo>
                    <a:pt x="653091" y="2486131"/>
                  </a:lnTo>
                  <a:lnTo>
                    <a:pt x="640768" y="2486131"/>
                  </a:lnTo>
                  <a:lnTo>
                    <a:pt x="628446" y="2486131"/>
                  </a:lnTo>
                  <a:lnTo>
                    <a:pt x="616123" y="2486131"/>
                  </a:lnTo>
                  <a:lnTo>
                    <a:pt x="603801" y="2486131"/>
                  </a:lnTo>
                  <a:lnTo>
                    <a:pt x="591478" y="2486131"/>
                  </a:lnTo>
                  <a:lnTo>
                    <a:pt x="579156" y="2486131"/>
                  </a:lnTo>
                  <a:lnTo>
                    <a:pt x="566833" y="2486131"/>
                  </a:lnTo>
                  <a:lnTo>
                    <a:pt x="554511" y="2486131"/>
                  </a:lnTo>
                  <a:lnTo>
                    <a:pt x="542189" y="2486131"/>
                  </a:lnTo>
                  <a:lnTo>
                    <a:pt x="529866" y="2486131"/>
                  </a:lnTo>
                  <a:lnTo>
                    <a:pt x="517544" y="2486131"/>
                  </a:lnTo>
                  <a:lnTo>
                    <a:pt x="505221" y="2486131"/>
                  </a:lnTo>
                  <a:lnTo>
                    <a:pt x="492899" y="2486131"/>
                  </a:lnTo>
                  <a:lnTo>
                    <a:pt x="480576" y="2486131"/>
                  </a:lnTo>
                  <a:lnTo>
                    <a:pt x="468254" y="2486131"/>
                  </a:lnTo>
                  <a:lnTo>
                    <a:pt x="455931" y="2486131"/>
                  </a:lnTo>
                  <a:lnTo>
                    <a:pt x="443609" y="2486131"/>
                  </a:lnTo>
                  <a:lnTo>
                    <a:pt x="431286" y="2486131"/>
                  </a:lnTo>
                  <a:lnTo>
                    <a:pt x="418964" y="2486131"/>
                  </a:lnTo>
                  <a:lnTo>
                    <a:pt x="406641" y="2486131"/>
                  </a:lnTo>
                  <a:lnTo>
                    <a:pt x="394319" y="2486131"/>
                  </a:lnTo>
                  <a:lnTo>
                    <a:pt x="381996" y="2486131"/>
                  </a:lnTo>
                  <a:lnTo>
                    <a:pt x="369674" y="2486131"/>
                  </a:lnTo>
                  <a:lnTo>
                    <a:pt x="357351" y="2486131"/>
                  </a:lnTo>
                  <a:lnTo>
                    <a:pt x="345029" y="2486131"/>
                  </a:lnTo>
                  <a:lnTo>
                    <a:pt x="332706" y="2486131"/>
                  </a:lnTo>
                  <a:lnTo>
                    <a:pt x="320384" y="2486131"/>
                  </a:lnTo>
                  <a:lnTo>
                    <a:pt x="308061" y="2486131"/>
                  </a:lnTo>
                  <a:lnTo>
                    <a:pt x="295739" y="2486131"/>
                  </a:lnTo>
                  <a:lnTo>
                    <a:pt x="283416" y="2486131"/>
                  </a:lnTo>
                  <a:lnTo>
                    <a:pt x="271094" y="2486131"/>
                  </a:lnTo>
                  <a:lnTo>
                    <a:pt x="258772" y="2486131"/>
                  </a:lnTo>
                  <a:lnTo>
                    <a:pt x="246449" y="2486131"/>
                  </a:lnTo>
                  <a:lnTo>
                    <a:pt x="234127" y="2486131"/>
                  </a:lnTo>
                  <a:lnTo>
                    <a:pt x="221804" y="2486131"/>
                  </a:lnTo>
                  <a:lnTo>
                    <a:pt x="209482" y="2486131"/>
                  </a:lnTo>
                  <a:lnTo>
                    <a:pt x="197159" y="2486131"/>
                  </a:lnTo>
                  <a:lnTo>
                    <a:pt x="184837" y="2486131"/>
                  </a:lnTo>
                  <a:lnTo>
                    <a:pt x="172514" y="2486131"/>
                  </a:lnTo>
                  <a:lnTo>
                    <a:pt x="160192" y="2486131"/>
                  </a:lnTo>
                  <a:lnTo>
                    <a:pt x="147869" y="2486131"/>
                  </a:lnTo>
                  <a:lnTo>
                    <a:pt x="135547" y="2486131"/>
                  </a:lnTo>
                  <a:lnTo>
                    <a:pt x="123224" y="2486131"/>
                  </a:lnTo>
                  <a:lnTo>
                    <a:pt x="110902" y="2486131"/>
                  </a:lnTo>
                  <a:lnTo>
                    <a:pt x="98579" y="2486131"/>
                  </a:lnTo>
                  <a:lnTo>
                    <a:pt x="86257" y="2486131"/>
                  </a:lnTo>
                  <a:lnTo>
                    <a:pt x="73934" y="2486131"/>
                  </a:lnTo>
                  <a:lnTo>
                    <a:pt x="61612" y="2486131"/>
                  </a:lnTo>
                  <a:lnTo>
                    <a:pt x="49289" y="2486131"/>
                  </a:lnTo>
                  <a:lnTo>
                    <a:pt x="36967" y="2486131"/>
                  </a:lnTo>
                  <a:lnTo>
                    <a:pt x="24644" y="2486131"/>
                  </a:lnTo>
                  <a:lnTo>
                    <a:pt x="12322" y="2486131"/>
                  </a:lnTo>
                  <a:lnTo>
                    <a:pt x="0" y="2486131"/>
                  </a:lnTo>
                  <a:close/>
                </a:path>
              </a:pathLst>
            </a:custGeom>
            <a:solidFill>
              <a:srgbClr val="009E73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706745" y="3669319"/>
              <a:ext cx="6296786" cy="2486131"/>
            </a:xfrm>
            <a:custGeom>
              <a:avLst/>
              <a:pathLst>
                <a:path w="6296786" h="2486131">
                  <a:moveTo>
                    <a:pt x="0" y="2450105"/>
                  </a:moveTo>
                  <a:lnTo>
                    <a:pt x="12322" y="2449071"/>
                  </a:lnTo>
                  <a:lnTo>
                    <a:pt x="24644" y="2448833"/>
                  </a:lnTo>
                  <a:lnTo>
                    <a:pt x="36967" y="2448837"/>
                  </a:lnTo>
                  <a:lnTo>
                    <a:pt x="49289" y="2448289"/>
                  </a:lnTo>
                  <a:lnTo>
                    <a:pt x="61612" y="2446210"/>
                  </a:lnTo>
                  <a:lnTo>
                    <a:pt x="73934" y="2441509"/>
                  </a:lnTo>
                  <a:lnTo>
                    <a:pt x="86257" y="2433063"/>
                  </a:lnTo>
                  <a:lnTo>
                    <a:pt x="98579" y="2419775"/>
                  </a:lnTo>
                  <a:lnTo>
                    <a:pt x="110902" y="2400625"/>
                  </a:lnTo>
                  <a:lnTo>
                    <a:pt x="123224" y="2374681"/>
                  </a:lnTo>
                  <a:lnTo>
                    <a:pt x="135547" y="2340595"/>
                  </a:lnTo>
                  <a:lnTo>
                    <a:pt x="147869" y="2297641"/>
                  </a:lnTo>
                  <a:lnTo>
                    <a:pt x="160192" y="2244791"/>
                  </a:lnTo>
                  <a:lnTo>
                    <a:pt x="172514" y="2180368"/>
                  </a:lnTo>
                  <a:lnTo>
                    <a:pt x="184837" y="2101970"/>
                  </a:lnTo>
                  <a:lnTo>
                    <a:pt x="197159" y="2006368"/>
                  </a:lnTo>
                  <a:lnTo>
                    <a:pt x="209482" y="1889683"/>
                  </a:lnTo>
                  <a:lnTo>
                    <a:pt x="221804" y="1747951"/>
                  </a:lnTo>
                  <a:lnTo>
                    <a:pt x="234127" y="1578130"/>
                  </a:lnTo>
                  <a:lnTo>
                    <a:pt x="246449" y="1379465"/>
                  </a:lnTo>
                  <a:lnTo>
                    <a:pt x="258772" y="1154944"/>
                  </a:lnTo>
                  <a:lnTo>
                    <a:pt x="271094" y="912444"/>
                  </a:lnTo>
                  <a:lnTo>
                    <a:pt x="283416" y="665104"/>
                  </a:lnTo>
                  <a:lnTo>
                    <a:pt x="295739" y="430539"/>
                  </a:lnTo>
                  <a:lnTo>
                    <a:pt x="308061" y="228755"/>
                  </a:lnTo>
                  <a:lnTo>
                    <a:pt x="320384" y="81093"/>
                  </a:lnTo>
                  <a:lnTo>
                    <a:pt x="332706" y="3903"/>
                  </a:lnTo>
                  <a:lnTo>
                    <a:pt x="345029" y="0"/>
                  </a:lnTo>
                  <a:lnTo>
                    <a:pt x="357351" y="65647"/>
                  </a:lnTo>
                  <a:lnTo>
                    <a:pt x="369674" y="189496"/>
                  </a:lnTo>
                  <a:lnTo>
                    <a:pt x="381996" y="355368"/>
                  </a:lnTo>
                  <a:lnTo>
                    <a:pt x="394319" y="545738"/>
                  </a:lnTo>
                  <a:lnTo>
                    <a:pt x="406641" y="744966"/>
                  </a:lnTo>
                  <a:lnTo>
                    <a:pt x="418964" y="941476"/>
                  </a:lnTo>
                  <a:lnTo>
                    <a:pt x="431286" y="1128497"/>
                  </a:lnTo>
                  <a:lnTo>
                    <a:pt x="443609" y="1303442"/>
                  </a:lnTo>
                  <a:lnTo>
                    <a:pt x="455931" y="1466385"/>
                  </a:lnTo>
                  <a:lnTo>
                    <a:pt x="468254" y="1618298"/>
                  </a:lnTo>
                  <a:lnTo>
                    <a:pt x="480576" y="1759640"/>
                  </a:lnTo>
                  <a:lnTo>
                    <a:pt x="492899" y="1889679"/>
                  </a:lnTo>
                  <a:lnTo>
                    <a:pt x="505221" y="2006466"/>
                  </a:lnTo>
                  <a:lnTo>
                    <a:pt x="517544" y="2106496"/>
                  </a:lnTo>
                  <a:lnTo>
                    <a:pt x="529866" y="2188712"/>
                  </a:lnTo>
                  <a:lnTo>
                    <a:pt x="542189" y="2252036"/>
                  </a:lnTo>
                  <a:lnTo>
                    <a:pt x="554511" y="2296393"/>
                  </a:lnTo>
                  <a:lnTo>
                    <a:pt x="566833" y="2322638"/>
                  </a:lnTo>
                  <a:lnTo>
                    <a:pt x="579156" y="2332428"/>
                  </a:lnTo>
                  <a:lnTo>
                    <a:pt x="591478" y="2328112"/>
                  </a:lnTo>
                  <a:lnTo>
                    <a:pt x="603801" y="2312678"/>
                  </a:lnTo>
                  <a:lnTo>
                    <a:pt x="616123" y="2289682"/>
                  </a:lnTo>
                  <a:lnTo>
                    <a:pt x="628446" y="2263114"/>
                  </a:lnTo>
                  <a:lnTo>
                    <a:pt x="640768" y="2237118"/>
                  </a:lnTo>
                  <a:lnTo>
                    <a:pt x="653091" y="2215579"/>
                  </a:lnTo>
                  <a:lnTo>
                    <a:pt x="665413" y="2201622"/>
                  </a:lnTo>
                  <a:lnTo>
                    <a:pt x="677736" y="2197134"/>
                  </a:lnTo>
                  <a:lnTo>
                    <a:pt x="690058" y="2202432"/>
                  </a:lnTo>
                  <a:lnTo>
                    <a:pt x="702381" y="2216486"/>
                  </a:lnTo>
                  <a:lnTo>
                    <a:pt x="714703" y="2235827"/>
                  </a:lnTo>
                  <a:lnTo>
                    <a:pt x="727026" y="2256635"/>
                  </a:lnTo>
                  <a:lnTo>
                    <a:pt x="739348" y="2275250"/>
                  </a:lnTo>
                  <a:lnTo>
                    <a:pt x="751671" y="2288655"/>
                  </a:lnTo>
                  <a:lnTo>
                    <a:pt x="763993" y="2294933"/>
                  </a:lnTo>
                  <a:lnTo>
                    <a:pt x="776316" y="2293498"/>
                  </a:lnTo>
                  <a:lnTo>
                    <a:pt x="788638" y="2285064"/>
                  </a:lnTo>
                  <a:lnTo>
                    <a:pt x="800961" y="2271397"/>
                  </a:lnTo>
                  <a:lnTo>
                    <a:pt x="813283" y="2254910"/>
                  </a:lnTo>
                  <a:lnTo>
                    <a:pt x="825606" y="2238187"/>
                  </a:lnTo>
                  <a:lnTo>
                    <a:pt x="837928" y="2223535"/>
                  </a:lnTo>
                  <a:lnTo>
                    <a:pt x="850250" y="2212625"/>
                  </a:lnTo>
                  <a:lnTo>
                    <a:pt x="862573" y="2206281"/>
                  </a:lnTo>
                  <a:lnTo>
                    <a:pt x="874895" y="2204429"/>
                  </a:lnTo>
                  <a:lnTo>
                    <a:pt x="887218" y="2206252"/>
                  </a:lnTo>
                  <a:lnTo>
                    <a:pt x="899540" y="2210064"/>
                  </a:lnTo>
                  <a:lnTo>
                    <a:pt x="911863" y="2213826"/>
                  </a:lnTo>
                  <a:lnTo>
                    <a:pt x="924185" y="2215603"/>
                  </a:lnTo>
                  <a:lnTo>
                    <a:pt x="936508" y="2213605"/>
                  </a:lnTo>
                  <a:lnTo>
                    <a:pt x="948830" y="2206389"/>
                  </a:lnTo>
                  <a:lnTo>
                    <a:pt x="961153" y="2193051"/>
                  </a:lnTo>
                  <a:lnTo>
                    <a:pt x="973475" y="2173461"/>
                  </a:lnTo>
                  <a:lnTo>
                    <a:pt x="985798" y="2148466"/>
                  </a:lnTo>
                  <a:lnTo>
                    <a:pt x="998120" y="2120034"/>
                  </a:lnTo>
                  <a:lnTo>
                    <a:pt x="1010443" y="2091223"/>
                  </a:lnTo>
                  <a:lnTo>
                    <a:pt x="1022765" y="2065917"/>
                  </a:lnTo>
                  <a:lnTo>
                    <a:pt x="1035088" y="2048302"/>
                  </a:lnTo>
                  <a:lnTo>
                    <a:pt x="1047410" y="2042138"/>
                  </a:lnTo>
                  <a:lnTo>
                    <a:pt x="1059733" y="2049991"/>
                  </a:lnTo>
                  <a:lnTo>
                    <a:pt x="1072055" y="2072721"/>
                  </a:lnTo>
                  <a:lnTo>
                    <a:pt x="1084378" y="2109478"/>
                  </a:lnTo>
                  <a:lnTo>
                    <a:pt x="1096700" y="2155742"/>
                  </a:lnTo>
                  <a:lnTo>
                    <a:pt x="1109022" y="2207025"/>
                  </a:lnTo>
                  <a:lnTo>
                    <a:pt x="1121345" y="2258740"/>
                  </a:lnTo>
                  <a:lnTo>
                    <a:pt x="1133667" y="2306926"/>
                  </a:lnTo>
                  <a:lnTo>
                    <a:pt x="1145990" y="2348726"/>
                  </a:lnTo>
                  <a:lnTo>
                    <a:pt x="1158312" y="2382539"/>
                  </a:lnTo>
                  <a:lnTo>
                    <a:pt x="1170635" y="2407921"/>
                  </a:lnTo>
                  <a:lnTo>
                    <a:pt x="1182957" y="2425310"/>
                  </a:lnTo>
                  <a:lnTo>
                    <a:pt x="1195280" y="2435699"/>
                  </a:lnTo>
                  <a:lnTo>
                    <a:pt x="1207602" y="2440352"/>
                  </a:lnTo>
                  <a:lnTo>
                    <a:pt x="1219925" y="2440598"/>
                  </a:lnTo>
                  <a:lnTo>
                    <a:pt x="1232247" y="2437726"/>
                  </a:lnTo>
                  <a:lnTo>
                    <a:pt x="1244570" y="2432942"/>
                  </a:lnTo>
                  <a:lnTo>
                    <a:pt x="1256892" y="2427353"/>
                  </a:lnTo>
                  <a:lnTo>
                    <a:pt x="1269215" y="2422008"/>
                  </a:lnTo>
                  <a:lnTo>
                    <a:pt x="1281537" y="2417745"/>
                  </a:lnTo>
                  <a:lnTo>
                    <a:pt x="1293860" y="2415027"/>
                  </a:lnTo>
                  <a:lnTo>
                    <a:pt x="1306182" y="2413955"/>
                  </a:lnTo>
                  <a:lnTo>
                    <a:pt x="1318505" y="2414244"/>
                  </a:lnTo>
                  <a:lnTo>
                    <a:pt x="1330827" y="2415266"/>
                  </a:lnTo>
                  <a:lnTo>
                    <a:pt x="1343150" y="2416169"/>
                  </a:lnTo>
                  <a:lnTo>
                    <a:pt x="1355472" y="2416076"/>
                  </a:lnTo>
                  <a:lnTo>
                    <a:pt x="1367795" y="2414291"/>
                  </a:lnTo>
                  <a:lnTo>
                    <a:pt x="1380117" y="2410500"/>
                  </a:lnTo>
                  <a:lnTo>
                    <a:pt x="1392439" y="2404878"/>
                  </a:lnTo>
                  <a:lnTo>
                    <a:pt x="1404762" y="2398080"/>
                  </a:lnTo>
                  <a:lnTo>
                    <a:pt x="1417084" y="2391095"/>
                  </a:lnTo>
                  <a:lnTo>
                    <a:pt x="1429407" y="2384975"/>
                  </a:lnTo>
                  <a:lnTo>
                    <a:pt x="1441729" y="2380503"/>
                  </a:lnTo>
                  <a:lnTo>
                    <a:pt x="1454052" y="2377926"/>
                  </a:lnTo>
                  <a:lnTo>
                    <a:pt x="1466374" y="2376533"/>
                  </a:lnTo>
                  <a:lnTo>
                    <a:pt x="1478697" y="2374839"/>
                  </a:lnTo>
                  <a:lnTo>
                    <a:pt x="1491019" y="2371114"/>
                  </a:lnTo>
                  <a:lnTo>
                    <a:pt x="1503342" y="2363789"/>
                  </a:lnTo>
                  <a:lnTo>
                    <a:pt x="1515664" y="2351959"/>
                  </a:lnTo>
                  <a:lnTo>
                    <a:pt x="1527987" y="2335762"/>
                  </a:lnTo>
                  <a:lnTo>
                    <a:pt x="1540309" y="2316529"/>
                  </a:lnTo>
                  <a:lnTo>
                    <a:pt x="1552632" y="2296624"/>
                  </a:lnTo>
                  <a:lnTo>
                    <a:pt x="1564954" y="2279001"/>
                  </a:lnTo>
                  <a:lnTo>
                    <a:pt x="1577277" y="2266552"/>
                  </a:lnTo>
                  <a:lnTo>
                    <a:pt x="1589599" y="2261424"/>
                  </a:lnTo>
                  <a:lnTo>
                    <a:pt x="1601922" y="2264463"/>
                  </a:lnTo>
                  <a:lnTo>
                    <a:pt x="1614244" y="2274953"/>
                  </a:lnTo>
                  <a:lnTo>
                    <a:pt x="1626567" y="2290723"/>
                  </a:lnTo>
                  <a:lnTo>
                    <a:pt x="1638889" y="2308579"/>
                  </a:lnTo>
                  <a:lnTo>
                    <a:pt x="1651212" y="2324647"/>
                  </a:lnTo>
                  <a:lnTo>
                    <a:pt x="1663534" y="2335887"/>
                  </a:lnTo>
                  <a:lnTo>
                    <a:pt x="1675856" y="2340459"/>
                  </a:lnTo>
                  <a:lnTo>
                    <a:pt x="1688179" y="2337800"/>
                  </a:lnTo>
                  <a:lnTo>
                    <a:pt x="1700501" y="2328594"/>
                  </a:lnTo>
                  <a:lnTo>
                    <a:pt x="1712824" y="2314573"/>
                  </a:lnTo>
                  <a:lnTo>
                    <a:pt x="1725146" y="2298210"/>
                  </a:lnTo>
                  <a:lnTo>
                    <a:pt x="1737469" y="2282352"/>
                  </a:lnTo>
                  <a:lnTo>
                    <a:pt x="1749791" y="2269822"/>
                  </a:lnTo>
                  <a:lnTo>
                    <a:pt x="1762114" y="2263033"/>
                  </a:lnTo>
                  <a:lnTo>
                    <a:pt x="1774436" y="2263635"/>
                  </a:lnTo>
                  <a:lnTo>
                    <a:pt x="1786759" y="2272273"/>
                  </a:lnTo>
                  <a:lnTo>
                    <a:pt x="1799081" y="2288486"/>
                  </a:lnTo>
                  <a:lnTo>
                    <a:pt x="1811404" y="2310804"/>
                  </a:lnTo>
                  <a:lnTo>
                    <a:pt x="1823726" y="2337031"/>
                  </a:lnTo>
                  <a:lnTo>
                    <a:pt x="1836049" y="2364584"/>
                  </a:lnTo>
                  <a:lnTo>
                    <a:pt x="1848371" y="2390897"/>
                  </a:lnTo>
                  <a:lnTo>
                    <a:pt x="1860694" y="2414270"/>
                  </a:lnTo>
                  <a:lnTo>
                    <a:pt x="1873016" y="2433745"/>
                  </a:lnTo>
                  <a:lnTo>
                    <a:pt x="1885339" y="2449044"/>
                  </a:lnTo>
                  <a:lnTo>
                    <a:pt x="1897661" y="2460425"/>
                  </a:lnTo>
                  <a:lnTo>
                    <a:pt x="1909984" y="2468477"/>
                  </a:lnTo>
                  <a:lnTo>
                    <a:pt x="1922306" y="2473927"/>
                  </a:lnTo>
                  <a:lnTo>
                    <a:pt x="1934629" y="2477484"/>
                  </a:lnTo>
                  <a:lnTo>
                    <a:pt x="1946951" y="2479749"/>
                  </a:lnTo>
                  <a:lnTo>
                    <a:pt x="1959273" y="2481175"/>
                  </a:lnTo>
                  <a:lnTo>
                    <a:pt x="1971596" y="2482075"/>
                  </a:lnTo>
                  <a:lnTo>
                    <a:pt x="1983918" y="2482644"/>
                  </a:lnTo>
                  <a:lnTo>
                    <a:pt x="1996241" y="2482999"/>
                  </a:lnTo>
                  <a:lnTo>
                    <a:pt x="2008563" y="2483206"/>
                  </a:lnTo>
                  <a:lnTo>
                    <a:pt x="2020886" y="2483300"/>
                  </a:lnTo>
                  <a:lnTo>
                    <a:pt x="2033208" y="2483307"/>
                  </a:lnTo>
                  <a:lnTo>
                    <a:pt x="2045531" y="2483245"/>
                  </a:lnTo>
                  <a:lnTo>
                    <a:pt x="2057853" y="2483119"/>
                  </a:lnTo>
                  <a:lnTo>
                    <a:pt x="2070176" y="2482922"/>
                  </a:lnTo>
                  <a:lnTo>
                    <a:pt x="2082498" y="2482639"/>
                  </a:lnTo>
                  <a:lnTo>
                    <a:pt x="2094821" y="2482246"/>
                  </a:lnTo>
                  <a:lnTo>
                    <a:pt x="2107143" y="2481718"/>
                  </a:lnTo>
                  <a:lnTo>
                    <a:pt x="2119466" y="2481034"/>
                  </a:lnTo>
                  <a:lnTo>
                    <a:pt x="2131788" y="2480189"/>
                  </a:lnTo>
                  <a:lnTo>
                    <a:pt x="2144111" y="2479201"/>
                  </a:lnTo>
                  <a:lnTo>
                    <a:pt x="2156433" y="2478118"/>
                  </a:lnTo>
                  <a:lnTo>
                    <a:pt x="2168756" y="2477013"/>
                  </a:lnTo>
                  <a:lnTo>
                    <a:pt x="2181078" y="2475976"/>
                  </a:lnTo>
                  <a:lnTo>
                    <a:pt x="2193401" y="2475084"/>
                  </a:lnTo>
                  <a:lnTo>
                    <a:pt x="2205723" y="2474384"/>
                  </a:lnTo>
                  <a:lnTo>
                    <a:pt x="2218045" y="2473852"/>
                  </a:lnTo>
                  <a:lnTo>
                    <a:pt x="2230368" y="2473351"/>
                  </a:lnTo>
                  <a:lnTo>
                    <a:pt x="2242690" y="2472675"/>
                  </a:lnTo>
                  <a:lnTo>
                    <a:pt x="2255013" y="2471566"/>
                  </a:lnTo>
                  <a:lnTo>
                    <a:pt x="2267335" y="2469746"/>
                  </a:lnTo>
                  <a:lnTo>
                    <a:pt x="2279658" y="2466969"/>
                  </a:lnTo>
                  <a:lnTo>
                    <a:pt x="2291980" y="2463055"/>
                  </a:lnTo>
                  <a:lnTo>
                    <a:pt x="2304303" y="2457932"/>
                  </a:lnTo>
                  <a:lnTo>
                    <a:pt x="2316625" y="2451653"/>
                  </a:lnTo>
                  <a:lnTo>
                    <a:pt x="2328948" y="2444410"/>
                  </a:lnTo>
                  <a:lnTo>
                    <a:pt x="2341270" y="2436522"/>
                  </a:lnTo>
                  <a:lnTo>
                    <a:pt x="2353593" y="2428402"/>
                  </a:lnTo>
                  <a:lnTo>
                    <a:pt x="2365915" y="2420503"/>
                  </a:lnTo>
                  <a:lnTo>
                    <a:pt x="2378238" y="2413226"/>
                  </a:lnTo>
                  <a:lnTo>
                    <a:pt x="2390560" y="2406811"/>
                  </a:lnTo>
                  <a:lnTo>
                    <a:pt x="2402883" y="2401228"/>
                  </a:lnTo>
                  <a:lnTo>
                    <a:pt x="2415205" y="2395920"/>
                  </a:lnTo>
                  <a:lnTo>
                    <a:pt x="2427528" y="2390001"/>
                  </a:lnTo>
                  <a:lnTo>
                    <a:pt x="2439850" y="2382382"/>
                  </a:lnTo>
                  <a:lnTo>
                    <a:pt x="2452173" y="2371999"/>
                  </a:lnTo>
                  <a:lnTo>
                    <a:pt x="2464495" y="2358108"/>
                  </a:lnTo>
                  <a:lnTo>
                    <a:pt x="2476818" y="2340549"/>
                  </a:lnTo>
                  <a:lnTo>
                    <a:pt x="2489140" y="2319901"/>
                  </a:lnTo>
                  <a:lnTo>
                    <a:pt x="2501462" y="2297475"/>
                  </a:lnTo>
                  <a:lnTo>
                    <a:pt x="2513785" y="2275111"/>
                  </a:lnTo>
                  <a:lnTo>
                    <a:pt x="2526107" y="2254837"/>
                  </a:lnTo>
                  <a:lnTo>
                    <a:pt x="2538430" y="2238446"/>
                  </a:lnTo>
                  <a:lnTo>
                    <a:pt x="2550752" y="2227116"/>
                  </a:lnTo>
                  <a:lnTo>
                    <a:pt x="2563075" y="2221156"/>
                  </a:lnTo>
                  <a:lnTo>
                    <a:pt x="2575397" y="2219971"/>
                  </a:lnTo>
                  <a:lnTo>
                    <a:pt x="2587720" y="2222302"/>
                  </a:lnTo>
                  <a:lnTo>
                    <a:pt x="2600042" y="2226310"/>
                  </a:lnTo>
                  <a:lnTo>
                    <a:pt x="2612365" y="2230454"/>
                  </a:lnTo>
                  <a:lnTo>
                    <a:pt x="2624687" y="2233969"/>
                  </a:lnTo>
                  <a:lnTo>
                    <a:pt x="2637010" y="2236924"/>
                  </a:lnTo>
                  <a:lnTo>
                    <a:pt x="2649332" y="2240170"/>
                  </a:lnTo>
                  <a:lnTo>
                    <a:pt x="2661655" y="2245079"/>
                  </a:lnTo>
                  <a:lnTo>
                    <a:pt x="2673977" y="2253134"/>
                  </a:lnTo>
                  <a:lnTo>
                    <a:pt x="2686300" y="2265492"/>
                  </a:lnTo>
                  <a:lnTo>
                    <a:pt x="2698622" y="2282629"/>
                  </a:lnTo>
                  <a:lnTo>
                    <a:pt x="2710945" y="2304172"/>
                  </a:lnTo>
                  <a:lnTo>
                    <a:pt x="2723267" y="2328954"/>
                  </a:lnTo>
                  <a:lnTo>
                    <a:pt x="2735590" y="2355261"/>
                  </a:lnTo>
                  <a:lnTo>
                    <a:pt x="2747912" y="2381190"/>
                  </a:lnTo>
                  <a:lnTo>
                    <a:pt x="2760235" y="2405014"/>
                  </a:lnTo>
                  <a:lnTo>
                    <a:pt x="2772557" y="2425411"/>
                  </a:lnTo>
                  <a:lnTo>
                    <a:pt x="2784879" y="2441463"/>
                  </a:lnTo>
                  <a:lnTo>
                    <a:pt x="2797202" y="2453347"/>
                  </a:lnTo>
                  <a:lnTo>
                    <a:pt x="2809524" y="2461387"/>
                  </a:lnTo>
                  <a:lnTo>
                    <a:pt x="2821847" y="2466120"/>
                  </a:lnTo>
                  <a:lnTo>
                    <a:pt x="2834169" y="2468170"/>
                  </a:lnTo>
                  <a:lnTo>
                    <a:pt x="2846492" y="2468186"/>
                  </a:lnTo>
                  <a:lnTo>
                    <a:pt x="2858814" y="2466813"/>
                  </a:lnTo>
                  <a:lnTo>
                    <a:pt x="2871137" y="2464679"/>
                  </a:lnTo>
                  <a:lnTo>
                    <a:pt x="2883459" y="2462386"/>
                  </a:lnTo>
                  <a:lnTo>
                    <a:pt x="2895782" y="2460472"/>
                  </a:lnTo>
                  <a:lnTo>
                    <a:pt x="2908104" y="2459374"/>
                  </a:lnTo>
                  <a:lnTo>
                    <a:pt x="2920427" y="2459372"/>
                  </a:lnTo>
                  <a:lnTo>
                    <a:pt x="2932749" y="2460558"/>
                  </a:lnTo>
                  <a:lnTo>
                    <a:pt x="2945072" y="2462826"/>
                  </a:lnTo>
                  <a:lnTo>
                    <a:pt x="2957394" y="2465910"/>
                  </a:lnTo>
                  <a:lnTo>
                    <a:pt x="2969717" y="2469442"/>
                  </a:lnTo>
                  <a:lnTo>
                    <a:pt x="2982039" y="2472989"/>
                  </a:lnTo>
                  <a:lnTo>
                    <a:pt x="2994362" y="2476235"/>
                  </a:lnTo>
                  <a:lnTo>
                    <a:pt x="3006684" y="2478967"/>
                  </a:lnTo>
                  <a:lnTo>
                    <a:pt x="3019007" y="2481069"/>
                  </a:lnTo>
                  <a:lnTo>
                    <a:pt x="3031329" y="2482494"/>
                  </a:lnTo>
                  <a:lnTo>
                    <a:pt x="3043652" y="2483224"/>
                  </a:lnTo>
                  <a:lnTo>
                    <a:pt x="3055974" y="2483222"/>
                  </a:lnTo>
                  <a:lnTo>
                    <a:pt x="3068296" y="2482400"/>
                  </a:lnTo>
                  <a:lnTo>
                    <a:pt x="3080619" y="2480594"/>
                  </a:lnTo>
                  <a:lnTo>
                    <a:pt x="3092941" y="2477574"/>
                  </a:lnTo>
                  <a:lnTo>
                    <a:pt x="3105264" y="2473075"/>
                  </a:lnTo>
                  <a:lnTo>
                    <a:pt x="3117586" y="2466865"/>
                  </a:lnTo>
                  <a:lnTo>
                    <a:pt x="3129909" y="2458840"/>
                  </a:lnTo>
                  <a:lnTo>
                    <a:pt x="3142231" y="2449124"/>
                  </a:lnTo>
                  <a:lnTo>
                    <a:pt x="3154554" y="2438146"/>
                  </a:lnTo>
                  <a:lnTo>
                    <a:pt x="3166876" y="2426839"/>
                  </a:lnTo>
                  <a:lnTo>
                    <a:pt x="3179199" y="2416380"/>
                  </a:lnTo>
                  <a:lnTo>
                    <a:pt x="3191521" y="2407982"/>
                  </a:lnTo>
                  <a:lnTo>
                    <a:pt x="3203844" y="2402707"/>
                  </a:lnTo>
                  <a:lnTo>
                    <a:pt x="3216166" y="2401251"/>
                  </a:lnTo>
                  <a:lnTo>
                    <a:pt x="3228489" y="2403795"/>
                  </a:lnTo>
                  <a:lnTo>
                    <a:pt x="3240811" y="2409974"/>
                  </a:lnTo>
                  <a:lnTo>
                    <a:pt x="3253134" y="2418960"/>
                  </a:lnTo>
                  <a:lnTo>
                    <a:pt x="3265456" y="2429636"/>
                  </a:lnTo>
                  <a:lnTo>
                    <a:pt x="3277779" y="2440825"/>
                  </a:lnTo>
                  <a:lnTo>
                    <a:pt x="3290101" y="2451488"/>
                  </a:lnTo>
                  <a:lnTo>
                    <a:pt x="3302424" y="2460870"/>
                  </a:lnTo>
                  <a:lnTo>
                    <a:pt x="3314746" y="2468555"/>
                  </a:lnTo>
                  <a:lnTo>
                    <a:pt x="3327068" y="2474448"/>
                  </a:lnTo>
                  <a:lnTo>
                    <a:pt x="3339391" y="2478668"/>
                  </a:lnTo>
                  <a:lnTo>
                    <a:pt x="3351713" y="2481450"/>
                  </a:lnTo>
                  <a:lnTo>
                    <a:pt x="3364036" y="2483200"/>
                  </a:lnTo>
                  <a:lnTo>
                    <a:pt x="3376358" y="2484177"/>
                  </a:lnTo>
                  <a:lnTo>
                    <a:pt x="3388681" y="2484566"/>
                  </a:lnTo>
                  <a:lnTo>
                    <a:pt x="3401003" y="2484479"/>
                  </a:lnTo>
                  <a:lnTo>
                    <a:pt x="3413326" y="2483958"/>
                  </a:lnTo>
                  <a:lnTo>
                    <a:pt x="3425648" y="2483008"/>
                  </a:lnTo>
                  <a:lnTo>
                    <a:pt x="3437971" y="2481612"/>
                  </a:lnTo>
                  <a:lnTo>
                    <a:pt x="3450293" y="2479772"/>
                  </a:lnTo>
                  <a:lnTo>
                    <a:pt x="3462616" y="2477533"/>
                  </a:lnTo>
                  <a:lnTo>
                    <a:pt x="3474938" y="2475005"/>
                  </a:lnTo>
                  <a:lnTo>
                    <a:pt x="3487261" y="2472375"/>
                  </a:lnTo>
                  <a:lnTo>
                    <a:pt x="3499583" y="2469889"/>
                  </a:lnTo>
                  <a:lnTo>
                    <a:pt x="3511906" y="2467827"/>
                  </a:lnTo>
                  <a:lnTo>
                    <a:pt x="3524228" y="2466450"/>
                  </a:lnTo>
                  <a:lnTo>
                    <a:pt x="3536551" y="2466008"/>
                  </a:lnTo>
                  <a:lnTo>
                    <a:pt x="3548873" y="2466515"/>
                  </a:lnTo>
                  <a:lnTo>
                    <a:pt x="3561196" y="2467875"/>
                  </a:lnTo>
                  <a:lnTo>
                    <a:pt x="3573518" y="2469892"/>
                  </a:lnTo>
                  <a:lnTo>
                    <a:pt x="3585841" y="2472310"/>
                  </a:lnTo>
                  <a:lnTo>
                    <a:pt x="3598163" y="2474861"/>
                  </a:lnTo>
                  <a:lnTo>
                    <a:pt x="3610485" y="2477313"/>
                  </a:lnTo>
                  <a:lnTo>
                    <a:pt x="3622808" y="2479496"/>
                  </a:lnTo>
                  <a:lnTo>
                    <a:pt x="3635130" y="2481315"/>
                  </a:lnTo>
                  <a:lnTo>
                    <a:pt x="3647453" y="2482740"/>
                  </a:lnTo>
                  <a:lnTo>
                    <a:pt x="3659775" y="2483796"/>
                  </a:lnTo>
                  <a:lnTo>
                    <a:pt x="3672098" y="2484536"/>
                  </a:lnTo>
                  <a:lnTo>
                    <a:pt x="3684420" y="2485027"/>
                  </a:lnTo>
                  <a:lnTo>
                    <a:pt x="3696743" y="2485336"/>
                  </a:lnTo>
                  <a:lnTo>
                    <a:pt x="3709065" y="2485520"/>
                  </a:lnTo>
                  <a:lnTo>
                    <a:pt x="3721388" y="2485624"/>
                  </a:lnTo>
                  <a:lnTo>
                    <a:pt x="3733710" y="2485686"/>
                  </a:lnTo>
                  <a:lnTo>
                    <a:pt x="3746033" y="2485731"/>
                  </a:lnTo>
                  <a:lnTo>
                    <a:pt x="3758355" y="2485771"/>
                  </a:lnTo>
                  <a:lnTo>
                    <a:pt x="3770678" y="2485814"/>
                  </a:lnTo>
                  <a:lnTo>
                    <a:pt x="3783000" y="2485860"/>
                  </a:lnTo>
                  <a:lnTo>
                    <a:pt x="3795323" y="2485908"/>
                  </a:lnTo>
                  <a:lnTo>
                    <a:pt x="3807645" y="2485955"/>
                  </a:lnTo>
                  <a:lnTo>
                    <a:pt x="3819968" y="2485999"/>
                  </a:lnTo>
                  <a:lnTo>
                    <a:pt x="3832290" y="2486036"/>
                  </a:lnTo>
                  <a:lnTo>
                    <a:pt x="3844613" y="2486066"/>
                  </a:lnTo>
                  <a:lnTo>
                    <a:pt x="3856935" y="2486089"/>
                  </a:lnTo>
                  <a:lnTo>
                    <a:pt x="3869258" y="2486105"/>
                  </a:lnTo>
                  <a:lnTo>
                    <a:pt x="3881580" y="2486116"/>
                  </a:lnTo>
                  <a:lnTo>
                    <a:pt x="3893902" y="2486123"/>
                  </a:lnTo>
                  <a:lnTo>
                    <a:pt x="3906225" y="2486127"/>
                  </a:lnTo>
                  <a:lnTo>
                    <a:pt x="3918547" y="2486129"/>
                  </a:lnTo>
                  <a:lnTo>
                    <a:pt x="3930870" y="2486130"/>
                  </a:lnTo>
                  <a:lnTo>
                    <a:pt x="3943192" y="2486131"/>
                  </a:lnTo>
                  <a:lnTo>
                    <a:pt x="3955515" y="2486131"/>
                  </a:lnTo>
                  <a:lnTo>
                    <a:pt x="3967837" y="2486131"/>
                  </a:lnTo>
                  <a:lnTo>
                    <a:pt x="3980160" y="2486131"/>
                  </a:lnTo>
                  <a:lnTo>
                    <a:pt x="3992482" y="2486131"/>
                  </a:lnTo>
                  <a:lnTo>
                    <a:pt x="4004805" y="2486131"/>
                  </a:lnTo>
                  <a:lnTo>
                    <a:pt x="4017127" y="2486131"/>
                  </a:lnTo>
                  <a:lnTo>
                    <a:pt x="4029450" y="2486131"/>
                  </a:lnTo>
                  <a:lnTo>
                    <a:pt x="4041772" y="2486131"/>
                  </a:lnTo>
                  <a:lnTo>
                    <a:pt x="4054095" y="2486131"/>
                  </a:lnTo>
                  <a:lnTo>
                    <a:pt x="4066417" y="2486131"/>
                  </a:lnTo>
                  <a:lnTo>
                    <a:pt x="4078740" y="2486131"/>
                  </a:lnTo>
                  <a:lnTo>
                    <a:pt x="4091062" y="2486131"/>
                  </a:lnTo>
                  <a:lnTo>
                    <a:pt x="4103385" y="2486131"/>
                  </a:lnTo>
                  <a:lnTo>
                    <a:pt x="4115707" y="2486131"/>
                  </a:lnTo>
                  <a:lnTo>
                    <a:pt x="4128030" y="2486131"/>
                  </a:lnTo>
                  <a:lnTo>
                    <a:pt x="4140352" y="2486131"/>
                  </a:lnTo>
                  <a:lnTo>
                    <a:pt x="4152675" y="2486131"/>
                  </a:lnTo>
                  <a:lnTo>
                    <a:pt x="4164997" y="2486131"/>
                  </a:lnTo>
                  <a:lnTo>
                    <a:pt x="4177319" y="2486131"/>
                  </a:lnTo>
                  <a:lnTo>
                    <a:pt x="4189642" y="2486131"/>
                  </a:lnTo>
                  <a:lnTo>
                    <a:pt x="4201964" y="2486131"/>
                  </a:lnTo>
                  <a:lnTo>
                    <a:pt x="4214287" y="2486131"/>
                  </a:lnTo>
                  <a:lnTo>
                    <a:pt x="4226609" y="2486131"/>
                  </a:lnTo>
                  <a:lnTo>
                    <a:pt x="4238932" y="2486131"/>
                  </a:lnTo>
                  <a:lnTo>
                    <a:pt x="4251254" y="2486131"/>
                  </a:lnTo>
                  <a:lnTo>
                    <a:pt x="4263577" y="2486131"/>
                  </a:lnTo>
                  <a:lnTo>
                    <a:pt x="4275899" y="2486131"/>
                  </a:lnTo>
                  <a:lnTo>
                    <a:pt x="4288222" y="2486131"/>
                  </a:lnTo>
                  <a:lnTo>
                    <a:pt x="4300544" y="2486131"/>
                  </a:lnTo>
                  <a:lnTo>
                    <a:pt x="4312867" y="2486131"/>
                  </a:lnTo>
                  <a:lnTo>
                    <a:pt x="4325189" y="2486131"/>
                  </a:lnTo>
                  <a:lnTo>
                    <a:pt x="4337512" y="2486131"/>
                  </a:lnTo>
                  <a:lnTo>
                    <a:pt x="4349834" y="2486131"/>
                  </a:lnTo>
                  <a:lnTo>
                    <a:pt x="4362157" y="2486131"/>
                  </a:lnTo>
                  <a:lnTo>
                    <a:pt x="4374479" y="2486131"/>
                  </a:lnTo>
                  <a:lnTo>
                    <a:pt x="4386802" y="2486131"/>
                  </a:lnTo>
                  <a:lnTo>
                    <a:pt x="4399124" y="2486131"/>
                  </a:lnTo>
                  <a:lnTo>
                    <a:pt x="4411447" y="2486131"/>
                  </a:lnTo>
                  <a:lnTo>
                    <a:pt x="4423769" y="2486131"/>
                  </a:lnTo>
                  <a:lnTo>
                    <a:pt x="4436091" y="2486131"/>
                  </a:lnTo>
                  <a:lnTo>
                    <a:pt x="4448414" y="2486131"/>
                  </a:lnTo>
                  <a:lnTo>
                    <a:pt x="4460736" y="2486131"/>
                  </a:lnTo>
                  <a:lnTo>
                    <a:pt x="4473059" y="2486131"/>
                  </a:lnTo>
                  <a:lnTo>
                    <a:pt x="4485381" y="2486131"/>
                  </a:lnTo>
                  <a:lnTo>
                    <a:pt x="4497704" y="2486131"/>
                  </a:lnTo>
                  <a:lnTo>
                    <a:pt x="4510026" y="2486131"/>
                  </a:lnTo>
                  <a:lnTo>
                    <a:pt x="4522349" y="2486131"/>
                  </a:lnTo>
                  <a:lnTo>
                    <a:pt x="4534671" y="2486131"/>
                  </a:lnTo>
                  <a:lnTo>
                    <a:pt x="4546994" y="2486131"/>
                  </a:lnTo>
                  <a:lnTo>
                    <a:pt x="4559316" y="2486131"/>
                  </a:lnTo>
                  <a:lnTo>
                    <a:pt x="4571639" y="2486131"/>
                  </a:lnTo>
                  <a:lnTo>
                    <a:pt x="4583961" y="2486130"/>
                  </a:lnTo>
                  <a:lnTo>
                    <a:pt x="4596284" y="2486129"/>
                  </a:lnTo>
                  <a:lnTo>
                    <a:pt x="4608606" y="2486126"/>
                  </a:lnTo>
                  <a:lnTo>
                    <a:pt x="4620929" y="2486122"/>
                  </a:lnTo>
                  <a:lnTo>
                    <a:pt x="4633251" y="2486115"/>
                  </a:lnTo>
                  <a:lnTo>
                    <a:pt x="4645574" y="2486104"/>
                  </a:lnTo>
                  <a:lnTo>
                    <a:pt x="4657896" y="2486088"/>
                  </a:lnTo>
                  <a:lnTo>
                    <a:pt x="4670219" y="2486065"/>
                  </a:lnTo>
                  <a:lnTo>
                    <a:pt x="4682541" y="2486035"/>
                  </a:lnTo>
                  <a:lnTo>
                    <a:pt x="4694864" y="2485997"/>
                  </a:lnTo>
                  <a:lnTo>
                    <a:pt x="4707186" y="2485954"/>
                  </a:lnTo>
                  <a:lnTo>
                    <a:pt x="4719508" y="2485909"/>
                  </a:lnTo>
                  <a:lnTo>
                    <a:pt x="4731831" y="2485865"/>
                  </a:lnTo>
                  <a:lnTo>
                    <a:pt x="4744153" y="2485828"/>
                  </a:lnTo>
                  <a:lnTo>
                    <a:pt x="4756476" y="2485803"/>
                  </a:lnTo>
                  <a:lnTo>
                    <a:pt x="4768798" y="2485792"/>
                  </a:lnTo>
                  <a:lnTo>
                    <a:pt x="4781121" y="2485798"/>
                  </a:lnTo>
                  <a:lnTo>
                    <a:pt x="4793443" y="2485819"/>
                  </a:lnTo>
                  <a:lnTo>
                    <a:pt x="4805766" y="2485852"/>
                  </a:lnTo>
                  <a:lnTo>
                    <a:pt x="4818088" y="2485895"/>
                  </a:lnTo>
                  <a:lnTo>
                    <a:pt x="4830411" y="2485940"/>
                  </a:lnTo>
                  <a:lnTo>
                    <a:pt x="4842733" y="2485985"/>
                  </a:lnTo>
                  <a:lnTo>
                    <a:pt x="4855056" y="2486024"/>
                  </a:lnTo>
                  <a:lnTo>
                    <a:pt x="4867378" y="2486057"/>
                  </a:lnTo>
                  <a:lnTo>
                    <a:pt x="4879701" y="2486082"/>
                  </a:lnTo>
                  <a:lnTo>
                    <a:pt x="4892023" y="2486100"/>
                  </a:lnTo>
                  <a:lnTo>
                    <a:pt x="4904346" y="2486112"/>
                  </a:lnTo>
                  <a:lnTo>
                    <a:pt x="4916668" y="2486120"/>
                  </a:lnTo>
                  <a:lnTo>
                    <a:pt x="4928991" y="2486125"/>
                  </a:lnTo>
                  <a:lnTo>
                    <a:pt x="4941313" y="2486128"/>
                  </a:lnTo>
                  <a:lnTo>
                    <a:pt x="4953636" y="2486130"/>
                  </a:lnTo>
                  <a:lnTo>
                    <a:pt x="4965958" y="2486130"/>
                  </a:lnTo>
                  <a:lnTo>
                    <a:pt x="4978281" y="2486131"/>
                  </a:lnTo>
                  <a:lnTo>
                    <a:pt x="4990603" y="2486131"/>
                  </a:lnTo>
                  <a:lnTo>
                    <a:pt x="5002925" y="2486131"/>
                  </a:lnTo>
                  <a:lnTo>
                    <a:pt x="5015248" y="2486131"/>
                  </a:lnTo>
                  <a:lnTo>
                    <a:pt x="5027570" y="2486131"/>
                  </a:lnTo>
                  <a:lnTo>
                    <a:pt x="5039893" y="2486131"/>
                  </a:lnTo>
                  <a:lnTo>
                    <a:pt x="5052215" y="2486131"/>
                  </a:lnTo>
                  <a:lnTo>
                    <a:pt x="5064538" y="2486131"/>
                  </a:lnTo>
                  <a:lnTo>
                    <a:pt x="5076860" y="2486131"/>
                  </a:lnTo>
                  <a:lnTo>
                    <a:pt x="5089183" y="2486131"/>
                  </a:lnTo>
                  <a:lnTo>
                    <a:pt x="5101505" y="2486131"/>
                  </a:lnTo>
                  <a:lnTo>
                    <a:pt x="5113828" y="2486131"/>
                  </a:lnTo>
                  <a:lnTo>
                    <a:pt x="5126150" y="2486131"/>
                  </a:lnTo>
                  <a:lnTo>
                    <a:pt x="5138473" y="2486131"/>
                  </a:lnTo>
                  <a:lnTo>
                    <a:pt x="5150795" y="2486131"/>
                  </a:lnTo>
                  <a:lnTo>
                    <a:pt x="5163118" y="2486131"/>
                  </a:lnTo>
                  <a:lnTo>
                    <a:pt x="5175440" y="2486131"/>
                  </a:lnTo>
                  <a:lnTo>
                    <a:pt x="5187763" y="2486131"/>
                  </a:lnTo>
                  <a:lnTo>
                    <a:pt x="5200085" y="2486131"/>
                  </a:lnTo>
                  <a:lnTo>
                    <a:pt x="5212408" y="2486131"/>
                  </a:lnTo>
                  <a:lnTo>
                    <a:pt x="5224730" y="2486131"/>
                  </a:lnTo>
                  <a:lnTo>
                    <a:pt x="5237053" y="2486131"/>
                  </a:lnTo>
                  <a:lnTo>
                    <a:pt x="5249375" y="2486131"/>
                  </a:lnTo>
                  <a:lnTo>
                    <a:pt x="5261698" y="2486131"/>
                  </a:lnTo>
                  <a:lnTo>
                    <a:pt x="5274020" y="2486131"/>
                  </a:lnTo>
                  <a:lnTo>
                    <a:pt x="5286342" y="2486131"/>
                  </a:lnTo>
                  <a:lnTo>
                    <a:pt x="5298665" y="2486131"/>
                  </a:lnTo>
                  <a:lnTo>
                    <a:pt x="5310987" y="2486131"/>
                  </a:lnTo>
                  <a:lnTo>
                    <a:pt x="5323310" y="2486131"/>
                  </a:lnTo>
                  <a:lnTo>
                    <a:pt x="5335632" y="2486131"/>
                  </a:lnTo>
                  <a:lnTo>
                    <a:pt x="5347955" y="2486131"/>
                  </a:lnTo>
                  <a:lnTo>
                    <a:pt x="5360277" y="2486131"/>
                  </a:lnTo>
                  <a:lnTo>
                    <a:pt x="5372600" y="2486131"/>
                  </a:lnTo>
                  <a:lnTo>
                    <a:pt x="5384922" y="2486131"/>
                  </a:lnTo>
                  <a:lnTo>
                    <a:pt x="5397245" y="2486131"/>
                  </a:lnTo>
                  <a:lnTo>
                    <a:pt x="5409567" y="2486131"/>
                  </a:lnTo>
                  <a:lnTo>
                    <a:pt x="5421890" y="2486131"/>
                  </a:lnTo>
                  <a:lnTo>
                    <a:pt x="5434212" y="2486131"/>
                  </a:lnTo>
                  <a:lnTo>
                    <a:pt x="5446535" y="2486131"/>
                  </a:lnTo>
                  <a:lnTo>
                    <a:pt x="5458857" y="2486131"/>
                  </a:lnTo>
                  <a:lnTo>
                    <a:pt x="5471180" y="2486131"/>
                  </a:lnTo>
                  <a:lnTo>
                    <a:pt x="5483502" y="2486131"/>
                  </a:lnTo>
                  <a:lnTo>
                    <a:pt x="5495825" y="2486131"/>
                  </a:lnTo>
                  <a:lnTo>
                    <a:pt x="5508147" y="2486131"/>
                  </a:lnTo>
                  <a:lnTo>
                    <a:pt x="5520470" y="2486131"/>
                  </a:lnTo>
                  <a:lnTo>
                    <a:pt x="5532792" y="2486131"/>
                  </a:lnTo>
                  <a:lnTo>
                    <a:pt x="5545114" y="2486131"/>
                  </a:lnTo>
                  <a:lnTo>
                    <a:pt x="5557437" y="2486131"/>
                  </a:lnTo>
                  <a:lnTo>
                    <a:pt x="5569759" y="2486131"/>
                  </a:lnTo>
                  <a:lnTo>
                    <a:pt x="5582082" y="2486131"/>
                  </a:lnTo>
                  <a:lnTo>
                    <a:pt x="5594404" y="2486131"/>
                  </a:lnTo>
                  <a:lnTo>
                    <a:pt x="5606727" y="2486131"/>
                  </a:lnTo>
                  <a:lnTo>
                    <a:pt x="5619049" y="2486131"/>
                  </a:lnTo>
                  <a:lnTo>
                    <a:pt x="5631372" y="2486131"/>
                  </a:lnTo>
                  <a:lnTo>
                    <a:pt x="5643694" y="2486131"/>
                  </a:lnTo>
                  <a:lnTo>
                    <a:pt x="5656017" y="2486131"/>
                  </a:lnTo>
                  <a:lnTo>
                    <a:pt x="5668339" y="2486131"/>
                  </a:lnTo>
                  <a:lnTo>
                    <a:pt x="5680662" y="2486131"/>
                  </a:lnTo>
                  <a:lnTo>
                    <a:pt x="5692984" y="2486131"/>
                  </a:lnTo>
                  <a:lnTo>
                    <a:pt x="5705307" y="2486131"/>
                  </a:lnTo>
                  <a:lnTo>
                    <a:pt x="5717629" y="2486131"/>
                  </a:lnTo>
                  <a:lnTo>
                    <a:pt x="5729952" y="2486131"/>
                  </a:lnTo>
                  <a:lnTo>
                    <a:pt x="5742274" y="2486131"/>
                  </a:lnTo>
                  <a:lnTo>
                    <a:pt x="5754597" y="2486131"/>
                  </a:lnTo>
                  <a:lnTo>
                    <a:pt x="5766919" y="2486131"/>
                  </a:lnTo>
                  <a:lnTo>
                    <a:pt x="5779242" y="2486131"/>
                  </a:lnTo>
                  <a:lnTo>
                    <a:pt x="5791564" y="2486131"/>
                  </a:lnTo>
                  <a:lnTo>
                    <a:pt x="5803887" y="2486131"/>
                  </a:lnTo>
                  <a:lnTo>
                    <a:pt x="5816209" y="2486131"/>
                  </a:lnTo>
                  <a:lnTo>
                    <a:pt x="5828531" y="2486131"/>
                  </a:lnTo>
                  <a:lnTo>
                    <a:pt x="5840854" y="2486131"/>
                  </a:lnTo>
                  <a:lnTo>
                    <a:pt x="5853176" y="2486131"/>
                  </a:lnTo>
                  <a:lnTo>
                    <a:pt x="5865499" y="2486131"/>
                  </a:lnTo>
                  <a:lnTo>
                    <a:pt x="5877821" y="2486131"/>
                  </a:lnTo>
                  <a:lnTo>
                    <a:pt x="5890144" y="2486131"/>
                  </a:lnTo>
                  <a:lnTo>
                    <a:pt x="5902466" y="2486131"/>
                  </a:lnTo>
                  <a:lnTo>
                    <a:pt x="5914789" y="2486131"/>
                  </a:lnTo>
                  <a:lnTo>
                    <a:pt x="5927111" y="2486131"/>
                  </a:lnTo>
                  <a:lnTo>
                    <a:pt x="5939434" y="2486131"/>
                  </a:lnTo>
                  <a:lnTo>
                    <a:pt x="5951756" y="2486131"/>
                  </a:lnTo>
                  <a:lnTo>
                    <a:pt x="5964079" y="2486131"/>
                  </a:lnTo>
                  <a:lnTo>
                    <a:pt x="5976401" y="2486130"/>
                  </a:lnTo>
                  <a:lnTo>
                    <a:pt x="5988724" y="2486129"/>
                  </a:lnTo>
                  <a:lnTo>
                    <a:pt x="6001046" y="2486127"/>
                  </a:lnTo>
                  <a:lnTo>
                    <a:pt x="6013369" y="2486123"/>
                  </a:lnTo>
                  <a:lnTo>
                    <a:pt x="6025691" y="2486115"/>
                  </a:lnTo>
                  <a:lnTo>
                    <a:pt x="6038014" y="2486101"/>
                  </a:lnTo>
                  <a:lnTo>
                    <a:pt x="6050336" y="2486078"/>
                  </a:lnTo>
                  <a:lnTo>
                    <a:pt x="6062659" y="2486040"/>
                  </a:lnTo>
                  <a:lnTo>
                    <a:pt x="6074981" y="2485982"/>
                  </a:lnTo>
                  <a:lnTo>
                    <a:pt x="6087304" y="2485901"/>
                  </a:lnTo>
                  <a:lnTo>
                    <a:pt x="6099626" y="2485791"/>
                  </a:lnTo>
                  <a:lnTo>
                    <a:pt x="6111948" y="2485651"/>
                  </a:lnTo>
                  <a:lnTo>
                    <a:pt x="6124271" y="2485485"/>
                  </a:lnTo>
                  <a:lnTo>
                    <a:pt x="6136593" y="2485299"/>
                  </a:lnTo>
                  <a:lnTo>
                    <a:pt x="6148916" y="2485105"/>
                  </a:lnTo>
                  <a:lnTo>
                    <a:pt x="6161238" y="2484920"/>
                  </a:lnTo>
                  <a:lnTo>
                    <a:pt x="6173561" y="2484763"/>
                  </a:lnTo>
                  <a:lnTo>
                    <a:pt x="6185883" y="2484652"/>
                  </a:lnTo>
                  <a:lnTo>
                    <a:pt x="6198206" y="2484597"/>
                  </a:lnTo>
                  <a:lnTo>
                    <a:pt x="6210528" y="2484602"/>
                  </a:lnTo>
                  <a:lnTo>
                    <a:pt x="6222851" y="2484666"/>
                  </a:lnTo>
                  <a:lnTo>
                    <a:pt x="6235173" y="2484779"/>
                  </a:lnTo>
                  <a:lnTo>
                    <a:pt x="6247496" y="2484930"/>
                  </a:lnTo>
                  <a:lnTo>
                    <a:pt x="6259818" y="2485103"/>
                  </a:lnTo>
                  <a:lnTo>
                    <a:pt x="6272141" y="2485283"/>
                  </a:lnTo>
                  <a:lnTo>
                    <a:pt x="6284463" y="2485457"/>
                  </a:lnTo>
                  <a:lnTo>
                    <a:pt x="6296786" y="2485616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706745" y="4034658"/>
              <a:ext cx="6296786" cy="2120792"/>
            </a:xfrm>
            <a:custGeom>
              <a:avLst/>
              <a:pathLst>
                <a:path w="6296786" h="2120792">
                  <a:moveTo>
                    <a:pt x="0" y="2032112"/>
                  </a:moveTo>
                  <a:lnTo>
                    <a:pt x="12322" y="2034933"/>
                  </a:lnTo>
                  <a:lnTo>
                    <a:pt x="24644" y="2042824"/>
                  </a:lnTo>
                  <a:lnTo>
                    <a:pt x="36967" y="2054384"/>
                  </a:lnTo>
                  <a:lnTo>
                    <a:pt x="49289" y="2067731"/>
                  </a:lnTo>
                  <a:lnTo>
                    <a:pt x="61612" y="2080962"/>
                  </a:lnTo>
                  <a:lnTo>
                    <a:pt x="73934" y="2092531"/>
                  </a:lnTo>
                  <a:lnTo>
                    <a:pt x="86257" y="2101432"/>
                  </a:lnTo>
                  <a:lnTo>
                    <a:pt x="98579" y="2107138"/>
                  </a:lnTo>
                  <a:lnTo>
                    <a:pt x="110902" y="2109369"/>
                  </a:lnTo>
                  <a:lnTo>
                    <a:pt x="123224" y="2107777"/>
                  </a:lnTo>
                  <a:lnTo>
                    <a:pt x="135547" y="2101277"/>
                  </a:lnTo>
                  <a:lnTo>
                    <a:pt x="147869" y="2088652"/>
                  </a:lnTo>
                  <a:lnTo>
                    <a:pt x="160192" y="2067948"/>
                  </a:lnTo>
                  <a:lnTo>
                    <a:pt x="172514" y="2036854"/>
                  </a:lnTo>
                  <a:lnTo>
                    <a:pt x="184837" y="1993099"/>
                  </a:lnTo>
                  <a:lnTo>
                    <a:pt x="197159" y="1934823"/>
                  </a:lnTo>
                  <a:lnTo>
                    <a:pt x="209482" y="1860760"/>
                  </a:lnTo>
                  <a:lnTo>
                    <a:pt x="221804" y="1770031"/>
                  </a:lnTo>
                  <a:lnTo>
                    <a:pt x="234127" y="1661544"/>
                  </a:lnTo>
                  <a:lnTo>
                    <a:pt x="246449" y="1533249"/>
                  </a:lnTo>
                  <a:lnTo>
                    <a:pt x="258772" y="1381867"/>
                  </a:lnTo>
                  <a:lnTo>
                    <a:pt x="271094" y="1203721"/>
                  </a:lnTo>
                  <a:lnTo>
                    <a:pt x="283416" y="997115"/>
                  </a:lnTo>
                  <a:lnTo>
                    <a:pt x="295739" y="765912"/>
                  </a:lnTo>
                  <a:lnTo>
                    <a:pt x="308061" y="523081"/>
                  </a:lnTo>
                  <a:lnTo>
                    <a:pt x="320384" y="292294"/>
                  </a:lnTo>
                  <a:lnTo>
                    <a:pt x="332706" y="105709"/>
                  </a:lnTo>
                  <a:lnTo>
                    <a:pt x="345029" y="0"/>
                  </a:lnTo>
                  <a:lnTo>
                    <a:pt x="357351" y="3175"/>
                  </a:lnTo>
                  <a:lnTo>
                    <a:pt x="369674" y="116464"/>
                  </a:lnTo>
                  <a:lnTo>
                    <a:pt x="381996" y="322714"/>
                  </a:lnTo>
                  <a:lnTo>
                    <a:pt x="394319" y="587492"/>
                  </a:lnTo>
                  <a:lnTo>
                    <a:pt x="406641" y="868166"/>
                  </a:lnTo>
                  <a:lnTo>
                    <a:pt x="418964" y="1124477"/>
                  </a:lnTo>
                  <a:lnTo>
                    <a:pt x="431286" y="1327176"/>
                  </a:lnTo>
                  <a:lnTo>
                    <a:pt x="443609" y="1462548"/>
                  </a:lnTo>
                  <a:lnTo>
                    <a:pt x="455931" y="1532440"/>
                  </a:lnTo>
                  <a:lnTo>
                    <a:pt x="468254" y="1550734"/>
                  </a:lnTo>
                  <a:lnTo>
                    <a:pt x="480576" y="1537940"/>
                  </a:lnTo>
                  <a:lnTo>
                    <a:pt x="492899" y="1515509"/>
                  </a:lnTo>
                  <a:lnTo>
                    <a:pt x="505221" y="1501133"/>
                  </a:lnTo>
                  <a:lnTo>
                    <a:pt x="517544" y="1505718"/>
                  </a:lnTo>
                  <a:lnTo>
                    <a:pt x="529866" y="1532256"/>
                  </a:lnTo>
                  <a:lnTo>
                    <a:pt x="542189" y="1576393"/>
                  </a:lnTo>
                  <a:lnTo>
                    <a:pt x="554511" y="1628169"/>
                  </a:lnTo>
                  <a:lnTo>
                    <a:pt x="566833" y="1673109"/>
                  </a:lnTo>
                  <a:lnTo>
                    <a:pt x="579156" y="1696337"/>
                  </a:lnTo>
                  <a:lnTo>
                    <a:pt x="591478" y="1685454"/>
                  </a:lnTo>
                  <a:lnTo>
                    <a:pt x="603801" y="1631606"/>
                  </a:lnTo>
                  <a:lnTo>
                    <a:pt x="616123" y="1531393"/>
                  </a:lnTo>
                  <a:lnTo>
                    <a:pt x="628446" y="1388456"/>
                  </a:lnTo>
                  <a:lnTo>
                    <a:pt x="640768" y="1214241"/>
                  </a:lnTo>
                  <a:lnTo>
                    <a:pt x="653091" y="1027397"/>
                  </a:lnTo>
                  <a:lnTo>
                    <a:pt x="665413" y="851435"/>
                  </a:lnTo>
                  <a:lnTo>
                    <a:pt x="677736" y="710848"/>
                  </a:lnTo>
                  <a:lnTo>
                    <a:pt x="690058" y="626406"/>
                  </a:lnTo>
                  <a:lnTo>
                    <a:pt x="702381" y="610785"/>
                  </a:lnTo>
                  <a:lnTo>
                    <a:pt x="714703" y="665725"/>
                  </a:lnTo>
                  <a:lnTo>
                    <a:pt x="727026" y="781551"/>
                  </a:lnTo>
                  <a:lnTo>
                    <a:pt x="739348" y="939246"/>
                  </a:lnTo>
                  <a:lnTo>
                    <a:pt x="751671" y="1114555"/>
                  </a:lnTo>
                  <a:lnTo>
                    <a:pt x="763993" y="1282988"/>
                  </a:lnTo>
                  <a:lnTo>
                    <a:pt x="776316" y="1423596"/>
                  </a:lnTo>
                  <a:lnTo>
                    <a:pt x="788638" y="1522772"/>
                  </a:lnTo>
                  <a:lnTo>
                    <a:pt x="800961" y="1579549"/>
                  </a:lnTo>
                  <a:lnTo>
                    <a:pt x="813283" y="1599070"/>
                  </a:lnTo>
                  <a:lnTo>
                    <a:pt x="825606" y="1591417"/>
                  </a:lnTo>
                  <a:lnTo>
                    <a:pt x="837928" y="1568999"/>
                  </a:lnTo>
                  <a:lnTo>
                    <a:pt x="850250" y="1544150"/>
                  </a:lnTo>
                  <a:lnTo>
                    <a:pt x="862573" y="1527273"/>
                  </a:lnTo>
                  <a:lnTo>
                    <a:pt x="874895" y="1525631"/>
                  </a:lnTo>
                  <a:lnTo>
                    <a:pt x="887218" y="1542839"/>
                  </a:lnTo>
                  <a:lnTo>
                    <a:pt x="899540" y="1578992"/>
                  </a:lnTo>
                  <a:lnTo>
                    <a:pt x="911863" y="1631300"/>
                  </a:lnTo>
                  <a:lnTo>
                    <a:pt x="924185" y="1695039"/>
                  </a:lnTo>
                  <a:lnTo>
                    <a:pt x="936508" y="1764586"/>
                  </a:lnTo>
                  <a:lnTo>
                    <a:pt x="948830" y="1834368"/>
                  </a:lnTo>
                  <a:lnTo>
                    <a:pt x="961153" y="1899572"/>
                  </a:lnTo>
                  <a:lnTo>
                    <a:pt x="973475" y="1956614"/>
                  </a:lnTo>
                  <a:lnTo>
                    <a:pt x="985798" y="2003348"/>
                  </a:lnTo>
                  <a:lnTo>
                    <a:pt x="998120" y="2038528"/>
                  </a:lnTo>
                  <a:lnTo>
                    <a:pt x="1010443" y="2063270"/>
                  </a:lnTo>
                  <a:lnTo>
                    <a:pt x="1022765" y="2079219"/>
                  </a:lnTo>
                  <a:lnTo>
                    <a:pt x="1035088" y="2088245"/>
                  </a:lnTo>
                  <a:lnTo>
                    <a:pt x="1047410" y="2092232"/>
                  </a:lnTo>
                  <a:lnTo>
                    <a:pt x="1059733" y="2092834"/>
                  </a:lnTo>
                  <a:lnTo>
                    <a:pt x="1072055" y="2091347"/>
                  </a:lnTo>
                  <a:lnTo>
                    <a:pt x="1084378" y="2088669"/>
                  </a:lnTo>
                  <a:lnTo>
                    <a:pt x="1096700" y="2085297"/>
                  </a:lnTo>
                  <a:lnTo>
                    <a:pt x="1109022" y="2081348"/>
                  </a:lnTo>
                  <a:lnTo>
                    <a:pt x="1121345" y="2076594"/>
                  </a:lnTo>
                  <a:lnTo>
                    <a:pt x="1133667" y="2070575"/>
                  </a:lnTo>
                  <a:lnTo>
                    <a:pt x="1145990" y="2062794"/>
                  </a:lnTo>
                  <a:lnTo>
                    <a:pt x="1158312" y="2053014"/>
                  </a:lnTo>
                  <a:lnTo>
                    <a:pt x="1170635" y="2041569"/>
                  </a:lnTo>
                  <a:lnTo>
                    <a:pt x="1182957" y="2029557"/>
                  </a:lnTo>
                  <a:lnTo>
                    <a:pt x="1195280" y="2018793"/>
                  </a:lnTo>
                  <a:lnTo>
                    <a:pt x="1207602" y="2011537"/>
                  </a:lnTo>
                  <a:lnTo>
                    <a:pt x="1219925" y="2009915"/>
                  </a:lnTo>
                  <a:lnTo>
                    <a:pt x="1232247" y="2014509"/>
                  </a:lnTo>
                  <a:lnTo>
                    <a:pt x="1244570" y="2024783"/>
                  </a:lnTo>
                  <a:lnTo>
                    <a:pt x="1256892" y="2039071"/>
                  </a:lnTo>
                  <a:lnTo>
                    <a:pt x="1269215" y="2055018"/>
                  </a:lnTo>
                  <a:lnTo>
                    <a:pt x="1281537" y="2070078"/>
                  </a:lnTo>
                  <a:lnTo>
                    <a:pt x="1293860" y="2081833"/>
                  </a:lnTo>
                  <a:lnTo>
                    <a:pt x="1306182" y="2088038"/>
                  </a:lnTo>
                  <a:lnTo>
                    <a:pt x="1318505" y="2086404"/>
                  </a:lnTo>
                  <a:lnTo>
                    <a:pt x="1330827" y="2074324"/>
                  </a:lnTo>
                  <a:lnTo>
                    <a:pt x="1343150" y="2048807"/>
                  </a:lnTo>
                  <a:lnTo>
                    <a:pt x="1355472" y="2006877"/>
                  </a:lnTo>
                  <a:lnTo>
                    <a:pt x="1367795" y="1946551"/>
                  </a:lnTo>
                  <a:lnTo>
                    <a:pt x="1380117" y="1868245"/>
                  </a:lnTo>
                  <a:lnTo>
                    <a:pt x="1392439" y="1776185"/>
                  </a:lnTo>
                  <a:lnTo>
                    <a:pt x="1404762" y="1679114"/>
                  </a:lnTo>
                  <a:lnTo>
                    <a:pt x="1417084" y="1589673"/>
                  </a:lnTo>
                  <a:lnTo>
                    <a:pt x="1429407" y="1523803"/>
                  </a:lnTo>
                  <a:lnTo>
                    <a:pt x="1441729" y="1493426"/>
                  </a:lnTo>
                  <a:lnTo>
                    <a:pt x="1454052" y="1503368"/>
                  </a:lnTo>
                  <a:lnTo>
                    <a:pt x="1466374" y="1551175"/>
                  </a:lnTo>
                  <a:lnTo>
                    <a:pt x="1478697" y="1627591"/>
                  </a:lnTo>
                  <a:lnTo>
                    <a:pt x="1491019" y="1719232"/>
                  </a:lnTo>
                  <a:lnTo>
                    <a:pt x="1503342" y="1811965"/>
                  </a:lnTo>
                  <a:lnTo>
                    <a:pt x="1515664" y="1893749"/>
                  </a:lnTo>
                  <a:lnTo>
                    <a:pt x="1527987" y="1956214"/>
                  </a:lnTo>
                  <a:lnTo>
                    <a:pt x="1540309" y="1994855"/>
                  </a:lnTo>
                  <a:lnTo>
                    <a:pt x="1552632" y="2008343"/>
                  </a:lnTo>
                  <a:lnTo>
                    <a:pt x="1564954" y="1997642"/>
                  </a:lnTo>
                  <a:lnTo>
                    <a:pt x="1577277" y="1965504"/>
                  </a:lnTo>
                  <a:lnTo>
                    <a:pt x="1589599" y="1916489"/>
                  </a:lnTo>
                  <a:lnTo>
                    <a:pt x="1601922" y="1857237"/>
                  </a:lnTo>
                  <a:lnTo>
                    <a:pt x="1614244" y="1796457"/>
                  </a:lnTo>
                  <a:lnTo>
                    <a:pt x="1626567" y="1744135"/>
                  </a:lnTo>
                  <a:lnTo>
                    <a:pt x="1638889" y="1710167"/>
                  </a:lnTo>
                  <a:lnTo>
                    <a:pt x="1651212" y="1702504"/>
                  </a:lnTo>
                  <a:lnTo>
                    <a:pt x="1663534" y="1721458"/>
                  </a:lnTo>
                  <a:lnTo>
                    <a:pt x="1675856" y="1763209"/>
                  </a:lnTo>
                  <a:lnTo>
                    <a:pt x="1688179" y="1820180"/>
                  </a:lnTo>
                  <a:lnTo>
                    <a:pt x="1700501" y="1883244"/>
                  </a:lnTo>
                  <a:lnTo>
                    <a:pt x="1712824" y="1944002"/>
                  </a:lnTo>
                  <a:lnTo>
                    <a:pt x="1725146" y="1996420"/>
                  </a:lnTo>
                  <a:lnTo>
                    <a:pt x="1737469" y="2037465"/>
                  </a:lnTo>
                  <a:lnTo>
                    <a:pt x="1749791" y="2066831"/>
                  </a:lnTo>
                  <a:lnTo>
                    <a:pt x="1762114" y="2086092"/>
                  </a:lnTo>
                  <a:lnTo>
                    <a:pt x="1774436" y="2097714"/>
                  </a:lnTo>
                  <a:lnTo>
                    <a:pt x="1786759" y="2104235"/>
                  </a:lnTo>
                  <a:lnTo>
                    <a:pt x="1799081" y="2107757"/>
                  </a:lnTo>
                  <a:lnTo>
                    <a:pt x="1811404" y="2109764"/>
                  </a:lnTo>
                  <a:lnTo>
                    <a:pt x="1823726" y="2111138"/>
                  </a:lnTo>
                  <a:lnTo>
                    <a:pt x="1836049" y="2112303"/>
                  </a:lnTo>
                  <a:lnTo>
                    <a:pt x="1848371" y="2113384"/>
                  </a:lnTo>
                  <a:lnTo>
                    <a:pt x="1860694" y="2114347"/>
                  </a:lnTo>
                  <a:lnTo>
                    <a:pt x="1873016" y="2115120"/>
                  </a:lnTo>
                  <a:lnTo>
                    <a:pt x="1885339" y="2115658"/>
                  </a:lnTo>
                  <a:lnTo>
                    <a:pt x="1897661" y="2115966"/>
                  </a:lnTo>
                  <a:lnTo>
                    <a:pt x="1909984" y="2116092"/>
                  </a:lnTo>
                  <a:lnTo>
                    <a:pt x="1922306" y="2116113"/>
                  </a:lnTo>
                  <a:lnTo>
                    <a:pt x="1934629" y="2116115"/>
                  </a:lnTo>
                  <a:lnTo>
                    <a:pt x="1946951" y="2116169"/>
                  </a:lnTo>
                  <a:lnTo>
                    <a:pt x="1959273" y="2116324"/>
                  </a:lnTo>
                  <a:lnTo>
                    <a:pt x="1971596" y="2116593"/>
                  </a:lnTo>
                  <a:lnTo>
                    <a:pt x="1983918" y="2116964"/>
                  </a:lnTo>
                  <a:lnTo>
                    <a:pt x="1996241" y="2117404"/>
                  </a:lnTo>
                  <a:lnTo>
                    <a:pt x="2008563" y="2117873"/>
                  </a:lnTo>
                  <a:lnTo>
                    <a:pt x="2020886" y="2118335"/>
                  </a:lnTo>
                  <a:lnTo>
                    <a:pt x="2033208" y="2118761"/>
                  </a:lnTo>
                  <a:lnTo>
                    <a:pt x="2045531" y="2119135"/>
                  </a:lnTo>
                  <a:lnTo>
                    <a:pt x="2057853" y="2119453"/>
                  </a:lnTo>
                  <a:lnTo>
                    <a:pt x="2070176" y="2119716"/>
                  </a:lnTo>
                  <a:lnTo>
                    <a:pt x="2082498" y="2119926"/>
                  </a:lnTo>
                  <a:lnTo>
                    <a:pt x="2094821" y="2120093"/>
                  </a:lnTo>
                  <a:lnTo>
                    <a:pt x="2107143" y="2120220"/>
                  </a:lnTo>
                  <a:lnTo>
                    <a:pt x="2119466" y="2120311"/>
                  </a:lnTo>
                  <a:lnTo>
                    <a:pt x="2131788" y="2120368"/>
                  </a:lnTo>
                  <a:lnTo>
                    <a:pt x="2144111" y="2120395"/>
                  </a:lnTo>
                  <a:lnTo>
                    <a:pt x="2156433" y="2120398"/>
                  </a:lnTo>
                  <a:lnTo>
                    <a:pt x="2168756" y="2120386"/>
                  </a:lnTo>
                  <a:lnTo>
                    <a:pt x="2181078" y="2120368"/>
                  </a:lnTo>
                  <a:lnTo>
                    <a:pt x="2193401" y="2120349"/>
                  </a:lnTo>
                  <a:lnTo>
                    <a:pt x="2205723" y="2120334"/>
                  </a:lnTo>
                  <a:lnTo>
                    <a:pt x="2218045" y="2120323"/>
                  </a:lnTo>
                  <a:lnTo>
                    <a:pt x="2230368" y="2120315"/>
                  </a:lnTo>
                  <a:lnTo>
                    <a:pt x="2242690" y="2120303"/>
                  </a:lnTo>
                  <a:lnTo>
                    <a:pt x="2255013" y="2120279"/>
                  </a:lnTo>
                  <a:lnTo>
                    <a:pt x="2267335" y="2120222"/>
                  </a:lnTo>
                  <a:lnTo>
                    <a:pt x="2279658" y="2120095"/>
                  </a:lnTo>
                  <a:lnTo>
                    <a:pt x="2291980" y="2119815"/>
                  </a:lnTo>
                  <a:lnTo>
                    <a:pt x="2304303" y="2119238"/>
                  </a:lnTo>
                  <a:lnTo>
                    <a:pt x="2316625" y="2118163"/>
                  </a:lnTo>
                  <a:lnTo>
                    <a:pt x="2328948" y="2116311"/>
                  </a:lnTo>
                  <a:lnTo>
                    <a:pt x="2341270" y="2113350"/>
                  </a:lnTo>
                  <a:lnTo>
                    <a:pt x="2353593" y="2108933"/>
                  </a:lnTo>
                  <a:lnTo>
                    <a:pt x="2365915" y="2102735"/>
                  </a:lnTo>
                  <a:lnTo>
                    <a:pt x="2378238" y="2094499"/>
                  </a:lnTo>
                  <a:lnTo>
                    <a:pt x="2390560" y="2084052"/>
                  </a:lnTo>
                  <a:lnTo>
                    <a:pt x="2402883" y="2071321"/>
                  </a:lnTo>
                  <a:lnTo>
                    <a:pt x="2415205" y="2056350"/>
                  </a:lnTo>
                  <a:lnTo>
                    <a:pt x="2427528" y="2039369"/>
                  </a:lnTo>
                  <a:lnTo>
                    <a:pt x="2439850" y="2020919"/>
                  </a:lnTo>
                  <a:lnTo>
                    <a:pt x="2452173" y="2002005"/>
                  </a:lnTo>
                  <a:lnTo>
                    <a:pt x="2464495" y="1984190"/>
                  </a:lnTo>
                  <a:lnTo>
                    <a:pt x="2476818" y="1969519"/>
                  </a:lnTo>
                  <a:lnTo>
                    <a:pt x="2489140" y="1960206"/>
                  </a:lnTo>
                  <a:lnTo>
                    <a:pt x="2501462" y="1958162"/>
                  </a:lnTo>
                  <a:lnTo>
                    <a:pt x="2513785" y="1964705"/>
                  </a:lnTo>
                  <a:lnTo>
                    <a:pt x="2526107" y="1978747"/>
                  </a:lnTo>
                  <a:lnTo>
                    <a:pt x="2538430" y="1998398"/>
                  </a:lnTo>
                  <a:lnTo>
                    <a:pt x="2550752" y="2021025"/>
                  </a:lnTo>
                  <a:lnTo>
                    <a:pt x="2563075" y="2043900"/>
                  </a:lnTo>
                  <a:lnTo>
                    <a:pt x="2575397" y="2064769"/>
                  </a:lnTo>
                  <a:lnTo>
                    <a:pt x="2587720" y="2082192"/>
                  </a:lnTo>
                  <a:lnTo>
                    <a:pt x="2600042" y="2095606"/>
                  </a:lnTo>
                  <a:lnTo>
                    <a:pt x="2612365" y="2105173"/>
                  </a:lnTo>
                  <a:lnTo>
                    <a:pt x="2624687" y="2111508"/>
                  </a:lnTo>
                  <a:lnTo>
                    <a:pt x="2637010" y="2115407"/>
                  </a:lnTo>
                  <a:lnTo>
                    <a:pt x="2649332" y="2117641"/>
                  </a:lnTo>
                  <a:lnTo>
                    <a:pt x="2661655" y="2118836"/>
                  </a:lnTo>
                  <a:lnTo>
                    <a:pt x="2673977" y="2119442"/>
                  </a:lnTo>
                  <a:lnTo>
                    <a:pt x="2686300" y="2119745"/>
                  </a:lnTo>
                  <a:lnTo>
                    <a:pt x="2698622" y="2119909"/>
                  </a:lnTo>
                  <a:lnTo>
                    <a:pt x="2710945" y="2120013"/>
                  </a:lnTo>
                  <a:lnTo>
                    <a:pt x="2723267" y="2120093"/>
                  </a:lnTo>
                  <a:lnTo>
                    <a:pt x="2735590" y="2120162"/>
                  </a:lnTo>
                  <a:lnTo>
                    <a:pt x="2747912" y="2120222"/>
                  </a:lnTo>
                  <a:lnTo>
                    <a:pt x="2760235" y="2120274"/>
                  </a:lnTo>
                  <a:lnTo>
                    <a:pt x="2772557" y="2120315"/>
                  </a:lnTo>
                  <a:lnTo>
                    <a:pt x="2784879" y="2120338"/>
                  </a:lnTo>
                  <a:lnTo>
                    <a:pt x="2797202" y="2120334"/>
                  </a:lnTo>
                  <a:lnTo>
                    <a:pt x="2809524" y="2120295"/>
                  </a:lnTo>
                  <a:lnTo>
                    <a:pt x="2821847" y="2120214"/>
                  </a:lnTo>
                  <a:lnTo>
                    <a:pt x="2834169" y="2120093"/>
                  </a:lnTo>
                  <a:lnTo>
                    <a:pt x="2846492" y="2119943"/>
                  </a:lnTo>
                  <a:lnTo>
                    <a:pt x="2858814" y="2119782"/>
                  </a:lnTo>
                  <a:lnTo>
                    <a:pt x="2871137" y="2119636"/>
                  </a:lnTo>
                  <a:lnTo>
                    <a:pt x="2883459" y="2119530"/>
                  </a:lnTo>
                  <a:lnTo>
                    <a:pt x="2895782" y="2119483"/>
                  </a:lnTo>
                  <a:lnTo>
                    <a:pt x="2908104" y="2119505"/>
                  </a:lnTo>
                  <a:lnTo>
                    <a:pt x="2920427" y="2119593"/>
                  </a:lnTo>
                  <a:lnTo>
                    <a:pt x="2932749" y="2119734"/>
                  </a:lnTo>
                  <a:lnTo>
                    <a:pt x="2945072" y="2119908"/>
                  </a:lnTo>
                  <a:lnTo>
                    <a:pt x="2957394" y="2120089"/>
                  </a:lnTo>
                  <a:lnTo>
                    <a:pt x="2969717" y="2120261"/>
                  </a:lnTo>
                  <a:lnTo>
                    <a:pt x="2982039" y="2120410"/>
                  </a:lnTo>
                  <a:lnTo>
                    <a:pt x="2994362" y="2120531"/>
                  </a:lnTo>
                  <a:lnTo>
                    <a:pt x="3006684" y="2120623"/>
                  </a:lnTo>
                  <a:lnTo>
                    <a:pt x="3019007" y="2120688"/>
                  </a:lnTo>
                  <a:lnTo>
                    <a:pt x="3031329" y="2120731"/>
                  </a:lnTo>
                  <a:lnTo>
                    <a:pt x="3043652" y="2120758"/>
                  </a:lnTo>
                  <a:lnTo>
                    <a:pt x="3055974" y="2120774"/>
                  </a:lnTo>
                  <a:lnTo>
                    <a:pt x="3068296" y="2120783"/>
                  </a:lnTo>
                  <a:lnTo>
                    <a:pt x="3080619" y="2120788"/>
                  </a:lnTo>
                  <a:lnTo>
                    <a:pt x="3092941" y="2120790"/>
                  </a:lnTo>
                  <a:lnTo>
                    <a:pt x="3105264" y="2120791"/>
                  </a:lnTo>
                  <a:lnTo>
                    <a:pt x="3117586" y="2120792"/>
                  </a:lnTo>
                  <a:lnTo>
                    <a:pt x="3129909" y="2120792"/>
                  </a:lnTo>
                  <a:lnTo>
                    <a:pt x="3142231" y="2120792"/>
                  </a:lnTo>
                  <a:lnTo>
                    <a:pt x="3154554" y="2120791"/>
                  </a:lnTo>
                  <a:lnTo>
                    <a:pt x="3166876" y="2120790"/>
                  </a:lnTo>
                  <a:lnTo>
                    <a:pt x="3179199" y="2120789"/>
                  </a:lnTo>
                  <a:lnTo>
                    <a:pt x="3191521" y="2120785"/>
                  </a:lnTo>
                  <a:lnTo>
                    <a:pt x="3203844" y="2120778"/>
                  </a:lnTo>
                  <a:lnTo>
                    <a:pt x="3216166" y="2120766"/>
                  </a:lnTo>
                  <a:lnTo>
                    <a:pt x="3228489" y="2120746"/>
                  </a:lnTo>
                  <a:lnTo>
                    <a:pt x="3240811" y="2120718"/>
                  </a:lnTo>
                  <a:lnTo>
                    <a:pt x="3253134" y="2120680"/>
                  </a:lnTo>
                  <a:lnTo>
                    <a:pt x="3265456" y="2120632"/>
                  </a:lnTo>
                  <a:lnTo>
                    <a:pt x="3277779" y="2120578"/>
                  </a:lnTo>
                  <a:lnTo>
                    <a:pt x="3290101" y="2120525"/>
                  </a:lnTo>
                  <a:lnTo>
                    <a:pt x="3302424" y="2120479"/>
                  </a:lnTo>
                  <a:lnTo>
                    <a:pt x="3314746" y="2120448"/>
                  </a:lnTo>
                  <a:lnTo>
                    <a:pt x="3327068" y="2120438"/>
                  </a:lnTo>
                  <a:lnTo>
                    <a:pt x="3339391" y="2120451"/>
                  </a:lnTo>
                  <a:lnTo>
                    <a:pt x="3351713" y="2120484"/>
                  </a:lnTo>
                  <a:lnTo>
                    <a:pt x="3364036" y="2120532"/>
                  </a:lnTo>
                  <a:lnTo>
                    <a:pt x="3376358" y="2120587"/>
                  </a:lnTo>
                  <a:lnTo>
                    <a:pt x="3388681" y="2120641"/>
                  </a:lnTo>
                  <a:lnTo>
                    <a:pt x="3401003" y="2120687"/>
                  </a:lnTo>
                  <a:lnTo>
                    <a:pt x="3413326" y="2120724"/>
                  </a:lnTo>
                  <a:lnTo>
                    <a:pt x="3425648" y="2120750"/>
                  </a:lnTo>
                  <a:lnTo>
                    <a:pt x="3437971" y="2120768"/>
                  </a:lnTo>
                  <a:lnTo>
                    <a:pt x="3450293" y="2120779"/>
                  </a:lnTo>
                  <a:lnTo>
                    <a:pt x="3462616" y="2120785"/>
                  </a:lnTo>
                  <a:lnTo>
                    <a:pt x="3474938" y="2120789"/>
                  </a:lnTo>
                  <a:lnTo>
                    <a:pt x="3487261" y="2120790"/>
                  </a:lnTo>
                  <a:lnTo>
                    <a:pt x="3499583" y="2120791"/>
                  </a:lnTo>
                  <a:lnTo>
                    <a:pt x="3511906" y="2120792"/>
                  </a:lnTo>
                  <a:lnTo>
                    <a:pt x="3524228" y="2120792"/>
                  </a:lnTo>
                  <a:lnTo>
                    <a:pt x="3536551" y="2120792"/>
                  </a:lnTo>
                  <a:lnTo>
                    <a:pt x="3548873" y="2120792"/>
                  </a:lnTo>
                  <a:lnTo>
                    <a:pt x="3561196" y="2120792"/>
                  </a:lnTo>
                  <a:lnTo>
                    <a:pt x="3573518" y="2120792"/>
                  </a:lnTo>
                  <a:lnTo>
                    <a:pt x="3585841" y="2120792"/>
                  </a:lnTo>
                  <a:lnTo>
                    <a:pt x="3598163" y="2120792"/>
                  </a:lnTo>
                  <a:lnTo>
                    <a:pt x="3610485" y="2120792"/>
                  </a:lnTo>
                  <a:lnTo>
                    <a:pt x="3622808" y="2120792"/>
                  </a:lnTo>
                  <a:lnTo>
                    <a:pt x="3635130" y="2120792"/>
                  </a:lnTo>
                  <a:lnTo>
                    <a:pt x="3647453" y="2120792"/>
                  </a:lnTo>
                  <a:lnTo>
                    <a:pt x="3659775" y="2120792"/>
                  </a:lnTo>
                  <a:lnTo>
                    <a:pt x="3672098" y="2120792"/>
                  </a:lnTo>
                  <a:lnTo>
                    <a:pt x="3684420" y="2120792"/>
                  </a:lnTo>
                  <a:lnTo>
                    <a:pt x="3696743" y="2120792"/>
                  </a:lnTo>
                  <a:lnTo>
                    <a:pt x="3709065" y="2120792"/>
                  </a:lnTo>
                  <a:lnTo>
                    <a:pt x="3721388" y="2120792"/>
                  </a:lnTo>
                  <a:lnTo>
                    <a:pt x="3733710" y="2120792"/>
                  </a:lnTo>
                  <a:lnTo>
                    <a:pt x="3746033" y="2120792"/>
                  </a:lnTo>
                  <a:lnTo>
                    <a:pt x="3758355" y="2120792"/>
                  </a:lnTo>
                  <a:lnTo>
                    <a:pt x="3770678" y="2120792"/>
                  </a:lnTo>
                  <a:lnTo>
                    <a:pt x="3783000" y="2120792"/>
                  </a:lnTo>
                  <a:lnTo>
                    <a:pt x="3795323" y="2120792"/>
                  </a:lnTo>
                  <a:lnTo>
                    <a:pt x="3807645" y="2120792"/>
                  </a:lnTo>
                  <a:lnTo>
                    <a:pt x="3819968" y="2120792"/>
                  </a:lnTo>
                  <a:lnTo>
                    <a:pt x="3832290" y="2120792"/>
                  </a:lnTo>
                  <a:lnTo>
                    <a:pt x="3844613" y="2120792"/>
                  </a:lnTo>
                  <a:lnTo>
                    <a:pt x="3856935" y="2120792"/>
                  </a:lnTo>
                  <a:lnTo>
                    <a:pt x="3869258" y="2120792"/>
                  </a:lnTo>
                  <a:lnTo>
                    <a:pt x="3881580" y="2120792"/>
                  </a:lnTo>
                  <a:lnTo>
                    <a:pt x="3893902" y="2120792"/>
                  </a:lnTo>
                  <a:lnTo>
                    <a:pt x="3906225" y="2120792"/>
                  </a:lnTo>
                  <a:lnTo>
                    <a:pt x="3918547" y="2120792"/>
                  </a:lnTo>
                  <a:lnTo>
                    <a:pt x="3930870" y="2120792"/>
                  </a:lnTo>
                  <a:lnTo>
                    <a:pt x="3943192" y="2120792"/>
                  </a:lnTo>
                  <a:lnTo>
                    <a:pt x="3955515" y="2120792"/>
                  </a:lnTo>
                  <a:lnTo>
                    <a:pt x="3967837" y="2120792"/>
                  </a:lnTo>
                  <a:lnTo>
                    <a:pt x="3980160" y="2120792"/>
                  </a:lnTo>
                  <a:lnTo>
                    <a:pt x="3992482" y="2120792"/>
                  </a:lnTo>
                  <a:lnTo>
                    <a:pt x="4004805" y="2120792"/>
                  </a:lnTo>
                  <a:lnTo>
                    <a:pt x="4017127" y="2120792"/>
                  </a:lnTo>
                  <a:lnTo>
                    <a:pt x="4029450" y="2120792"/>
                  </a:lnTo>
                  <a:lnTo>
                    <a:pt x="4041772" y="2120792"/>
                  </a:lnTo>
                  <a:lnTo>
                    <a:pt x="4054095" y="2120792"/>
                  </a:lnTo>
                  <a:lnTo>
                    <a:pt x="4066417" y="2120792"/>
                  </a:lnTo>
                  <a:lnTo>
                    <a:pt x="4078740" y="2120792"/>
                  </a:lnTo>
                  <a:lnTo>
                    <a:pt x="4091062" y="2120792"/>
                  </a:lnTo>
                  <a:lnTo>
                    <a:pt x="4103385" y="2120792"/>
                  </a:lnTo>
                  <a:lnTo>
                    <a:pt x="4115707" y="2120792"/>
                  </a:lnTo>
                  <a:lnTo>
                    <a:pt x="4128030" y="2120792"/>
                  </a:lnTo>
                  <a:lnTo>
                    <a:pt x="4140352" y="2120792"/>
                  </a:lnTo>
                  <a:lnTo>
                    <a:pt x="4152675" y="2120792"/>
                  </a:lnTo>
                  <a:lnTo>
                    <a:pt x="4164997" y="2120792"/>
                  </a:lnTo>
                  <a:lnTo>
                    <a:pt x="4177319" y="2120792"/>
                  </a:lnTo>
                  <a:lnTo>
                    <a:pt x="4189642" y="2120792"/>
                  </a:lnTo>
                  <a:lnTo>
                    <a:pt x="4201964" y="2120792"/>
                  </a:lnTo>
                  <a:lnTo>
                    <a:pt x="4214287" y="2120792"/>
                  </a:lnTo>
                  <a:lnTo>
                    <a:pt x="4226609" y="2120792"/>
                  </a:lnTo>
                  <a:lnTo>
                    <a:pt x="4238932" y="2120792"/>
                  </a:lnTo>
                  <a:lnTo>
                    <a:pt x="4251254" y="2120792"/>
                  </a:lnTo>
                  <a:lnTo>
                    <a:pt x="4263577" y="2120792"/>
                  </a:lnTo>
                  <a:lnTo>
                    <a:pt x="4275899" y="2120792"/>
                  </a:lnTo>
                  <a:lnTo>
                    <a:pt x="4288222" y="2120792"/>
                  </a:lnTo>
                  <a:lnTo>
                    <a:pt x="4300544" y="2120792"/>
                  </a:lnTo>
                  <a:lnTo>
                    <a:pt x="4312867" y="2120792"/>
                  </a:lnTo>
                  <a:lnTo>
                    <a:pt x="4325189" y="2120792"/>
                  </a:lnTo>
                  <a:lnTo>
                    <a:pt x="4337512" y="2120792"/>
                  </a:lnTo>
                  <a:lnTo>
                    <a:pt x="4349834" y="2120792"/>
                  </a:lnTo>
                  <a:lnTo>
                    <a:pt x="4362157" y="2120792"/>
                  </a:lnTo>
                  <a:lnTo>
                    <a:pt x="4374479" y="2120792"/>
                  </a:lnTo>
                  <a:lnTo>
                    <a:pt x="4386802" y="2120792"/>
                  </a:lnTo>
                  <a:lnTo>
                    <a:pt x="4399124" y="2120792"/>
                  </a:lnTo>
                  <a:lnTo>
                    <a:pt x="4411447" y="2120792"/>
                  </a:lnTo>
                  <a:lnTo>
                    <a:pt x="4423769" y="2120792"/>
                  </a:lnTo>
                  <a:lnTo>
                    <a:pt x="4436091" y="2120792"/>
                  </a:lnTo>
                  <a:lnTo>
                    <a:pt x="4448414" y="2120792"/>
                  </a:lnTo>
                  <a:lnTo>
                    <a:pt x="4460736" y="2120792"/>
                  </a:lnTo>
                  <a:lnTo>
                    <a:pt x="4473059" y="2120792"/>
                  </a:lnTo>
                  <a:lnTo>
                    <a:pt x="4485381" y="2120792"/>
                  </a:lnTo>
                  <a:lnTo>
                    <a:pt x="4497704" y="2120792"/>
                  </a:lnTo>
                  <a:lnTo>
                    <a:pt x="4510026" y="2120792"/>
                  </a:lnTo>
                  <a:lnTo>
                    <a:pt x="4522349" y="2120792"/>
                  </a:lnTo>
                  <a:lnTo>
                    <a:pt x="4534671" y="2120792"/>
                  </a:lnTo>
                  <a:lnTo>
                    <a:pt x="4546994" y="2120792"/>
                  </a:lnTo>
                  <a:lnTo>
                    <a:pt x="4559316" y="2120792"/>
                  </a:lnTo>
                  <a:lnTo>
                    <a:pt x="4571639" y="2120792"/>
                  </a:lnTo>
                  <a:lnTo>
                    <a:pt x="4583961" y="2120791"/>
                  </a:lnTo>
                  <a:lnTo>
                    <a:pt x="4596284" y="2120790"/>
                  </a:lnTo>
                  <a:lnTo>
                    <a:pt x="4608606" y="2120788"/>
                  </a:lnTo>
                  <a:lnTo>
                    <a:pt x="4620929" y="2120783"/>
                  </a:lnTo>
                  <a:lnTo>
                    <a:pt x="4633251" y="2120773"/>
                  </a:lnTo>
                  <a:lnTo>
                    <a:pt x="4645574" y="2120756"/>
                  </a:lnTo>
                  <a:lnTo>
                    <a:pt x="4657896" y="2120724"/>
                  </a:lnTo>
                  <a:lnTo>
                    <a:pt x="4670219" y="2120672"/>
                  </a:lnTo>
                  <a:lnTo>
                    <a:pt x="4682541" y="2120593"/>
                  </a:lnTo>
                  <a:lnTo>
                    <a:pt x="4694864" y="2120484"/>
                  </a:lnTo>
                  <a:lnTo>
                    <a:pt x="4707186" y="2120347"/>
                  </a:lnTo>
                  <a:lnTo>
                    <a:pt x="4719508" y="2120190"/>
                  </a:lnTo>
                  <a:lnTo>
                    <a:pt x="4731831" y="2120029"/>
                  </a:lnTo>
                  <a:lnTo>
                    <a:pt x="4744153" y="2119886"/>
                  </a:lnTo>
                  <a:lnTo>
                    <a:pt x="4756476" y="2119784"/>
                  </a:lnTo>
                  <a:lnTo>
                    <a:pt x="4768798" y="2119741"/>
                  </a:lnTo>
                  <a:lnTo>
                    <a:pt x="4781121" y="2119764"/>
                  </a:lnTo>
                  <a:lnTo>
                    <a:pt x="4793443" y="2119849"/>
                  </a:lnTo>
                  <a:lnTo>
                    <a:pt x="4805766" y="2119981"/>
                  </a:lnTo>
                  <a:lnTo>
                    <a:pt x="4818088" y="2120139"/>
                  </a:lnTo>
                  <a:lnTo>
                    <a:pt x="4830411" y="2120300"/>
                  </a:lnTo>
                  <a:lnTo>
                    <a:pt x="4842733" y="2120445"/>
                  </a:lnTo>
                  <a:lnTo>
                    <a:pt x="4855056" y="2120563"/>
                  </a:lnTo>
                  <a:lnTo>
                    <a:pt x="4867378" y="2120651"/>
                  </a:lnTo>
                  <a:lnTo>
                    <a:pt x="4879701" y="2120710"/>
                  </a:lnTo>
                  <a:lnTo>
                    <a:pt x="4892023" y="2120745"/>
                  </a:lnTo>
                  <a:lnTo>
                    <a:pt x="4904346" y="2120761"/>
                  </a:lnTo>
                  <a:lnTo>
                    <a:pt x="4916668" y="2120758"/>
                  </a:lnTo>
                  <a:lnTo>
                    <a:pt x="4928991" y="2120729"/>
                  </a:lnTo>
                  <a:lnTo>
                    <a:pt x="4941313" y="2120653"/>
                  </a:lnTo>
                  <a:lnTo>
                    <a:pt x="4953636" y="2120490"/>
                  </a:lnTo>
                  <a:lnTo>
                    <a:pt x="4965958" y="2120172"/>
                  </a:lnTo>
                  <a:lnTo>
                    <a:pt x="4978281" y="2119600"/>
                  </a:lnTo>
                  <a:lnTo>
                    <a:pt x="4990603" y="2118649"/>
                  </a:lnTo>
                  <a:lnTo>
                    <a:pt x="5002925" y="2117182"/>
                  </a:lnTo>
                  <a:lnTo>
                    <a:pt x="5015248" y="2115094"/>
                  </a:lnTo>
                  <a:lnTo>
                    <a:pt x="5027570" y="2112358"/>
                  </a:lnTo>
                  <a:lnTo>
                    <a:pt x="5039893" y="2109077"/>
                  </a:lnTo>
                  <a:lnTo>
                    <a:pt x="5052215" y="2105521"/>
                  </a:lnTo>
                  <a:lnTo>
                    <a:pt x="5064538" y="2102110"/>
                  </a:lnTo>
                  <a:lnTo>
                    <a:pt x="5076860" y="2099352"/>
                  </a:lnTo>
                  <a:lnTo>
                    <a:pt x="5089183" y="2097725"/>
                  </a:lnTo>
                  <a:lnTo>
                    <a:pt x="5101505" y="2097614"/>
                  </a:lnTo>
                  <a:lnTo>
                    <a:pt x="5113828" y="2099000"/>
                  </a:lnTo>
                  <a:lnTo>
                    <a:pt x="5126150" y="2101584"/>
                  </a:lnTo>
                  <a:lnTo>
                    <a:pt x="5138473" y="2104910"/>
                  </a:lnTo>
                  <a:lnTo>
                    <a:pt x="5150795" y="2108471"/>
                  </a:lnTo>
                  <a:lnTo>
                    <a:pt x="5163118" y="2111823"/>
                  </a:lnTo>
                  <a:lnTo>
                    <a:pt x="5175440" y="2114667"/>
                  </a:lnTo>
                  <a:lnTo>
                    <a:pt x="5187763" y="2116871"/>
                  </a:lnTo>
                  <a:lnTo>
                    <a:pt x="5200085" y="2118440"/>
                  </a:lnTo>
                  <a:lnTo>
                    <a:pt x="5212408" y="2119471"/>
                  </a:lnTo>
                  <a:lnTo>
                    <a:pt x="5224730" y="2120099"/>
                  </a:lnTo>
                  <a:lnTo>
                    <a:pt x="5237053" y="2120452"/>
                  </a:lnTo>
                  <a:lnTo>
                    <a:pt x="5249375" y="2120636"/>
                  </a:lnTo>
                  <a:lnTo>
                    <a:pt x="5261698" y="2120725"/>
                  </a:lnTo>
                  <a:lnTo>
                    <a:pt x="5274020" y="2120765"/>
                  </a:lnTo>
                  <a:lnTo>
                    <a:pt x="5286342" y="2120782"/>
                  </a:lnTo>
                  <a:lnTo>
                    <a:pt x="5298665" y="2120788"/>
                  </a:lnTo>
                  <a:lnTo>
                    <a:pt x="5310987" y="2120791"/>
                  </a:lnTo>
                  <a:lnTo>
                    <a:pt x="5323310" y="2120791"/>
                  </a:lnTo>
                  <a:lnTo>
                    <a:pt x="5335632" y="2120792"/>
                  </a:lnTo>
                  <a:lnTo>
                    <a:pt x="5347955" y="2120792"/>
                  </a:lnTo>
                  <a:lnTo>
                    <a:pt x="5360277" y="2120792"/>
                  </a:lnTo>
                  <a:lnTo>
                    <a:pt x="5372600" y="2120792"/>
                  </a:lnTo>
                  <a:lnTo>
                    <a:pt x="5384922" y="2120792"/>
                  </a:lnTo>
                  <a:lnTo>
                    <a:pt x="5397245" y="2120792"/>
                  </a:lnTo>
                  <a:lnTo>
                    <a:pt x="5409567" y="2120792"/>
                  </a:lnTo>
                  <a:lnTo>
                    <a:pt x="5421890" y="2120792"/>
                  </a:lnTo>
                  <a:lnTo>
                    <a:pt x="5434212" y="2120792"/>
                  </a:lnTo>
                  <a:lnTo>
                    <a:pt x="5446535" y="2120792"/>
                  </a:lnTo>
                  <a:lnTo>
                    <a:pt x="5458857" y="2120792"/>
                  </a:lnTo>
                  <a:lnTo>
                    <a:pt x="5471180" y="2120792"/>
                  </a:lnTo>
                  <a:lnTo>
                    <a:pt x="5483502" y="2120792"/>
                  </a:lnTo>
                  <a:lnTo>
                    <a:pt x="5495825" y="2120792"/>
                  </a:lnTo>
                  <a:lnTo>
                    <a:pt x="5508147" y="2120792"/>
                  </a:lnTo>
                  <a:lnTo>
                    <a:pt x="5520470" y="2120792"/>
                  </a:lnTo>
                  <a:lnTo>
                    <a:pt x="5532792" y="2120792"/>
                  </a:lnTo>
                  <a:lnTo>
                    <a:pt x="5545114" y="2120792"/>
                  </a:lnTo>
                  <a:lnTo>
                    <a:pt x="5557437" y="2120792"/>
                  </a:lnTo>
                  <a:lnTo>
                    <a:pt x="5569759" y="2120792"/>
                  </a:lnTo>
                  <a:lnTo>
                    <a:pt x="5582082" y="2120792"/>
                  </a:lnTo>
                  <a:lnTo>
                    <a:pt x="5594404" y="2120792"/>
                  </a:lnTo>
                  <a:lnTo>
                    <a:pt x="5606727" y="2120792"/>
                  </a:lnTo>
                  <a:lnTo>
                    <a:pt x="5619049" y="2120792"/>
                  </a:lnTo>
                  <a:lnTo>
                    <a:pt x="5631372" y="2120792"/>
                  </a:lnTo>
                  <a:lnTo>
                    <a:pt x="5643694" y="2120792"/>
                  </a:lnTo>
                  <a:lnTo>
                    <a:pt x="5656017" y="2120792"/>
                  </a:lnTo>
                  <a:lnTo>
                    <a:pt x="5668339" y="2120792"/>
                  </a:lnTo>
                  <a:lnTo>
                    <a:pt x="5680662" y="2120792"/>
                  </a:lnTo>
                  <a:lnTo>
                    <a:pt x="5692984" y="2120792"/>
                  </a:lnTo>
                  <a:lnTo>
                    <a:pt x="5705307" y="2120792"/>
                  </a:lnTo>
                  <a:lnTo>
                    <a:pt x="5717629" y="2120792"/>
                  </a:lnTo>
                  <a:lnTo>
                    <a:pt x="5729952" y="2120792"/>
                  </a:lnTo>
                  <a:lnTo>
                    <a:pt x="5742274" y="2120792"/>
                  </a:lnTo>
                  <a:lnTo>
                    <a:pt x="5754597" y="2120792"/>
                  </a:lnTo>
                  <a:lnTo>
                    <a:pt x="5766919" y="2120792"/>
                  </a:lnTo>
                  <a:lnTo>
                    <a:pt x="5779242" y="2120792"/>
                  </a:lnTo>
                  <a:lnTo>
                    <a:pt x="5791564" y="2120792"/>
                  </a:lnTo>
                  <a:lnTo>
                    <a:pt x="5803887" y="2120792"/>
                  </a:lnTo>
                  <a:lnTo>
                    <a:pt x="5816209" y="2120792"/>
                  </a:lnTo>
                  <a:lnTo>
                    <a:pt x="5828531" y="2120792"/>
                  </a:lnTo>
                  <a:lnTo>
                    <a:pt x="5840854" y="2120792"/>
                  </a:lnTo>
                  <a:lnTo>
                    <a:pt x="5853176" y="2120792"/>
                  </a:lnTo>
                  <a:lnTo>
                    <a:pt x="5865499" y="2120792"/>
                  </a:lnTo>
                  <a:lnTo>
                    <a:pt x="5877821" y="2120792"/>
                  </a:lnTo>
                  <a:lnTo>
                    <a:pt x="5890144" y="2120792"/>
                  </a:lnTo>
                  <a:lnTo>
                    <a:pt x="5902466" y="2120792"/>
                  </a:lnTo>
                  <a:lnTo>
                    <a:pt x="5914789" y="2120792"/>
                  </a:lnTo>
                  <a:lnTo>
                    <a:pt x="5927111" y="2120792"/>
                  </a:lnTo>
                  <a:lnTo>
                    <a:pt x="5939434" y="2120792"/>
                  </a:lnTo>
                  <a:lnTo>
                    <a:pt x="5951756" y="2120792"/>
                  </a:lnTo>
                  <a:lnTo>
                    <a:pt x="5964079" y="2120792"/>
                  </a:lnTo>
                  <a:lnTo>
                    <a:pt x="5976401" y="2120792"/>
                  </a:lnTo>
                  <a:lnTo>
                    <a:pt x="5988724" y="2120792"/>
                  </a:lnTo>
                  <a:lnTo>
                    <a:pt x="6001046" y="2120792"/>
                  </a:lnTo>
                  <a:lnTo>
                    <a:pt x="6013369" y="2120792"/>
                  </a:lnTo>
                  <a:lnTo>
                    <a:pt x="6025691" y="2120792"/>
                  </a:lnTo>
                  <a:lnTo>
                    <a:pt x="6038014" y="2120792"/>
                  </a:lnTo>
                  <a:lnTo>
                    <a:pt x="6050336" y="2120792"/>
                  </a:lnTo>
                  <a:lnTo>
                    <a:pt x="6062659" y="2120792"/>
                  </a:lnTo>
                  <a:lnTo>
                    <a:pt x="6074981" y="2120792"/>
                  </a:lnTo>
                  <a:lnTo>
                    <a:pt x="6087304" y="2120792"/>
                  </a:lnTo>
                  <a:lnTo>
                    <a:pt x="6099626" y="2120792"/>
                  </a:lnTo>
                  <a:lnTo>
                    <a:pt x="6111948" y="2120792"/>
                  </a:lnTo>
                  <a:lnTo>
                    <a:pt x="6124271" y="2120792"/>
                  </a:lnTo>
                  <a:lnTo>
                    <a:pt x="6136593" y="2120792"/>
                  </a:lnTo>
                  <a:lnTo>
                    <a:pt x="6148916" y="2120792"/>
                  </a:lnTo>
                  <a:lnTo>
                    <a:pt x="6161238" y="2120792"/>
                  </a:lnTo>
                  <a:lnTo>
                    <a:pt x="6173561" y="2120792"/>
                  </a:lnTo>
                  <a:lnTo>
                    <a:pt x="6185883" y="2120792"/>
                  </a:lnTo>
                  <a:lnTo>
                    <a:pt x="6198206" y="2120792"/>
                  </a:lnTo>
                  <a:lnTo>
                    <a:pt x="6210528" y="2120792"/>
                  </a:lnTo>
                  <a:lnTo>
                    <a:pt x="6222851" y="2120792"/>
                  </a:lnTo>
                  <a:lnTo>
                    <a:pt x="6235173" y="2120792"/>
                  </a:lnTo>
                  <a:lnTo>
                    <a:pt x="6247496" y="2120792"/>
                  </a:lnTo>
                  <a:lnTo>
                    <a:pt x="6259818" y="2120792"/>
                  </a:lnTo>
                  <a:lnTo>
                    <a:pt x="6272141" y="2120792"/>
                  </a:lnTo>
                  <a:lnTo>
                    <a:pt x="6284463" y="2120792"/>
                  </a:lnTo>
                  <a:lnTo>
                    <a:pt x="6296786" y="2120792"/>
                  </a:lnTo>
                  <a:lnTo>
                    <a:pt x="6284463" y="2120792"/>
                  </a:lnTo>
                  <a:lnTo>
                    <a:pt x="6272141" y="2120792"/>
                  </a:lnTo>
                  <a:lnTo>
                    <a:pt x="6259818" y="2120792"/>
                  </a:lnTo>
                  <a:lnTo>
                    <a:pt x="6247496" y="2120792"/>
                  </a:lnTo>
                  <a:lnTo>
                    <a:pt x="6235173" y="2120792"/>
                  </a:lnTo>
                  <a:lnTo>
                    <a:pt x="6222851" y="2120792"/>
                  </a:lnTo>
                  <a:lnTo>
                    <a:pt x="6210528" y="2120792"/>
                  </a:lnTo>
                  <a:lnTo>
                    <a:pt x="6198206" y="2120792"/>
                  </a:lnTo>
                  <a:lnTo>
                    <a:pt x="6185883" y="2120792"/>
                  </a:lnTo>
                  <a:lnTo>
                    <a:pt x="6173561" y="2120792"/>
                  </a:lnTo>
                  <a:lnTo>
                    <a:pt x="6161238" y="2120792"/>
                  </a:lnTo>
                  <a:lnTo>
                    <a:pt x="6148916" y="2120792"/>
                  </a:lnTo>
                  <a:lnTo>
                    <a:pt x="6136593" y="2120792"/>
                  </a:lnTo>
                  <a:lnTo>
                    <a:pt x="6124271" y="2120792"/>
                  </a:lnTo>
                  <a:lnTo>
                    <a:pt x="6111948" y="2120792"/>
                  </a:lnTo>
                  <a:lnTo>
                    <a:pt x="6099626" y="2120792"/>
                  </a:lnTo>
                  <a:lnTo>
                    <a:pt x="6087304" y="2120792"/>
                  </a:lnTo>
                  <a:lnTo>
                    <a:pt x="6074981" y="2120792"/>
                  </a:lnTo>
                  <a:lnTo>
                    <a:pt x="6062659" y="2120792"/>
                  </a:lnTo>
                  <a:lnTo>
                    <a:pt x="6050336" y="2120792"/>
                  </a:lnTo>
                  <a:lnTo>
                    <a:pt x="6038014" y="2120792"/>
                  </a:lnTo>
                  <a:lnTo>
                    <a:pt x="6025691" y="2120792"/>
                  </a:lnTo>
                  <a:lnTo>
                    <a:pt x="6013369" y="2120792"/>
                  </a:lnTo>
                  <a:lnTo>
                    <a:pt x="6001046" y="2120792"/>
                  </a:lnTo>
                  <a:lnTo>
                    <a:pt x="5988724" y="2120792"/>
                  </a:lnTo>
                  <a:lnTo>
                    <a:pt x="5976401" y="2120792"/>
                  </a:lnTo>
                  <a:lnTo>
                    <a:pt x="5964079" y="2120792"/>
                  </a:lnTo>
                  <a:lnTo>
                    <a:pt x="5951756" y="2120792"/>
                  </a:lnTo>
                  <a:lnTo>
                    <a:pt x="5939434" y="2120792"/>
                  </a:lnTo>
                  <a:lnTo>
                    <a:pt x="5927111" y="2120792"/>
                  </a:lnTo>
                  <a:lnTo>
                    <a:pt x="5914789" y="2120792"/>
                  </a:lnTo>
                  <a:lnTo>
                    <a:pt x="5902466" y="2120792"/>
                  </a:lnTo>
                  <a:lnTo>
                    <a:pt x="5890144" y="2120792"/>
                  </a:lnTo>
                  <a:lnTo>
                    <a:pt x="5877821" y="2120792"/>
                  </a:lnTo>
                  <a:lnTo>
                    <a:pt x="5865499" y="2120792"/>
                  </a:lnTo>
                  <a:lnTo>
                    <a:pt x="5853176" y="2120792"/>
                  </a:lnTo>
                  <a:lnTo>
                    <a:pt x="5840854" y="2120792"/>
                  </a:lnTo>
                  <a:lnTo>
                    <a:pt x="5828531" y="2120792"/>
                  </a:lnTo>
                  <a:lnTo>
                    <a:pt x="5816209" y="2120792"/>
                  </a:lnTo>
                  <a:lnTo>
                    <a:pt x="5803887" y="2120792"/>
                  </a:lnTo>
                  <a:lnTo>
                    <a:pt x="5791564" y="2120792"/>
                  </a:lnTo>
                  <a:lnTo>
                    <a:pt x="5779242" y="2120792"/>
                  </a:lnTo>
                  <a:lnTo>
                    <a:pt x="5766919" y="2120792"/>
                  </a:lnTo>
                  <a:lnTo>
                    <a:pt x="5754597" y="2120792"/>
                  </a:lnTo>
                  <a:lnTo>
                    <a:pt x="5742274" y="2120792"/>
                  </a:lnTo>
                  <a:lnTo>
                    <a:pt x="5729952" y="2120792"/>
                  </a:lnTo>
                  <a:lnTo>
                    <a:pt x="5717629" y="2120792"/>
                  </a:lnTo>
                  <a:lnTo>
                    <a:pt x="5705307" y="2120792"/>
                  </a:lnTo>
                  <a:lnTo>
                    <a:pt x="5692984" y="2120792"/>
                  </a:lnTo>
                  <a:lnTo>
                    <a:pt x="5680662" y="2120792"/>
                  </a:lnTo>
                  <a:lnTo>
                    <a:pt x="5668339" y="2120792"/>
                  </a:lnTo>
                  <a:lnTo>
                    <a:pt x="5656017" y="2120792"/>
                  </a:lnTo>
                  <a:lnTo>
                    <a:pt x="5643694" y="2120792"/>
                  </a:lnTo>
                  <a:lnTo>
                    <a:pt x="5631372" y="2120792"/>
                  </a:lnTo>
                  <a:lnTo>
                    <a:pt x="5619049" y="2120792"/>
                  </a:lnTo>
                  <a:lnTo>
                    <a:pt x="5606727" y="2120792"/>
                  </a:lnTo>
                  <a:lnTo>
                    <a:pt x="5594404" y="2120792"/>
                  </a:lnTo>
                  <a:lnTo>
                    <a:pt x="5582082" y="2120792"/>
                  </a:lnTo>
                  <a:lnTo>
                    <a:pt x="5569759" y="2120792"/>
                  </a:lnTo>
                  <a:lnTo>
                    <a:pt x="5557437" y="2120792"/>
                  </a:lnTo>
                  <a:lnTo>
                    <a:pt x="5545114" y="2120792"/>
                  </a:lnTo>
                  <a:lnTo>
                    <a:pt x="5532792" y="2120792"/>
                  </a:lnTo>
                  <a:lnTo>
                    <a:pt x="5520470" y="2120792"/>
                  </a:lnTo>
                  <a:lnTo>
                    <a:pt x="5508147" y="2120792"/>
                  </a:lnTo>
                  <a:lnTo>
                    <a:pt x="5495825" y="2120792"/>
                  </a:lnTo>
                  <a:lnTo>
                    <a:pt x="5483502" y="2120792"/>
                  </a:lnTo>
                  <a:lnTo>
                    <a:pt x="5471180" y="2120792"/>
                  </a:lnTo>
                  <a:lnTo>
                    <a:pt x="5458857" y="2120792"/>
                  </a:lnTo>
                  <a:lnTo>
                    <a:pt x="5446535" y="2120792"/>
                  </a:lnTo>
                  <a:lnTo>
                    <a:pt x="5434212" y="2120792"/>
                  </a:lnTo>
                  <a:lnTo>
                    <a:pt x="5421890" y="2120792"/>
                  </a:lnTo>
                  <a:lnTo>
                    <a:pt x="5409567" y="2120792"/>
                  </a:lnTo>
                  <a:lnTo>
                    <a:pt x="5397245" y="2120792"/>
                  </a:lnTo>
                  <a:lnTo>
                    <a:pt x="5384922" y="2120792"/>
                  </a:lnTo>
                  <a:lnTo>
                    <a:pt x="5372600" y="2120792"/>
                  </a:lnTo>
                  <a:lnTo>
                    <a:pt x="5360277" y="2120792"/>
                  </a:lnTo>
                  <a:lnTo>
                    <a:pt x="5347955" y="2120792"/>
                  </a:lnTo>
                  <a:lnTo>
                    <a:pt x="5335632" y="2120792"/>
                  </a:lnTo>
                  <a:lnTo>
                    <a:pt x="5323310" y="2120792"/>
                  </a:lnTo>
                  <a:lnTo>
                    <a:pt x="5310987" y="2120792"/>
                  </a:lnTo>
                  <a:lnTo>
                    <a:pt x="5298665" y="2120792"/>
                  </a:lnTo>
                  <a:lnTo>
                    <a:pt x="5286342" y="2120792"/>
                  </a:lnTo>
                  <a:lnTo>
                    <a:pt x="5274020" y="2120792"/>
                  </a:lnTo>
                  <a:lnTo>
                    <a:pt x="5261698" y="2120792"/>
                  </a:lnTo>
                  <a:lnTo>
                    <a:pt x="5249375" y="2120792"/>
                  </a:lnTo>
                  <a:lnTo>
                    <a:pt x="5237053" y="2120792"/>
                  </a:lnTo>
                  <a:lnTo>
                    <a:pt x="5224730" y="2120792"/>
                  </a:lnTo>
                  <a:lnTo>
                    <a:pt x="5212408" y="2120792"/>
                  </a:lnTo>
                  <a:lnTo>
                    <a:pt x="5200085" y="2120792"/>
                  </a:lnTo>
                  <a:lnTo>
                    <a:pt x="5187763" y="2120792"/>
                  </a:lnTo>
                  <a:lnTo>
                    <a:pt x="5175440" y="2120792"/>
                  </a:lnTo>
                  <a:lnTo>
                    <a:pt x="5163118" y="2120792"/>
                  </a:lnTo>
                  <a:lnTo>
                    <a:pt x="5150795" y="2120792"/>
                  </a:lnTo>
                  <a:lnTo>
                    <a:pt x="5138473" y="2120792"/>
                  </a:lnTo>
                  <a:lnTo>
                    <a:pt x="5126150" y="2120792"/>
                  </a:lnTo>
                  <a:lnTo>
                    <a:pt x="5113828" y="2120792"/>
                  </a:lnTo>
                  <a:lnTo>
                    <a:pt x="5101505" y="2120792"/>
                  </a:lnTo>
                  <a:lnTo>
                    <a:pt x="5089183" y="2120792"/>
                  </a:lnTo>
                  <a:lnTo>
                    <a:pt x="5076860" y="2120792"/>
                  </a:lnTo>
                  <a:lnTo>
                    <a:pt x="5064538" y="2120792"/>
                  </a:lnTo>
                  <a:lnTo>
                    <a:pt x="5052215" y="2120792"/>
                  </a:lnTo>
                  <a:lnTo>
                    <a:pt x="5039893" y="2120792"/>
                  </a:lnTo>
                  <a:lnTo>
                    <a:pt x="5027570" y="2120792"/>
                  </a:lnTo>
                  <a:lnTo>
                    <a:pt x="5015248" y="2120792"/>
                  </a:lnTo>
                  <a:lnTo>
                    <a:pt x="5002925" y="2120792"/>
                  </a:lnTo>
                  <a:lnTo>
                    <a:pt x="4990603" y="2120792"/>
                  </a:lnTo>
                  <a:lnTo>
                    <a:pt x="4978281" y="2120792"/>
                  </a:lnTo>
                  <a:lnTo>
                    <a:pt x="4965958" y="2120792"/>
                  </a:lnTo>
                  <a:lnTo>
                    <a:pt x="4953636" y="2120792"/>
                  </a:lnTo>
                  <a:lnTo>
                    <a:pt x="4941313" y="2120792"/>
                  </a:lnTo>
                  <a:lnTo>
                    <a:pt x="4928991" y="2120792"/>
                  </a:lnTo>
                  <a:lnTo>
                    <a:pt x="4916668" y="2120792"/>
                  </a:lnTo>
                  <a:lnTo>
                    <a:pt x="4904346" y="2120792"/>
                  </a:lnTo>
                  <a:lnTo>
                    <a:pt x="4892023" y="2120792"/>
                  </a:lnTo>
                  <a:lnTo>
                    <a:pt x="4879701" y="2120792"/>
                  </a:lnTo>
                  <a:lnTo>
                    <a:pt x="4867378" y="2120792"/>
                  </a:lnTo>
                  <a:lnTo>
                    <a:pt x="4855056" y="2120792"/>
                  </a:lnTo>
                  <a:lnTo>
                    <a:pt x="4842733" y="2120792"/>
                  </a:lnTo>
                  <a:lnTo>
                    <a:pt x="4830411" y="2120792"/>
                  </a:lnTo>
                  <a:lnTo>
                    <a:pt x="4818088" y="2120792"/>
                  </a:lnTo>
                  <a:lnTo>
                    <a:pt x="4805766" y="2120792"/>
                  </a:lnTo>
                  <a:lnTo>
                    <a:pt x="4793443" y="2120792"/>
                  </a:lnTo>
                  <a:lnTo>
                    <a:pt x="4781121" y="2120792"/>
                  </a:lnTo>
                  <a:lnTo>
                    <a:pt x="4768798" y="2120792"/>
                  </a:lnTo>
                  <a:lnTo>
                    <a:pt x="4756476" y="2120792"/>
                  </a:lnTo>
                  <a:lnTo>
                    <a:pt x="4744153" y="2120792"/>
                  </a:lnTo>
                  <a:lnTo>
                    <a:pt x="4731831" y="2120792"/>
                  </a:lnTo>
                  <a:lnTo>
                    <a:pt x="4719508" y="2120792"/>
                  </a:lnTo>
                  <a:lnTo>
                    <a:pt x="4707186" y="2120792"/>
                  </a:lnTo>
                  <a:lnTo>
                    <a:pt x="4694864" y="2120792"/>
                  </a:lnTo>
                  <a:lnTo>
                    <a:pt x="4682541" y="2120792"/>
                  </a:lnTo>
                  <a:lnTo>
                    <a:pt x="4670219" y="2120792"/>
                  </a:lnTo>
                  <a:lnTo>
                    <a:pt x="4657896" y="2120792"/>
                  </a:lnTo>
                  <a:lnTo>
                    <a:pt x="4645574" y="2120792"/>
                  </a:lnTo>
                  <a:lnTo>
                    <a:pt x="4633251" y="2120792"/>
                  </a:lnTo>
                  <a:lnTo>
                    <a:pt x="4620929" y="2120792"/>
                  </a:lnTo>
                  <a:lnTo>
                    <a:pt x="4608606" y="2120792"/>
                  </a:lnTo>
                  <a:lnTo>
                    <a:pt x="4596284" y="2120792"/>
                  </a:lnTo>
                  <a:lnTo>
                    <a:pt x="4583961" y="2120792"/>
                  </a:lnTo>
                  <a:lnTo>
                    <a:pt x="4571639" y="2120792"/>
                  </a:lnTo>
                  <a:lnTo>
                    <a:pt x="4559316" y="2120792"/>
                  </a:lnTo>
                  <a:lnTo>
                    <a:pt x="4546994" y="2120792"/>
                  </a:lnTo>
                  <a:lnTo>
                    <a:pt x="4534671" y="2120792"/>
                  </a:lnTo>
                  <a:lnTo>
                    <a:pt x="4522349" y="2120792"/>
                  </a:lnTo>
                  <a:lnTo>
                    <a:pt x="4510026" y="2120792"/>
                  </a:lnTo>
                  <a:lnTo>
                    <a:pt x="4497704" y="2120792"/>
                  </a:lnTo>
                  <a:lnTo>
                    <a:pt x="4485381" y="2120792"/>
                  </a:lnTo>
                  <a:lnTo>
                    <a:pt x="4473059" y="2120792"/>
                  </a:lnTo>
                  <a:lnTo>
                    <a:pt x="4460736" y="2120792"/>
                  </a:lnTo>
                  <a:lnTo>
                    <a:pt x="4448414" y="2120792"/>
                  </a:lnTo>
                  <a:lnTo>
                    <a:pt x="4436091" y="2120792"/>
                  </a:lnTo>
                  <a:lnTo>
                    <a:pt x="4423769" y="2120792"/>
                  </a:lnTo>
                  <a:lnTo>
                    <a:pt x="4411447" y="2120792"/>
                  </a:lnTo>
                  <a:lnTo>
                    <a:pt x="4399124" y="2120792"/>
                  </a:lnTo>
                  <a:lnTo>
                    <a:pt x="4386802" y="2120792"/>
                  </a:lnTo>
                  <a:lnTo>
                    <a:pt x="4374479" y="2120792"/>
                  </a:lnTo>
                  <a:lnTo>
                    <a:pt x="4362157" y="2120792"/>
                  </a:lnTo>
                  <a:lnTo>
                    <a:pt x="4349834" y="2120792"/>
                  </a:lnTo>
                  <a:lnTo>
                    <a:pt x="4337512" y="2120792"/>
                  </a:lnTo>
                  <a:lnTo>
                    <a:pt x="4325189" y="2120792"/>
                  </a:lnTo>
                  <a:lnTo>
                    <a:pt x="4312867" y="2120792"/>
                  </a:lnTo>
                  <a:lnTo>
                    <a:pt x="4300544" y="2120792"/>
                  </a:lnTo>
                  <a:lnTo>
                    <a:pt x="4288222" y="2120792"/>
                  </a:lnTo>
                  <a:lnTo>
                    <a:pt x="4275899" y="2120792"/>
                  </a:lnTo>
                  <a:lnTo>
                    <a:pt x="4263577" y="2120792"/>
                  </a:lnTo>
                  <a:lnTo>
                    <a:pt x="4251254" y="2120792"/>
                  </a:lnTo>
                  <a:lnTo>
                    <a:pt x="4238932" y="2120792"/>
                  </a:lnTo>
                  <a:lnTo>
                    <a:pt x="4226609" y="2120792"/>
                  </a:lnTo>
                  <a:lnTo>
                    <a:pt x="4214287" y="2120792"/>
                  </a:lnTo>
                  <a:lnTo>
                    <a:pt x="4201964" y="2120792"/>
                  </a:lnTo>
                  <a:lnTo>
                    <a:pt x="4189642" y="2120792"/>
                  </a:lnTo>
                  <a:lnTo>
                    <a:pt x="4177319" y="2120792"/>
                  </a:lnTo>
                  <a:lnTo>
                    <a:pt x="4164997" y="2120792"/>
                  </a:lnTo>
                  <a:lnTo>
                    <a:pt x="4152675" y="2120792"/>
                  </a:lnTo>
                  <a:lnTo>
                    <a:pt x="4140352" y="2120792"/>
                  </a:lnTo>
                  <a:lnTo>
                    <a:pt x="4128030" y="2120792"/>
                  </a:lnTo>
                  <a:lnTo>
                    <a:pt x="4115707" y="2120792"/>
                  </a:lnTo>
                  <a:lnTo>
                    <a:pt x="4103385" y="2120792"/>
                  </a:lnTo>
                  <a:lnTo>
                    <a:pt x="4091062" y="2120792"/>
                  </a:lnTo>
                  <a:lnTo>
                    <a:pt x="4078740" y="2120792"/>
                  </a:lnTo>
                  <a:lnTo>
                    <a:pt x="4066417" y="2120792"/>
                  </a:lnTo>
                  <a:lnTo>
                    <a:pt x="4054095" y="2120792"/>
                  </a:lnTo>
                  <a:lnTo>
                    <a:pt x="4041772" y="2120792"/>
                  </a:lnTo>
                  <a:lnTo>
                    <a:pt x="4029450" y="2120792"/>
                  </a:lnTo>
                  <a:lnTo>
                    <a:pt x="4017127" y="2120792"/>
                  </a:lnTo>
                  <a:lnTo>
                    <a:pt x="4004805" y="2120792"/>
                  </a:lnTo>
                  <a:lnTo>
                    <a:pt x="3992482" y="2120792"/>
                  </a:lnTo>
                  <a:lnTo>
                    <a:pt x="3980160" y="2120792"/>
                  </a:lnTo>
                  <a:lnTo>
                    <a:pt x="3967837" y="2120792"/>
                  </a:lnTo>
                  <a:lnTo>
                    <a:pt x="3955515" y="2120792"/>
                  </a:lnTo>
                  <a:lnTo>
                    <a:pt x="3943192" y="2120792"/>
                  </a:lnTo>
                  <a:lnTo>
                    <a:pt x="3930870" y="2120792"/>
                  </a:lnTo>
                  <a:lnTo>
                    <a:pt x="3918547" y="2120792"/>
                  </a:lnTo>
                  <a:lnTo>
                    <a:pt x="3906225" y="2120792"/>
                  </a:lnTo>
                  <a:lnTo>
                    <a:pt x="3893902" y="2120792"/>
                  </a:lnTo>
                  <a:lnTo>
                    <a:pt x="3881580" y="2120792"/>
                  </a:lnTo>
                  <a:lnTo>
                    <a:pt x="3869258" y="2120792"/>
                  </a:lnTo>
                  <a:lnTo>
                    <a:pt x="3856935" y="2120792"/>
                  </a:lnTo>
                  <a:lnTo>
                    <a:pt x="3844613" y="2120792"/>
                  </a:lnTo>
                  <a:lnTo>
                    <a:pt x="3832290" y="2120792"/>
                  </a:lnTo>
                  <a:lnTo>
                    <a:pt x="3819968" y="2120792"/>
                  </a:lnTo>
                  <a:lnTo>
                    <a:pt x="3807645" y="2120792"/>
                  </a:lnTo>
                  <a:lnTo>
                    <a:pt x="3795323" y="2120792"/>
                  </a:lnTo>
                  <a:lnTo>
                    <a:pt x="3783000" y="2120792"/>
                  </a:lnTo>
                  <a:lnTo>
                    <a:pt x="3770678" y="2120792"/>
                  </a:lnTo>
                  <a:lnTo>
                    <a:pt x="3758355" y="2120792"/>
                  </a:lnTo>
                  <a:lnTo>
                    <a:pt x="3746033" y="2120792"/>
                  </a:lnTo>
                  <a:lnTo>
                    <a:pt x="3733710" y="2120792"/>
                  </a:lnTo>
                  <a:lnTo>
                    <a:pt x="3721388" y="2120792"/>
                  </a:lnTo>
                  <a:lnTo>
                    <a:pt x="3709065" y="2120792"/>
                  </a:lnTo>
                  <a:lnTo>
                    <a:pt x="3696743" y="2120792"/>
                  </a:lnTo>
                  <a:lnTo>
                    <a:pt x="3684420" y="2120792"/>
                  </a:lnTo>
                  <a:lnTo>
                    <a:pt x="3672098" y="2120792"/>
                  </a:lnTo>
                  <a:lnTo>
                    <a:pt x="3659775" y="2120792"/>
                  </a:lnTo>
                  <a:lnTo>
                    <a:pt x="3647453" y="2120792"/>
                  </a:lnTo>
                  <a:lnTo>
                    <a:pt x="3635130" y="2120792"/>
                  </a:lnTo>
                  <a:lnTo>
                    <a:pt x="3622808" y="2120792"/>
                  </a:lnTo>
                  <a:lnTo>
                    <a:pt x="3610485" y="2120792"/>
                  </a:lnTo>
                  <a:lnTo>
                    <a:pt x="3598163" y="2120792"/>
                  </a:lnTo>
                  <a:lnTo>
                    <a:pt x="3585841" y="2120792"/>
                  </a:lnTo>
                  <a:lnTo>
                    <a:pt x="3573518" y="2120792"/>
                  </a:lnTo>
                  <a:lnTo>
                    <a:pt x="3561196" y="2120792"/>
                  </a:lnTo>
                  <a:lnTo>
                    <a:pt x="3548873" y="2120792"/>
                  </a:lnTo>
                  <a:lnTo>
                    <a:pt x="3536551" y="2120792"/>
                  </a:lnTo>
                  <a:lnTo>
                    <a:pt x="3524228" y="2120792"/>
                  </a:lnTo>
                  <a:lnTo>
                    <a:pt x="3511906" y="2120792"/>
                  </a:lnTo>
                  <a:lnTo>
                    <a:pt x="3499583" y="2120792"/>
                  </a:lnTo>
                  <a:lnTo>
                    <a:pt x="3487261" y="2120792"/>
                  </a:lnTo>
                  <a:lnTo>
                    <a:pt x="3474938" y="2120792"/>
                  </a:lnTo>
                  <a:lnTo>
                    <a:pt x="3462616" y="2120792"/>
                  </a:lnTo>
                  <a:lnTo>
                    <a:pt x="3450293" y="2120792"/>
                  </a:lnTo>
                  <a:lnTo>
                    <a:pt x="3437971" y="2120792"/>
                  </a:lnTo>
                  <a:lnTo>
                    <a:pt x="3425648" y="2120792"/>
                  </a:lnTo>
                  <a:lnTo>
                    <a:pt x="3413326" y="2120792"/>
                  </a:lnTo>
                  <a:lnTo>
                    <a:pt x="3401003" y="2120792"/>
                  </a:lnTo>
                  <a:lnTo>
                    <a:pt x="3388681" y="2120792"/>
                  </a:lnTo>
                  <a:lnTo>
                    <a:pt x="3376358" y="2120792"/>
                  </a:lnTo>
                  <a:lnTo>
                    <a:pt x="3364036" y="2120792"/>
                  </a:lnTo>
                  <a:lnTo>
                    <a:pt x="3351713" y="2120792"/>
                  </a:lnTo>
                  <a:lnTo>
                    <a:pt x="3339391" y="2120792"/>
                  </a:lnTo>
                  <a:lnTo>
                    <a:pt x="3327068" y="2120792"/>
                  </a:lnTo>
                  <a:lnTo>
                    <a:pt x="3314746" y="2120792"/>
                  </a:lnTo>
                  <a:lnTo>
                    <a:pt x="3302424" y="2120792"/>
                  </a:lnTo>
                  <a:lnTo>
                    <a:pt x="3290101" y="2120792"/>
                  </a:lnTo>
                  <a:lnTo>
                    <a:pt x="3277779" y="2120792"/>
                  </a:lnTo>
                  <a:lnTo>
                    <a:pt x="3265456" y="2120792"/>
                  </a:lnTo>
                  <a:lnTo>
                    <a:pt x="3253134" y="2120792"/>
                  </a:lnTo>
                  <a:lnTo>
                    <a:pt x="3240811" y="2120792"/>
                  </a:lnTo>
                  <a:lnTo>
                    <a:pt x="3228489" y="2120792"/>
                  </a:lnTo>
                  <a:lnTo>
                    <a:pt x="3216166" y="2120792"/>
                  </a:lnTo>
                  <a:lnTo>
                    <a:pt x="3203844" y="2120792"/>
                  </a:lnTo>
                  <a:lnTo>
                    <a:pt x="3191521" y="2120792"/>
                  </a:lnTo>
                  <a:lnTo>
                    <a:pt x="3179199" y="2120792"/>
                  </a:lnTo>
                  <a:lnTo>
                    <a:pt x="3166876" y="2120792"/>
                  </a:lnTo>
                  <a:lnTo>
                    <a:pt x="3154554" y="2120792"/>
                  </a:lnTo>
                  <a:lnTo>
                    <a:pt x="3142231" y="2120792"/>
                  </a:lnTo>
                  <a:lnTo>
                    <a:pt x="3129909" y="2120792"/>
                  </a:lnTo>
                  <a:lnTo>
                    <a:pt x="3117586" y="2120792"/>
                  </a:lnTo>
                  <a:lnTo>
                    <a:pt x="3105264" y="2120792"/>
                  </a:lnTo>
                  <a:lnTo>
                    <a:pt x="3092941" y="2120792"/>
                  </a:lnTo>
                  <a:lnTo>
                    <a:pt x="3080619" y="2120792"/>
                  </a:lnTo>
                  <a:lnTo>
                    <a:pt x="3068296" y="2120792"/>
                  </a:lnTo>
                  <a:lnTo>
                    <a:pt x="3055974" y="2120792"/>
                  </a:lnTo>
                  <a:lnTo>
                    <a:pt x="3043652" y="2120792"/>
                  </a:lnTo>
                  <a:lnTo>
                    <a:pt x="3031329" y="2120792"/>
                  </a:lnTo>
                  <a:lnTo>
                    <a:pt x="3019007" y="2120792"/>
                  </a:lnTo>
                  <a:lnTo>
                    <a:pt x="3006684" y="2120792"/>
                  </a:lnTo>
                  <a:lnTo>
                    <a:pt x="2994362" y="2120792"/>
                  </a:lnTo>
                  <a:lnTo>
                    <a:pt x="2982039" y="2120792"/>
                  </a:lnTo>
                  <a:lnTo>
                    <a:pt x="2969717" y="2120792"/>
                  </a:lnTo>
                  <a:lnTo>
                    <a:pt x="2957394" y="2120792"/>
                  </a:lnTo>
                  <a:lnTo>
                    <a:pt x="2945072" y="2120792"/>
                  </a:lnTo>
                  <a:lnTo>
                    <a:pt x="2932749" y="2120792"/>
                  </a:lnTo>
                  <a:lnTo>
                    <a:pt x="2920427" y="2120792"/>
                  </a:lnTo>
                  <a:lnTo>
                    <a:pt x="2908104" y="2120792"/>
                  </a:lnTo>
                  <a:lnTo>
                    <a:pt x="2895782" y="2120792"/>
                  </a:lnTo>
                  <a:lnTo>
                    <a:pt x="2883459" y="2120792"/>
                  </a:lnTo>
                  <a:lnTo>
                    <a:pt x="2871137" y="2120792"/>
                  </a:lnTo>
                  <a:lnTo>
                    <a:pt x="2858814" y="2120792"/>
                  </a:lnTo>
                  <a:lnTo>
                    <a:pt x="2846492" y="2120792"/>
                  </a:lnTo>
                  <a:lnTo>
                    <a:pt x="2834169" y="2120792"/>
                  </a:lnTo>
                  <a:lnTo>
                    <a:pt x="2821847" y="2120792"/>
                  </a:lnTo>
                  <a:lnTo>
                    <a:pt x="2809524" y="2120792"/>
                  </a:lnTo>
                  <a:lnTo>
                    <a:pt x="2797202" y="2120792"/>
                  </a:lnTo>
                  <a:lnTo>
                    <a:pt x="2784879" y="2120792"/>
                  </a:lnTo>
                  <a:lnTo>
                    <a:pt x="2772557" y="2120792"/>
                  </a:lnTo>
                  <a:lnTo>
                    <a:pt x="2760235" y="2120792"/>
                  </a:lnTo>
                  <a:lnTo>
                    <a:pt x="2747912" y="2120792"/>
                  </a:lnTo>
                  <a:lnTo>
                    <a:pt x="2735590" y="2120792"/>
                  </a:lnTo>
                  <a:lnTo>
                    <a:pt x="2723267" y="2120792"/>
                  </a:lnTo>
                  <a:lnTo>
                    <a:pt x="2710945" y="2120792"/>
                  </a:lnTo>
                  <a:lnTo>
                    <a:pt x="2698622" y="2120792"/>
                  </a:lnTo>
                  <a:lnTo>
                    <a:pt x="2686300" y="2120792"/>
                  </a:lnTo>
                  <a:lnTo>
                    <a:pt x="2673977" y="2120792"/>
                  </a:lnTo>
                  <a:lnTo>
                    <a:pt x="2661655" y="2120792"/>
                  </a:lnTo>
                  <a:lnTo>
                    <a:pt x="2649332" y="2120792"/>
                  </a:lnTo>
                  <a:lnTo>
                    <a:pt x="2637010" y="2120792"/>
                  </a:lnTo>
                  <a:lnTo>
                    <a:pt x="2624687" y="2120792"/>
                  </a:lnTo>
                  <a:lnTo>
                    <a:pt x="2612365" y="2120792"/>
                  </a:lnTo>
                  <a:lnTo>
                    <a:pt x="2600042" y="2120792"/>
                  </a:lnTo>
                  <a:lnTo>
                    <a:pt x="2587720" y="2120792"/>
                  </a:lnTo>
                  <a:lnTo>
                    <a:pt x="2575397" y="2120792"/>
                  </a:lnTo>
                  <a:lnTo>
                    <a:pt x="2563075" y="2120792"/>
                  </a:lnTo>
                  <a:lnTo>
                    <a:pt x="2550752" y="2120792"/>
                  </a:lnTo>
                  <a:lnTo>
                    <a:pt x="2538430" y="2120792"/>
                  </a:lnTo>
                  <a:lnTo>
                    <a:pt x="2526107" y="2120792"/>
                  </a:lnTo>
                  <a:lnTo>
                    <a:pt x="2513785" y="2120792"/>
                  </a:lnTo>
                  <a:lnTo>
                    <a:pt x="2501462" y="2120792"/>
                  </a:lnTo>
                  <a:lnTo>
                    <a:pt x="2489140" y="2120792"/>
                  </a:lnTo>
                  <a:lnTo>
                    <a:pt x="2476818" y="2120792"/>
                  </a:lnTo>
                  <a:lnTo>
                    <a:pt x="2464495" y="2120792"/>
                  </a:lnTo>
                  <a:lnTo>
                    <a:pt x="2452173" y="2120792"/>
                  </a:lnTo>
                  <a:lnTo>
                    <a:pt x="2439850" y="2120792"/>
                  </a:lnTo>
                  <a:lnTo>
                    <a:pt x="2427528" y="2120792"/>
                  </a:lnTo>
                  <a:lnTo>
                    <a:pt x="2415205" y="2120792"/>
                  </a:lnTo>
                  <a:lnTo>
                    <a:pt x="2402883" y="2120792"/>
                  </a:lnTo>
                  <a:lnTo>
                    <a:pt x="2390560" y="2120792"/>
                  </a:lnTo>
                  <a:lnTo>
                    <a:pt x="2378238" y="2120792"/>
                  </a:lnTo>
                  <a:lnTo>
                    <a:pt x="2365915" y="2120792"/>
                  </a:lnTo>
                  <a:lnTo>
                    <a:pt x="2353593" y="2120792"/>
                  </a:lnTo>
                  <a:lnTo>
                    <a:pt x="2341270" y="2120792"/>
                  </a:lnTo>
                  <a:lnTo>
                    <a:pt x="2328948" y="2120792"/>
                  </a:lnTo>
                  <a:lnTo>
                    <a:pt x="2316625" y="2120792"/>
                  </a:lnTo>
                  <a:lnTo>
                    <a:pt x="2304303" y="2120792"/>
                  </a:lnTo>
                  <a:lnTo>
                    <a:pt x="2291980" y="2120792"/>
                  </a:lnTo>
                  <a:lnTo>
                    <a:pt x="2279658" y="2120792"/>
                  </a:lnTo>
                  <a:lnTo>
                    <a:pt x="2267335" y="2120792"/>
                  </a:lnTo>
                  <a:lnTo>
                    <a:pt x="2255013" y="2120792"/>
                  </a:lnTo>
                  <a:lnTo>
                    <a:pt x="2242690" y="2120792"/>
                  </a:lnTo>
                  <a:lnTo>
                    <a:pt x="2230368" y="2120792"/>
                  </a:lnTo>
                  <a:lnTo>
                    <a:pt x="2218045" y="2120792"/>
                  </a:lnTo>
                  <a:lnTo>
                    <a:pt x="2205723" y="2120792"/>
                  </a:lnTo>
                  <a:lnTo>
                    <a:pt x="2193401" y="2120792"/>
                  </a:lnTo>
                  <a:lnTo>
                    <a:pt x="2181078" y="2120792"/>
                  </a:lnTo>
                  <a:lnTo>
                    <a:pt x="2168756" y="2120792"/>
                  </a:lnTo>
                  <a:lnTo>
                    <a:pt x="2156433" y="2120792"/>
                  </a:lnTo>
                  <a:lnTo>
                    <a:pt x="2144111" y="2120792"/>
                  </a:lnTo>
                  <a:lnTo>
                    <a:pt x="2131788" y="2120792"/>
                  </a:lnTo>
                  <a:lnTo>
                    <a:pt x="2119466" y="2120792"/>
                  </a:lnTo>
                  <a:lnTo>
                    <a:pt x="2107143" y="2120792"/>
                  </a:lnTo>
                  <a:lnTo>
                    <a:pt x="2094821" y="2120792"/>
                  </a:lnTo>
                  <a:lnTo>
                    <a:pt x="2082498" y="2120792"/>
                  </a:lnTo>
                  <a:lnTo>
                    <a:pt x="2070176" y="2120792"/>
                  </a:lnTo>
                  <a:lnTo>
                    <a:pt x="2057853" y="2120792"/>
                  </a:lnTo>
                  <a:lnTo>
                    <a:pt x="2045531" y="2120792"/>
                  </a:lnTo>
                  <a:lnTo>
                    <a:pt x="2033208" y="2120792"/>
                  </a:lnTo>
                  <a:lnTo>
                    <a:pt x="2020886" y="2120792"/>
                  </a:lnTo>
                  <a:lnTo>
                    <a:pt x="2008563" y="2120792"/>
                  </a:lnTo>
                  <a:lnTo>
                    <a:pt x="1996241" y="2120792"/>
                  </a:lnTo>
                  <a:lnTo>
                    <a:pt x="1983918" y="2120792"/>
                  </a:lnTo>
                  <a:lnTo>
                    <a:pt x="1971596" y="2120792"/>
                  </a:lnTo>
                  <a:lnTo>
                    <a:pt x="1959273" y="2120792"/>
                  </a:lnTo>
                  <a:lnTo>
                    <a:pt x="1946951" y="2120792"/>
                  </a:lnTo>
                  <a:lnTo>
                    <a:pt x="1934629" y="2120792"/>
                  </a:lnTo>
                  <a:lnTo>
                    <a:pt x="1922306" y="2120792"/>
                  </a:lnTo>
                  <a:lnTo>
                    <a:pt x="1909984" y="2120792"/>
                  </a:lnTo>
                  <a:lnTo>
                    <a:pt x="1897661" y="2120792"/>
                  </a:lnTo>
                  <a:lnTo>
                    <a:pt x="1885339" y="2120792"/>
                  </a:lnTo>
                  <a:lnTo>
                    <a:pt x="1873016" y="2120792"/>
                  </a:lnTo>
                  <a:lnTo>
                    <a:pt x="1860694" y="2120792"/>
                  </a:lnTo>
                  <a:lnTo>
                    <a:pt x="1848371" y="2120792"/>
                  </a:lnTo>
                  <a:lnTo>
                    <a:pt x="1836049" y="2120792"/>
                  </a:lnTo>
                  <a:lnTo>
                    <a:pt x="1823726" y="2120792"/>
                  </a:lnTo>
                  <a:lnTo>
                    <a:pt x="1811404" y="2120792"/>
                  </a:lnTo>
                  <a:lnTo>
                    <a:pt x="1799081" y="2120792"/>
                  </a:lnTo>
                  <a:lnTo>
                    <a:pt x="1786759" y="2120792"/>
                  </a:lnTo>
                  <a:lnTo>
                    <a:pt x="1774436" y="2120792"/>
                  </a:lnTo>
                  <a:lnTo>
                    <a:pt x="1762114" y="2120792"/>
                  </a:lnTo>
                  <a:lnTo>
                    <a:pt x="1749791" y="2120792"/>
                  </a:lnTo>
                  <a:lnTo>
                    <a:pt x="1737469" y="2120792"/>
                  </a:lnTo>
                  <a:lnTo>
                    <a:pt x="1725146" y="2120792"/>
                  </a:lnTo>
                  <a:lnTo>
                    <a:pt x="1712824" y="2120792"/>
                  </a:lnTo>
                  <a:lnTo>
                    <a:pt x="1700501" y="2120792"/>
                  </a:lnTo>
                  <a:lnTo>
                    <a:pt x="1688179" y="2120792"/>
                  </a:lnTo>
                  <a:lnTo>
                    <a:pt x="1675856" y="2120792"/>
                  </a:lnTo>
                  <a:lnTo>
                    <a:pt x="1663534" y="2120792"/>
                  </a:lnTo>
                  <a:lnTo>
                    <a:pt x="1651212" y="2120792"/>
                  </a:lnTo>
                  <a:lnTo>
                    <a:pt x="1638889" y="2120792"/>
                  </a:lnTo>
                  <a:lnTo>
                    <a:pt x="1626567" y="2120792"/>
                  </a:lnTo>
                  <a:lnTo>
                    <a:pt x="1614244" y="2120792"/>
                  </a:lnTo>
                  <a:lnTo>
                    <a:pt x="1601922" y="2120792"/>
                  </a:lnTo>
                  <a:lnTo>
                    <a:pt x="1589599" y="2120792"/>
                  </a:lnTo>
                  <a:lnTo>
                    <a:pt x="1577277" y="2120792"/>
                  </a:lnTo>
                  <a:lnTo>
                    <a:pt x="1564954" y="2120792"/>
                  </a:lnTo>
                  <a:lnTo>
                    <a:pt x="1552632" y="2120792"/>
                  </a:lnTo>
                  <a:lnTo>
                    <a:pt x="1540309" y="2120792"/>
                  </a:lnTo>
                  <a:lnTo>
                    <a:pt x="1527987" y="2120792"/>
                  </a:lnTo>
                  <a:lnTo>
                    <a:pt x="1515664" y="2120792"/>
                  </a:lnTo>
                  <a:lnTo>
                    <a:pt x="1503342" y="2120792"/>
                  </a:lnTo>
                  <a:lnTo>
                    <a:pt x="1491019" y="2120792"/>
                  </a:lnTo>
                  <a:lnTo>
                    <a:pt x="1478697" y="2120792"/>
                  </a:lnTo>
                  <a:lnTo>
                    <a:pt x="1466374" y="2120792"/>
                  </a:lnTo>
                  <a:lnTo>
                    <a:pt x="1454052" y="2120792"/>
                  </a:lnTo>
                  <a:lnTo>
                    <a:pt x="1441729" y="2120792"/>
                  </a:lnTo>
                  <a:lnTo>
                    <a:pt x="1429407" y="2120792"/>
                  </a:lnTo>
                  <a:lnTo>
                    <a:pt x="1417084" y="2120792"/>
                  </a:lnTo>
                  <a:lnTo>
                    <a:pt x="1404762" y="2120792"/>
                  </a:lnTo>
                  <a:lnTo>
                    <a:pt x="1392439" y="2120792"/>
                  </a:lnTo>
                  <a:lnTo>
                    <a:pt x="1380117" y="2120792"/>
                  </a:lnTo>
                  <a:lnTo>
                    <a:pt x="1367795" y="2120792"/>
                  </a:lnTo>
                  <a:lnTo>
                    <a:pt x="1355472" y="2120792"/>
                  </a:lnTo>
                  <a:lnTo>
                    <a:pt x="1343150" y="2120792"/>
                  </a:lnTo>
                  <a:lnTo>
                    <a:pt x="1330827" y="2120792"/>
                  </a:lnTo>
                  <a:lnTo>
                    <a:pt x="1318505" y="2120792"/>
                  </a:lnTo>
                  <a:lnTo>
                    <a:pt x="1306182" y="2120792"/>
                  </a:lnTo>
                  <a:lnTo>
                    <a:pt x="1293860" y="2120792"/>
                  </a:lnTo>
                  <a:lnTo>
                    <a:pt x="1281537" y="2120792"/>
                  </a:lnTo>
                  <a:lnTo>
                    <a:pt x="1269215" y="2120792"/>
                  </a:lnTo>
                  <a:lnTo>
                    <a:pt x="1256892" y="2120792"/>
                  </a:lnTo>
                  <a:lnTo>
                    <a:pt x="1244570" y="2120792"/>
                  </a:lnTo>
                  <a:lnTo>
                    <a:pt x="1232247" y="2120792"/>
                  </a:lnTo>
                  <a:lnTo>
                    <a:pt x="1219925" y="2120792"/>
                  </a:lnTo>
                  <a:lnTo>
                    <a:pt x="1207602" y="2120792"/>
                  </a:lnTo>
                  <a:lnTo>
                    <a:pt x="1195280" y="2120792"/>
                  </a:lnTo>
                  <a:lnTo>
                    <a:pt x="1182957" y="2120792"/>
                  </a:lnTo>
                  <a:lnTo>
                    <a:pt x="1170635" y="2120792"/>
                  </a:lnTo>
                  <a:lnTo>
                    <a:pt x="1158312" y="2120792"/>
                  </a:lnTo>
                  <a:lnTo>
                    <a:pt x="1145990" y="2120792"/>
                  </a:lnTo>
                  <a:lnTo>
                    <a:pt x="1133667" y="2120792"/>
                  </a:lnTo>
                  <a:lnTo>
                    <a:pt x="1121345" y="2120792"/>
                  </a:lnTo>
                  <a:lnTo>
                    <a:pt x="1109022" y="2120792"/>
                  </a:lnTo>
                  <a:lnTo>
                    <a:pt x="1096700" y="2120792"/>
                  </a:lnTo>
                  <a:lnTo>
                    <a:pt x="1084378" y="2120792"/>
                  </a:lnTo>
                  <a:lnTo>
                    <a:pt x="1072055" y="2120792"/>
                  </a:lnTo>
                  <a:lnTo>
                    <a:pt x="1059733" y="2120792"/>
                  </a:lnTo>
                  <a:lnTo>
                    <a:pt x="1047410" y="2120792"/>
                  </a:lnTo>
                  <a:lnTo>
                    <a:pt x="1035088" y="2120792"/>
                  </a:lnTo>
                  <a:lnTo>
                    <a:pt x="1022765" y="2120792"/>
                  </a:lnTo>
                  <a:lnTo>
                    <a:pt x="1010443" y="2120792"/>
                  </a:lnTo>
                  <a:lnTo>
                    <a:pt x="998120" y="2120792"/>
                  </a:lnTo>
                  <a:lnTo>
                    <a:pt x="985798" y="2120792"/>
                  </a:lnTo>
                  <a:lnTo>
                    <a:pt x="973475" y="2120792"/>
                  </a:lnTo>
                  <a:lnTo>
                    <a:pt x="961153" y="2120792"/>
                  </a:lnTo>
                  <a:lnTo>
                    <a:pt x="948830" y="2120792"/>
                  </a:lnTo>
                  <a:lnTo>
                    <a:pt x="936508" y="2120792"/>
                  </a:lnTo>
                  <a:lnTo>
                    <a:pt x="924185" y="2120792"/>
                  </a:lnTo>
                  <a:lnTo>
                    <a:pt x="911863" y="2120792"/>
                  </a:lnTo>
                  <a:lnTo>
                    <a:pt x="899540" y="2120792"/>
                  </a:lnTo>
                  <a:lnTo>
                    <a:pt x="887218" y="2120792"/>
                  </a:lnTo>
                  <a:lnTo>
                    <a:pt x="874895" y="2120792"/>
                  </a:lnTo>
                  <a:lnTo>
                    <a:pt x="862573" y="2120792"/>
                  </a:lnTo>
                  <a:lnTo>
                    <a:pt x="850250" y="2120792"/>
                  </a:lnTo>
                  <a:lnTo>
                    <a:pt x="837928" y="2120792"/>
                  </a:lnTo>
                  <a:lnTo>
                    <a:pt x="825606" y="2120792"/>
                  </a:lnTo>
                  <a:lnTo>
                    <a:pt x="813283" y="2120792"/>
                  </a:lnTo>
                  <a:lnTo>
                    <a:pt x="800961" y="2120792"/>
                  </a:lnTo>
                  <a:lnTo>
                    <a:pt x="788638" y="2120792"/>
                  </a:lnTo>
                  <a:lnTo>
                    <a:pt x="776316" y="2120792"/>
                  </a:lnTo>
                  <a:lnTo>
                    <a:pt x="763993" y="2120792"/>
                  </a:lnTo>
                  <a:lnTo>
                    <a:pt x="751671" y="2120792"/>
                  </a:lnTo>
                  <a:lnTo>
                    <a:pt x="739348" y="2120792"/>
                  </a:lnTo>
                  <a:lnTo>
                    <a:pt x="727026" y="2120792"/>
                  </a:lnTo>
                  <a:lnTo>
                    <a:pt x="714703" y="2120792"/>
                  </a:lnTo>
                  <a:lnTo>
                    <a:pt x="702381" y="2120792"/>
                  </a:lnTo>
                  <a:lnTo>
                    <a:pt x="690058" y="2120792"/>
                  </a:lnTo>
                  <a:lnTo>
                    <a:pt x="677736" y="2120792"/>
                  </a:lnTo>
                  <a:lnTo>
                    <a:pt x="665413" y="2120792"/>
                  </a:lnTo>
                  <a:lnTo>
                    <a:pt x="653091" y="2120792"/>
                  </a:lnTo>
                  <a:lnTo>
                    <a:pt x="640768" y="2120792"/>
                  </a:lnTo>
                  <a:lnTo>
                    <a:pt x="628446" y="2120792"/>
                  </a:lnTo>
                  <a:lnTo>
                    <a:pt x="616123" y="2120792"/>
                  </a:lnTo>
                  <a:lnTo>
                    <a:pt x="603801" y="2120792"/>
                  </a:lnTo>
                  <a:lnTo>
                    <a:pt x="591478" y="2120792"/>
                  </a:lnTo>
                  <a:lnTo>
                    <a:pt x="579156" y="2120792"/>
                  </a:lnTo>
                  <a:lnTo>
                    <a:pt x="566833" y="2120792"/>
                  </a:lnTo>
                  <a:lnTo>
                    <a:pt x="554511" y="2120792"/>
                  </a:lnTo>
                  <a:lnTo>
                    <a:pt x="542189" y="2120792"/>
                  </a:lnTo>
                  <a:lnTo>
                    <a:pt x="529866" y="2120792"/>
                  </a:lnTo>
                  <a:lnTo>
                    <a:pt x="517544" y="2120792"/>
                  </a:lnTo>
                  <a:lnTo>
                    <a:pt x="505221" y="2120792"/>
                  </a:lnTo>
                  <a:lnTo>
                    <a:pt x="492899" y="2120792"/>
                  </a:lnTo>
                  <a:lnTo>
                    <a:pt x="480576" y="2120792"/>
                  </a:lnTo>
                  <a:lnTo>
                    <a:pt x="468254" y="2120792"/>
                  </a:lnTo>
                  <a:lnTo>
                    <a:pt x="455931" y="2120792"/>
                  </a:lnTo>
                  <a:lnTo>
                    <a:pt x="443609" y="2120792"/>
                  </a:lnTo>
                  <a:lnTo>
                    <a:pt x="431286" y="2120792"/>
                  </a:lnTo>
                  <a:lnTo>
                    <a:pt x="418964" y="2120792"/>
                  </a:lnTo>
                  <a:lnTo>
                    <a:pt x="406641" y="2120792"/>
                  </a:lnTo>
                  <a:lnTo>
                    <a:pt x="394319" y="2120792"/>
                  </a:lnTo>
                  <a:lnTo>
                    <a:pt x="381996" y="2120792"/>
                  </a:lnTo>
                  <a:lnTo>
                    <a:pt x="369674" y="2120792"/>
                  </a:lnTo>
                  <a:lnTo>
                    <a:pt x="357351" y="2120792"/>
                  </a:lnTo>
                  <a:lnTo>
                    <a:pt x="345029" y="2120792"/>
                  </a:lnTo>
                  <a:lnTo>
                    <a:pt x="332706" y="2120792"/>
                  </a:lnTo>
                  <a:lnTo>
                    <a:pt x="320384" y="2120792"/>
                  </a:lnTo>
                  <a:lnTo>
                    <a:pt x="308061" y="2120792"/>
                  </a:lnTo>
                  <a:lnTo>
                    <a:pt x="295739" y="2120792"/>
                  </a:lnTo>
                  <a:lnTo>
                    <a:pt x="283416" y="2120792"/>
                  </a:lnTo>
                  <a:lnTo>
                    <a:pt x="271094" y="2120792"/>
                  </a:lnTo>
                  <a:lnTo>
                    <a:pt x="258772" y="2120792"/>
                  </a:lnTo>
                  <a:lnTo>
                    <a:pt x="246449" y="2120792"/>
                  </a:lnTo>
                  <a:lnTo>
                    <a:pt x="234127" y="2120792"/>
                  </a:lnTo>
                  <a:lnTo>
                    <a:pt x="221804" y="2120792"/>
                  </a:lnTo>
                  <a:lnTo>
                    <a:pt x="209482" y="2120792"/>
                  </a:lnTo>
                  <a:lnTo>
                    <a:pt x="197159" y="2120792"/>
                  </a:lnTo>
                  <a:lnTo>
                    <a:pt x="184837" y="2120792"/>
                  </a:lnTo>
                  <a:lnTo>
                    <a:pt x="172514" y="2120792"/>
                  </a:lnTo>
                  <a:lnTo>
                    <a:pt x="160192" y="2120792"/>
                  </a:lnTo>
                  <a:lnTo>
                    <a:pt x="147869" y="2120792"/>
                  </a:lnTo>
                  <a:lnTo>
                    <a:pt x="135547" y="2120792"/>
                  </a:lnTo>
                  <a:lnTo>
                    <a:pt x="123224" y="2120792"/>
                  </a:lnTo>
                  <a:lnTo>
                    <a:pt x="110902" y="2120792"/>
                  </a:lnTo>
                  <a:lnTo>
                    <a:pt x="98579" y="2120792"/>
                  </a:lnTo>
                  <a:lnTo>
                    <a:pt x="86257" y="2120792"/>
                  </a:lnTo>
                  <a:lnTo>
                    <a:pt x="73934" y="2120792"/>
                  </a:lnTo>
                  <a:lnTo>
                    <a:pt x="61612" y="2120792"/>
                  </a:lnTo>
                  <a:lnTo>
                    <a:pt x="49289" y="2120792"/>
                  </a:lnTo>
                  <a:lnTo>
                    <a:pt x="36967" y="2120792"/>
                  </a:lnTo>
                  <a:lnTo>
                    <a:pt x="24644" y="2120792"/>
                  </a:lnTo>
                  <a:lnTo>
                    <a:pt x="12322" y="2120792"/>
                  </a:lnTo>
                  <a:lnTo>
                    <a:pt x="0" y="2120792"/>
                  </a:lnTo>
                  <a:close/>
                </a:path>
              </a:pathLst>
            </a:custGeom>
            <a:solidFill>
              <a:srgbClr val="0072B2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706745" y="4034658"/>
              <a:ext cx="6296786" cy="2120792"/>
            </a:xfrm>
            <a:custGeom>
              <a:avLst/>
              <a:pathLst>
                <a:path w="6296786" h="2120792">
                  <a:moveTo>
                    <a:pt x="0" y="2032112"/>
                  </a:moveTo>
                  <a:lnTo>
                    <a:pt x="12322" y="2034933"/>
                  </a:lnTo>
                  <a:lnTo>
                    <a:pt x="24644" y="2042824"/>
                  </a:lnTo>
                  <a:lnTo>
                    <a:pt x="36967" y="2054384"/>
                  </a:lnTo>
                  <a:lnTo>
                    <a:pt x="49289" y="2067731"/>
                  </a:lnTo>
                  <a:lnTo>
                    <a:pt x="61612" y="2080962"/>
                  </a:lnTo>
                  <a:lnTo>
                    <a:pt x="73934" y="2092531"/>
                  </a:lnTo>
                  <a:lnTo>
                    <a:pt x="86257" y="2101432"/>
                  </a:lnTo>
                  <a:lnTo>
                    <a:pt x="98579" y="2107138"/>
                  </a:lnTo>
                  <a:lnTo>
                    <a:pt x="110902" y="2109369"/>
                  </a:lnTo>
                  <a:lnTo>
                    <a:pt x="123224" y="2107777"/>
                  </a:lnTo>
                  <a:lnTo>
                    <a:pt x="135547" y="2101277"/>
                  </a:lnTo>
                  <a:lnTo>
                    <a:pt x="147869" y="2088652"/>
                  </a:lnTo>
                  <a:lnTo>
                    <a:pt x="160192" y="2067948"/>
                  </a:lnTo>
                  <a:lnTo>
                    <a:pt x="172514" y="2036854"/>
                  </a:lnTo>
                  <a:lnTo>
                    <a:pt x="184837" y="1993099"/>
                  </a:lnTo>
                  <a:lnTo>
                    <a:pt x="197159" y="1934823"/>
                  </a:lnTo>
                  <a:lnTo>
                    <a:pt x="209482" y="1860760"/>
                  </a:lnTo>
                  <a:lnTo>
                    <a:pt x="221804" y="1770031"/>
                  </a:lnTo>
                  <a:lnTo>
                    <a:pt x="234127" y="1661544"/>
                  </a:lnTo>
                  <a:lnTo>
                    <a:pt x="246449" y="1533249"/>
                  </a:lnTo>
                  <a:lnTo>
                    <a:pt x="258772" y="1381867"/>
                  </a:lnTo>
                  <a:lnTo>
                    <a:pt x="271094" y="1203721"/>
                  </a:lnTo>
                  <a:lnTo>
                    <a:pt x="283416" y="997115"/>
                  </a:lnTo>
                  <a:lnTo>
                    <a:pt x="295739" y="765912"/>
                  </a:lnTo>
                  <a:lnTo>
                    <a:pt x="308061" y="523081"/>
                  </a:lnTo>
                  <a:lnTo>
                    <a:pt x="320384" y="292294"/>
                  </a:lnTo>
                  <a:lnTo>
                    <a:pt x="332706" y="105709"/>
                  </a:lnTo>
                  <a:lnTo>
                    <a:pt x="345029" y="0"/>
                  </a:lnTo>
                  <a:lnTo>
                    <a:pt x="357351" y="3175"/>
                  </a:lnTo>
                  <a:lnTo>
                    <a:pt x="369674" y="116464"/>
                  </a:lnTo>
                  <a:lnTo>
                    <a:pt x="381996" y="322714"/>
                  </a:lnTo>
                  <a:lnTo>
                    <a:pt x="394319" y="587492"/>
                  </a:lnTo>
                  <a:lnTo>
                    <a:pt x="406641" y="868166"/>
                  </a:lnTo>
                  <a:lnTo>
                    <a:pt x="418964" y="1124477"/>
                  </a:lnTo>
                  <a:lnTo>
                    <a:pt x="431286" y="1327176"/>
                  </a:lnTo>
                  <a:lnTo>
                    <a:pt x="443609" y="1462548"/>
                  </a:lnTo>
                  <a:lnTo>
                    <a:pt x="455931" y="1532440"/>
                  </a:lnTo>
                  <a:lnTo>
                    <a:pt x="468254" y="1550734"/>
                  </a:lnTo>
                  <a:lnTo>
                    <a:pt x="480576" y="1537940"/>
                  </a:lnTo>
                  <a:lnTo>
                    <a:pt x="492899" y="1515509"/>
                  </a:lnTo>
                  <a:lnTo>
                    <a:pt x="505221" y="1501133"/>
                  </a:lnTo>
                  <a:lnTo>
                    <a:pt x="517544" y="1505718"/>
                  </a:lnTo>
                  <a:lnTo>
                    <a:pt x="529866" y="1532256"/>
                  </a:lnTo>
                  <a:lnTo>
                    <a:pt x="542189" y="1576393"/>
                  </a:lnTo>
                  <a:lnTo>
                    <a:pt x="554511" y="1628169"/>
                  </a:lnTo>
                  <a:lnTo>
                    <a:pt x="566833" y="1673109"/>
                  </a:lnTo>
                  <a:lnTo>
                    <a:pt x="579156" y="1696337"/>
                  </a:lnTo>
                  <a:lnTo>
                    <a:pt x="591478" y="1685454"/>
                  </a:lnTo>
                  <a:lnTo>
                    <a:pt x="603801" y="1631606"/>
                  </a:lnTo>
                  <a:lnTo>
                    <a:pt x="616123" y="1531393"/>
                  </a:lnTo>
                  <a:lnTo>
                    <a:pt x="628446" y="1388456"/>
                  </a:lnTo>
                  <a:lnTo>
                    <a:pt x="640768" y="1214241"/>
                  </a:lnTo>
                  <a:lnTo>
                    <a:pt x="653091" y="1027397"/>
                  </a:lnTo>
                  <a:lnTo>
                    <a:pt x="665413" y="851435"/>
                  </a:lnTo>
                  <a:lnTo>
                    <a:pt x="677736" y="710848"/>
                  </a:lnTo>
                  <a:lnTo>
                    <a:pt x="690058" y="626406"/>
                  </a:lnTo>
                  <a:lnTo>
                    <a:pt x="702381" y="610785"/>
                  </a:lnTo>
                  <a:lnTo>
                    <a:pt x="714703" y="665725"/>
                  </a:lnTo>
                  <a:lnTo>
                    <a:pt x="727026" y="781551"/>
                  </a:lnTo>
                  <a:lnTo>
                    <a:pt x="739348" y="939246"/>
                  </a:lnTo>
                  <a:lnTo>
                    <a:pt x="751671" y="1114555"/>
                  </a:lnTo>
                  <a:lnTo>
                    <a:pt x="763993" y="1282988"/>
                  </a:lnTo>
                  <a:lnTo>
                    <a:pt x="776316" y="1423596"/>
                  </a:lnTo>
                  <a:lnTo>
                    <a:pt x="788638" y="1522772"/>
                  </a:lnTo>
                  <a:lnTo>
                    <a:pt x="800961" y="1579549"/>
                  </a:lnTo>
                  <a:lnTo>
                    <a:pt x="813283" y="1599070"/>
                  </a:lnTo>
                  <a:lnTo>
                    <a:pt x="825606" y="1591417"/>
                  </a:lnTo>
                  <a:lnTo>
                    <a:pt x="837928" y="1568999"/>
                  </a:lnTo>
                  <a:lnTo>
                    <a:pt x="850250" y="1544150"/>
                  </a:lnTo>
                  <a:lnTo>
                    <a:pt x="862573" y="1527273"/>
                  </a:lnTo>
                  <a:lnTo>
                    <a:pt x="874895" y="1525631"/>
                  </a:lnTo>
                  <a:lnTo>
                    <a:pt x="887218" y="1542839"/>
                  </a:lnTo>
                  <a:lnTo>
                    <a:pt x="899540" y="1578992"/>
                  </a:lnTo>
                  <a:lnTo>
                    <a:pt x="911863" y="1631300"/>
                  </a:lnTo>
                  <a:lnTo>
                    <a:pt x="924185" y="1695039"/>
                  </a:lnTo>
                  <a:lnTo>
                    <a:pt x="936508" y="1764586"/>
                  </a:lnTo>
                  <a:lnTo>
                    <a:pt x="948830" y="1834368"/>
                  </a:lnTo>
                  <a:lnTo>
                    <a:pt x="961153" y="1899572"/>
                  </a:lnTo>
                  <a:lnTo>
                    <a:pt x="973475" y="1956614"/>
                  </a:lnTo>
                  <a:lnTo>
                    <a:pt x="985798" y="2003348"/>
                  </a:lnTo>
                  <a:lnTo>
                    <a:pt x="998120" y="2038528"/>
                  </a:lnTo>
                  <a:lnTo>
                    <a:pt x="1010443" y="2063270"/>
                  </a:lnTo>
                  <a:lnTo>
                    <a:pt x="1022765" y="2079219"/>
                  </a:lnTo>
                  <a:lnTo>
                    <a:pt x="1035088" y="2088245"/>
                  </a:lnTo>
                  <a:lnTo>
                    <a:pt x="1047410" y="2092232"/>
                  </a:lnTo>
                  <a:lnTo>
                    <a:pt x="1059733" y="2092834"/>
                  </a:lnTo>
                  <a:lnTo>
                    <a:pt x="1072055" y="2091347"/>
                  </a:lnTo>
                  <a:lnTo>
                    <a:pt x="1084378" y="2088669"/>
                  </a:lnTo>
                  <a:lnTo>
                    <a:pt x="1096700" y="2085297"/>
                  </a:lnTo>
                  <a:lnTo>
                    <a:pt x="1109022" y="2081348"/>
                  </a:lnTo>
                  <a:lnTo>
                    <a:pt x="1121345" y="2076594"/>
                  </a:lnTo>
                  <a:lnTo>
                    <a:pt x="1133667" y="2070575"/>
                  </a:lnTo>
                  <a:lnTo>
                    <a:pt x="1145990" y="2062794"/>
                  </a:lnTo>
                  <a:lnTo>
                    <a:pt x="1158312" y="2053014"/>
                  </a:lnTo>
                  <a:lnTo>
                    <a:pt x="1170635" y="2041569"/>
                  </a:lnTo>
                  <a:lnTo>
                    <a:pt x="1182957" y="2029557"/>
                  </a:lnTo>
                  <a:lnTo>
                    <a:pt x="1195280" y="2018793"/>
                  </a:lnTo>
                  <a:lnTo>
                    <a:pt x="1207602" y="2011537"/>
                  </a:lnTo>
                  <a:lnTo>
                    <a:pt x="1219925" y="2009915"/>
                  </a:lnTo>
                  <a:lnTo>
                    <a:pt x="1232247" y="2014509"/>
                  </a:lnTo>
                  <a:lnTo>
                    <a:pt x="1244570" y="2024783"/>
                  </a:lnTo>
                  <a:lnTo>
                    <a:pt x="1256892" y="2039071"/>
                  </a:lnTo>
                  <a:lnTo>
                    <a:pt x="1269215" y="2055018"/>
                  </a:lnTo>
                  <a:lnTo>
                    <a:pt x="1281537" y="2070078"/>
                  </a:lnTo>
                  <a:lnTo>
                    <a:pt x="1293860" y="2081833"/>
                  </a:lnTo>
                  <a:lnTo>
                    <a:pt x="1306182" y="2088038"/>
                  </a:lnTo>
                  <a:lnTo>
                    <a:pt x="1318505" y="2086404"/>
                  </a:lnTo>
                  <a:lnTo>
                    <a:pt x="1330827" y="2074324"/>
                  </a:lnTo>
                  <a:lnTo>
                    <a:pt x="1343150" y="2048807"/>
                  </a:lnTo>
                  <a:lnTo>
                    <a:pt x="1355472" y="2006877"/>
                  </a:lnTo>
                  <a:lnTo>
                    <a:pt x="1367795" y="1946551"/>
                  </a:lnTo>
                  <a:lnTo>
                    <a:pt x="1380117" y="1868245"/>
                  </a:lnTo>
                  <a:lnTo>
                    <a:pt x="1392439" y="1776185"/>
                  </a:lnTo>
                  <a:lnTo>
                    <a:pt x="1404762" y="1679114"/>
                  </a:lnTo>
                  <a:lnTo>
                    <a:pt x="1417084" y="1589673"/>
                  </a:lnTo>
                  <a:lnTo>
                    <a:pt x="1429407" y="1523803"/>
                  </a:lnTo>
                  <a:lnTo>
                    <a:pt x="1441729" y="1493426"/>
                  </a:lnTo>
                  <a:lnTo>
                    <a:pt x="1454052" y="1503368"/>
                  </a:lnTo>
                  <a:lnTo>
                    <a:pt x="1466374" y="1551175"/>
                  </a:lnTo>
                  <a:lnTo>
                    <a:pt x="1478697" y="1627591"/>
                  </a:lnTo>
                  <a:lnTo>
                    <a:pt x="1491019" y="1719232"/>
                  </a:lnTo>
                  <a:lnTo>
                    <a:pt x="1503342" y="1811965"/>
                  </a:lnTo>
                  <a:lnTo>
                    <a:pt x="1515664" y="1893749"/>
                  </a:lnTo>
                  <a:lnTo>
                    <a:pt x="1527987" y="1956214"/>
                  </a:lnTo>
                  <a:lnTo>
                    <a:pt x="1540309" y="1994855"/>
                  </a:lnTo>
                  <a:lnTo>
                    <a:pt x="1552632" y="2008343"/>
                  </a:lnTo>
                  <a:lnTo>
                    <a:pt x="1564954" y="1997642"/>
                  </a:lnTo>
                  <a:lnTo>
                    <a:pt x="1577277" y="1965504"/>
                  </a:lnTo>
                  <a:lnTo>
                    <a:pt x="1589599" y="1916489"/>
                  </a:lnTo>
                  <a:lnTo>
                    <a:pt x="1601922" y="1857237"/>
                  </a:lnTo>
                  <a:lnTo>
                    <a:pt x="1614244" y="1796457"/>
                  </a:lnTo>
                  <a:lnTo>
                    <a:pt x="1626567" y="1744135"/>
                  </a:lnTo>
                  <a:lnTo>
                    <a:pt x="1638889" y="1710167"/>
                  </a:lnTo>
                  <a:lnTo>
                    <a:pt x="1651212" y="1702504"/>
                  </a:lnTo>
                  <a:lnTo>
                    <a:pt x="1663534" y="1721458"/>
                  </a:lnTo>
                  <a:lnTo>
                    <a:pt x="1675856" y="1763209"/>
                  </a:lnTo>
                  <a:lnTo>
                    <a:pt x="1688179" y="1820180"/>
                  </a:lnTo>
                  <a:lnTo>
                    <a:pt x="1700501" y="1883244"/>
                  </a:lnTo>
                  <a:lnTo>
                    <a:pt x="1712824" y="1944002"/>
                  </a:lnTo>
                  <a:lnTo>
                    <a:pt x="1725146" y="1996420"/>
                  </a:lnTo>
                  <a:lnTo>
                    <a:pt x="1737469" y="2037465"/>
                  </a:lnTo>
                  <a:lnTo>
                    <a:pt x="1749791" y="2066831"/>
                  </a:lnTo>
                  <a:lnTo>
                    <a:pt x="1762114" y="2086092"/>
                  </a:lnTo>
                  <a:lnTo>
                    <a:pt x="1774436" y="2097714"/>
                  </a:lnTo>
                  <a:lnTo>
                    <a:pt x="1786759" y="2104235"/>
                  </a:lnTo>
                  <a:lnTo>
                    <a:pt x="1799081" y="2107757"/>
                  </a:lnTo>
                  <a:lnTo>
                    <a:pt x="1811404" y="2109764"/>
                  </a:lnTo>
                  <a:lnTo>
                    <a:pt x="1823726" y="2111138"/>
                  </a:lnTo>
                  <a:lnTo>
                    <a:pt x="1836049" y="2112303"/>
                  </a:lnTo>
                  <a:lnTo>
                    <a:pt x="1848371" y="2113384"/>
                  </a:lnTo>
                  <a:lnTo>
                    <a:pt x="1860694" y="2114347"/>
                  </a:lnTo>
                  <a:lnTo>
                    <a:pt x="1873016" y="2115120"/>
                  </a:lnTo>
                  <a:lnTo>
                    <a:pt x="1885339" y="2115658"/>
                  </a:lnTo>
                  <a:lnTo>
                    <a:pt x="1897661" y="2115966"/>
                  </a:lnTo>
                  <a:lnTo>
                    <a:pt x="1909984" y="2116092"/>
                  </a:lnTo>
                  <a:lnTo>
                    <a:pt x="1922306" y="2116113"/>
                  </a:lnTo>
                  <a:lnTo>
                    <a:pt x="1934629" y="2116115"/>
                  </a:lnTo>
                  <a:lnTo>
                    <a:pt x="1946951" y="2116169"/>
                  </a:lnTo>
                  <a:lnTo>
                    <a:pt x="1959273" y="2116324"/>
                  </a:lnTo>
                  <a:lnTo>
                    <a:pt x="1971596" y="2116593"/>
                  </a:lnTo>
                  <a:lnTo>
                    <a:pt x="1983918" y="2116964"/>
                  </a:lnTo>
                  <a:lnTo>
                    <a:pt x="1996241" y="2117404"/>
                  </a:lnTo>
                  <a:lnTo>
                    <a:pt x="2008563" y="2117873"/>
                  </a:lnTo>
                  <a:lnTo>
                    <a:pt x="2020886" y="2118335"/>
                  </a:lnTo>
                  <a:lnTo>
                    <a:pt x="2033208" y="2118761"/>
                  </a:lnTo>
                  <a:lnTo>
                    <a:pt x="2045531" y="2119135"/>
                  </a:lnTo>
                  <a:lnTo>
                    <a:pt x="2057853" y="2119453"/>
                  </a:lnTo>
                  <a:lnTo>
                    <a:pt x="2070176" y="2119716"/>
                  </a:lnTo>
                  <a:lnTo>
                    <a:pt x="2082498" y="2119926"/>
                  </a:lnTo>
                  <a:lnTo>
                    <a:pt x="2094821" y="2120093"/>
                  </a:lnTo>
                  <a:lnTo>
                    <a:pt x="2107143" y="2120220"/>
                  </a:lnTo>
                  <a:lnTo>
                    <a:pt x="2119466" y="2120311"/>
                  </a:lnTo>
                  <a:lnTo>
                    <a:pt x="2131788" y="2120368"/>
                  </a:lnTo>
                  <a:lnTo>
                    <a:pt x="2144111" y="2120395"/>
                  </a:lnTo>
                  <a:lnTo>
                    <a:pt x="2156433" y="2120398"/>
                  </a:lnTo>
                  <a:lnTo>
                    <a:pt x="2168756" y="2120386"/>
                  </a:lnTo>
                  <a:lnTo>
                    <a:pt x="2181078" y="2120368"/>
                  </a:lnTo>
                  <a:lnTo>
                    <a:pt x="2193401" y="2120349"/>
                  </a:lnTo>
                  <a:lnTo>
                    <a:pt x="2205723" y="2120334"/>
                  </a:lnTo>
                  <a:lnTo>
                    <a:pt x="2218045" y="2120323"/>
                  </a:lnTo>
                  <a:lnTo>
                    <a:pt x="2230368" y="2120315"/>
                  </a:lnTo>
                  <a:lnTo>
                    <a:pt x="2242690" y="2120303"/>
                  </a:lnTo>
                  <a:lnTo>
                    <a:pt x="2255013" y="2120279"/>
                  </a:lnTo>
                  <a:lnTo>
                    <a:pt x="2267335" y="2120222"/>
                  </a:lnTo>
                  <a:lnTo>
                    <a:pt x="2279658" y="2120095"/>
                  </a:lnTo>
                  <a:lnTo>
                    <a:pt x="2291980" y="2119815"/>
                  </a:lnTo>
                  <a:lnTo>
                    <a:pt x="2304303" y="2119238"/>
                  </a:lnTo>
                  <a:lnTo>
                    <a:pt x="2316625" y="2118163"/>
                  </a:lnTo>
                  <a:lnTo>
                    <a:pt x="2328948" y="2116311"/>
                  </a:lnTo>
                  <a:lnTo>
                    <a:pt x="2341270" y="2113350"/>
                  </a:lnTo>
                  <a:lnTo>
                    <a:pt x="2353593" y="2108933"/>
                  </a:lnTo>
                  <a:lnTo>
                    <a:pt x="2365915" y="2102735"/>
                  </a:lnTo>
                  <a:lnTo>
                    <a:pt x="2378238" y="2094499"/>
                  </a:lnTo>
                  <a:lnTo>
                    <a:pt x="2390560" y="2084052"/>
                  </a:lnTo>
                  <a:lnTo>
                    <a:pt x="2402883" y="2071321"/>
                  </a:lnTo>
                  <a:lnTo>
                    <a:pt x="2415205" y="2056350"/>
                  </a:lnTo>
                  <a:lnTo>
                    <a:pt x="2427528" y="2039369"/>
                  </a:lnTo>
                  <a:lnTo>
                    <a:pt x="2439850" y="2020919"/>
                  </a:lnTo>
                  <a:lnTo>
                    <a:pt x="2452173" y="2002005"/>
                  </a:lnTo>
                  <a:lnTo>
                    <a:pt x="2464495" y="1984190"/>
                  </a:lnTo>
                  <a:lnTo>
                    <a:pt x="2476818" y="1969519"/>
                  </a:lnTo>
                  <a:lnTo>
                    <a:pt x="2489140" y="1960206"/>
                  </a:lnTo>
                  <a:lnTo>
                    <a:pt x="2501462" y="1958162"/>
                  </a:lnTo>
                  <a:lnTo>
                    <a:pt x="2513785" y="1964705"/>
                  </a:lnTo>
                  <a:lnTo>
                    <a:pt x="2526107" y="1978747"/>
                  </a:lnTo>
                  <a:lnTo>
                    <a:pt x="2538430" y="1998398"/>
                  </a:lnTo>
                  <a:lnTo>
                    <a:pt x="2550752" y="2021025"/>
                  </a:lnTo>
                  <a:lnTo>
                    <a:pt x="2563075" y="2043900"/>
                  </a:lnTo>
                  <a:lnTo>
                    <a:pt x="2575397" y="2064769"/>
                  </a:lnTo>
                  <a:lnTo>
                    <a:pt x="2587720" y="2082192"/>
                  </a:lnTo>
                  <a:lnTo>
                    <a:pt x="2600042" y="2095606"/>
                  </a:lnTo>
                  <a:lnTo>
                    <a:pt x="2612365" y="2105173"/>
                  </a:lnTo>
                  <a:lnTo>
                    <a:pt x="2624687" y="2111508"/>
                  </a:lnTo>
                  <a:lnTo>
                    <a:pt x="2637010" y="2115407"/>
                  </a:lnTo>
                  <a:lnTo>
                    <a:pt x="2649332" y="2117641"/>
                  </a:lnTo>
                  <a:lnTo>
                    <a:pt x="2661655" y="2118836"/>
                  </a:lnTo>
                  <a:lnTo>
                    <a:pt x="2673977" y="2119442"/>
                  </a:lnTo>
                  <a:lnTo>
                    <a:pt x="2686300" y="2119745"/>
                  </a:lnTo>
                  <a:lnTo>
                    <a:pt x="2698622" y="2119909"/>
                  </a:lnTo>
                  <a:lnTo>
                    <a:pt x="2710945" y="2120013"/>
                  </a:lnTo>
                  <a:lnTo>
                    <a:pt x="2723267" y="2120093"/>
                  </a:lnTo>
                  <a:lnTo>
                    <a:pt x="2735590" y="2120162"/>
                  </a:lnTo>
                  <a:lnTo>
                    <a:pt x="2747912" y="2120222"/>
                  </a:lnTo>
                  <a:lnTo>
                    <a:pt x="2760235" y="2120274"/>
                  </a:lnTo>
                  <a:lnTo>
                    <a:pt x="2772557" y="2120315"/>
                  </a:lnTo>
                  <a:lnTo>
                    <a:pt x="2784879" y="2120338"/>
                  </a:lnTo>
                  <a:lnTo>
                    <a:pt x="2797202" y="2120334"/>
                  </a:lnTo>
                  <a:lnTo>
                    <a:pt x="2809524" y="2120295"/>
                  </a:lnTo>
                  <a:lnTo>
                    <a:pt x="2821847" y="2120214"/>
                  </a:lnTo>
                  <a:lnTo>
                    <a:pt x="2834169" y="2120093"/>
                  </a:lnTo>
                  <a:lnTo>
                    <a:pt x="2846492" y="2119943"/>
                  </a:lnTo>
                  <a:lnTo>
                    <a:pt x="2858814" y="2119782"/>
                  </a:lnTo>
                  <a:lnTo>
                    <a:pt x="2871137" y="2119636"/>
                  </a:lnTo>
                  <a:lnTo>
                    <a:pt x="2883459" y="2119530"/>
                  </a:lnTo>
                  <a:lnTo>
                    <a:pt x="2895782" y="2119483"/>
                  </a:lnTo>
                  <a:lnTo>
                    <a:pt x="2908104" y="2119505"/>
                  </a:lnTo>
                  <a:lnTo>
                    <a:pt x="2920427" y="2119593"/>
                  </a:lnTo>
                  <a:lnTo>
                    <a:pt x="2932749" y="2119734"/>
                  </a:lnTo>
                  <a:lnTo>
                    <a:pt x="2945072" y="2119908"/>
                  </a:lnTo>
                  <a:lnTo>
                    <a:pt x="2957394" y="2120089"/>
                  </a:lnTo>
                  <a:lnTo>
                    <a:pt x="2969717" y="2120261"/>
                  </a:lnTo>
                  <a:lnTo>
                    <a:pt x="2982039" y="2120410"/>
                  </a:lnTo>
                  <a:lnTo>
                    <a:pt x="2994362" y="2120531"/>
                  </a:lnTo>
                  <a:lnTo>
                    <a:pt x="3006684" y="2120623"/>
                  </a:lnTo>
                  <a:lnTo>
                    <a:pt x="3019007" y="2120688"/>
                  </a:lnTo>
                  <a:lnTo>
                    <a:pt x="3031329" y="2120731"/>
                  </a:lnTo>
                  <a:lnTo>
                    <a:pt x="3043652" y="2120758"/>
                  </a:lnTo>
                  <a:lnTo>
                    <a:pt x="3055974" y="2120774"/>
                  </a:lnTo>
                  <a:lnTo>
                    <a:pt x="3068296" y="2120783"/>
                  </a:lnTo>
                  <a:lnTo>
                    <a:pt x="3080619" y="2120788"/>
                  </a:lnTo>
                  <a:lnTo>
                    <a:pt x="3092941" y="2120790"/>
                  </a:lnTo>
                  <a:lnTo>
                    <a:pt x="3105264" y="2120791"/>
                  </a:lnTo>
                  <a:lnTo>
                    <a:pt x="3117586" y="2120792"/>
                  </a:lnTo>
                  <a:lnTo>
                    <a:pt x="3129909" y="2120792"/>
                  </a:lnTo>
                  <a:lnTo>
                    <a:pt x="3142231" y="2120792"/>
                  </a:lnTo>
                  <a:lnTo>
                    <a:pt x="3154554" y="2120791"/>
                  </a:lnTo>
                  <a:lnTo>
                    <a:pt x="3166876" y="2120790"/>
                  </a:lnTo>
                  <a:lnTo>
                    <a:pt x="3179199" y="2120789"/>
                  </a:lnTo>
                  <a:lnTo>
                    <a:pt x="3191521" y="2120785"/>
                  </a:lnTo>
                  <a:lnTo>
                    <a:pt x="3203844" y="2120778"/>
                  </a:lnTo>
                  <a:lnTo>
                    <a:pt x="3216166" y="2120766"/>
                  </a:lnTo>
                  <a:lnTo>
                    <a:pt x="3228489" y="2120746"/>
                  </a:lnTo>
                  <a:lnTo>
                    <a:pt x="3240811" y="2120718"/>
                  </a:lnTo>
                  <a:lnTo>
                    <a:pt x="3253134" y="2120680"/>
                  </a:lnTo>
                  <a:lnTo>
                    <a:pt x="3265456" y="2120632"/>
                  </a:lnTo>
                  <a:lnTo>
                    <a:pt x="3277779" y="2120578"/>
                  </a:lnTo>
                  <a:lnTo>
                    <a:pt x="3290101" y="2120525"/>
                  </a:lnTo>
                  <a:lnTo>
                    <a:pt x="3302424" y="2120479"/>
                  </a:lnTo>
                  <a:lnTo>
                    <a:pt x="3314746" y="2120448"/>
                  </a:lnTo>
                  <a:lnTo>
                    <a:pt x="3327068" y="2120438"/>
                  </a:lnTo>
                  <a:lnTo>
                    <a:pt x="3339391" y="2120451"/>
                  </a:lnTo>
                  <a:lnTo>
                    <a:pt x="3351713" y="2120484"/>
                  </a:lnTo>
                  <a:lnTo>
                    <a:pt x="3364036" y="2120532"/>
                  </a:lnTo>
                  <a:lnTo>
                    <a:pt x="3376358" y="2120587"/>
                  </a:lnTo>
                  <a:lnTo>
                    <a:pt x="3388681" y="2120641"/>
                  </a:lnTo>
                  <a:lnTo>
                    <a:pt x="3401003" y="2120687"/>
                  </a:lnTo>
                  <a:lnTo>
                    <a:pt x="3413326" y="2120724"/>
                  </a:lnTo>
                  <a:lnTo>
                    <a:pt x="3425648" y="2120750"/>
                  </a:lnTo>
                  <a:lnTo>
                    <a:pt x="3437971" y="2120768"/>
                  </a:lnTo>
                  <a:lnTo>
                    <a:pt x="3450293" y="2120779"/>
                  </a:lnTo>
                  <a:lnTo>
                    <a:pt x="3462616" y="2120785"/>
                  </a:lnTo>
                  <a:lnTo>
                    <a:pt x="3474938" y="2120789"/>
                  </a:lnTo>
                  <a:lnTo>
                    <a:pt x="3487261" y="2120790"/>
                  </a:lnTo>
                  <a:lnTo>
                    <a:pt x="3499583" y="2120791"/>
                  </a:lnTo>
                  <a:lnTo>
                    <a:pt x="3511906" y="2120792"/>
                  </a:lnTo>
                  <a:lnTo>
                    <a:pt x="3524228" y="2120792"/>
                  </a:lnTo>
                  <a:lnTo>
                    <a:pt x="3536551" y="2120792"/>
                  </a:lnTo>
                  <a:lnTo>
                    <a:pt x="3548873" y="2120792"/>
                  </a:lnTo>
                  <a:lnTo>
                    <a:pt x="3561196" y="2120792"/>
                  </a:lnTo>
                  <a:lnTo>
                    <a:pt x="3573518" y="2120792"/>
                  </a:lnTo>
                  <a:lnTo>
                    <a:pt x="3585841" y="2120792"/>
                  </a:lnTo>
                  <a:lnTo>
                    <a:pt x="3598163" y="2120792"/>
                  </a:lnTo>
                  <a:lnTo>
                    <a:pt x="3610485" y="2120792"/>
                  </a:lnTo>
                  <a:lnTo>
                    <a:pt x="3622808" y="2120792"/>
                  </a:lnTo>
                  <a:lnTo>
                    <a:pt x="3635130" y="2120792"/>
                  </a:lnTo>
                  <a:lnTo>
                    <a:pt x="3647453" y="2120792"/>
                  </a:lnTo>
                  <a:lnTo>
                    <a:pt x="3659775" y="2120792"/>
                  </a:lnTo>
                  <a:lnTo>
                    <a:pt x="3672098" y="2120792"/>
                  </a:lnTo>
                  <a:lnTo>
                    <a:pt x="3684420" y="2120792"/>
                  </a:lnTo>
                  <a:lnTo>
                    <a:pt x="3696743" y="2120792"/>
                  </a:lnTo>
                  <a:lnTo>
                    <a:pt x="3709065" y="2120792"/>
                  </a:lnTo>
                  <a:lnTo>
                    <a:pt x="3721388" y="2120792"/>
                  </a:lnTo>
                  <a:lnTo>
                    <a:pt x="3733710" y="2120792"/>
                  </a:lnTo>
                  <a:lnTo>
                    <a:pt x="3746033" y="2120792"/>
                  </a:lnTo>
                  <a:lnTo>
                    <a:pt x="3758355" y="2120792"/>
                  </a:lnTo>
                  <a:lnTo>
                    <a:pt x="3770678" y="2120792"/>
                  </a:lnTo>
                  <a:lnTo>
                    <a:pt x="3783000" y="2120792"/>
                  </a:lnTo>
                  <a:lnTo>
                    <a:pt x="3795323" y="2120792"/>
                  </a:lnTo>
                  <a:lnTo>
                    <a:pt x="3807645" y="2120792"/>
                  </a:lnTo>
                  <a:lnTo>
                    <a:pt x="3819968" y="2120792"/>
                  </a:lnTo>
                  <a:lnTo>
                    <a:pt x="3832290" y="2120792"/>
                  </a:lnTo>
                  <a:lnTo>
                    <a:pt x="3844613" y="2120792"/>
                  </a:lnTo>
                  <a:lnTo>
                    <a:pt x="3856935" y="2120792"/>
                  </a:lnTo>
                  <a:lnTo>
                    <a:pt x="3869258" y="2120792"/>
                  </a:lnTo>
                  <a:lnTo>
                    <a:pt x="3881580" y="2120792"/>
                  </a:lnTo>
                  <a:lnTo>
                    <a:pt x="3893902" y="2120792"/>
                  </a:lnTo>
                  <a:lnTo>
                    <a:pt x="3906225" y="2120792"/>
                  </a:lnTo>
                  <a:lnTo>
                    <a:pt x="3918547" y="2120792"/>
                  </a:lnTo>
                  <a:lnTo>
                    <a:pt x="3930870" y="2120792"/>
                  </a:lnTo>
                  <a:lnTo>
                    <a:pt x="3943192" y="2120792"/>
                  </a:lnTo>
                  <a:lnTo>
                    <a:pt x="3955515" y="2120792"/>
                  </a:lnTo>
                  <a:lnTo>
                    <a:pt x="3967837" y="2120792"/>
                  </a:lnTo>
                  <a:lnTo>
                    <a:pt x="3980160" y="2120792"/>
                  </a:lnTo>
                  <a:lnTo>
                    <a:pt x="3992482" y="2120792"/>
                  </a:lnTo>
                  <a:lnTo>
                    <a:pt x="4004805" y="2120792"/>
                  </a:lnTo>
                  <a:lnTo>
                    <a:pt x="4017127" y="2120792"/>
                  </a:lnTo>
                  <a:lnTo>
                    <a:pt x="4029450" y="2120792"/>
                  </a:lnTo>
                  <a:lnTo>
                    <a:pt x="4041772" y="2120792"/>
                  </a:lnTo>
                  <a:lnTo>
                    <a:pt x="4054095" y="2120792"/>
                  </a:lnTo>
                  <a:lnTo>
                    <a:pt x="4066417" y="2120792"/>
                  </a:lnTo>
                  <a:lnTo>
                    <a:pt x="4078740" y="2120792"/>
                  </a:lnTo>
                  <a:lnTo>
                    <a:pt x="4091062" y="2120792"/>
                  </a:lnTo>
                  <a:lnTo>
                    <a:pt x="4103385" y="2120792"/>
                  </a:lnTo>
                  <a:lnTo>
                    <a:pt x="4115707" y="2120792"/>
                  </a:lnTo>
                  <a:lnTo>
                    <a:pt x="4128030" y="2120792"/>
                  </a:lnTo>
                  <a:lnTo>
                    <a:pt x="4140352" y="2120792"/>
                  </a:lnTo>
                  <a:lnTo>
                    <a:pt x="4152675" y="2120792"/>
                  </a:lnTo>
                  <a:lnTo>
                    <a:pt x="4164997" y="2120792"/>
                  </a:lnTo>
                  <a:lnTo>
                    <a:pt x="4177319" y="2120792"/>
                  </a:lnTo>
                  <a:lnTo>
                    <a:pt x="4189642" y="2120792"/>
                  </a:lnTo>
                  <a:lnTo>
                    <a:pt x="4201964" y="2120792"/>
                  </a:lnTo>
                  <a:lnTo>
                    <a:pt x="4214287" y="2120792"/>
                  </a:lnTo>
                  <a:lnTo>
                    <a:pt x="4226609" y="2120792"/>
                  </a:lnTo>
                  <a:lnTo>
                    <a:pt x="4238932" y="2120792"/>
                  </a:lnTo>
                  <a:lnTo>
                    <a:pt x="4251254" y="2120792"/>
                  </a:lnTo>
                  <a:lnTo>
                    <a:pt x="4263577" y="2120792"/>
                  </a:lnTo>
                  <a:lnTo>
                    <a:pt x="4275899" y="2120792"/>
                  </a:lnTo>
                  <a:lnTo>
                    <a:pt x="4288222" y="2120792"/>
                  </a:lnTo>
                  <a:lnTo>
                    <a:pt x="4300544" y="2120792"/>
                  </a:lnTo>
                  <a:lnTo>
                    <a:pt x="4312867" y="2120792"/>
                  </a:lnTo>
                  <a:lnTo>
                    <a:pt x="4325189" y="2120792"/>
                  </a:lnTo>
                  <a:lnTo>
                    <a:pt x="4337512" y="2120792"/>
                  </a:lnTo>
                  <a:lnTo>
                    <a:pt x="4349834" y="2120792"/>
                  </a:lnTo>
                  <a:lnTo>
                    <a:pt x="4362157" y="2120792"/>
                  </a:lnTo>
                  <a:lnTo>
                    <a:pt x="4374479" y="2120792"/>
                  </a:lnTo>
                  <a:lnTo>
                    <a:pt x="4386802" y="2120792"/>
                  </a:lnTo>
                  <a:lnTo>
                    <a:pt x="4399124" y="2120792"/>
                  </a:lnTo>
                  <a:lnTo>
                    <a:pt x="4411447" y="2120792"/>
                  </a:lnTo>
                  <a:lnTo>
                    <a:pt x="4423769" y="2120792"/>
                  </a:lnTo>
                  <a:lnTo>
                    <a:pt x="4436091" y="2120792"/>
                  </a:lnTo>
                  <a:lnTo>
                    <a:pt x="4448414" y="2120792"/>
                  </a:lnTo>
                  <a:lnTo>
                    <a:pt x="4460736" y="2120792"/>
                  </a:lnTo>
                  <a:lnTo>
                    <a:pt x="4473059" y="2120792"/>
                  </a:lnTo>
                  <a:lnTo>
                    <a:pt x="4485381" y="2120792"/>
                  </a:lnTo>
                  <a:lnTo>
                    <a:pt x="4497704" y="2120792"/>
                  </a:lnTo>
                  <a:lnTo>
                    <a:pt x="4510026" y="2120792"/>
                  </a:lnTo>
                  <a:lnTo>
                    <a:pt x="4522349" y="2120792"/>
                  </a:lnTo>
                  <a:lnTo>
                    <a:pt x="4534671" y="2120792"/>
                  </a:lnTo>
                  <a:lnTo>
                    <a:pt x="4546994" y="2120792"/>
                  </a:lnTo>
                  <a:lnTo>
                    <a:pt x="4559316" y="2120792"/>
                  </a:lnTo>
                  <a:lnTo>
                    <a:pt x="4571639" y="2120792"/>
                  </a:lnTo>
                  <a:lnTo>
                    <a:pt x="4583961" y="2120791"/>
                  </a:lnTo>
                  <a:lnTo>
                    <a:pt x="4596284" y="2120790"/>
                  </a:lnTo>
                  <a:lnTo>
                    <a:pt x="4608606" y="2120788"/>
                  </a:lnTo>
                  <a:lnTo>
                    <a:pt x="4620929" y="2120783"/>
                  </a:lnTo>
                  <a:lnTo>
                    <a:pt x="4633251" y="2120773"/>
                  </a:lnTo>
                  <a:lnTo>
                    <a:pt x="4645574" y="2120756"/>
                  </a:lnTo>
                  <a:lnTo>
                    <a:pt x="4657896" y="2120724"/>
                  </a:lnTo>
                  <a:lnTo>
                    <a:pt x="4670219" y="2120672"/>
                  </a:lnTo>
                  <a:lnTo>
                    <a:pt x="4682541" y="2120593"/>
                  </a:lnTo>
                  <a:lnTo>
                    <a:pt x="4694864" y="2120484"/>
                  </a:lnTo>
                  <a:lnTo>
                    <a:pt x="4707186" y="2120347"/>
                  </a:lnTo>
                  <a:lnTo>
                    <a:pt x="4719508" y="2120190"/>
                  </a:lnTo>
                  <a:lnTo>
                    <a:pt x="4731831" y="2120029"/>
                  </a:lnTo>
                  <a:lnTo>
                    <a:pt x="4744153" y="2119886"/>
                  </a:lnTo>
                  <a:lnTo>
                    <a:pt x="4756476" y="2119784"/>
                  </a:lnTo>
                  <a:lnTo>
                    <a:pt x="4768798" y="2119741"/>
                  </a:lnTo>
                  <a:lnTo>
                    <a:pt x="4781121" y="2119764"/>
                  </a:lnTo>
                  <a:lnTo>
                    <a:pt x="4793443" y="2119849"/>
                  </a:lnTo>
                  <a:lnTo>
                    <a:pt x="4805766" y="2119981"/>
                  </a:lnTo>
                  <a:lnTo>
                    <a:pt x="4818088" y="2120139"/>
                  </a:lnTo>
                  <a:lnTo>
                    <a:pt x="4830411" y="2120300"/>
                  </a:lnTo>
                  <a:lnTo>
                    <a:pt x="4842733" y="2120445"/>
                  </a:lnTo>
                  <a:lnTo>
                    <a:pt x="4855056" y="2120563"/>
                  </a:lnTo>
                  <a:lnTo>
                    <a:pt x="4867378" y="2120651"/>
                  </a:lnTo>
                  <a:lnTo>
                    <a:pt x="4879701" y="2120710"/>
                  </a:lnTo>
                  <a:lnTo>
                    <a:pt x="4892023" y="2120745"/>
                  </a:lnTo>
                  <a:lnTo>
                    <a:pt x="4904346" y="2120761"/>
                  </a:lnTo>
                  <a:lnTo>
                    <a:pt x="4916668" y="2120758"/>
                  </a:lnTo>
                  <a:lnTo>
                    <a:pt x="4928991" y="2120729"/>
                  </a:lnTo>
                  <a:lnTo>
                    <a:pt x="4941313" y="2120653"/>
                  </a:lnTo>
                  <a:lnTo>
                    <a:pt x="4953636" y="2120490"/>
                  </a:lnTo>
                  <a:lnTo>
                    <a:pt x="4965958" y="2120172"/>
                  </a:lnTo>
                  <a:lnTo>
                    <a:pt x="4978281" y="2119600"/>
                  </a:lnTo>
                  <a:lnTo>
                    <a:pt x="4990603" y="2118649"/>
                  </a:lnTo>
                  <a:lnTo>
                    <a:pt x="5002925" y="2117182"/>
                  </a:lnTo>
                  <a:lnTo>
                    <a:pt x="5015248" y="2115094"/>
                  </a:lnTo>
                  <a:lnTo>
                    <a:pt x="5027570" y="2112358"/>
                  </a:lnTo>
                  <a:lnTo>
                    <a:pt x="5039893" y="2109077"/>
                  </a:lnTo>
                  <a:lnTo>
                    <a:pt x="5052215" y="2105521"/>
                  </a:lnTo>
                  <a:lnTo>
                    <a:pt x="5064538" y="2102110"/>
                  </a:lnTo>
                  <a:lnTo>
                    <a:pt x="5076860" y="2099352"/>
                  </a:lnTo>
                  <a:lnTo>
                    <a:pt x="5089183" y="2097725"/>
                  </a:lnTo>
                  <a:lnTo>
                    <a:pt x="5101505" y="2097614"/>
                  </a:lnTo>
                  <a:lnTo>
                    <a:pt x="5113828" y="2099000"/>
                  </a:lnTo>
                  <a:lnTo>
                    <a:pt x="5126150" y="2101584"/>
                  </a:lnTo>
                  <a:lnTo>
                    <a:pt x="5138473" y="2104910"/>
                  </a:lnTo>
                  <a:lnTo>
                    <a:pt x="5150795" y="2108471"/>
                  </a:lnTo>
                  <a:lnTo>
                    <a:pt x="5163118" y="2111823"/>
                  </a:lnTo>
                  <a:lnTo>
                    <a:pt x="5175440" y="2114667"/>
                  </a:lnTo>
                  <a:lnTo>
                    <a:pt x="5187763" y="2116871"/>
                  </a:lnTo>
                  <a:lnTo>
                    <a:pt x="5200085" y="2118440"/>
                  </a:lnTo>
                  <a:lnTo>
                    <a:pt x="5212408" y="2119471"/>
                  </a:lnTo>
                  <a:lnTo>
                    <a:pt x="5224730" y="2120099"/>
                  </a:lnTo>
                  <a:lnTo>
                    <a:pt x="5237053" y="2120452"/>
                  </a:lnTo>
                  <a:lnTo>
                    <a:pt x="5249375" y="2120636"/>
                  </a:lnTo>
                  <a:lnTo>
                    <a:pt x="5261698" y="2120725"/>
                  </a:lnTo>
                  <a:lnTo>
                    <a:pt x="5274020" y="2120765"/>
                  </a:lnTo>
                  <a:lnTo>
                    <a:pt x="5286342" y="2120782"/>
                  </a:lnTo>
                  <a:lnTo>
                    <a:pt x="5298665" y="2120788"/>
                  </a:lnTo>
                  <a:lnTo>
                    <a:pt x="5310987" y="2120791"/>
                  </a:lnTo>
                  <a:lnTo>
                    <a:pt x="5323310" y="2120791"/>
                  </a:lnTo>
                  <a:lnTo>
                    <a:pt x="5335632" y="2120792"/>
                  </a:lnTo>
                  <a:lnTo>
                    <a:pt x="5347955" y="2120792"/>
                  </a:lnTo>
                  <a:lnTo>
                    <a:pt x="5360277" y="2120792"/>
                  </a:lnTo>
                  <a:lnTo>
                    <a:pt x="5372600" y="2120792"/>
                  </a:lnTo>
                  <a:lnTo>
                    <a:pt x="5384922" y="2120792"/>
                  </a:lnTo>
                  <a:lnTo>
                    <a:pt x="5397245" y="2120792"/>
                  </a:lnTo>
                  <a:lnTo>
                    <a:pt x="5409567" y="2120792"/>
                  </a:lnTo>
                  <a:lnTo>
                    <a:pt x="5421890" y="2120792"/>
                  </a:lnTo>
                  <a:lnTo>
                    <a:pt x="5434212" y="2120792"/>
                  </a:lnTo>
                  <a:lnTo>
                    <a:pt x="5446535" y="2120792"/>
                  </a:lnTo>
                  <a:lnTo>
                    <a:pt x="5458857" y="2120792"/>
                  </a:lnTo>
                  <a:lnTo>
                    <a:pt x="5471180" y="2120792"/>
                  </a:lnTo>
                  <a:lnTo>
                    <a:pt x="5483502" y="2120792"/>
                  </a:lnTo>
                  <a:lnTo>
                    <a:pt x="5495825" y="2120792"/>
                  </a:lnTo>
                  <a:lnTo>
                    <a:pt x="5508147" y="2120792"/>
                  </a:lnTo>
                  <a:lnTo>
                    <a:pt x="5520470" y="2120792"/>
                  </a:lnTo>
                  <a:lnTo>
                    <a:pt x="5532792" y="2120792"/>
                  </a:lnTo>
                  <a:lnTo>
                    <a:pt x="5545114" y="2120792"/>
                  </a:lnTo>
                  <a:lnTo>
                    <a:pt x="5557437" y="2120792"/>
                  </a:lnTo>
                  <a:lnTo>
                    <a:pt x="5569759" y="2120792"/>
                  </a:lnTo>
                  <a:lnTo>
                    <a:pt x="5582082" y="2120792"/>
                  </a:lnTo>
                  <a:lnTo>
                    <a:pt x="5594404" y="2120792"/>
                  </a:lnTo>
                  <a:lnTo>
                    <a:pt x="5606727" y="2120792"/>
                  </a:lnTo>
                  <a:lnTo>
                    <a:pt x="5619049" y="2120792"/>
                  </a:lnTo>
                  <a:lnTo>
                    <a:pt x="5631372" y="2120792"/>
                  </a:lnTo>
                  <a:lnTo>
                    <a:pt x="5643694" y="2120792"/>
                  </a:lnTo>
                  <a:lnTo>
                    <a:pt x="5656017" y="2120792"/>
                  </a:lnTo>
                  <a:lnTo>
                    <a:pt x="5668339" y="2120792"/>
                  </a:lnTo>
                  <a:lnTo>
                    <a:pt x="5680662" y="2120792"/>
                  </a:lnTo>
                  <a:lnTo>
                    <a:pt x="5692984" y="2120792"/>
                  </a:lnTo>
                  <a:lnTo>
                    <a:pt x="5705307" y="2120792"/>
                  </a:lnTo>
                  <a:lnTo>
                    <a:pt x="5717629" y="2120792"/>
                  </a:lnTo>
                  <a:lnTo>
                    <a:pt x="5729952" y="2120792"/>
                  </a:lnTo>
                  <a:lnTo>
                    <a:pt x="5742274" y="2120792"/>
                  </a:lnTo>
                  <a:lnTo>
                    <a:pt x="5754597" y="2120792"/>
                  </a:lnTo>
                  <a:lnTo>
                    <a:pt x="5766919" y="2120792"/>
                  </a:lnTo>
                  <a:lnTo>
                    <a:pt x="5779242" y="2120792"/>
                  </a:lnTo>
                  <a:lnTo>
                    <a:pt x="5791564" y="2120792"/>
                  </a:lnTo>
                  <a:lnTo>
                    <a:pt x="5803887" y="2120792"/>
                  </a:lnTo>
                  <a:lnTo>
                    <a:pt x="5816209" y="2120792"/>
                  </a:lnTo>
                  <a:lnTo>
                    <a:pt x="5828531" y="2120792"/>
                  </a:lnTo>
                  <a:lnTo>
                    <a:pt x="5840854" y="2120792"/>
                  </a:lnTo>
                  <a:lnTo>
                    <a:pt x="5853176" y="2120792"/>
                  </a:lnTo>
                  <a:lnTo>
                    <a:pt x="5865499" y="2120792"/>
                  </a:lnTo>
                  <a:lnTo>
                    <a:pt x="5877821" y="2120792"/>
                  </a:lnTo>
                  <a:lnTo>
                    <a:pt x="5890144" y="2120792"/>
                  </a:lnTo>
                  <a:lnTo>
                    <a:pt x="5902466" y="2120792"/>
                  </a:lnTo>
                  <a:lnTo>
                    <a:pt x="5914789" y="2120792"/>
                  </a:lnTo>
                  <a:lnTo>
                    <a:pt x="5927111" y="2120792"/>
                  </a:lnTo>
                  <a:lnTo>
                    <a:pt x="5939434" y="2120792"/>
                  </a:lnTo>
                  <a:lnTo>
                    <a:pt x="5951756" y="2120792"/>
                  </a:lnTo>
                  <a:lnTo>
                    <a:pt x="5964079" y="2120792"/>
                  </a:lnTo>
                  <a:lnTo>
                    <a:pt x="5976401" y="2120792"/>
                  </a:lnTo>
                  <a:lnTo>
                    <a:pt x="5988724" y="2120792"/>
                  </a:lnTo>
                  <a:lnTo>
                    <a:pt x="6001046" y="2120792"/>
                  </a:lnTo>
                  <a:lnTo>
                    <a:pt x="6013369" y="2120792"/>
                  </a:lnTo>
                  <a:lnTo>
                    <a:pt x="6025691" y="2120792"/>
                  </a:lnTo>
                  <a:lnTo>
                    <a:pt x="6038014" y="2120792"/>
                  </a:lnTo>
                  <a:lnTo>
                    <a:pt x="6050336" y="2120792"/>
                  </a:lnTo>
                  <a:lnTo>
                    <a:pt x="6062659" y="2120792"/>
                  </a:lnTo>
                  <a:lnTo>
                    <a:pt x="6074981" y="2120792"/>
                  </a:lnTo>
                  <a:lnTo>
                    <a:pt x="6087304" y="2120792"/>
                  </a:lnTo>
                  <a:lnTo>
                    <a:pt x="6099626" y="2120792"/>
                  </a:lnTo>
                  <a:lnTo>
                    <a:pt x="6111948" y="2120792"/>
                  </a:lnTo>
                  <a:lnTo>
                    <a:pt x="6124271" y="2120792"/>
                  </a:lnTo>
                  <a:lnTo>
                    <a:pt x="6136593" y="2120792"/>
                  </a:lnTo>
                  <a:lnTo>
                    <a:pt x="6148916" y="2120792"/>
                  </a:lnTo>
                  <a:lnTo>
                    <a:pt x="6161238" y="2120792"/>
                  </a:lnTo>
                  <a:lnTo>
                    <a:pt x="6173561" y="2120792"/>
                  </a:lnTo>
                  <a:lnTo>
                    <a:pt x="6185883" y="2120792"/>
                  </a:lnTo>
                  <a:lnTo>
                    <a:pt x="6198206" y="2120792"/>
                  </a:lnTo>
                  <a:lnTo>
                    <a:pt x="6210528" y="2120792"/>
                  </a:lnTo>
                  <a:lnTo>
                    <a:pt x="6222851" y="2120792"/>
                  </a:lnTo>
                  <a:lnTo>
                    <a:pt x="6235173" y="2120792"/>
                  </a:lnTo>
                  <a:lnTo>
                    <a:pt x="6247496" y="2120792"/>
                  </a:lnTo>
                  <a:lnTo>
                    <a:pt x="6259818" y="2120792"/>
                  </a:lnTo>
                  <a:lnTo>
                    <a:pt x="6272141" y="2120792"/>
                  </a:lnTo>
                  <a:lnTo>
                    <a:pt x="6284463" y="2120792"/>
                  </a:lnTo>
                  <a:lnTo>
                    <a:pt x="6296786" y="2120792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0"/>
            <p:cNvSpPr/>
            <p:nvPr/>
          </p:nvSpPr>
          <p:spPr>
            <a:xfrm>
              <a:off x="706745" y="5535905"/>
              <a:ext cx="6296786" cy="619545"/>
            </a:xfrm>
            <a:custGeom>
              <a:avLst/>
              <a:pathLst>
                <a:path w="6296786" h="619545">
                  <a:moveTo>
                    <a:pt x="0" y="563232"/>
                  </a:moveTo>
                  <a:lnTo>
                    <a:pt x="12322" y="554760"/>
                  </a:lnTo>
                  <a:lnTo>
                    <a:pt x="24644" y="545351"/>
                  </a:lnTo>
                  <a:lnTo>
                    <a:pt x="36967" y="534962"/>
                  </a:lnTo>
                  <a:lnTo>
                    <a:pt x="49289" y="523552"/>
                  </a:lnTo>
                  <a:lnTo>
                    <a:pt x="61612" y="511088"/>
                  </a:lnTo>
                  <a:lnTo>
                    <a:pt x="73934" y="497282"/>
                  </a:lnTo>
                  <a:lnTo>
                    <a:pt x="86257" y="482350"/>
                  </a:lnTo>
                  <a:lnTo>
                    <a:pt x="98579" y="466327"/>
                  </a:lnTo>
                  <a:lnTo>
                    <a:pt x="110902" y="449233"/>
                  </a:lnTo>
                  <a:lnTo>
                    <a:pt x="123224" y="431097"/>
                  </a:lnTo>
                  <a:lnTo>
                    <a:pt x="135547" y="411944"/>
                  </a:lnTo>
                  <a:lnTo>
                    <a:pt x="147869" y="391660"/>
                  </a:lnTo>
                  <a:lnTo>
                    <a:pt x="160192" y="370576"/>
                  </a:lnTo>
                  <a:lnTo>
                    <a:pt x="172514" y="348793"/>
                  </a:lnTo>
                  <a:lnTo>
                    <a:pt x="184837" y="326424"/>
                  </a:lnTo>
                  <a:lnTo>
                    <a:pt x="197159" y="303593"/>
                  </a:lnTo>
                  <a:lnTo>
                    <a:pt x="209482" y="280426"/>
                  </a:lnTo>
                  <a:lnTo>
                    <a:pt x="221804" y="257123"/>
                  </a:lnTo>
                  <a:lnTo>
                    <a:pt x="234127" y="233901"/>
                  </a:lnTo>
                  <a:lnTo>
                    <a:pt x="246449" y="210922"/>
                  </a:lnTo>
                  <a:lnTo>
                    <a:pt x="258772" y="188346"/>
                  </a:lnTo>
                  <a:lnTo>
                    <a:pt x="271094" y="166333"/>
                  </a:lnTo>
                  <a:lnTo>
                    <a:pt x="283416" y="145148"/>
                  </a:lnTo>
                  <a:lnTo>
                    <a:pt x="295739" y="125048"/>
                  </a:lnTo>
                  <a:lnTo>
                    <a:pt x="308061" y="106056"/>
                  </a:lnTo>
                  <a:lnTo>
                    <a:pt x="320384" y="88295"/>
                  </a:lnTo>
                  <a:lnTo>
                    <a:pt x="332706" y="71874"/>
                  </a:lnTo>
                  <a:lnTo>
                    <a:pt x="345029" y="56895"/>
                  </a:lnTo>
                  <a:lnTo>
                    <a:pt x="357351" y="43701"/>
                  </a:lnTo>
                  <a:lnTo>
                    <a:pt x="369674" y="32294"/>
                  </a:lnTo>
                  <a:lnTo>
                    <a:pt x="381996" y="22555"/>
                  </a:lnTo>
                  <a:lnTo>
                    <a:pt x="394319" y="14506"/>
                  </a:lnTo>
                  <a:lnTo>
                    <a:pt x="406641" y="8159"/>
                  </a:lnTo>
                  <a:lnTo>
                    <a:pt x="418964" y="3513"/>
                  </a:lnTo>
                  <a:lnTo>
                    <a:pt x="431286" y="891"/>
                  </a:lnTo>
                  <a:lnTo>
                    <a:pt x="443609" y="0"/>
                  </a:lnTo>
                  <a:lnTo>
                    <a:pt x="455931" y="700"/>
                  </a:lnTo>
                  <a:lnTo>
                    <a:pt x="468254" y="2944"/>
                  </a:lnTo>
                  <a:lnTo>
                    <a:pt x="480576" y="6677"/>
                  </a:lnTo>
                  <a:lnTo>
                    <a:pt x="492899" y="11841"/>
                  </a:lnTo>
                  <a:lnTo>
                    <a:pt x="505221" y="18688"/>
                  </a:lnTo>
                  <a:lnTo>
                    <a:pt x="517544" y="26805"/>
                  </a:lnTo>
                  <a:lnTo>
                    <a:pt x="529866" y="36109"/>
                  </a:lnTo>
                  <a:lnTo>
                    <a:pt x="542189" y="46533"/>
                  </a:lnTo>
                  <a:lnTo>
                    <a:pt x="554511" y="58006"/>
                  </a:lnTo>
                  <a:lnTo>
                    <a:pt x="566833" y="70491"/>
                  </a:lnTo>
                  <a:lnTo>
                    <a:pt x="579156" y="84055"/>
                  </a:lnTo>
                  <a:lnTo>
                    <a:pt x="591478" y="98407"/>
                  </a:lnTo>
                  <a:lnTo>
                    <a:pt x="603801" y="113471"/>
                  </a:lnTo>
                  <a:lnTo>
                    <a:pt x="616123" y="129173"/>
                  </a:lnTo>
                  <a:lnTo>
                    <a:pt x="628446" y="145437"/>
                  </a:lnTo>
                  <a:lnTo>
                    <a:pt x="640768" y="162212"/>
                  </a:lnTo>
                  <a:lnTo>
                    <a:pt x="653091" y="179415"/>
                  </a:lnTo>
                  <a:lnTo>
                    <a:pt x="665413" y="196875"/>
                  </a:lnTo>
                  <a:lnTo>
                    <a:pt x="677736" y="214505"/>
                  </a:lnTo>
                  <a:lnTo>
                    <a:pt x="690058" y="232217"/>
                  </a:lnTo>
                  <a:lnTo>
                    <a:pt x="702381" y="249924"/>
                  </a:lnTo>
                  <a:lnTo>
                    <a:pt x="714703" y="267505"/>
                  </a:lnTo>
                  <a:lnTo>
                    <a:pt x="727026" y="284827"/>
                  </a:lnTo>
                  <a:lnTo>
                    <a:pt x="739348" y="301818"/>
                  </a:lnTo>
                  <a:lnTo>
                    <a:pt x="751671" y="318398"/>
                  </a:lnTo>
                  <a:lnTo>
                    <a:pt x="763993" y="334489"/>
                  </a:lnTo>
                  <a:lnTo>
                    <a:pt x="776316" y="350018"/>
                  </a:lnTo>
                  <a:lnTo>
                    <a:pt x="788638" y="364790"/>
                  </a:lnTo>
                  <a:lnTo>
                    <a:pt x="800961" y="378779"/>
                  </a:lnTo>
                  <a:lnTo>
                    <a:pt x="813283" y="391996"/>
                  </a:lnTo>
                  <a:lnTo>
                    <a:pt x="825606" y="404405"/>
                  </a:lnTo>
                  <a:lnTo>
                    <a:pt x="837928" y="415977"/>
                  </a:lnTo>
                  <a:lnTo>
                    <a:pt x="850250" y="426692"/>
                  </a:lnTo>
                  <a:lnTo>
                    <a:pt x="862573" y="436347"/>
                  </a:lnTo>
                  <a:lnTo>
                    <a:pt x="874895" y="445106"/>
                  </a:lnTo>
                  <a:lnTo>
                    <a:pt x="887218" y="453022"/>
                  </a:lnTo>
                  <a:lnTo>
                    <a:pt x="899540" y="460119"/>
                  </a:lnTo>
                  <a:lnTo>
                    <a:pt x="911863" y="466430"/>
                  </a:lnTo>
                  <a:lnTo>
                    <a:pt x="924185" y="471990"/>
                  </a:lnTo>
                  <a:lnTo>
                    <a:pt x="936508" y="476692"/>
                  </a:lnTo>
                  <a:lnTo>
                    <a:pt x="948830" y="480785"/>
                  </a:lnTo>
                  <a:lnTo>
                    <a:pt x="961153" y="484331"/>
                  </a:lnTo>
                  <a:lnTo>
                    <a:pt x="973475" y="487393"/>
                  </a:lnTo>
                  <a:lnTo>
                    <a:pt x="985798" y="490035"/>
                  </a:lnTo>
                  <a:lnTo>
                    <a:pt x="998120" y="492310"/>
                  </a:lnTo>
                  <a:lnTo>
                    <a:pt x="1010443" y="494274"/>
                  </a:lnTo>
                  <a:lnTo>
                    <a:pt x="1022765" y="496061"/>
                  </a:lnTo>
                  <a:lnTo>
                    <a:pt x="1035088" y="497734"/>
                  </a:lnTo>
                  <a:lnTo>
                    <a:pt x="1047410" y="499349"/>
                  </a:lnTo>
                  <a:lnTo>
                    <a:pt x="1059733" y="500962"/>
                  </a:lnTo>
                  <a:lnTo>
                    <a:pt x="1072055" y="502632"/>
                  </a:lnTo>
                  <a:lnTo>
                    <a:pt x="1084378" y="504426"/>
                  </a:lnTo>
                  <a:lnTo>
                    <a:pt x="1096700" y="506366"/>
                  </a:lnTo>
                  <a:lnTo>
                    <a:pt x="1109022" y="508475"/>
                  </a:lnTo>
                  <a:lnTo>
                    <a:pt x="1121345" y="510770"/>
                  </a:lnTo>
                  <a:lnTo>
                    <a:pt x="1133667" y="513260"/>
                  </a:lnTo>
                  <a:lnTo>
                    <a:pt x="1145990" y="515975"/>
                  </a:lnTo>
                  <a:lnTo>
                    <a:pt x="1158312" y="518897"/>
                  </a:lnTo>
                  <a:lnTo>
                    <a:pt x="1170635" y="521982"/>
                  </a:lnTo>
                  <a:lnTo>
                    <a:pt x="1182957" y="525203"/>
                  </a:lnTo>
                  <a:lnTo>
                    <a:pt x="1195280" y="528530"/>
                  </a:lnTo>
                  <a:lnTo>
                    <a:pt x="1207602" y="531926"/>
                  </a:lnTo>
                  <a:lnTo>
                    <a:pt x="1219925" y="535338"/>
                  </a:lnTo>
                  <a:lnTo>
                    <a:pt x="1232247" y="538694"/>
                  </a:lnTo>
                  <a:lnTo>
                    <a:pt x="1244570" y="541938"/>
                  </a:lnTo>
                  <a:lnTo>
                    <a:pt x="1256892" y="545015"/>
                  </a:lnTo>
                  <a:lnTo>
                    <a:pt x="1269215" y="547867"/>
                  </a:lnTo>
                  <a:lnTo>
                    <a:pt x="1281537" y="550435"/>
                  </a:lnTo>
                  <a:lnTo>
                    <a:pt x="1293860" y="552558"/>
                  </a:lnTo>
                  <a:lnTo>
                    <a:pt x="1306182" y="554231"/>
                  </a:lnTo>
                  <a:lnTo>
                    <a:pt x="1318505" y="555411"/>
                  </a:lnTo>
                  <a:lnTo>
                    <a:pt x="1330827" y="556044"/>
                  </a:lnTo>
                  <a:lnTo>
                    <a:pt x="1343150" y="556084"/>
                  </a:lnTo>
                  <a:lnTo>
                    <a:pt x="1355472" y="555469"/>
                  </a:lnTo>
                  <a:lnTo>
                    <a:pt x="1367795" y="553996"/>
                  </a:lnTo>
                  <a:lnTo>
                    <a:pt x="1380117" y="551793"/>
                  </a:lnTo>
                  <a:lnTo>
                    <a:pt x="1392439" y="548836"/>
                  </a:lnTo>
                  <a:lnTo>
                    <a:pt x="1404762" y="545113"/>
                  </a:lnTo>
                  <a:lnTo>
                    <a:pt x="1417084" y="540614"/>
                  </a:lnTo>
                  <a:lnTo>
                    <a:pt x="1429407" y="535290"/>
                  </a:lnTo>
                  <a:lnTo>
                    <a:pt x="1441729" y="529061"/>
                  </a:lnTo>
                  <a:lnTo>
                    <a:pt x="1454052" y="522106"/>
                  </a:lnTo>
                  <a:lnTo>
                    <a:pt x="1466374" y="514464"/>
                  </a:lnTo>
                  <a:lnTo>
                    <a:pt x="1478697" y="506179"/>
                  </a:lnTo>
                  <a:lnTo>
                    <a:pt x="1491019" y="497305"/>
                  </a:lnTo>
                  <a:lnTo>
                    <a:pt x="1503342" y="487860"/>
                  </a:lnTo>
                  <a:lnTo>
                    <a:pt x="1515664" y="477945"/>
                  </a:lnTo>
                  <a:lnTo>
                    <a:pt x="1527987" y="467728"/>
                  </a:lnTo>
                  <a:lnTo>
                    <a:pt x="1540309" y="457307"/>
                  </a:lnTo>
                  <a:lnTo>
                    <a:pt x="1552632" y="446784"/>
                  </a:lnTo>
                  <a:lnTo>
                    <a:pt x="1564954" y="436270"/>
                  </a:lnTo>
                  <a:lnTo>
                    <a:pt x="1577277" y="425925"/>
                  </a:lnTo>
                  <a:lnTo>
                    <a:pt x="1589599" y="415915"/>
                  </a:lnTo>
                  <a:lnTo>
                    <a:pt x="1601922" y="406345"/>
                  </a:lnTo>
                  <a:lnTo>
                    <a:pt x="1614244" y="397329"/>
                  </a:lnTo>
                  <a:lnTo>
                    <a:pt x="1626567" y="388980"/>
                  </a:lnTo>
                  <a:lnTo>
                    <a:pt x="1638889" y="381406"/>
                  </a:lnTo>
                  <a:lnTo>
                    <a:pt x="1651212" y="374921"/>
                  </a:lnTo>
                  <a:lnTo>
                    <a:pt x="1663534" y="369513"/>
                  </a:lnTo>
                  <a:lnTo>
                    <a:pt x="1675856" y="365202"/>
                  </a:lnTo>
                  <a:lnTo>
                    <a:pt x="1688179" y="362048"/>
                  </a:lnTo>
                  <a:lnTo>
                    <a:pt x="1700501" y="360096"/>
                  </a:lnTo>
                  <a:lnTo>
                    <a:pt x="1712824" y="359380"/>
                  </a:lnTo>
                  <a:lnTo>
                    <a:pt x="1725146" y="360236"/>
                  </a:lnTo>
                  <a:lnTo>
                    <a:pt x="1737469" y="362346"/>
                  </a:lnTo>
                  <a:lnTo>
                    <a:pt x="1749791" y="365670"/>
                  </a:lnTo>
                  <a:lnTo>
                    <a:pt x="1762114" y="370166"/>
                  </a:lnTo>
                  <a:lnTo>
                    <a:pt x="1774436" y="375779"/>
                  </a:lnTo>
                  <a:lnTo>
                    <a:pt x="1786759" y="382478"/>
                  </a:lnTo>
                  <a:lnTo>
                    <a:pt x="1799081" y="390320"/>
                  </a:lnTo>
                  <a:lnTo>
                    <a:pt x="1811404" y="398970"/>
                  </a:lnTo>
                  <a:lnTo>
                    <a:pt x="1823726" y="408323"/>
                  </a:lnTo>
                  <a:lnTo>
                    <a:pt x="1836049" y="418269"/>
                  </a:lnTo>
                  <a:lnTo>
                    <a:pt x="1848371" y="428693"/>
                  </a:lnTo>
                  <a:lnTo>
                    <a:pt x="1860694" y="439497"/>
                  </a:lnTo>
                  <a:lnTo>
                    <a:pt x="1873016" y="450527"/>
                  </a:lnTo>
                  <a:lnTo>
                    <a:pt x="1885339" y="461610"/>
                  </a:lnTo>
                  <a:lnTo>
                    <a:pt x="1897661" y="472639"/>
                  </a:lnTo>
                  <a:lnTo>
                    <a:pt x="1909984" y="483510"/>
                  </a:lnTo>
                  <a:lnTo>
                    <a:pt x="1922306" y="494125"/>
                  </a:lnTo>
                  <a:lnTo>
                    <a:pt x="1934629" y="504335"/>
                  </a:lnTo>
                  <a:lnTo>
                    <a:pt x="1946951" y="514016"/>
                  </a:lnTo>
                  <a:lnTo>
                    <a:pt x="1959273" y="523150"/>
                  </a:lnTo>
                  <a:lnTo>
                    <a:pt x="1971596" y="531680"/>
                  </a:lnTo>
                  <a:lnTo>
                    <a:pt x="1983918" y="539553"/>
                  </a:lnTo>
                  <a:lnTo>
                    <a:pt x="1996241" y="546726"/>
                  </a:lnTo>
                  <a:lnTo>
                    <a:pt x="2008563" y="553022"/>
                  </a:lnTo>
                  <a:lnTo>
                    <a:pt x="2020886" y="558469"/>
                  </a:lnTo>
                  <a:lnTo>
                    <a:pt x="2033208" y="563112"/>
                  </a:lnTo>
                  <a:lnTo>
                    <a:pt x="2045531" y="566934"/>
                  </a:lnTo>
                  <a:lnTo>
                    <a:pt x="2057853" y="569924"/>
                  </a:lnTo>
                  <a:lnTo>
                    <a:pt x="2070176" y="572072"/>
                  </a:lnTo>
                  <a:lnTo>
                    <a:pt x="2082498" y="573180"/>
                  </a:lnTo>
                  <a:lnTo>
                    <a:pt x="2094821" y="573399"/>
                  </a:lnTo>
                  <a:lnTo>
                    <a:pt x="2107143" y="572758"/>
                  </a:lnTo>
                  <a:lnTo>
                    <a:pt x="2119466" y="571254"/>
                  </a:lnTo>
                  <a:lnTo>
                    <a:pt x="2131788" y="568887"/>
                  </a:lnTo>
                  <a:lnTo>
                    <a:pt x="2144111" y="565648"/>
                  </a:lnTo>
                  <a:lnTo>
                    <a:pt x="2156433" y="561321"/>
                  </a:lnTo>
                  <a:lnTo>
                    <a:pt x="2168756" y="556127"/>
                  </a:lnTo>
                  <a:lnTo>
                    <a:pt x="2181078" y="550071"/>
                  </a:lnTo>
                  <a:lnTo>
                    <a:pt x="2193401" y="543157"/>
                  </a:lnTo>
                  <a:lnTo>
                    <a:pt x="2205723" y="535392"/>
                  </a:lnTo>
                  <a:lnTo>
                    <a:pt x="2218045" y="526744"/>
                  </a:lnTo>
                  <a:lnTo>
                    <a:pt x="2230368" y="517113"/>
                  </a:lnTo>
                  <a:lnTo>
                    <a:pt x="2242690" y="506699"/>
                  </a:lnTo>
                  <a:lnTo>
                    <a:pt x="2255013" y="495538"/>
                  </a:lnTo>
                  <a:lnTo>
                    <a:pt x="2267335" y="483668"/>
                  </a:lnTo>
                  <a:lnTo>
                    <a:pt x="2279658" y="471140"/>
                  </a:lnTo>
                  <a:lnTo>
                    <a:pt x="2291980" y="457956"/>
                  </a:lnTo>
                  <a:lnTo>
                    <a:pt x="2304303" y="444188"/>
                  </a:lnTo>
                  <a:lnTo>
                    <a:pt x="2316625" y="430016"/>
                  </a:lnTo>
                  <a:lnTo>
                    <a:pt x="2328948" y="415530"/>
                  </a:lnTo>
                  <a:lnTo>
                    <a:pt x="2341270" y="400829"/>
                  </a:lnTo>
                  <a:lnTo>
                    <a:pt x="2353593" y="386018"/>
                  </a:lnTo>
                  <a:lnTo>
                    <a:pt x="2365915" y="371233"/>
                  </a:lnTo>
                  <a:lnTo>
                    <a:pt x="2378238" y="356653"/>
                  </a:lnTo>
                  <a:lnTo>
                    <a:pt x="2390560" y="342399"/>
                  </a:lnTo>
                  <a:lnTo>
                    <a:pt x="2402883" y="328593"/>
                  </a:lnTo>
                  <a:lnTo>
                    <a:pt x="2415205" y="315355"/>
                  </a:lnTo>
                  <a:lnTo>
                    <a:pt x="2427528" y="302806"/>
                  </a:lnTo>
                  <a:lnTo>
                    <a:pt x="2439850" y="291241"/>
                  </a:lnTo>
                  <a:lnTo>
                    <a:pt x="2452173" y="280706"/>
                  </a:lnTo>
                  <a:lnTo>
                    <a:pt x="2464495" y="271223"/>
                  </a:lnTo>
                  <a:lnTo>
                    <a:pt x="2476818" y="262862"/>
                  </a:lnTo>
                  <a:lnTo>
                    <a:pt x="2489140" y="255676"/>
                  </a:lnTo>
                  <a:lnTo>
                    <a:pt x="2501462" y="249706"/>
                  </a:lnTo>
                  <a:lnTo>
                    <a:pt x="2513785" y="245266"/>
                  </a:lnTo>
                  <a:lnTo>
                    <a:pt x="2526107" y="242074"/>
                  </a:lnTo>
                  <a:lnTo>
                    <a:pt x="2538430" y="240062"/>
                  </a:lnTo>
                  <a:lnTo>
                    <a:pt x="2550752" y="239173"/>
                  </a:lnTo>
                  <a:lnTo>
                    <a:pt x="2563075" y="239334"/>
                  </a:lnTo>
                  <a:lnTo>
                    <a:pt x="2575397" y="240474"/>
                  </a:lnTo>
                  <a:lnTo>
                    <a:pt x="2587720" y="242615"/>
                  </a:lnTo>
                  <a:lnTo>
                    <a:pt x="2600042" y="245396"/>
                  </a:lnTo>
                  <a:lnTo>
                    <a:pt x="2612365" y="248677"/>
                  </a:lnTo>
                  <a:lnTo>
                    <a:pt x="2624687" y="252317"/>
                  </a:lnTo>
                  <a:lnTo>
                    <a:pt x="2637010" y="256172"/>
                  </a:lnTo>
                  <a:lnTo>
                    <a:pt x="2649332" y="260089"/>
                  </a:lnTo>
                  <a:lnTo>
                    <a:pt x="2661655" y="263857"/>
                  </a:lnTo>
                  <a:lnTo>
                    <a:pt x="2673977" y="267348"/>
                  </a:lnTo>
                  <a:lnTo>
                    <a:pt x="2686300" y="270458"/>
                  </a:lnTo>
                  <a:lnTo>
                    <a:pt x="2698622" y="273100"/>
                  </a:lnTo>
                  <a:lnTo>
                    <a:pt x="2710945" y="275204"/>
                  </a:lnTo>
                  <a:lnTo>
                    <a:pt x="2723267" y="276647"/>
                  </a:lnTo>
                  <a:lnTo>
                    <a:pt x="2735590" y="277388"/>
                  </a:lnTo>
                  <a:lnTo>
                    <a:pt x="2747912" y="277535"/>
                  </a:lnTo>
                  <a:lnTo>
                    <a:pt x="2760235" y="277134"/>
                  </a:lnTo>
                  <a:lnTo>
                    <a:pt x="2772557" y="276246"/>
                  </a:lnTo>
                  <a:lnTo>
                    <a:pt x="2784879" y="274955"/>
                  </a:lnTo>
                  <a:lnTo>
                    <a:pt x="2797202" y="273340"/>
                  </a:lnTo>
                  <a:lnTo>
                    <a:pt x="2809524" y="271606"/>
                  </a:lnTo>
                  <a:lnTo>
                    <a:pt x="2821847" y="269921"/>
                  </a:lnTo>
                  <a:lnTo>
                    <a:pt x="2834169" y="268429"/>
                  </a:lnTo>
                  <a:lnTo>
                    <a:pt x="2846492" y="267277"/>
                  </a:lnTo>
                  <a:lnTo>
                    <a:pt x="2858814" y="266611"/>
                  </a:lnTo>
                  <a:lnTo>
                    <a:pt x="2871137" y="266748"/>
                  </a:lnTo>
                  <a:lnTo>
                    <a:pt x="2883459" y="267766"/>
                  </a:lnTo>
                  <a:lnTo>
                    <a:pt x="2895782" y="269734"/>
                  </a:lnTo>
                  <a:lnTo>
                    <a:pt x="2908104" y="272740"/>
                  </a:lnTo>
                  <a:lnTo>
                    <a:pt x="2920427" y="276855"/>
                  </a:lnTo>
                  <a:lnTo>
                    <a:pt x="2932749" y="282134"/>
                  </a:lnTo>
                  <a:lnTo>
                    <a:pt x="2945072" y="288909"/>
                  </a:lnTo>
                  <a:lnTo>
                    <a:pt x="2957394" y="296876"/>
                  </a:lnTo>
                  <a:lnTo>
                    <a:pt x="2969717" y="305987"/>
                  </a:lnTo>
                  <a:lnTo>
                    <a:pt x="2982039" y="316187"/>
                  </a:lnTo>
                  <a:lnTo>
                    <a:pt x="2994362" y="327403"/>
                  </a:lnTo>
                  <a:lnTo>
                    <a:pt x="3006684" y="339575"/>
                  </a:lnTo>
                  <a:lnTo>
                    <a:pt x="3019007" y="352690"/>
                  </a:lnTo>
                  <a:lnTo>
                    <a:pt x="3031329" y="366416"/>
                  </a:lnTo>
                  <a:lnTo>
                    <a:pt x="3043652" y="380618"/>
                  </a:lnTo>
                  <a:lnTo>
                    <a:pt x="3055974" y="395160"/>
                  </a:lnTo>
                  <a:lnTo>
                    <a:pt x="3068296" y="409905"/>
                  </a:lnTo>
                  <a:lnTo>
                    <a:pt x="3080619" y="424705"/>
                  </a:lnTo>
                  <a:lnTo>
                    <a:pt x="3092941" y="439357"/>
                  </a:lnTo>
                  <a:lnTo>
                    <a:pt x="3105264" y="453735"/>
                  </a:lnTo>
                  <a:lnTo>
                    <a:pt x="3117586" y="467730"/>
                  </a:lnTo>
                  <a:lnTo>
                    <a:pt x="3129909" y="481244"/>
                  </a:lnTo>
                  <a:lnTo>
                    <a:pt x="3142231" y="494191"/>
                  </a:lnTo>
                  <a:lnTo>
                    <a:pt x="3154554" y="506396"/>
                  </a:lnTo>
                  <a:lnTo>
                    <a:pt x="3166876" y="517776"/>
                  </a:lnTo>
                  <a:lnTo>
                    <a:pt x="3179199" y="528380"/>
                  </a:lnTo>
                  <a:lnTo>
                    <a:pt x="3191521" y="538186"/>
                  </a:lnTo>
                  <a:lnTo>
                    <a:pt x="3203844" y="547178"/>
                  </a:lnTo>
                  <a:lnTo>
                    <a:pt x="3216166" y="555352"/>
                  </a:lnTo>
                  <a:lnTo>
                    <a:pt x="3228489" y="562575"/>
                  </a:lnTo>
                  <a:lnTo>
                    <a:pt x="3240811" y="568950"/>
                  </a:lnTo>
                  <a:lnTo>
                    <a:pt x="3253134" y="574575"/>
                  </a:lnTo>
                  <a:lnTo>
                    <a:pt x="3265456" y="579483"/>
                  </a:lnTo>
                  <a:lnTo>
                    <a:pt x="3277779" y="583714"/>
                  </a:lnTo>
                  <a:lnTo>
                    <a:pt x="3290101" y="587307"/>
                  </a:lnTo>
                  <a:lnTo>
                    <a:pt x="3302424" y="590193"/>
                  </a:lnTo>
                  <a:lnTo>
                    <a:pt x="3314746" y="592544"/>
                  </a:lnTo>
                  <a:lnTo>
                    <a:pt x="3327068" y="594430"/>
                  </a:lnTo>
                  <a:lnTo>
                    <a:pt x="3339391" y="595896"/>
                  </a:lnTo>
                  <a:lnTo>
                    <a:pt x="3351713" y="596990"/>
                  </a:lnTo>
                  <a:lnTo>
                    <a:pt x="3364036" y="597753"/>
                  </a:lnTo>
                  <a:lnTo>
                    <a:pt x="3376358" y="598181"/>
                  </a:lnTo>
                  <a:lnTo>
                    <a:pt x="3388681" y="598394"/>
                  </a:lnTo>
                  <a:lnTo>
                    <a:pt x="3401003" y="598431"/>
                  </a:lnTo>
                  <a:lnTo>
                    <a:pt x="3413326" y="598328"/>
                  </a:lnTo>
                  <a:lnTo>
                    <a:pt x="3425648" y="598118"/>
                  </a:lnTo>
                  <a:lnTo>
                    <a:pt x="3437971" y="597832"/>
                  </a:lnTo>
                  <a:lnTo>
                    <a:pt x="3450293" y="597503"/>
                  </a:lnTo>
                  <a:lnTo>
                    <a:pt x="3462616" y="597172"/>
                  </a:lnTo>
                  <a:lnTo>
                    <a:pt x="3474938" y="596859"/>
                  </a:lnTo>
                  <a:lnTo>
                    <a:pt x="3487261" y="596583"/>
                  </a:lnTo>
                  <a:lnTo>
                    <a:pt x="3499583" y="596361"/>
                  </a:lnTo>
                  <a:lnTo>
                    <a:pt x="3511906" y="596217"/>
                  </a:lnTo>
                  <a:lnTo>
                    <a:pt x="3524228" y="596171"/>
                  </a:lnTo>
                  <a:lnTo>
                    <a:pt x="3536551" y="596220"/>
                  </a:lnTo>
                  <a:lnTo>
                    <a:pt x="3548873" y="596367"/>
                  </a:lnTo>
                  <a:lnTo>
                    <a:pt x="3561196" y="596615"/>
                  </a:lnTo>
                  <a:lnTo>
                    <a:pt x="3573518" y="596967"/>
                  </a:lnTo>
                  <a:lnTo>
                    <a:pt x="3585841" y="597433"/>
                  </a:lnTo>
                  <a:lnTo>
                    <a:pt x="3598163" y="598006"/>
                  </a:lnTo>
                  <a:lnTo>
                    <a:pt x="3610485" y="598667"/>
                  </a:lnTo>
                  <a:lnTo>
                    <a:pt x="3622808" y="599409"/>
                  </a:lnTo>
                  <a:lnTo>
                    <a:pt x="3635130" y="600223"/>
                  </a:lnTo>
                  <a:lnTo>
                    <a:pt x="3647453" y="601101"/>
                  </a:lnTo>
                  <a:lnTo>
                    <a:pt x="3659775" y="602041"/>
                  </a:lnTo>
                  <a:lnTo>
                    <a:pt x="3672098" y="603019"/>
                  </a:lnTo>
                  <a:lnTo>
                    <a:pt x="3684420" y="604024"/>
                  </a:lnTo>
                  <a:lnTo>
                    <a:pt x="3696743" y="605043"/>
                  </a:lnTo>
                  <a:lnTo>
                    <a:pt x="3709065" y="606069"/>
                  </a:lnTo>
                  <a:lnTo>
                    <a:pt x="3721388" y="607090"/>
                  </a:lnTo>
                  <a:lnTo>
                    <a:pt x="3733710" y="608092"/>
                  </a:lnTo>
                  <a:lnTo>
                    <a:pt x="3746033" y="609067"/>
                  </a:lnTo>
                  <a:lnTo>
                    <a:pt x="3758355" y="610010"/>
                  </a:lnTo>
                  <a:lnTo>
                    <a:pt x="3770678" y="610915"/>
                  </a:lnTo>
                  <a:lnTo>
                    <a:pt x="3783000" y="611778"/>
                  </a:lnTo>
                  <a:lnTo>
                    <a:pt x="3795323" y="612592"/>
                  </a:lnTo>
                  <a:lnTo>
                    <a:pt x="3807645" y="613344"/>
                  </a:lnTo>
                  <a:lnTo>
                    <a:pt x="3819968" y="614044"/>
                  </a:lnTo>
                  <a:lnTo>
                    <a:pt x="3832290" y="614691"/>
                  </a:lnTo>
                  <a:lnTo>
                    <a:pt x="3844613" y="615286"/>
                  </a:lnTo>
                  <a:lnTo>
                    <a:pt x="3856935" y="615829"/>
                  </a:lnTo>
                  <a:lnTo>
                    <a:pt x="3869258" y="616318"/>
                  </a:lnTo>
                  <a:lnTo>
                    <a:pt x="3881580" y="616751"/>
                  </a:lnTo>
                  <a:lnTo>
                    <a:pt x="3893902" y="617138"/>
                  </a:lnTo>
                  <a:lnTo>
                    <a:pt x="3906225" y="617482"/>
                  </a:lnTo>
                  <a:lnTo>
                    <a:pt x="3918547" y="617788"/>
                  </a:lnTo>
                  <a:lnTo>
                    <a:pt x="3930870" y="618056"/>
                  </a:lnTo>
                  <a:lnTo>
                    <a:pt x="3943192" y="618287"/>
                  </a:lnTo>
                  <a:lnTo>
                    <a:pt x="3955515" y="618483"/>
                  </a:lnTo>
                  <a:lnTo>
                    <a:pt x="3967837" y="618653"/>
                  </a:lnTo>
                  <a:lnTo>
                    <a:pt x="3980160" y="618799"/>
                  </a:lnTo>
                  <a:lnTo>
                    <a:pt x="3992482" y="618922"/>
                  </a:lnTo>
                  <a:lnTo>
                    <a:pt x="4004805" y="619026"/>
                  </a:lnTo>
                  <a:lnTo>
                    <a:pt x="4017127" y="619109"/>
                  </a:lnTo>
                  <a:lnTo>
                    <a:pt x="4029450" y="619176"/>
                  </a:lnTo>
                  <a:lnTo>
                    <a:pt x="4041772" y="619228"/>
                  </a:lnTo>
                  <a:lnTo>
                    <a:pt x="4054095" y="619266"/>
                  </a:lnTo>
                  <a:lnTo>
                    <a:pt x="4066417" y="619292"/>
                  </a:lnTo>
                  <a:lnTo>
                    <a:pt x="4078740" y="619305"/>
                  </a:lnTo>
                  <a:lnTo>
                    <a:pt x="4091062" y="619302"/>
                  </a:lnTo>
                  <a:lnTo>
                    <a:pt x="4103385" y="619284"/>
                  </a:lnTo>
                  <a:lnTo>
                    <a:pt x="4115707" y="619250"/>
                  </a:lnTo>
                  <a:lnTo>
                    <a:pt x="4128030" y="619199"/>
                  </a:lnTo>
                  <a:lnTo>
                    <a:pt x="4140352" y="619127"/>
                  </a:lnTo>
                  <a:lnTo>
                    <a:pt x="4152675" y="619031"/>
                  </a:lnTo>
                  <a:lnTo>
                    <a:pt x="4164997" y="618899"/>
                  </a:lnTo>
                  <a:lnTo>
                    <a:pt x="4177319" y="618731"/>
                  </a:lnTo>
                  <a:lnTo>
                    <a:pt x="4189642" y="618521"/>
                  </a:lnTo>
                  <a:lnTo>
                    <a:pt x="4201964" y="618261"/>
                  </a:lnTo>
                  <a:lnTo>
                    <a:pt x="4214287" y="617943"/>
                  </a:lnTo>
                  <a:lnTo>
                    <a:pt x="4226609" y="617555"/>
                  </a:lnTo>
                  <a:lnTo>
                    <a:pt x="4238932" y="617066"/>
                  </a:lnTo>
                  <a:lnTo>
                    <a:pt x="4251254" y="616479"/>
                  </a:lnTo>
                  <a:lnTo>
                    <a:pt x="4263577" y="615779"/>
                  </a:lnTo>
                  <a:lnTo>
                    <a:pt x="4275899" y="614951"/>
                  </a:lnTo>
                  <a:lnTo>
                    <a:pt x="4288222" y="613980"/>
                  </a:lnTo>
                  <a:lnTo>
                    <a:pt x="4300544" y="612832"/>
                  </a:lnTo>
                  <a:lnTo>
                    <a:pt x="4312867" y="611465"/>
                  </a:lnTo>
                  <a:lnTo>
                    <a:pt x="4325189" y="609886"/>
                  </a:lnTo>
                  <a:lnTo>
                    <a:pt x="4337512" y="608077"/>
                  </a:lnTo>
                  <a:lnTo>
                    <a:pt x="4349834" y="606020"/>
                  </a:lnTo>
                  <a:lnTo>
                    <a:pt x="4362157" y="603695"/>
                  </a:lnTo>
                  <a:lnTo>
                    <a:pt x="4374479" y="601045"/>
                  </a:lnTo>
                  <a:lnTo>
                    <a:pt x="4386802" y="598046"/>
                  </a:lnTo>
                  <a:lnTo>
                    <a:pt x="4399124" y="594723"/>
                  </a:lnTo>
                  <a:lnTo>
                    <a:pt x="4411447" y="591069"/>
                  </a:lnTo>
                  <a:lnTo>
                    <a:pt x="4423769" y="587077"/>
                  </a:lnTo>
                  <a:lnTo>
                    <a:pt x="4436091" y="582745"/>
                  </a:lnTo>
                  <a:lnTo>
                    <a:pt x="4448414" y="578019"/>
                  </a:lnTo>
                  <a:lnTo>
                    <a:pt x="4460736" y="572945"/>
                  </a:lnTo>
                  <a:lnTo>
                    <a:pt x="4473059" y="567570"/>
                  </a:lnTo>
                  <a:lnTo>
                    <a:pt x="4485381" y="561920"/>
                  </a:lnTo>
                  <a:lnTo>
                    <a:pt x="4497704" y="556026"/>
                  </a:lnTo>
                  <a:lnTo>
                    <a:pt x="4510026" y="549922"/>
                  </a:lnTo>
                  <a:lnTo>
                    <a:pt x="4522349" y="543634"/>
                  </a:lnTo>
                  <a:lnTo>
                    <a:pt x="4534671" y="537261"/>
                  </a:lnTo>
                  <a:lnTo>
                    <a:pt x="4546994" y="530869"/>
                  </a:lnTo>
                  <a:lnTo>
                    <a:pt x="4559316" y="524522"/>
                  </a:lnTo>
                  <a:lnTo>
                    <a:pt x="4571639" y="518284"/>
                  </a:lnTo>
                  <a:lnTo>
                    <a:pt x="4583961" y="512228"/>
                  </a:lnTo>
                  <a:lnTo>
                    <a:pt x="4596284" y="506515"/>
                  </a:lnTo>
                  <a:lnTo>
                    <a:pt x="4608606" y="501172"/>
                  </a:lnTo>
                  <a:lnTo>
                    <a:pt x="4620929" y="496265"/>
                  </a:lnTo>
                  <a:lnTo>
                    <a:pt x="4633251" y="491859"/>
                  </a:lnTo>
                  <a:lnTo>
                    <a:pt x="4645574" y="488013"/>
                  </a:lnTo>
                  <a:lnTo>
                    <a:pt x="4657896" y="484819"/>
                  </a:lnTo>
                  <a:lnTo>
                    <a:pt x="4670219" y="482446"/>
                  </a:lnTo>
                  <a:lnTo>
                    <a:pt x="4682541" y="480795"/>
                  </a:lnTo>
                  <a:lnTo>
                    <a:pt x="4694864" y="479887"/>
                  </a:lnTo>
                  <a:lnTo>
                    <a:pt x="4707186" y="479736"/>
                  </a:lnTo>
                  <a:lnTo>
                    <a:pt x="4719508" y="480345"/>
                  </a:lnTo>
                  <a:lnTo>
                    <a:pt x="4731831" y="481783"/>
                  </a:lnTo>
                  <a:lnTo>
                    <a:pt x="4744153" y="484060"/>
                  </a:lnTo>
                  <a:lnTo>
                    <a:pt x="4756476" y="487021"/>
                  </a:lnTo>
                  <a:lnTo>
                    <a:pt x="4768798" y="490622"/>
                  </a:lnTo>
                  <a:lnTo>
                    <a:pt x="4781121" y="494812"/>
                  </a:lnTo>
                  <a:lnTo>
                    <a:pt x="4793443" y="499536"/>
                  </a:lnTo>
                  <a:lnTo>
                    <a:pt x="4805766" y="504788"/>
                  </a:lnTo>
                  <a:lnTo>
                    <a:pt x="4818088" y="510450"/>
                  </a:lnTo>
                  <a:lnTo>
                    <a:pt x="4830411" y="516399"/>
                  </a:lnTo>
                  <a:lnTo>
                    <a:pt x="4842733" y="522565"/>
                  </a:lnTo>
                  <a:lnTo>
                    <a:pt x="4855056" y="528878"/>
                  </a:lnTo>
                  <a:lnTo>
                    <a:pt x="4867378" y="535270"/>
                  </a:lnTo>
                  <a:lnTo>
                    <a:pt x="4879701" y="541659"/>
                  </a:lnTo>
                  <a:lnTo>
                    <a:pt x="4892023" y="547960"/>
                  </a:lnTo>
                  <a:lnTo>
                    <a:pt x="4904346" y="554123"/>
                  </a:lnTo>
                  <a:lnTo>
                    <a:pt x="4916668" y="560101"/>
                  </a:lnTo>
                  <a:lnTo>
                    <a:pt x="4928991" y="565853"/>
                  </a:lnTo>
                  <a:lnTo>
                    <a:pt x="4941313" y="571345"/>
                  </a:lnTo>
                  <a:lnTo>
                    <a:pt x="4953636" y="576469"/>
                  </a:lnTo>
                  <a:lnTo>
                    <a:pt x="4965958" y="581266"/>
                  </a:lnTo>
                  <a:lnTo>
                    <a:pt x="4978281" y="585730"/>
                  </a:lnTo>
                  <a:lnTo>
                    <a:pt x="4990603" y="589857"/>
                  </a:lnTo>
                  <a:lnTo>
                    <a:pt x="5002925" y="593644"/>
                  </a:lnTo>
                  <a:lnTo>
                    <a:pt x="5015248" y="597088"/>
                  </a:lnTo>
                  <a:lnTo>
                    <a:pt x="5027570" y="600129"/>
                  </a:lnTo>
                  <a:lnTo>
                    <a:pt x="5039893" y="602862"/>
                  </a:lnTo>
                  <a:lnTo>
                    <a:pt x="5052215" y="605302"/>
                  </a:lnTo>
                  <a:lnTo>
                    <a:pt x="5064538" y="607464"/>
                  </a:lnTo>
                  <a:lnTo>
                    <a:pt x="5076860" y="609368"/>
                  </a:lnTo>
                  <a:lnTo>
                    <a:pt x="5089183" y="611017"/>
                  </a:lnTo>
                  <a:lnTo>
                    <a:pt x="5101505" y="612412"/>
                  </a:lnTo>
                  <a:lnTo>
                    <a:pt x="5113828" y="613619"/>
                  </a:lnTo>
                  <a:lnTo>
                    <a:pt x="5126150" y="614656"/>
                  </a:lnTo>
                  <a:lnTo>
                    <a:pt x="5138473" y="615540"/>
                  </a:lnTo>
                  <a:lnTo>
                    <a:pt x="5150795" y="616288"/>
                  </a:lnTo>
                  <a:lnTo>
                    <a:pt x="5163118" y="616905"/>
                  </a:lnTo>
                  <a:lnTo>
                    <a:pt x="5175440" y="617409"/>
                  </a:lnTo>
                  <a:lnTo>
                    <a:pt x="5187763" y="617830"/>
                  </a:lnTo>
                  <a:lnTo>
                    <a:pt x="5200085" y="618178"/>
                  </a:lnTo>
                  <a:lnTo>
                    <a:pt x="5212408" y="618464"/>
                  </a:lnTo>
                  <a:lnTo>
                    <a:pt x="5224730" y="618696"/>
                  </a:lnTo>
                  <a:lnTo>
                    <a:pt x="5237053" y="618879"/>
                  </a:lnTo>
                  <a:lnTo>
                    <a:pt x="5249375" y="619024"/>
                  </a:lnTo>
                  <a:lnTo>
                    <a:pt x="5261698" y="619140"/>
                  </a:lnTo>
                  <a:lnTo>
                    <a:pt x="5274020" y="619233"/>
                  </a:lnTo>
                  <a:lnTo>
                    <a:pt x="5286342" y="619307"/>
                  </a:lnTo>
                  <a:lnTo>
                    <a:pt x="5298665" y="619365"/>
                  </a:lnTo>
                  <a:lnTo>
                    <a:pt x="5310987" y="619408"/>
                  </a:lnTo>
                  <a:lnTo>
                    <a:pt x="5323310" y="619441"/>
                  </a:lnTo>
                  <a:lnTo>
                    <a:pt x="5335632" y="619467"/>
                  </a:lnTo>
                  <a:lnTo>
                    <a:pt x="5347955" y="619487"/>
                  </a:lnTo>
                  <a:lnTo>
                    <a:pt x="5360277" y="619502"/>
                  </a:lnTo>
                  <a:lnTo>
                    <a:pt x="5372600" y="619514"/>
                  </a:lnTo>
                  <a:lnTo>
                    <a:pt x="5384922" y="619522"/>
                  </a:lnTo>
                  <a:lnTo>
                    <a:pt x="5397245" y="619528"/>
                  </a:lnTo>
                  <a:lnTo>
                    <a:pt x="5409567" y="619533"/>
                  </a:lnTo>
                  <a:lnTo>
                    <a:pt x="5421890" y="619536"/>
                  </a:lnTo>
                  <a:lnTo>
                    <a:pt x="5434212" y="619539"/>
                  </a:lnTo>
                  <a:lnTo>
                    <a:pt x="5446535" y="619541"/>
                  </a:lnTo>
                  <a:lnTo>
                    <a:pt x="5458857" y="619542"/>
                  </a:lnTo>
                  <a:lnTo>
                    <a:pt x="5471180" y="619543"/>
                  </a:lnTo>
                  <a:lnTo>
                    <a:pt x="5483502" y="619544"/>
                  </a:lnTo>
                  <a:lnTo>
                    <a:pt x="5495825" y="619544"/>
                  </a:lnTo>
                  <a:lnTo>
                    <a:pt x="5508147" y="619544"/>
                  </a:lnTo>
                  <a:lnTo>
                    <a:pt x="5520470" y="619545"/>
                  </a:lnTo>
                  <a:lnTo>
                    <a:pt x="5532792" y="619545"/>
                  </a:lnTo>
                  <a:lnTo>
                    <a:pt x="5545114" y="619545"/>
                  </a:lnTo>
                  <a:lnTo>
                    <a:pt x="5557437" y="619545"/>
                  </a:lnTo>
                  <a:lnTo>
                    <a:pt x="5569759" y="619545"/>
                  </a:lnTo>
                  <a:lnTo>
                    <a:pt x="5582082" y="619545"/>
                  </a:lnTo>
                  <a:lnTo>
                    <a:pt x="5594404" y="619545"/>
                  </a:lnTo>
                  <a:lnTo>
                    <a:pt x="5606727" y="619545"/>
                  </a:lnTo>
                  <a:lnTo>
                    <a:pt x="5619049" y="619545"/>
                  </a:lnTo>
                  <a:lnTo>
                    <a:pt x="5631372" y="619545"/>
                  </a:lnTo>
                  <a:lnTo>
                    <a:pt x="5643694" y="619545"/>
                  </a:lnTo>
                  <a:lnTo>
                    <a:pt x="5656017" y="619545"/>
                  </a:lnTo>
                  <a:lnTo>
                    <a:pt x="5668339" y="619545"/>
                  </a:lnTo>
                  <a:lnTo>
                    <a:pt x="5680662" y="619545"/>
                  </a:lnTo>
                  <a:lnTo>
                    <a:pt x="5692984" y="619545"/>
                  </a:lnTo>
                  <a:lnTo>
                    <a:pt x="5705307" y="619545"/>
                  </a:lnTo>
                  <a:lnTo>
                    <a:pt x="5717629" y="619545"/>
                  </a:lnTo>
                  <a:lnTo>
                    <a:pt x="5729952" y="619545"/>
                  </a:lnTo>
                  <a:lnTo>
                    <a:pt x="5742274" y="619545"/>
                  </a:lnTo>
                  <a:lnTo>
                    <a:pt x="5754597" y="619545"/>
                  </a:lnTo>
                  <a:lnTo>
                    <a:pt x="5766919" y="619545"/>
                  </a:lnTo>
                  <a:lnTo>
                    <a:pt x="5779242" y="619545"/>
                  </a:lnTo>
                  <a:lnTo>
                    <a:pt x="5791564" y="619545"/>
                  </a:lnTo>
                  <a:lnTo>
                    <a:pt x="5803887" y="619545"/>
                  </a:lnTo>
                  <a:lnTo>
                    <a:pt x="5816209" y="619545"/>
                  </a:lnTo>
                  <a:lnTo>
                    <a:pt x="5828531" y="619545"/>
                  </a:lnTo>
                  <a:lnTo>
                    <a:pt x="5840854" y="619545"/>
                  </a:lnTo>
                  <a:lnTo>
                    <a:pt x="5853176" y="619545"/>
                  </a:lnTo>
                  <a:lnTo>
                    <a:pt x="5865499" y="619545"/>
                  </a:lnTo>
                  <a:lnTo>
                    <a:pt x="5877821" y="619545"/>
                  </a:lnTo>
                  <a:lnTo>
                    <a:pt x="5890144" y="619545"/>
                  </a:lnTo>
                  <a:lnTo>
                    <a:pt x="5902466" y="619545"/>
                  </a:lnTo>
                  <a:lnTo>
                    <a:pt x="5914789" y="619545"/>
                  </a:lnTo>
                  <a:lnTo>
                    <a:pt x="5927111" y="619545"/>
                  </a:lnTo>
                  <a:lnTo>
                    <a:pt x="5939434" y="619545"/>
                  </a:lnTo>
                  <a:lnTo>
                    <a:pt x="5951756" y="619545"/>
                  </a:lnTo>
                  <a:lnTo>
                    <a:pt x="5964079" y="619545"/>
                  </a:lnTo>
                  <a:lnTo>
                    <a:pt x="5976401" y="619545"/>
                  </a:lnTo>
                  <a:lnTo>
                    <a:pt x="5988724" y="619545"/>
                  </a:lnTo>
                  <a:lnTo>
                    <a:pt x="6001046" y="619545"/>
                  </a:lnTo>
                  <a:lnTo>
                    <a:pt x="6013369" y="619545"/>
                  </a:lnTo>
                  <a:lnTo>
                    <a:pt x="6025691" y="619545"/>
                  </a:lnTo>
                  <a:lnTo>
                    <a:pt x="6038014" y="619545"/>
                  </a:lnTo>
                  <a:lnTo>
                    <a:pt x="6050336" y="619545"/>
                  </a:lnTo>
                  <a:lnTo>
                    <a:pt x="6062659" y="619545"/>
                  </a:lnTo>
                  <a:lnTo>
                    <a:pt x="6074981" y="619545"/>
                  </a:lnTo>
                  <a:lnTo>
                    <a:pt x="6087304" y="619545"/>
                  </a:lnTo>
                  <a:lnTo>
                    <a:pt x="6099626" y="619545"/>
                  </a:lnTo>
                  <a:lnTo>
                    <a:pt x="6111948" y="619545"/>
                  </a:lnTo>
                  <a:lnTo>
                    <a:pt x="6124271" y="619545"/>
                  </a:lnTo>
                  <a:lnTo>
                    <a:pt x="6136593" y="619545"/>
                  </a:lnTo>
                  <a:lnTo>
                    <a:pt x="6148916" y="619545"/>
                  </a:lnTo>
                  <a:lnTo>
                    <a:pt x="6161238" y="619545"/>
                  </a:lnTo>
                  <a:lnTo>
                    <a:pt x="6173561" y="619545"/>
                  </a:lnTo>
                  <a:lnTo>
                    <a:pt x="6185883" y="619545"/>
                  </a:lnTo>
                  <a:lnTo>
                    <a:pt x="6198206" y="619545"/>
                  </a:lnTo>
                  <a:lnTo>
                    <a:pt x="6210528" y="619545"/>
                  </a:lnTo>
                  <a:lnTo>
                    <a:pt x="6222851" y="619545"/>
                  </a:lnTo>
                  <a:lnTo>
                    <a:pt x="6235173" y="619545"/>
                  </a:lnTo>
                  <a:lnTo>
                    <a:pt x="6247496" y="619545"/>
                  </a:lnTo>
                  <a:lnTo>
                    <a:pt x="6259818" y="619545"/>
                  </a:lnTo>
                  <a:lnTo>
                    <a:pt x="6272141" y="619545"/>
                  </a:lnTo>
                  <a:lnTo>
                    <a:pt x="6284463" y="619545"/>
                  </a:lnTo>
                  <a:lnTo>
                    <a:pt x="6296786" y="619545"/>
                  </a:lnTo>
                  <a:lnTo>
                    <a:pt x="6284463" y="619545"/>
                  </a:lnTo>
                  <a:lnTo>
                    <a:pt x="6272141" y="619545"/>
                  </a:lnTo>
                  <a:lnTo>
                    <a:pt x="6259818" y="619545"/>
                  </a:lnTo>
                  <a:lnTo>
                    <a:pt x="6247496" y="619545"/>
                  </a:lnTo>
                  <a:lnTo>
                    <a:pt x="6235173" y="619545"/>
                  </a:lnTo>
                  <a:lnTo>
                    <a:pt x="6222851" y="619545"/>
                  </a:lnTo>
                  <a:lnTo>
                    <a:pt x="6210528" y="619545"/>
                  </a:lnTo>
                  <a:lnTo>
                    <a:pt x="6198206" y="619545"/>
                  </a:lnTo>
                  <a:lnTo>
                    <a:pt x="6185883" y="619545"/>
                  </a:lnTo>
                  <a:lnTo>
                    <a:pt x="6173561" y="619545"/>
                  </a:lnTo>
                  <a:lnTo>
                    <a:pt x="6161238" y="619545"/>
                  </a:lnTo>
                  <a:lnTo>
                    <a:pt x="6148916" y="619545"/>
                  </a:lnTo>
                  <a:lnTo>
                    <a:pt x="6136593" y="619545"/>
                  </a:lnTo>
                  <a:lnTo>
                    <a:pt x="6124271" y="619545"/>
                  </a:lnTo>
                  <a:lnTo>
                    <a:pt x="6111948" y="619545"/>
                  </a:lnTo>
                  <a:lnTo>
                    <a:pt x="6099626" y="619545"/>
                  </a:lnTo>
                  <a:lnTo>
                    <a:pt x="6087304" y="619545"/>
                  </a:lnTo>
                  <a:lnTo>
                    <a:pt x="6074981" y="619545"/>
                  </a:lnTo>
                  <a:lnTo>
                    <a:pt x="6062659" y="619545"/>
                  </a:lnTo>
                  <a:lnTo>
                    <a:pt x="6050336" y="619545"/>
                  </a:lnTo>
                  <a:lnTo>
                    <a:pt x="6038014" y="619545"/>
                  </a:lnTo>
                  <a:lnTo>
                    <a:pt x="6025691" y="619545"/>
                  </a:lnTo>
                  <a:lnTo>
                    <a:pt x="6013369" y="619545"/>
                  </a:lnTo>
                  <a:lnTo>
                    <a:pt x="6001046" y="619545"/>
                  </a:lnTo>
                  <a:lnTo>
                    <a:pt x="5988724" y="619545"/>
                  </a:lnTo>
                  <a:lnTo>
                    <a:pt x="5976401" y="619545"/>
                  </a:lnTo>
                  <a:lnTo>
                    <a:pt x="5964079" y="619545"/>
                  </a:lnTo>
                  <a:lnTo>
                    <a:pt x="5951756" y="619545"/>
                  </a:lnTo>
                  <a:lnTo>
                    <a:pt x="5939434" y="619545"/>
                  </a:lnTo>
                  <a:lnTo>
                    <a:pt x="5927111" y="619545"/>
                  </a:lnTo>
                  <a:lnTo>
                    <a:pt x="5914789" y="619545"/>
                  </a:lnTo>
                  <a:lnTo>
                    <a:pt x="5902466" y="619545"/>
                  </a:lnTo>
                  <a:lnTo>
                    <a:pt x="5890144" y="619545"/>
                  </a:lnTo>
                  <a:lnTo>
                    <a:pt x="5877821" y="619545"/>
                  </a:lnTo>
                  <a:lnTo>
                    <a:pt x="5865499" y="619545"/>
                  </a:lnTo>
                  <a:lnTo>
                    <a:pt x="5853176" y="619545"/>
                  </a:lnTo>
                  <a:lnTo>
                    <a:pt x="5840854" y="619545"/>
                  </a:lnTo>
                  <a:lnTo>
                    <a:pt x="5828531" y="619545"/>
                  </a:lnTo>
                  <a:lnTo>
                    <a:pt x="5816209" y="619545"/>
                  </a:lnTo>
                  <a:lnTo>
                    <a:pt x="5803887" y="619545"/>
                  </a:lnTo>
                  <a:lnTo>
                    <a:pt x="5791564" y="619545"/>
                  </a:lnTo>
                  <a:lnTo>
                    <a:pt x="5779242" y="619545"/>
                  </a:lnTo>
                  <a:lnTo>
                    <a:pt x="5766919" y="619545"/>
                  </a:lnTo>
                  <a:lnTo>
                    <a:pt x="5754597" y="619545"/>
                  </a:lnTo>
                  <a:lnTo>
                    <a:pt x="5742274" y="619545"/>
                  </a:lnTo>
                  <a:lnTo>
                    <a:pt x="5729952" y="619545"/>
                  </a:lnTo>
                  <a:lnTo>
                    <a:pt x="5717629" y="619545"/>
                  </a:lnTo>
                  <a:lnTo>
                    <a:pt x="5705307" y="619545"/>
                  </a:lnTo>
                  <a:lnTo>
                    <a:pt x="5692984" y="619545"/>
                  </a:lnTo>
                  <a:lnTo>
                    <a:pt x="5680662" y="619545"/>
                  </a:lnTo>
                  <a:lnTo>
                    <a:pt x="5668339" y="619545"/>
                  </a:lnTo>
                  <a:lnTo>
                    <a:pt x="5656017" y="619545"/>
                  </a:lnTo>
                  <a:lnTo>
                    <a:pt x="5643694" y="619545"/>
                  </a:lnTo>
                  <a:lnTo>
                    <a:pt x="5631372" y="619545"/>
                  </a:lnTo>
                  <a:lnTo>
                    <a:pt x="5619049" y="619545"/>
                  </a:lnTo>
                  <a:lnTo>
                    <a:pt x="5606727" y="619545"/>
                  </a:lnTo>
                  <a:lnTo>
                    <a:pt x="5594404" y="619545"/>
                  </a:lnTo>
                  <a:lnTo>
                    <a:pt x="5582082" y="619545"/>
                  </a:lnTo>
                  <a:lnTo>
                    <a:pt x="5569759" y="619545"/>
                  </a:lnTo>
                  <a:lnTo>
                    <a:pt x="5557437" y="619545"/>
                  </a:lnTo>
                  <a:lnTo>
                    <a:pt x="5545114" y="619545"/>
                  </a:lnTo>
                  <a:lnTo>
                    <a:pt x="5532792" y="619545"/>
                  </a:lnTo>
                  <a:lnTo>
                    <a:pt x="5520470" y="619545"/>
                  </a:lnTo>
                  <a:lnTo>
                    <a:pt x="5508147" y="619545"/>
                  </a:lnTo>
                  <a:lnTo>
                    <a:pt x="5495825" y="619545"/>
                  </a:lnTo>
                  <a:lnTo>
                    <a:pt x="5483502" y="619545"/>
                  </a:lnTo>
                  <a:lnTo>
                    <a:pt x="5471180" y="619545"/>
                  </a:lnTo>
                  <a:lnTo>
                    <a:pt x="5458857" y="619545"/>
                  </a:lnTo>
                  <a:lnTo>
                    <a:pt x="5446535" y="619545"/>
                  </a:lnTo>
                  <a:lnTo>
                    <a:pt x="5434212" y="619545"/>
                  </a:lnTo>
                  <a:lnTo>
                    <a:pt x="5421890" y="619545"/>
                  </a:lnTo>
                  <a:lnTo>
                    <a:pt x="5409567" y="619545"/>
                  </a:lnTo>
                  <a:lnTo>
                    <a:pt x="5397245" y="619545"/>
                  </a:lnTo>
                  <a:lnTo>
                    <a:pt x="5384922" y="619545"/>
                  </a:lnTo>
                  <a:lnTo>
                    <a:pt x="5372600" y="619545"/>
                  </a:lnTo>
                  <a:lnTo>
                    <a:pt x="5360277" y="619545"/>
                  </a:lnTo>
                  <a:lnTo>
                    <a:pt x="5347955" y="619545"/>
                  </a:lnTo>
                  <a:lnTo>
                    <a:pt x="5335632" y="619545"/>
                  </a:lnTo>
                  <a:lnTo>
                    <a:pt x="5323310" y="619545"/>
                  </a:lnTo>
                  <a:lnTo>
                    <a:pt x="5310987" y="619545"/>
                  </a:lnTo>
                  <a:lnTo>
                    <a:pt x="5298665" y="619545"/>
                  </a:lnTo>
                  <a:lnTo>
                    <a:pt x="5286342" y="619545"/>
                  </a:lnTo>
                  <a:lnTo>
                    <a:pt x="5274020" y="619545"/>
                  </a:lnTo>
                  <a:lnTo>
                    <a:pt x="5261698" y="619545"/>
                  </a:lnTo>
                  <a:lnTo>
                    <a:pt x="5249375" y="619545"/>
                  </a:lnTo>
                  <a:lnTo>
                    <a:pt x="5237053" y="619545"/>
                  </a:lnTo>
                  <a:lnTo>
                    <a:pt x="5224730" y="619545"/>
                  </a:lnTo>
                  <a:lnTo>
                    <a:pt x="5212408" y="619545"/>
                  </a:lnTo>
                  <a:lnTo>
                    <a:pt x="5200085" y="619545"/>
                  </a:lnTo>
                  <a:lnTo>
                    <a:pt x="5187763" y="619545"/>
                  </a:lnTo>
                  <a:lnTo>
                    <a:pt x="5175440" y="619545"/>
                  </a:lnTo>
                  <a:lnTo>
                    <a:pt x="5163118" y="619545"/>
                  </a:lnTo>
                  <a:lnTo>
                    <a:pt x="5150795" y="619545"/>
                  </a:lnTo>
                  <a:lnTo>
                    <a:pt x="5138473" y="619545"/>
                  </a:lnTo>
                  <a:lnTo>
                    <a:pt x="5126150" y="619545"/>
                  </a:lnTo>
                  <a:lnTo>
                    <a:pt x="5113828" y="619545"/>
                  </a:lnTo>
                  <a:lnTo>
                    <a:pt x="5101505" y="619545"/>
                  </a:lnTo>
                  <a:lnTo>
                    <a:pt x="5089183" y="619545"/>
                  </a:lnTo>
                  <a:lnTo>
                    <a:pt x="5076860" y="619545"/>
                  </a:lnTo>
                  <a:lnTo>
                    <a:pt x="5064538" y="619545"/>
                  </a:lnTo>
                  <a:lnTo>
                    <a:pt x="5052215" y="619545"/>
                  </a:lnTo>
                  <a:lnTo>
                    <a:pt x="5039893" y="619545"/>
                  </a:lnTo>
                  <a:lnTo>
                    <a:pt x="5027570" y="619545"/>
                  </a:lnTo>
                  <a:lnTo>
                    <a:pt x="5015248" y="619545"/>
                  </a:lnTo>
                  <a:lnTo>
                    <a:pt x="5002925" y="619545"/>
                  </a:lnTo>
                  <a:lnTo>
                    <a:pt x="4990603" y="619545"/>
                  </a:lnTo>
                  <a:lnTo>
                    <a:pt x="4978281" y="619545"/>
                  </a:lnTo>
                  <a:lnTo>
                    <a:pt x="4965958" y="619545"/>
                  </a:lnTo>
                  <a:lnTo>
                    <a:pt x="4953636" y="619545"/>
                  </a:lnTo>
                  <a:lnTo>
                    <a:pt x="4941313" y="619545"/>
                  </a:lnTo>
                  <a:lnTo>
                    <a:pt x="4928991" y="619545"/>
                  </a:lnTo>
                  <a:lnTo>
                    <a:pt x="4916668" y="619545"/>
                  </a:lnTo>
                  <a:lnTo>
                    <a:pt x="4904346" y="619545"/>
                  </a:lnTo>
                  <a:lnTo>
                    <a:pt x="4892023" y="619545"/>
                  </a:lnTo>
                  <a:lnTo>
                    <a:pt x="4879701" y="619545"/>
                  </a:lnTo>
                  <a:lnTo>
                    <a:pt x="4867378" y="619545"/>
                  </a:lnTo>
                  <a:lnTo>
                    <a:pt x="4855056" y="619545"/>
                  </a:lnTo>
                  <a:lnTo>
                    <a:pt x="4842733" y="619545"/>
                  </a:lnTo>
                  <a:lnTo>
                    <a:pt x="4830411" y="619545"/>
                  </a:lnTo>
                  <a:lnTo>
                    <a:pt x="4818088" y="619545"/>
                  </a:lnTo>
                  <a:lnTo>
                    <a:pt x="4805766" y="619545"/>
                  </a:lnTo>
                  <a:lnTo>
                    <a:pt x="4793443" y="619545"/>
                  </a:lnTo>
                  <a:lnTo>
                    <a:pt x="4781121" y="619545"/>
                  </a:lnTo>
                  <a:lnTo>
                    <a:pt x="4768798" y="619545"/>
                  </a:lnTo>
                  <a:lnTo>
                    <a:pt x="4756476" y="619545"/>
                  </a:lnTo>
                  <a:lnTo>
                    <a:pt x="4744153" y="619545"/>
                  </a:lnTo>
                  <a:lnTo>
                    <a:pt x="4731831" y="619545"/>
                  </a:lnTo>
                  <a:lnTo>
                    <a:pt x="4719508" y="619545"/>
                  </a:lnTo>
                  <a:lnTo>
                    <a:pt x="4707186" y="619545"/>
                  </a:lnTo>
                  <a:lnTo>
                    <a:pt x="4694864" y="619545"/>
                  </a:lnTo>
                  <a:lnTo>
                    <a:pt x="4682541" y="619545"/>
                  </a:lnTo>
                  <a:lnTo>
                    <a:pt x="4670219" y="619545"/>
                  </a:lnTo>
                  <a:lnTo>
                    <a:pt x="4657896" y="619545"/>
                  </a:lnTo>
                  <a:lnTo>
                    <a:pt x="4645574" y="619545"/>
                  </a:lnTo>
                  <a:lnTo>
                    <a:pt x="4633251" y="619545"/>
                  </a:lnTo>
                  <a:lnTo>
                    <a:pt x="4620929" y="619545"/>
                  </a:lnTo>
                  <a:lnTo>
                    <a:pt x="4608606" y="619545"/>
                  </a:lnTo>
                  <a:lnTo>
                    <a:pt x="4596284" y="619545"/>
                  </a:lnTo>
                  <a:lnTo>
                    <a:pt x="4583961" y="619545"/>
                  </a:lnTo>
                  <a:lnTo>
                    <a:pt x="4571639" y="619545"/>
                  </a:lnTo>
                  <a:lnTo>
                    <a:pt x="4559316" y="619545"/>
                  </a:lnTo>
                  <a:lnTo>
                    <a:pt x="4546994" y="619545"/>
                  </a:lnTo>
                  <a:lnTo>
                    <a:pt x="4534671" y="619545"/>
                  </a:lnTo>
                  <a:lnTo>
                    <a:pt x="4522349" y="619545"/>
                  </a:lnTo>
                  <a:lnTo>
                    <a:pt x="4510026" y="619545"/>
                  </a:lnTo>
                  <a:lnTo>
                    <a:pt x="4497704" y="619545"/>
                  </a:lnTo>
                  <a:lnTo>
                    <a:pt x="4485381" y="619545"/>
                  </a:lnTo>
                  <a:lnTo>
                    <a:pt x="4473059" y="619545"/>
                  </a:lnTo>
                  <a:lnTo>
                    <a:pt x="4460736" y="619545"/>
                  </a:lnTo>
                  <a:lnTo>
                    <a:pt x="4448414" y="619545"/>
                  </a:lnTo>
                  <a:lnTo>
                    <a:pt x="4436091" y="619545"/>
                  </a:lnTo>
                  <a:lnTo>
                    <a:pt x="4423769" y="619545"/>
                  </a:lnTo>
                  <a:lnTo>
                    <a:pt x="4411447" y="619545"/>
                  </a:lnTo>
                  <a:lnTo>
                    <a:pt x="4399124" y="619545"/>
                  </a:lnTo>
                  <a:lnTo>
                    <a:pt x="4386802" y="619545"/>
                  </a:lnTo>
                  <a:lnTo>
                    <a:pt x="4374479" y="619545"/>
                  </a:lnTo>
                  <a:lnTo>
                    <a:pt x="4362157" y="619545"/>
                  </a:lnTo>
                  <a:lnTo>
                    <a:pt x="4349834" y="619545"/>
                  </a:lnTo>
                  <a:lnTo>
                    <a:pt x="4337512" y="619545"/>
                  </a:lnTo>
                  <a:lnTo>
                    <a:pt x="4325189" y="619545"/>
                  </a:lnTo>
                  <a:lnTo>
                    <a:pt x="4312867" y="619545"/>
                  </a:lnTo>
                  <a:lnTo>
                    <a:pt x="4300544" y="619545"/>
                  </a:lnTo>
                  <a:lnTo>
                    <a:pt x="4288222" y="619545"/>
                  </a:lnTo>
                  <a:lnTo>
                    <a:pt x="4275899" y="619545"/>
                  </a:lnTo>
                  <a:lnTo>
                    <a:pt x="4263577" y="619545"/>
                  </a:lnTo>
                  <a:lnTo>
                    <a:pt x="4251254" y="619545"/>
                  </a:lnTo>
                  <a:lnTo>
                    <a:pt x="4238932" y="619545"/>
                  </a:lnTo>
                  <a:lnTo>
                    <a:pt x="4226609" y="619545"/>
                  </a:lnTo>
                  <a:lnTo>
                    <a:pt x="4214287" y="619545"/>
                  </a:lnTo>
                  <a:lnTo>
                    <a:pt x="4201964" y="619545"/>
                  </a:lnTo>
                  <a:lnTo>
                    <a:pt x="4189642" y="619545"/>
                  </a:lnTo>
                  <a:lnTo>
                    <a:pt x="4177319" y="619545"/>
                  </a:lnTo>
                  <a:lnTo>
                    <a:pt x="4164997" y="619545"/>
                  </a:lnTo>
                  <a:lnTo>
                    <a:pt x="4152675" y="619545"/>
                  </a:lnTo>
                  <a:lnTo>
                    <a:pt x="4140352" y="619545"/>
                  </a:lnTo>
                  <a:lnTo>
                    <a:pt x="4128030" y="619545"/>
                  </a:lnTo>
                  <a:lnTo>
                    <a:pt x="4115707" y="619545"/>
                  </a:lnTo>
                  <a:lnTo>
                    <a:pt x="4103385" y="619545"/>
                  </a:lnTo>
                  <a:lnTo>
                    <a:pt x="4091062" y="619545"/>
                  </a:lnTo>
                  <a:lnTo>
                    <a:pt x="4078740" y="619545"/>
                  </a:lnTo>
                  <a:lnTo>
                    <a:pt x="4066417" y="619545"/>
                  </a:lnTo>
                  <a:lnTo>
                    <a:pt x="4054095" y="619545"/>
                  </a:lnTo>
                  <a:lnTo>
                    <a:pt x="4041772" y="619545"/>
                  </a:lnTo>
                  <a:lnTo>
                    <a:pt x="4029450" y="619545"/>
                  </a:lnTo>
                  <a:lnTo>
                    <a:pt x="4017127" y="619545"/>
                  </a:lnTo>
                  <a:lnTo>
                    <a:pt x="4004805" y="619545"/>
                  </a:lnTo>
                  <a:lnTo>
                    <a:pt x="3992482" y="619545"/>
                  </a:lnTo>
                  <a:lnTo>
                    <a:pt x="3980160" y="619545"/>
                  </a:lnTo>
                  <a:lnTo>
                    <a:pt x="3967837" y="619545"/>
                  </a:lnTo>
                  <a:lnTo>
                    <a:pt x="3955515" y="619545"/>
                  </a:lnTo>
                  <a:lnTo>
                    <a:pt x="3943192" y="619545"/>
                  </a:lnTo>
                  <a:lnTo>
                    <a:pt x="3930870" y="619545"/>
                  </a:lnTo>
                  <a:lnTo>
                    <a:pt x="3918547" y="619545"/>
                  </a:lnTo>
                  <a:lnTo>
                    <a:pt x="3906225" y="619545"/>
                  </a:lnTo>
                  <a:lnTo>
                    <a:pt x="3893902" y="619545"/>
                  </a:lnTo>
                  <a:lnTo>
                    <a:pt x="3881580" y="619545"/>
                  </a:lnTo>
                  <a:lnTo>
                    <a:pt x="3869258" y="619545"/>
                  </a:lnTo>
                  <a:lnTo>
                    <a:pt x="3856935" y="619545"/>
                  </a:lnTo>
                  <a:lnTo>
                    <a:pt x="3844613" y="619545"/>
                  </a:lnTo>
                  <a:lnTo>
                    <a:pt x="3832290" y="619545"/>
                  </a:lnTo>
                  <a:lnTo>
                    <a:pt x="3819968" y="619545"/>
                  </a:lnTo>
                  <a:lnTo>
                    <a:pt x="3807645" y="619545"/>
                  </a:lnTo>
                  <a:lnTo>
                    <a:pt x="3795323" y="619545"/>
                  </a:lnTo>
                  <a:lnTo>
                    <a:pt x="3783000" y="619545"/>
                  </a:lnTo>
                  <a:lnTo>
                    <a:pt x="3770678" y="619545"/>
                  </a:lnTo>
                  <a:lnTo>
                    <a:pt x="3758355" y="619545"/>
                  </a:lnTo>
                  <a:lnTo>
                    <a:pt x="3746033" y="619545"/>
                  </a:lnTo>
                  <a:lnTo>
                    <a:pt x="3733710" y="619545"/>
                  </a:lnTo>
                  <a:lnTo>
                    <a:pt x="3721388" y="619545"/>
                  </a:lnTo>
                  <a:lnTo>
                    <a:pt x="3709065" y="619545"/>
                  </a:lnTo>
                  <a:lnTo>
                    <a:pt x="3696743" y="619545"/>
                  </a:lnTo>
                  <a:lnTo>
                    <a:pt x="3684420" y="619545"/>
                  </a:lnTo>
                  <a:lnTo>
                    <a:pt x="3672098" y="619545"/>
                  </a:lnTo>
                  <a:lnTo>
                    <a:pt x="3659775" y="619545"/>
                  </a:lnTo>
                  <a:lnTo>
                    <a:pt x="3647453" y="619545"/>
                  </a:lnTo>
                  <a:lnTo>
                    <a:pt x="3635130" y="619545"/>
                  </a:lnTo>
                  <a:lnTo>
                    <a:pt x="3622808" y="619545"/>
                  </a:lnTo>
                  <a:lnTo>
                    <a:pt x="3610485" y="619545"/>
                  </a:lnTo>
                  <a:lnTo>
                    <a:pt x="3598163" y="619545"/>
                  </a:lnTo>
                  <a:lnTo>
                    <a:pt x="3585841" y="619545"/>
                  </a:lnTo>
                  <a:lnTo>
                    <a:pt x="3573518" y="619545"/>
                  </a:lnTo>
                  <a:lnTo>
                    <a:pt x="3561196" y="619545"/>
                  </a:lnTo>
                  <a:lnTo>
                    <a:pt x="3548873" y="619545"/>
                  </a:lnTo>
                  <a:lnTo>
                    <a:pt x="3536551" y="619545"/>
                  </a:lnTo>
                  <a:lnTo>
                    <a:pt x="3524228" y="619545"/>
                  </a:lnTo>
                  <a:lnTo>
                    <a:pt x="3511906" y="619545"/>
                  </a:lnTo>
                  <a:lnTo>
                    <a:pt x="3499583" y="619545"/>
                  </a:lnTo>
                  <a:lnTo>
                    <a:pt x="3487261" y="619545"/>
                  </a:lnTo>
                  <a:lnTo>
                    <a:pt x="3474938" y="619545"/>
                  </a:lnTo>
                  <a:lnTo>
                    <a:pt x="3462616" y="619545"/>
                  </a:lnTo>
                  <a:lnTo>
                    <a:pt x="3450293" y="619545"/>
                  </a:lnTo>
                  <a:lnTo>
                    <a:pt x="3437971" y="619545"/>
                  </a:lnTo>
                  <a:lnTo>
                    <a:pt x="3425648" y="619545"/>
                  </a:lnTo>
                  <a:lnTo>
                    <a:pt x="3413326" y="619545"/>
                  </a:lnTo>
                  <a:lnTo>
                    <a:pt x="3401003" y="619545"/>
                  </a:lnTo>
                  <a:lnTo>
                    <a:pt x="3388681" y="619545"/>
                  </a:lnTo>
                  <a:lnTo>
                    <a:pt x="3376358" y="619545"/>
                  </a:lnTo>
                  <a:lnTo>
                    <a:pt x="3364036" y="619545"/>
                  </a:lnTo>
                  <a:lnTo>
                    <a:pt x="3351713" y="619545"/>
                  </a:lnTo>
                  <a:lnTo>
                    <a:pt x="3339391" y="619545"/>
                  </a:lnTo>
                  <a:lnTo>
                    <a:pt x="3327068" y="619545"/>
                  </a:lnTo>
                  <a:lnTo>
                    <a:pt x="3314746" y="619545"/>
                  </a:lnTo>
                  <a:lnTo>
                    <a:pt x="3302424" y="619545"/>
                  </a:lnTo>
                  <a:lnTo>
                    <a:pt x="3290101" y="619545"/>
                  </a:lnTo>
                  <a:lnTo>
                    <a:pt x="3277779" y="619545"/>
                  </a:lnTo>
                  <a:lnTo>
                    <a:pt x="3265456" y="619545"/>
                  </a:lnTo>
                  <a:lnTo>
                    <a:pt x="3253134" y="619545"/>
                  </a:lnTo>
                  <a:lnTo>
                    <a:pt x="3240811" y="619545"/>
                  </a:lnTo>
                  <a:lnTo>
                    <a:pt x="3228489" y="619545"/>
                  </a:lnTo>
                  <a:lnTo>
                    <a:pt x="3216166" y="619545"/>
                  </a:lnTo>
                  <a:lnTo>
                    <a:pt x="3203844" y="619545"/>
                  </a:lnTo>
                  <a:lnTo>
                    <a:pt x="3191521" y="619545"/>
                  </a:lnTo>
                  <a:lnTo>
                    <a:pt x="3179199" y="619545"/>
                  </a:lnTo>
                  <a:lnTo>
                    <a:pt x="3166876" y="619545"/>
                  </a:lnTo>
                  <a:lnTo>
                    <a:pt x="3154554" y="619545"/>
                  </a:lnTo>
                  <a:lnTo>
                    <a:pt x="3142231" y="619545"/>
                  </a:lnTo>
                  <a:lnTo>
                    <a:pt x="3129909" y="619545"/>
                  </a:lnTo>
                  <a:lnTo>
                    <a:pt x="3117586" y="619545"/>
                  </a:lnTo>
                  <a:lnTo>
                    <a:pt x="3105264" y="619545"/>
                  </a:lnTo>
                  <a:lnTo>
                    <a:pt x="3092941" y="619545"/>
                  </a:lnTo>
                  <a:lnTo>
                    <a:pt x="3080619" y="619545"/>
                  </a:lnTo>
                  <a:lnTo>
                    <a:pt x="3068296" y="619545"/>
                  </a:lnTo>
                  <a:lnTo>
                    <a:pt x="3055974" y="619545"/>
                  </a:lnTo>
                  <a:lnTo>
                    <a:pt x="3043652" y="619545"/>
                  </a:lnTo>
                  <a:lnTo>
                    <a:pt x="3031329" y="619545"/>
                  </a:lnTo>
                  <a:lnTo>
                    <a:pt x="3019007" y="619545"/>
                  </a:lnTo>
                  <a:lnTo>
                    <a:pt x="3006684" y="619545"/>
                  </a:lnTo>
                  <a:lnTo>
                    <a:pt x="2994362" y="619545"/>
                  </a:lnTo>
                  <a:lnTo>
                    <a:pt x="2982039" y="619545"/>
                  </a:lnTo>
                  <a:lnTo>
                    <a:pt x="2969717" y="619545"/>
                  </a:lnTo>
                  <a:lnTo>
                    <a:pt x="2957394" y="619545"/>
                  </a:lnTo>
                  <a:lnTo>
                    <a:pt x="2945072" y="619545"/>
                  </a:lnTo>
                  <a:lnTo>
                    <a:pt x="2932749" y="619545"/>
                  </a:lnTo>
                  <a:lnTo>
                    <a:pt x="2920427" y="619545"/>
                  </a:lnTo>
                  <a:lnTo>
                    <a:pt x="2908104" y="619545"/>
                  </a:lnTo>
                  <a:lnTo>
                    <a:pt x="2895782" y="619545"/>
                  </a:lnTo>
                  <a:lnTo>
                    <a:pt x="2883459" y="619545"/>
                  </a:lnTo>
                  <a:lnTo>
                    <a:pt x="2871137" y="619545"/>
                  </a:lnTo>
                  <a:lnTo>
                    <a:pt x="2858814" y="619545"/>
                  </a:lnTo>
                  <a:lnTo>
                    <a:pt x="2846492" y="619545"/>
                  </a:lnTo>
                  <a:lnTo>
                    <a:pt x="2834169" y="619545"/>
                  </a:lnTo>
                  <a:lnTo>
                    <a:pt x="2821847" y="619545"/>
                  </a:lnTo>
                  <a:lnTo>
                    <a:pt x="2809524" y="619545"/>
                  </a:lnTo>
                  <a:lnTo>
                    <a:pt x="2797202" y="619545"/>
                  </a:lnTo>
                  <a:lnTo>
                    <a:pt x="2784879" y="619545"/>
                  </a:lnTo>
                  <a:lnTo>
                    <a:pt x="2772557" y="619545"/>
                  </a:lnTo>
                  <a:lnTo>
                    <a:pt x="2760235" y="619545"/>
                  </a:lnTo>
                  <a:lnTo>
                    <a:pt x="2747912" y="619545"/>
                  </a:lnTo>
                  <a:lnTo>
                    <a:pt x="2735590" y="619545"/>
                  </a:lnTo>
                  <a:lnTo>
                    <a:pt x="2723267" y="619545"/>
                  </a:lnTo>
                  <a:lnTo>
                    <a:pt x="2710945" y="619545"/>
                  </a:lnTo>
                  <a:lnTo>
                    <a:pt x="2698622" y="619545"/>
                  </a:lnTo>
                  <a:lnTo>
                    <a:pt x="2686300" y="619545"/>
                  </a:lnTo>
                  <a:lnTo>
                    <a:pt x="2673977" y="619545"/>
                  </a:lnTo>
                  <a:lnTo>
                    <a:pt x="2661655" y="619545"/>
                  </a:lnTo>
                  <a:lnTo>
                    <a:pt x="2649332" y="619545"/>
                  </a:lnTo>
                  <a:lnTo>
                    <a:pt x="2637010" y="619545"/>
                  </a:lnTo>
                  <a:lnTo>
                    <a:pt x="2624687" y="619545"/>
                  </a:lnTo>
                  <a:lnTo>
                    <a:pt x="2612365" y="619545"/>
                  </a:lnTo>
                  <a:lnTo>
                    <a:pt x="2600042" y="619545"/>
                  </a:lnTo>
                  <a:lnTo>
                    <a:pt x="2587720" y="619545"/>
                  </a:lnTo>
                  <a:lnTo>
                    <a:pt x="2575397" y="619545"/>
                  </a:lnTo>
                  <a:lnTo>
                    <a:pt x="2563075" y="619545"/>
                  </a:lnTo>
                  <a:lnTo>
                    <a:pt x="2550752" y="619545"/>
                  </a:lnTo>
                  <a:lnTo>
                    <a:pt x="2538430" y="619545"/>
                  </a:lnTo>
                  <a:lnTo>
                    <a:pt x="2526107" y="619545"/>
                  </a:lnTo>
                  <a:lnTo>
                    <a:pt x="2513785" y="619545"/>
                  </a:lnTo>
                  <a:lnTo>
                    <a:pt x="2501462" y="619545"/>
                  </a:lnTo>
                  <a:lnTo>
                    <a:pt x="2489140" y="619545"/>
                  </a:lnTo>
                  <a:lnTo>
                    <a:pt x="2476818" y="619545"/>
                  </a:lnTo>
                  <a:lnTo>
                    <a:pt x="2464495" y="619545"/>
                  </a:lnTo>
                  <a:lnTo>
                    <a:pt x="2452173" y="619545"/>
                  </a:lnTo>
                  <a:lnTo>
                    <a:pt x="2439850" y="619545"/>
                  </a:lnTo>
                  <a:lnTo>
                    <a:pt x="2427528" y="619545"/>
                  </a:lnTo>
                  <a:lnTo>
                    <a:pt x="2415205" y="619545"/>
                  </a:lnTo>
                  <a:lnTo>
                    <a:pt x="2402883" y="619545"/>
                  </a:lnTo>
                  <a:lnTo>
                    <a:pt x="2390560" y="619545"/>
                  </a:lnTo>
                  <a:lnTo>
                    <a:pt x="2378238" y="619545"/>
                  </a:lnTo>
                  <a:lnTo>
                    <a:pt x="2365915" y="619545"/>
                  </a:lnTo>
                  <a:lnTo>
                    <a:pt x="2353593" y="619545"/>
                  </a:lnTo>
                  <a:lnTo>
                    <a:pt x="2341270" y="619545"/>
                  </a:lnTo>
                  <a:lnTo>
                    <a:pt x="2328948" y="619545"/>
                  </a:lnTo>
                  <a:lnTo>
                    <a:pt x="2316625" y="619545"/>
                  </a:lnTo>
                  <a:lnTo>
                    <a:pt x="2304303" y="619545"/>
                  </a:lnTo>
                  <a:lnTo>
                    <a:pt x="2291980" y="619545"/>
                  </a:lnTo>
                  <a:lnTo>
                    <a:pt x="2279658" y="619545"/>
                  </a:lnTo>
                  <a:lnTo>
                    <a:pt x="2267335" y="619545"/>
                  </a:lnTo>
                  <a:lnTo>
                    <a:pt x="2255013" y="619545"/>
                  </a:lnTo>
                  <a:lnTo>
                    <a:pt x="2242690" y="619545"/>
                  </a:lnTo>
                  <a:lnTo>
                    <a:pt x="2230368" y="619545"/>
                  </a:lnTo>
                  <a:lnTo>
                    <a:pt x="2218045" y="619545"/>
                  </a:lnTo>
                  <a:lnTo>
                    <a:pt x="2205723" y="619545"/>
                  </a:lnTo>
                  <a:lnTo>
                    <a:pt x="2193401" y="619545"/>
                  </a:lnTo>
                  <a:lnTo>
                    <a:pt x="2181078" y="619545"/>
                  </a:lnTo>
                  <a:lnTo>
                    <a:pt x="2168756" y="619545"/>
                  </a:lnTo>
                  <a:lnTo>
                    <a:pt x="2156433" y="619545"/>
                  </a:lnTo>
                  <a:lnTo>
                    <a:pt x="2144111" y="619545"/>
                  </a:lnTo>
                  <a:lnTo>
                    <a:pt x="2131788" y="619545"/>
                  </a:lnTo>
                  <a:lnTo>
                    <a:pt x="2119466" y="619545"/>
                  </a:lnTo>
                  <a:lnTo>
                    <a:pt x="2107143" y="619545"/>
                  </a:lnTo>
                  <a:lnTo>
                    <a:pt x="2094821" y="619545"/>
                  </a:lnTo>
                  <a:lnTo>
                    <a:pt x="2082498" y="619545"/>
                  </a:lnTo>
                  <a:lnTo>
                    <a:pt x="2070176" y="619545"/>
                  </a:lnTo>
                  <a:lnTo>
                    <a:pt x="2057853" y="619545"/>
                  </a:lnTo>
                  <a:lnTo>
                    <a:pt x="2045531" y="619545"/>
                  </a:lnTo>
                  <a:lnTo>
                    <a:pt x="2033208" y="619545"/>
                  </a:lnTo>
                  <a:lnTo>
                    <a:pt x="2020886" y="619545"/>
                  </a:lnTo>
                  <a:lnTo>
                    <a:pt x="2008563" y="619545"/>
                  </a:lnTo>
                  <a:lnTo>
                    <a:pt x="1996241" y="619545"/>
                  </a:lnTo>
                  <a:lnTo>
                    <a:pt x="1983918" y="619545"/>
                  </a:lnTo>
                  <a:lnTo>
                    <a:pt x="1971596" y="619545"/>
                  </a:lnTo>
                  <a:lnTo>
                    <a:pt x="1959273" y="619545"/>
                  </a:lnTo>
                  <a:lnTo>
                    <a:pt x="1946951" y="619545"/>
                  </a:lnTo>
                  <a:lnTo>
                    <a:pt x="1934629" y="619545"/>
                  </a:lnTo>
                  <a:lnTo>
                    <a:pt x="1922306" y="619545"/>
                  </a:lnTo>
                  <a:lnTo>
                    <a:pt x="1909984" y="619545"/>
                  </a:lnTo>
                  <a:lnTo>
                    <a:pt x="1897661" y="619545"/>
                  </a:lnTo>
                  <a:lnTo>
                    <a:pt x="1885339" y="619545"/>
                  </a:lnTo>
                  <a:lnTo>
                    <a:pt x="1873016" y="619545"/>
                  </a:lnTo>
                  <a:lnTo>
                    <a:pt x="1860694" y="619545"/>
                  </a:lnTo>
                  <a:lnTo>
                    <a:pt x="1848371" y="619545"/>
                  </a:lnTo>
                  <a:lnTo>
                    <a:pt x="1836049" y="619545"/>
                  </a:lnTo>
                  <a:lnTo>
                    <a:pt x="1823726" y="619545"/>
                  </a:lnTo>
                  <a:lnTo>
                    <a:pt x="1811404" y="619545"/>
                  </a:lnTo>
                  <a:lnTo>
                    <a:pt x="1799081" y="619545"/>
                  </a:lnTo>
                  <a:lnTo>
                    <a:pt x="1786759" y="619545"/>
                  </a:lnTo>
                  <a:lnTo>
                    <a:pt x="1774436" y="619545"/>
                  </a:lnTo>
                  <a:lnTo>
                    <a:pt x="1762114" y="619545"/>
                  </a:lnTo>
                  <a:lnTo>
                    <a:pt x="1749791" y="619545"/>
                  </a:lnTo>
                  <a:lnTo>
                    <a:pt x="1737469" y="619545"/>
                  </a:lnTo>
                  <a:lnTo>
                    <a:pt x="1725146" y="619545"/>
                  </a:lnTo>
                  <a:lnTo>
                    <a:pt x="1712824" y="619545"/>
                  </a:lnTo>
                  <a:lnTo>
                    <a:pt x="1700501" y="619545"/>
                  </a:lnTo>
                  <a:lnTo>
                    <a:pt x="1688179" y="619545"/>
                  </a:lnTo>
                  <a:lnTo>
                    <a:pt x="1675856" y="619545"/>
                  </a:lnTo>
                  <a:lnTo>
                    <a:pt x="1663534" y="619545"/>
                  </a:lnTo>
                  <a:lnTo>
                    <a:pt x="1651212" y="619545"/>
                  </a:lnTo>
                  <a:lnTo>
                    <a:pt x="1638889" y="619545"/>
                  </a:lnTo>
                  <a:lnTo>
                    <a:pt x="1626567" y="619545"/>
                  </a:lnTo>
                  <a:lnTo>
                    <a:pt x="1614244" y="619545"/>
                  </a:lnTo>
                  <a:lnTo>
                    <a:pt x="1601922" y="619545"/>
                  </a:lnTo>
                  <a:lnTo>
                    <a:pt x="1589599" y="619545"/>
                  </a:lnTo>
                  <a:lnTo>
                    <a:pt x="1577277" y="619545"/>
                  </a:lnTo>
                  <a:lnTo>
                    <a:pt x="1564954" y="619545"/>
                  </a:lnTo>
                  <a:lnTo>
                    <a:pt x="1552632" y="619545"/>
                  </a:lnTo>
                  <a:lnTo>
                    <a:pt x="1540309" y="619545"/>
                  </a:lnTo>
                  <a:lnTo>
                    <a:pt x="1527987" y="619545"/>
                  </a:lnTo>
                  <a:lnTo>
                    <a:pt x="1515664" y="619545"/>
                  </a:lnTo>
                  <a:lnTo>
                    <a:pt x="1503342" y="619545"/>
                  </a:lnTo>
                  <a:lnTo>
                    <a:pt x="1491019" y="619545"/>
                  </a:lnTo>
                  <a:lnTo>
                    <a:pt x="1478697" y="619545"/>
                  </a:lnTo>
                  <a:lnTo>
                    <a:pt x="1466374" y="619545"/>
                  </a:lnTo>
                  <a:lnTo>
                    <a:pt x="1454052" y="619545"/>
                  </a:lnTo>
                  <a:lnTo>
                    <a:pt x="1441729" y="619545"/>
                  </a:lnTo>
                  <a:lnTo>
                    <a:pt x="1429407" y="619545"/>
                  </a:lnTo>
                  <a:lnTo>
                    <a:pt x="1417084" y="619545"/>
                  </a:lnTo>
                  <a:lnTo>
                    <a:pt x="1404762" y="619545"/>
                  </a:lnTo>
                  <a:lnTo>
                    <a:pt x="1392439" y="619545"/>
                  </a:lnTo>
                  <a:lnTo>
                    <a:pt x="1380117" y="619545"/>
                  </a:lnTo>
                  <a:lnTo>
                    <a:pt x="1367795" y="619545"/>
                  </a:lnTo>
                  <a:lnTo>
                    <a:pt x="1355472" y="619545"/>
                  </a:lnTo>
                  <a:lnTo>
                    <a:pt x="1343150" y="619545"/>
                  </a:lnTo>
                  <a:lnTo>
                    <a:pt x="1330827" y="619545"/>
                  </a:lnTo>
                  <a:lnTo>
                    <a:pt x="1318505" y="619545"/>
                  </a:lnTo>
                  <a:lnTo>
                    <a:pt x="1306182" y="619545"/>
                  </a:lnTo>
                  <a:lnTo>
                    <a:pt x="1293860" y="619545"/>
                  </a:lnTo>
                  <a:lnTo>
                    <a:pt x="1281537" y="619545"/>
                  </a:lnTo>
                  <a:lnTo>
                    <a:pt x="1269215" y="619545"/>
                  </a:lnTo>
                  <a:lnTo>
                    <a:pt x="1256892" y="619545"/>
                  </a:lnTo>
                  <a:lnTo>
                    <a:pt x="1244570" y="619545"/>
                  </a:lnTo>
                  <a:lnTo>
                    <a:pt x="1232247" y="619545"/>
                  </a:lnTo>
                  <a:lnTo>
                    <a:pt x="1219925" y="619545"/>
                  </a:lnTo>
                  <a:lnTo>
                    <a:pt x="1207602" y="619545"/>
                  </a:lnTo>
                  <a:lnTo>
                    <a:pt x="1195280" y="619545"/>
                  </a:lnTo>
                  <a:lnTo>
                    <a:pt x="1182957" y="619545"/>
                  </a:lnTo>
                  <a:lnTo>
                    <a:pt x="1170635" y="619545"/>
                  </a:lnTo>
                  <a:lnTo>
                    <a:pt x="1158312" y="619545"/>
                  </a:lnTo>
                  <a:lnTo>
                    <a:pt x="1145990" y="619545"/>
                  </a:lnTo>
                  <a:lnTo>
                    <a:pt x="1133667" y="619545"/>
                  </a:lnTo>
                  <a:lnTo>
                    <a:pt x="1121345" y="619545"/>
                  </a:lnTo>
                  <a:lnTo>
                    <a:pt x="1109022" y="619545"/>
                  </a:lnTo>
                  <a:lnTo>
                    <a:pt x="1096700" y="619545"/>
                  </a:lnTo>
                  <a:lnTo>
                    <a:pt x="1084378" y="619545"/>
                  </a:lnTo>
                  <a:lnTo>
                    <a:pt x="1072055" y="619545"/>
                  </a:lnTo>
                  <a:lnTo>
                    <a:pt x="1059733" y="619545"/>
                  </a:lnTo>
                  <a:lnTo>
                    <a:pt x="1047410" y="619545"/>
                  </a:lnTo>
                  <a:lnTo>
                    <a:pt x="1035088" y="619545"/>
                  </a:lnTo>
                  <a:lnTo>
                    <a:pt x="1022765" y="619545"/>
                  </a:lnTo>
                  <a:lnTo>
                    <a:pt x="1010443" y="619545"/>
                  </a:lnTo>
                  <a:lnTo>
                    <a:pt x="998120" y="619545"/>
                  </a:lnTo>
                  <a:lnTo>
                    <a:pt x="985798" y="619545"/>
                  </a:lnTo>
                  <a:lnTo>
                    <a:pt x="973475" y="619545"/>
                  </a:lnTo>
                  <a:lnTo>
                    <a:pt x="961153" y="619545"/>
                  </a:lnTo>
                  <a:lnTo>
                    <a:pt x="948830" y="619545"/>
                  </a:lnTo>
                  <a:lnTo>
                    <a:pt x="936508" y="619545"/>
                  </a:lnTo>
                  <a:lnTo>
                    <a:pt x="924185" y="619545"/>
                  </a:lnTo>
                  <a:lnTo>
                    <a:pt x="911863" y="619545"/>
                  </a:lnTo>
                  <a:lnTo>
                    <a:pt x="899540" y="619545"/>
                  </a:lnTo>
                  <a:lnTo>
                    <a:pt x="887218" y="619545"/>
                  </a:lnTo>
                  <a:lnTo>
                    <a:pt x="874895" y="619545"/>
                  </a:lnTo>
                  <a:lnTo>
                    <a:pt x="862573" y="619545"/>
                  </a:lnTo>
                  <a:lnTo>
                    <a:pt x="850250" y="619545"/>
                  </a:lnTo>
                  <a:lnTo>
                    <a:pt x="837928" y="619545"/>
                  </a:lnTo>
                  <a:lnTo>
                    <a:pt x="825606" y="619545"/>
                  </a:lnTo>
                  <a:lnTo>
                    <a:pt x="813283" y="619545"/>
                  </a:lnTo>
                  <a:lnTo>
                    <a:pt x="800961" y="619545"/>
                  </a:lnTo>
                  <a:lnTo>
                    <a:pt x="788638" y="619545"/>
                  </a:lnTo>
                  <a:lnTo>
                    <a:pt x="776316" y="619545"/>
                  </a:lnTo>
                  <a:lnTo>
                    <a:pt x="763993" y="619545"/>
                  </a:lnTo>
                  <a:lnTo>
                    <a:pt x="751671" y="619545"/>
                  </a:lnTo>
                  <a:lnTo>
                    <a:pt x="739348" y="619545"/>
                  </a:lnTo>
                  <a:lnTo>
                    <a:pt x="727026" y="619545"/>
                  </a:lnTo>
                  <a:lnTo>
                    <a:pt x="714703" y="619545"/>
                  </a:lnTo>
                  <a:lnTo>
                    <a:pt x="702381" y="619545"/>
                  </a:lnTo>
                  <a:lnTo>
                    <a:pt x="690058" y="619545"/>
                  </a:lnTo>
                  <a:lnTo>
                    <a:pt x="677736" y="619545"/>
                  </a:lnTo>
                  <a:lnTo>
                    <a:pt x="665413" y="619545"/>
                  </a:lnTo>
                  <a:lnTo>
                    <a:pt x="653091" y="619545"/>
                  </a:lnTo>
                  <a:lnTo>
                    <a:pt x="640768" y="619545"/>
                  </a:lnTo>
                  <a:lnTo>
                    <a:pt x="628446" y="619545"/>
                  </a:lnTo>
                  <a:lnTo>
                    <a:pt x="616123" y="619545"/>
                  </a:lnTo>
                  <a:lnTo>
                    <a:pt x="603801" y="619545"/>
                  </a:lnTo>
                  <a:lnTo>
                    <a:pt x="591478" y="619545"/>
                  </a:lnTo>
                  <a:lnTo>
                    <a:pt x="579156" y="619545"/>
                  </a:lnTo>
                  <a:lnTo>
                    <a:pt x="566833" y="619545"/>
                  </a:lnTo>
                  <a:lnTo>
                    <a:pt x="554511" y="619545"/>
                  </a:lnTo>
                  <a:lnTo>
                    <a:pt x="542189" y="619545"/>
                  </a:lnTo>
                  <a:lnTo>
                    <a:pt x="529866" y="619545"/>
                  </a:lnTo>
                  <a:lnTo>
                    <a:pt x="517544" y="619545"/>
                  </a:lnTo>
                  <a:lnTo>
                    <a:pt x="505221" y="619545"/>
                  </a:lnTo>
                  <a:lnTo>
                    <a:pt x="492899" y="619545"/>
                  </a:lnTo>
                  <a:lnTo>
                    <a:pt x="480576" y="619545"/>
                  </a:lnTo>
                  <a:lnTo>
                    <a:pt x="468254" y="619545"/>
                  </a:lnTo>
                  <a:lnTo>
                    <a:pt x="455931" y="619545"/>
                  </a:lnTo>
                  <a:lnTo>
                    <a:pt x="443609" y="619545"/>
                  </a:lnTo>
                  <a:lnTo>
                    <a:pt x="431286" y="619545"/>
                  </a:lnTo>
                  <a:lnTo>
                    <a:pt x="418964" y="619545"/>
                  </a:lnTo>
                  <a:lnTo>
                    <a:pt x="406641" y="619545"/>
                  </a:lnTo>
                  <a:lnTo>
                    <a:pt x="394319" y="619545"/>
                  </a:lnTo>
                  <a:lnTo>
                    <a:pt x="381996" y="619545"/>
                  </a:lnTo>
                  <a:lnTo>
                    <a:pt x="369674" y="619545"/>
                  </a:lnTo>
                  <a:lnTo>
                    <a:pt x="357351" y="619545"/>
                  </a:lnTo>
                  <a:lnTo>
                    <a:pt x="345029" y="619545"/>
                  </a:lnTo>
                  <a:lnTo>
                    <a:pt x="332706" y="619545"/>
                  </a:lnTo>
                  <a:lnTo>
                    <a:pt x="320384" y="619545"/>
                  </a:lnTo>
                  <a:lnTo>
                    <a:pt x="308061" y="619545"/>
                  </a:lnTo>
                  <a:lnTo>
                    <a:pt x="295739" y="619545"/>
                  </a:lnTo>
                  <a:lnTo>
                    <a:pt x="283416" y="619545"/>
                  </a:lnTo>
                  <a:lnTo>
                    <a:pt x="271094" y="619545"/>
                  </a:lnTo>
                  <a:lnTo>
                    <a:pt x="258772" y="619545"/>
                  </a:lnTo>
                  <a:lnTo>
                    <a:pt x="246449" y="619545"/>
                  </a:lnTo>
                  <a:lnTo>
                    <a:pt x="234127" y="619545"/>
                  </a:lnTo>
                  <a:lnTo>
                    <a:pt x="221804" y="619545"/>
                  </a:lnTo>
                  <a:lnTo>
                    <a:pt x="209482" y="619545"/>
                  </a:lnTo>
                  <a:lnTo>
                    <a:pt x="197159" y="619545"/>
                  </a:lnTo>
                  <a:lnTo>
                    <a:pt x="184837" y="619545"/>
                  </a:lnTo>
                  <a:lnTo>
                    <a:pt x="172514" y="619545"/>
                  </a:lnTo>
                  <a:lnTo>
                    <a:pt x="160192" y="619545"/>
                  </a:lnTo>
                  <a:lnTo>
                    <a:pt x="147869" y="619545"/>
                  </a:lnTo>
                  <a:lnTo>
                    <a:pt x="135547" y="619545"/>
                  </a:lnTo>
                  <a:lnTo>
                    <a:pt x="123224" y="619545"/>
                  </a:lnTo>
                  <a:lnTo>
                    <a:pt x="110902" y="619545"/>
                  </a:lnTo>
                  <a:lnTo>
                    <a:pt x="98579" y="619545"/>
                  </a:lnTo>
                  <a:lnTo>
                    <a:pt x="86257" y="619545"/>
                  </a:lnTo>
                  <a:lnTo>
                    <a:pt x="73934" y="619545"/>
                  </a:lnTo>
                  <a:lnTo>
                    <a:pt x="61612" y="619545"/>
                  </a:lnTo>
                  <a:lnTo>
                    <a:pt x="49289" y="619545"/>
                  </a:lnTo>
                  <a:lnTo>
                    <a:pt x="36967" y="619545"/>
                  </a:lnTo>
                  <a:lnTo>
                    <a:pt x="24644" y="619545"/>
                  </a:lnTo>
                  <a:lnTo>
                    <a:pt x="12322" y="619545"/>
                  </a:lnTo>
                  <a:lnTo>
                    <a:pt x="0" y="619545"/>
                  </a:lnTo>
                  <a:close/>
                </a:path>
              </a:pathLst>
            </a:custGeom>
            <a:solidFill>
              <a:srgbClr val="E69F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706745" y="5535905"/>
              <a:ext cx="6296786" cy="619545"/>
            </a:xfrm>
            <a:custGeom>
              <a:avLst/>
              <a:pathLst>
                <a:path w="6296786" h="619545">
                  <a:moveTo>
                    <a:pt x="0" y="563232"/>
                  </a:moveTo>
                  <a:lnTo>
                    <a:pt x="12322" y="554760"/>
                  </a:lnTo>
                  <a:lnTo>
                    <a:pt x="24644" y="545351"/>
                  </a:lnTo>
                  <a:lnTo>
                    <a:pt x="36967" y="534962"/>
                  </a:lnTo>
                  <a:lnTo>
                    <a:pt x="49289" y="523552"/>
                  </a:lnTo>
                  <a:lnTo>
                    <a:pt x="61612" y="511088"/>
                  </a:lnTo>
                  <a:lnTo>
                    <a:pt x="73934" y="497282"/>
                  </a:lnTo>
                  <a:lnTo>
                    <a:pt x="86257" y="482350"/>
                  </a:lnTo>
                  <a:lnTo>
                    <a:pt x="98579" y="466327"/>
                  </a:lnTo>
                  <a:lnTo>
                    <a:pt x="110902" y="449233"/>
                  </a:lnTo>
                  <a:lnTo>
                    <a:pt x="123224" y="431097"/>
                  </a:lnTo>
                  <a:lnTo>
                    <a:pt x="135547" y="411944"/>
                  </a:lnTo>
                  <a:lnTo>
                    <a:pt x="147869" y="391660"/>
                  </a:lnTo>
                  <a:lnTo>
                    <a:pt x="160192" y="370576"/>
                  </a:lnTo>
                  <a:lnTo>
                    <a:pt x="172514" y="348793"/>
                  </a:lnTo>
                  <a:lnTo>
                    <a:pt x="184837" y="326424"/>
                  </a:lnTo>
                  <a:lnTo>
                    <a:pt x="197159" y="303593"/>
                  </a:lnTo>
                  <a:lnTo>
                    <a:pt x="209482" y="280426"/>
                  </a:lnTo>
                  <a:lnTo>
                    <a:pt x="221804" y="257123"/>
                  </a:lnTo>
                  <a:lnTo>
                    <a:pt x="234127" y="233901"/>
                  </a:lnTo>
                  <a:lnTo>
                    <a:pt x="246449" y="210922"/>
                  </a:lnTo>
                  <a:lnTo>
                    <a:pt x="258772" y="188346"/>
                  </a:lnTo>
                  <a:lnTo>
                    <a:pt x="271094" y="166333"/>
                  </a:lnTo>
                  <a:lnTo>
                    <a:pt x="283416" y="145148"/>
                  </a:lnTo>
                  <a:lnTo>
                    <a:pt x="295739" y="125048"/>
                  </a:lnTo>
                  <a:lnTo>
                    <a:pt x="308061" y="106056"/>
                  </a:lnTo>
                  <a:lnTo>
                    <a:pt x="320384" y="88295"/>
                  </a:lnTo>
                  <a:lnTo>
                    <a:pt x="332706" y="71874"/>
                  </a:lnTo>
                  <a:lnTo>
                    <a:pt x="345029" y="56895"/>
                  </a:lnTo>
                  <a:lnTo>
                    <a:pt x="357351" y="43701"/>
                  </a:lnTo>
                  <a:lnTo>
                    <a:pt x="369674" y="32294"/>
                  </a:lnTo>
                  <a:lnTo>
                    <a:pt x="381996" y="22555"/>
                  </a:lnTo>
                  <a:lnTo>
                    <a:pt x="394319" y="14506"/>
                  </a:lnTo>
                  <a:lnTo>
                    <a:pt x="406641" y="8159"/>
                  </a:lnTo>
                  <a:lnTo>
                    <a:pt x="418964" y="3513"/>
                  </a:lnTo>
                  <a:lnTo>
                    <a:pt x="431286" y="891"/>
                  </a:lnTo>
                  <a:lnTo>
                    <a:pt x="443609" y="0"/>
                  </a:lnTo>
                  <a:lnTo>
                    <a:pt x="455931" y="700"/>
                  </a:lnTo>
                  <a:lnTo>
                    <a:pt x="468254" y="2944"/>
                  </a:lnTo>
                  <a:lnTo>
                    <a:pt x="480576" y="6677"/>
                  </a:lnTo>
                  <a:lnTo>
                    <a:pt x="492899" y="11841"/>
                  </a:lnTo>
                  <a:lnTo>
                    <a:pt x="505221" y="18688"/>
                  </a:lnTo>
                  <a:lnTo>
                    <a:pt x="517544" y="26805"/>
                  </a:lnTo>
                  <a:lnTo>
                    <a:pt x="529866" y="36109"/>
                  </a:lnTo>
                  <a:lnTo>
                    <a:pt x="542189" y="46533"/>
                  </a:lnTo>
                  <a:lnTo>
                    <a:pt x="554511" y="58006"/>
                  </a:lnTo>
                  <a:lnTo>
                    <a:pt x="566833" y="70491"/>
                  </a:lnTo>
                  <a:lnTo>
                    <a:pt x="579156" y="84055"/>
                  </a:lnTo>
                  <a:lnTo>
                    <a:pt x="591478" y="98407"/>
                  </a:lnTo>
                  <a:lnTo>
                    <a:pt x="603801" y="113471"/>
                  </a:lnTo>
                  <a:lnTo>
                    <a:pt x="616123" y="129173"/>
                  </a:lnTo>
                  <a:lnTo>
                    <a:pt x="628446" y="145437"/>
                  </a:lnTo>
                  <a:lnTo>
                    <a:pt x="640768" y="162212"/>
                  </a:lnTo>
                  <a:lnTo>
                    <a:pt x="653091" y="179415"/>
                  </a:lnTo>
                  <a:lnTo>
                    <a:pt x="665413" y="196875"/>
                  </a:lnTo>
                  <a:lnTo>
                    <a:pt x="677736" y="214505"/>
                  </a:lnTo>
                  <a:lnTo>
                    <a:pt x="690058" y="232217"/>
                  </a:lnTo>
                  <a:lnTo>
                    <a:pt x="702381" y="249924"/>
                  </a:lnTo>
                  <a:lnTo>
                    <a:pt x="714703" y="267505"/>
                  </a:lnTo>
                  <a:lnTo>
                    <a:pt x="727026" y="284827"/>
                  </a:lnTo>
                  <a:lnTo>
                    <a:pt x="739348" y="301818"/>
                  </a:lnTo>
                  <a:lnTo>
                    <a:pt x="751671" y="318398"/>
                  </a:lnTo>
                  <a:lnTo>
                    <a:pt x="763993" y="334489"/>
                  </a:lnTo>
                  <a:lnTo>
                    <a:pt x="776316" y="350018"/>
                  </a:lnTo>
                  <a:lnTo>
                    <a:pt x="788638" y="364790"/>
                  </a:lnTo>
                  <a:lnTo>
                    <a:pt x="800961" y="378779"/>
                  </a:lnTo>
                  <a:lnTo>
                    <a:pt x="813283" y="391996"/>
                  </a:lnTo>
                  <a:lnTo>
                    <a:pt x="825606" y="404405"/>
                  </a:lnTo>
                  <a:lnTo>
                    <a:pt x="837928" y="415977"/>
                  </a:lnTo>
                  <a:lnTo>
                    <a:pt x="850250" y="426692"/>
                  </a:lnTo>
                  <a:lnTo>
                    <a:pt x="862573" y="436347"/>
                  </a:lnTo>
                  <a:lnTo>
                    <a:pt x="874895" y="445106"/>
                  </a:lnTo>
                  <a:lnTo>
                    <a:pt x="887218" y="453022"/>
                  </a:lnTo>
                  <a:lnTo>
                    <a:pt x="899540" y="460119"/>
                  </a:lnTo>
                  <a:lnTo>
                    <a:pt x="911863" y="466430"/>
                  </a:lnTo>
                  <a:lnTo>
                    <a:pt x="924185" y="471990"/>
                  </a:lnTo>
                  <a:lnTo>
                    <a:pt x="936508" y="476692"/>
                  </a:lnTo>
                  <a:lnTo>
                    <a:pt x="948830" y="480785"/>
                  </a:lnTo>
                  <a:lnTo>
                    <a:pt x="961153" y="484331"/>
                  </a:lnTo>
                  <a:lnTo>
                    <a:pt x="973475" y="487393"/>
                  </a:lnTo>
                  <a:lnTo>
                    <a:pt x="985798" y="490035"/>
                  </a:lnTo>
                  <a:lnTo>
                    <a:pt x="998120" y="492310"/>
                  </a:lnTo>
                  <a:lnTo>
                    <a:pt x="1010443" y="494274"/>
                  </a:lnTo>
                  <a:lnTo>
                    <a:pt x="1022765" y="496061"/>
                  </a:lnTo>
                  <a:lnTo>
                    <a:pt x="1035088" y="497734"/>
                  </a:lnTo>
                  <a:lnTo>
                    <a:pt x="1047410" y="499349"/>
                  </a:lnTo>
                  <a:lnTo>
                    <a:pt x="1059733" y="500962"/>
                  </a:lnTo>
                  <a:lnTo>
                    <a:pt x="1072055" y="502632"/>
                  </a:lnTo>
                  <a:lnTo>
                    <a:pt x="1084378" y="504426"/>
                  </a:lnTo>
                  <a:lnTo>
                    <a:pt x="1096700" y="506366"/>
                  </a:lnTo>
                  <a:lnTo>
                    <a:pt x="1109022" y="508475"/>
                  </a:lnTo>
                  <a:lnTo>
                    <a:pt x="1121345" y="510770"/>
                  </a:lnTo>
                  <a:lnTo>
                    <a:pt x="1133667" y="513260"/>
                  </a:lnTo>
                  <a:lnTo>
                    <a:pt x="1145990" y="515975"/>
                  </a:lnTo>
                  <a:lnTo>
                    <a:pt x="1158312" y="518897"/>
                  </a:lnTo>
                  <a:lnTo>
                    <a:pt x="1170635" y="521982"/>
                  </a:lnTo>
                  <a:lnTo>
                    <a:pt x="1182957" y="525203"/>
                  </a:lnTo>
                  <a:lnTo>
                    <a:pt x="1195280" y="528530"/>
                  </a:lnTo>
                  <a:lnTo>
                    <a:pt x="1207602" y="531926"/>
                  </a:lnTo>
                  <a:lnTo>
                    <a:pt x="1219925" y="535338"/>
                  </a:lnTo>
                  <a:lnTo>
                    <a:pt x="1232247" y="538694"/>
                  </a:lnTo>
                  <a:lnTo>
                    <a:pt x="1244570" y="541938"/>
                  </a:lnTo>
                  <a:lnTo>
                    <a:pt x="1256892" y="545015"/>
                  </a:lnTo>
                  <a:lnTo>
                    <a:pt x="1269215" y="547867"/>
                  </a:lnTo>
                  <a:lnTo>
                    <a:pt x="1281537" y="550435"/>
                  </a:lnTo>
                  <a:lnTo>
                    <a:pt x="1293860" y="552558"/>
                  </a:lnTo>
                  <a:lnTo>
                    <a:pt x="1306182" y="554231"/>
                  </a:lnTo>
                  <a:lnTo>
                    <a:pt x="1318505" y="555411"/>
                  </a:lnTo>
                  <a:lnTo>
                    <a:pt x="1330827" y="556044"/>
                  </a:lnTo>
                  <a:lnTo>
                    <a:pt x="1343150" y="556084"/>
                  </a:lnTo>
                  <a:lnTo>
                    <a:pt x="1355472" y="555469"/>
                  </a:lnTo>
                  <a:lnTo>
                    <a:pt x="1367795" y="553996"/>
                  </a:lnTo>
                  <a:lnTo>
                    <a:pt x="1380117" y="551793"/>
                  </a:lnTo>
                  <a:lnTo>
                    <a:pt x="1392439" y="548836"/>
                  </a:lnTo>
                  <a:lnTo>
                    <a:pt x="1404762" y="545113"/>
                  </a:lnTo>
                  <a:lnTo>
                    <a:pt x="1417084" y="540614"/>
                  </a:lnTo>
                  <a:lnTo>
                    <a:pt x="1429407" y="535290"/>
                  </a:lnTo>
                  <a:lnTo>
                    <a:pt x="1441729" y="529061"/>
                  </a:lnTo>
                  <a:lnTo>
                    <a:pt x="1454052" y="522106"/>
                  </a:lnTo>
                  <a:lnTo>
                    <a:pt x="1466374" y="514464"/>
                  </a:lnTo>
                  <a:lnTo>
                    <a:pt x="1478697" y="506179"/>
                  </a:lnTo>
                  <a:lnTo>
                    <a:pt x="1491019" y="497305"/>
                  </a:lnTo>
                  <a:lnTo>
                    <a:pt x="1503342" y="487860"/>
                  </a:lnTo>
                  <a:lnTo>
                    <a:pt x="1515664" y="477945"/>
                  </a:lnTo>
                  <a:lnTo>
                    <a:pt x="1527987" y="467728"/>
                  </a:lnTo>
                  <a:lnTo>
                    <a:pt x="1540309" y="457307"/>
                  </a:lnTo>
                  <a:lnTo>
                    <a:pt x="1552632" y="446784"/>
                  </a:lnTo>
                  <a:lnTo>
                    <a:pt x="1564954" y="436270"/>
                  </a:lnTo>
                  <a:lnTo>
                    <a:pt x="1577277" y="425925"/>
                  </a:lnTo>
                  <a:lnTo>
                    <a:pt x="1589599" y="415915"/>
                  </a:lnTo>
                  <a:lnTo>
                    <a:pt x="1601922" y="406345"/>
                  </a:lnTo>
                  <a:lnTo>
                    <a:pt x="1614244" y="397329"/>
                  </a:lnTo>
                  <a:lnTo>
                    <a:pt x="1626567" y="388980"/>
                  </a:lnTo>
                  <a:lnTo>
                    <a:pt x="1638889" y="381406"/>
                  </a:lnTo>
                  <a:lnTo>
                    <a:pt x="1651212" y="374921"/>
                  </a:lnTo>
                  <a:lnTo>
                    <a:pt x="1663534" y="369513"/>
                  </a:lnTo>
                  <a:lnTo>
                    <a:pt x="1675856" y="365202"/>
                  </a:lnTo>
                  <a:lnTo>
                    <a:pt x="1688179" y="362048"/>
                  </a:lnTo>
                  <a:lnTo>
                    <a:pt x="1700501" y="360096"/>
                  </a:lnTo>
                  <a:lnTo>
                    <a:pt x="1712824" y="359380"/>
                  </a:lnTo>
                  <a:lnTo>
                    <a:pt x="1725146" y="360236"/>
                  </a:lnTo>
                  <a:lnTo>
                    <a:pt x="1737469" y="362346"/>
                  </a:lnTo>
                  <a:lnTo>
                    <a:pt x="1749791" y="365670"/>
                  </a:lnTo>
                  <a:lnTo>
                    <a:pt x="1762114" y="370166"/>
                  </a:lnTo>
                  <a:lnTo>
                    <a:pt x="1774436" y="375779"/>
                  </a:lnTo>
                  <a:lnTo>
                    <a:pt x="1786759" y="382478"/>
                  </a:lnTo>
                  <a:lnTo>
                    <a:pt x="1799081" y="390320"/>
                  </a:lnTo>
                  <a:lnTo>
                    <a:pt x="1811404" y="398970"/>
                  </a:lnTo>
                  <a:lnTo>
                    <a:pt x="1823726" y="408323"/>
                  </a:lnTo>
                  <a:lnTo>
                    <a:pt x="1836049" y="418269"/>
                  </a:lnTo>
                  <a:lnTo>
                    <a:pt x="1848371" y="428693"/>
                  </a:lnTo>
                  <a:lnTo>
                    <a:pt x="1860694" y="439497"/>
                  </a:lnTo>
                  <a:lnTo>
                    <a:pt x="1873016" y="450527"/>
                  </a:lnTo>
                  <a:lnTo>
                    <a:pt x="1885339" y="461610"/>
                  </a:lnTo>
                  <a:lnTo>
                    <a:pt x="1897661" y="472639"/>
                  </a:lnTo>
                  <a:lnTo>
                    <a:pt x="1909984" y="483510"/>
                  </a:lnTo>
                  <a:lnTo>
                    <a:pt x="1922306" y="494125"/>
                  </a:lnTo>
                  <a:lnTo>
                    <a:pt x="1934629" y="504335"/>
                  </a:lnTo>
                  <a:lnTo>
                    <a:pt x="1946951" y="514016"/>
                  </a:lnTo>
                  <a:lnTo>
                    <a:pt x="1959273" y="523150"/>
                  </a:lnTo>
                  <a:lnTo>
                    <a:pt x="1971596" y="531680"/>
                  </a:lnTo>
                  <a:lnTo>
                    <a:pt x="1983918" y="539553"/>
                  </a:lnTo>
                  <a:lnTo>
                    <a:pt x="1996241" y="546726"/>
                  </a:lnTo>
                  <a:lnTo>
                    <a:pt x="2008563" y="553022"/>
                  </a:lnTo>
                  <a:lnTo>
                    <a:pt x="2020886" y="558469"/>
                  </a:lnTo>
                  <a:lnTo>
                    <a:pt x="2033208" y="563112"/>
                  </a:lnTo>
                  <a:lnTo>
                    <a:pt x="2045531" y="566934"/>
                  </a:lnTo>
                  <a:lnTo>
                    <a:pt x="2057853" y="569924"/>
                  </a:lnTo>
                  <a:lnTo>
                    <a:pt x="2070176" y="572072"/>
                  </a:lnTo>
                  <a:lnTo>
                    <a:pt x="2082498" y="573180"/>
                  </a:lnTo>
                  <a:lnTo>
                    <a:pt x="2094821" y="573399"/>
                  </a:lnTo>
                  <a:lnTo>
                    <a:pt x="2107143" y="572758"/>
                  </a:lnTo>
                  <a:lnTo>
                    <a:pt x="2119466" y="571254"/>
                  </a:lnTo>
                  <a:lnTo>
                    <a:pt x="2131788" y="568887"/>
                  </a:lnTo>
                  <a:lnTo>
                    <a:pt x="2144111" y="565648"/>
                  </a:lnTo>
                  <a:lnTo>
                    <a:pt x="2156433" y="561321"/>
                  </a:lnTo>
                  <a:lnTo>
                    <a:pt x="2168756" y="556127"/>
                  </a:lnTo>
                  <a:lnTo>
                    <a:pt x="2181078" y="550071"/>
                  </a:lnTo>
                  <a:lnTo>
                    <a:pt x="2193401" y="543157"/>
                  </a:lnTo>
                  <a:lnTo>
                    <a:pt x="2205723" y="535392"/>
                  </a:lnTo>
                  <a:lnTo>
                    <a:pt x="2218045" y="526744"/>
                  </a:lnTo>
                  <a:lnTo>
                    <a:pt x="2230368" y="517113"/>
                  </a:lnTo>
                  <a:lnTo>
                    <a:pt x="2242690" y="506699"/>
                  </a:lnTo>
                  <a:lnTo>
                    <a:pt x="2255013" y="495538"/>
                  </a:lnTo>
                  <a:lnTo>
                    <a:pt x="2267335" y="483668"/>
                  </a:lnTo>
                  <a:lnTo>
                    <a:pt x="2279658" y="471140"/>
                  </a:lnTo>
                  <a:lnTo>
                    <a:pt x="2291980" y="457956"/>
                  </a:lnTo>
                  <a:lnTo>
                    <a:pt x="2304303" y="444188"/>
                  </a:lnTo>
                  <a:lnTo>
                    <a:pt x="2316625" y="430016"/>
                  </a:lnTo>
                  <a:lnTo>
                    <a:pt x="2328948" y="415530"/>
                  </a:lnTo>
                  <a:lnTo>
                    <a:pt x="2341270" y="400829"/>
                  </a:lnTo>
                  <a:lnTo>
                    <a:pt x="2353593" y="386018"/>
                  </a:lnTo>
                  <a:lnTo>
                    <a:pt x="2365915" y="371233"/>
                  </a:lnTo>
                  <a:lnTo>
                    <a:pt x="2378238" y="356653"/>
                  </a:lnTo>
                  <a:lnTo>
                    <a:pt x="2390560" y="342399"/>
                  </a:lnTo>
                  <a:lnTo>
                    <a:pt x="2402883" y="328593"/>
                  </a:lnTo>
                  <a:lnTo>
                    <a:pt x="2415205" y="315355"/>
                  </a:lnTo>
                  <a:lnTo>
                    <a:pt x="2427528" y="302806"/>
                  </a:lnTo>
                  <a:lnTo>
                    <a:pt x="2439850" y="291241"/>
                  </a:lnTo>
                  <a:lnTo>
                    <a:pt x="2452173" y="280706"/>
                  </a:lnTo>
                  <a:lnTo>
                    <a:pt x="2464495" y="271223"/>
                  </a:lnTo>
                  <a:lnTo>
                    <a:pt x="2476818" y="262862"/>
                  </a:lnTo>
                  <a:lnTo>
                    <a:pt x="2489140" y="255676"/>
                  </a:lnTo>
                  <a:lnTo>
                    <a:pt x="2501462" y="249706"/>
                  </a:lnTo>
                  <a:lnTo>
                    <a:pt x="2513785" y="245266"/>
                  </a:lnTo>
                  <a:lnTo>
                    <a:pt x="2526107" y="242074"/>
                  </a:lnTo>
                  <a:lnTo>
                    <a:pt x="2538430" y="240062"/>
                  </a:lnTo>
                  <a:lnTo>
                    <a:pt x="2550752" y="239173"/>
                  </a:lnTo>
                  <a:lnTo>
                    <a:pt x="2563075" y="239334"/>
                  </a:lnTo>
                  <a:lnTo>
                    <a:pt x="2575397" y="240474"/>
                  </a:lnTo>
                  <a:lnTo>
                    <a:pt x="2587720" y="242615"/>
                  </a:lnTo>
                  <a:lnTo>
                    <a:pt x="2600042" y="245396"/>
                  </a:lnTo>
                  <a:lnTo>
                    <a:pt x="2612365" y="248677"/>
                  </a:lnTo>
                  <a:lnTo>
                    <a:pt x="2624687" y="252317"/>
                  </a:lnTo>
                  <a:lnTo>
                    <a:pt x="2637010" y="256172"/>
                  </a:lnTo>
                  <a:lnTo>
                    <a:pt x="2649332" y="260089"/>
                  </a:lnTo>
                  <a:lnTo>
                    <a:pt x="2661655" y="263857"/>
                  </a:lnTo>
                  <a:lnTo>
                    <a:pt x="2673977" y="267348"/>
                  </a:lnTo>
                  <a:lnTo>
                    <a:pt x="2686300" y="270458"/>
                  </a:lnTo>
                  <a:lnTo>
                    <a:pt x="2698622" y="273100"/>
                  </a:lnTo>
                  <a:lnTo>
                    <a:pt x="2710945" y="275204"/>
                  </a:lnTo>
                  <a:lnTo>
                    <a:pt x="2723267" y="276647"/>
                  </a:lnTo>
                  <a:lnTo>
                    <a:pt x="2735590" y="277388"/>
                  </a:lnTo>
                  <a:lnTo>
                    <a:pt x="2747912" y="277535"/>
                  </a:lnTo>
                  <a:lnTo>
                    <a:pt x="2760235" y="277134"/>
                  </a:lnTo>
                  <a:lnTo>
                    <a:pt x="2772557" y="276246"/>
                  </a:lnTo>
                  <a:lnTo>
                    <a:pt x="2784879" y="274955"/>
                  </a:lnTo>
                  <a:lnTo>
                    <a:pt x="2797202" y="273340"/>
                  </a:lnTo>
                  <a:lnTo>
                    <a:pt x="2809524" y="271606"/>
                  </a:lnTo>
                  <a:lnTo>
                    <a:pt x="2821847" y="269921"/>
                  </a:lnTo>
                  <a:lnTo>
                    <a:pt x="2834169" y="268429"/>
                  </a:lnTo>
                  <a:lnTo>
                    <a:pt x="2846492" y="267277"/>
                  </a:lnTo>
                  <a:lnTo>
                    <a:pt x="2858814" y="266611"/>
                  </a:lnTo>
                  <a:lnTo>
                    <a:pt x="2871137" y="266748"/>
                  </a:lnTo>
                  <a:lnTo>
                    <a:pt x="2883459" y="267766"/>
                  </a:lnTo>
                  <a:lnTo>
                    <a:pt x="2895782" y="269734"/>
                  </a:lnTo>
                  <a:lnTo>
                    <a:pt x="2908104" y="272740"/>
                  </a:lnTo>
                  <a:lnTo>
                    <a:pt x="2920427" y="276855"/>
                  </a:lnTo>
                  <a:lnTo>
                    <a:pt x="2932749" y="282134"/>
                  </a:lnTo>
                  <a:lnTo>
                    <a:pt x="2945072" y="288909"/>
                  </a:lnTo>
                  <a:lnTo>
                    <a:pt x="2957394" y="296876"/>
                  </a:lnTo>
                  <a:lnTo>
                    <a:pt x="2969717" y="305987"/>
                  </a:lnTo>
                  <a:lnTo>
                    <a:pt x="2982039" y="316187"/>
                  </a:lnTo>
                  <a:lnTo>
                    <a:pt x="2994362" y="327403"/>
                  </a:lnTo>
                  <a:lnTo>
                    <a:pt x="3006684" y="339575"/>
                  </a:lnTo>
                  <a:lnTo>
                    <a:pt x="3019007" y="352690"/>
                  </a:lnTo>
                  <a:lnTo>
                    <a:pt x="3031329" y="366416"/>
                  </a:lnTo>
                  <a:lnTo>
                    <a:pt x="3043652" y="380618"/>
                  </a:lnTo>
                  <a:lnTo>
                    <a:pt x="3055974" y="395160"/>
                  </a:lnTo>
                  <a:lnTo>
                    <a:pt x="3068296" y="409905"/>
                  </a:lnTo>
                  <a:lnTo>
                    <a:pt x="3080619" y="424705"/>
                  </a:lnTo>
                  <a:lnTo>
                    <a:pt x="3092941" y="439357"/>
                  </a:lnTo>
                  <a:lnTo>
                    <a:pt x="3105264" y="453735"/>
                  </a:lnTo>
                  <a:lnTo>
                    <a:pt x="3117586" y="467730"/>
                  </a:lnTo>
                  <a:lnTo>
                    <a:pt x="3129909" y="481244"/>
                  </a:lnTo>
                  <a:lnTo>
                    <a:pt x="3142231" y="494191"/>
                  </a:lnTo>
                  <a:lnTo>
                    <a:pt x="3154554" y="506396"/>
                  </a:lnTo>
                  <a:lnTo>
                    <a:pt x="3166876" y="517776"/>
                  </a:lnTo>
                  <a:lnTo>
                    <a:pt x="3179199" y="528380"/>
                  </a:lnTo>
                  <a:lnTo>
                    <a:pt x="3191521" y="538186"/>
                  </a:lnTo>
                  <a:lnTo>
                    <a:pt x="3203844" y="547178"/>
                  </a:lnTo>
                  <a:lnTo>
                    <a:pt x="3216166" y="555352"/>
                  </a:lnTo>
                  <a:lnTo>
                    <a:pt x="3228489" y="562575"/>
                  </a:lnTo>
                  <a:lnTo>
                    <a:pt x="3240811" y="568950"/>
                  </a:lnTo>
                  <a:lnTo>
                    <a:pt x="3253134" y="574575"/>
                  </a:lnTo>
                  <a:lnTo>
                    <a:pt x="3265456" y="579483"/>
                  </a:lnTo>
                  <a:lnTo>
                    <a:pt x="3277779" y="583714"/>
                  </a:lnTo>
                  <a:lnTo>
                    <a:pt x="3290101" y="587307"/>
                  </a:lnTo>
                  <a:lnTo>
                    <a:pt x="3302424" y="590193"/>
                  </a:lnTo>
                  <a:lnTo>
                    <a:pt x="3314746" y="592544"/>
                  </a:lnTo>
                  <a:lnTo>
                    <a:pt x="3327068" y="594430"/>
                  </a:lnTo>
                  <a:lnTo>
                    <a:pt x="3339391" y="595896"/>
                  </a:lnTo>
                  <a:lnTo>
                    <a:pt x="3351713" y="596990"/>
                  </a:lnTo>
                  <a:lnTo>
                    <a:pt x="3364036" y="597753"/>
                  </a:lnTo>
                  <a:lnTo>
                    <a:pt x="3376358" y="598181"/>
                  </a:lnTo>
                  <a:lnTo>
                    <a:pt x="3388681" y="598394"/>
                  </a:lnTo>
                  <a:lnTo>
                    <a:pt x="3401003" y="598431"/>
                  </a:lnTo>
                  <a:lnTo>
                    <a:pt x="3413326" y="598328"/>
                  </a:lnTo>
                  <a:lnTo>
                    <a:pt x="3425648" y="598118"/>
                  </a:lnTo>
                  <a:lnTo>
                    <a:pt x="3437971" y="597832"/>
                  </a:lnTo>
                  <a:lnTo>
                    <a:pt x="3450293" y="597503"/>
                  </a:lnTo>
                  <a:lnTo>
                    <a:pt x="3462616" y="597172"/>
                  </a:lnTo>
                  <a:lnTo>
                    <a:pt x="3474938" y="596859"/>
                  </a:lnTo>
                  <a:lnTo>
                    <a:pt x="3487261" y="596583"/>
                  </a:lnTo>
                  <a:lnTo>
                    <a:pt x="3499583" y="596361"/>
                  </a:lnTo>
                  <a:lnTo>
                    <a:pt x="3511906" y="596217"/>
                  </a:lnTo>
                  <a:lnTo>
                    <a:pt x="3524228" y="596171"/>
                  </a:lnTo>
                  <a:lnTo>
                    <a:pt x="3536551" y="596220"/>
                  </a:lnTo>
                  <a:lnTo>
                    <a:pt x="3548873" y="596367"/>
                  </a:lnTo>
                  <a:lnTo>
                    <a:pt x="3561196" y="596615"/>
                  </a:lnTo>
                  <a:lnTo>
                    <a:pt x="3573518" y="596967"/>
                  </a:lnTo>
                  <a:lnTo>
                    <a:pt x="3585841" y="597433"/>
                  </a:lnTo>
                  <a:lnTo>
                    <a:pt x="3598163" y="598006"/>
                  </a:lnTo>
                  <a:lnTo>
                    <a:pt x="3610485" y="598667"/>
                  </a:lnTo>
                  <a:lnTo>
                    <a:pt x="3622808" y="599409"/>
                  </a:lnTo>
                  <a:lnTo>
                    <a:pt x="3635130" y="600223"/>
                  </a:lnTo>
                  <a:lnTo>
                    <a:pt x="3647453" y="601101"/>
                  </a:lnTo>
                  <a:lnTo>
                    <a:pt x="3659775" y="602041"/>
                  </a:lnTo>
                  <a:lnTo>
                    <a:pt x="3672098" y="603019"/>
                  </a:lnTo>
                  <a:lnTo>
                    <a:pt x="3684420" y="604024"/>
                  </a:lnTo>
                  <a:lnTo>
                    <a:pt x="3696743" y="605043"/>
                  </a:lnTo>
                  <a:lnTo>
                    <a:pt x="3709065" y="606069"/>
                  </a:lnTo>
                  <a:lnTo>
                    <a:pt x="3721388" y="607090"/>
                  </a:lnTo>
                  <a:lnTo>
                    <a:pt x="3733710" y="608092"/>
                  </a:lnTo>
                  <a:lnTo>
                    <a:pt x="3746033" y="609067"/>
                  </a:lnTo>
                  <a:lnTo>
                    <a:pt x="3758355" y="610010"/>
                  </a:lnTo>
                  <a:lnTo>
                    <a:pt x="3770678" y="610915"/>
                  </a:lnTo>
                  <a:lnTo>
                    <a:pt x="3783000" y="611778"/>
                  </a:lnTo>
                  <a:lnTo>
                    <a:pt x="3795323" y="612592"/>
                  </a:lnTo>
                  <a:lnTo>
                    <a:pt x="3807645" y="613344"/>
                  </a:lnTo>
                  <a:lnTo>
                    <a:pt x="3819968" y="614044"/>
                  </a:lnTo>
                  <a:lnTo>
                    <a:pt x="3832290" y="614691"/>
                  </a:lnTo>
                  <a:lnTo>
                    <a:pt x="3844613" y="615286"/>
                  </a:lnTo>
                  <a:lnTo>
                    <a:pt x="3856935" y="615829"/>
                  </a:lnTo>
                  <a:lnTo>
                    <a:pt x="3869258" y="616318"/>
                  </a:lnTo>
                  <a:lnTo>
                    <a:pt x="3881580" y="616751"/>
                  </a:lnTo>
                  <a:lnTo>
                    <a:pt x="3893902" y="617138"/>
                  </a:lnTo>
                  <a:lnTo>
                    <a:pt x="3906225" y="617482"/>
                  </a:lnTo>
                  <a:lnTo>
                    <a:pt x="3918547" y="617788"/>
                  </a:lnTo>
                  <a:lnTo>
                    <a:pt x="3930870" y="618056"/>
                  </a:lnTo>
                  <a:lnTo>
                    <a:pt x="3943192" y="618287"/>
                  </a:lnTo>
                  <a:lnTo>
                    <a:pt x="3955515" y="618483"/>
                  </a:lnTo>
                  <a:lnTo>
                    <a:pt x="3967837" y="618653"/>
                  </a:lnTo>
                  <a:lnTo>
                    <a:pt x="3980160" y="618799"/>
                  </a:lnTo>
                  <a:lnTo>
                    <a:pt x="3992482" y="618922"/>
                  </a:lnTo>
                  <a:lnTo>
                    <a:pt x="4004805" y="619026"/>
                  </a:lnTo>
                  <a:lnTo>
                    <a:pt x="4017127" y="619109"/>
                  </a:lnTo>
                  <a:lnTo>
                    <a:pt x="4029450" y="619176"/>
                  </a:lnTo>
                  <a:lnTo>
                    <a:pt x="4041772" y="619228"/>
                  </a:lnTo>
                  <a:lnTo>
                    <a:pt x="4054095" y="619266"/>
                  </a:lnTo>
                  <a:lnTo>
                    <a:pt x="4066417" y="619292"/>
                  </a:lnTo>
                  <a:lnTo>
                    <a:pt x="4078740" y="619305"/>
                  </a:lnTo>
                  <a:lnTo>
                    <a:pt x="4091062" y="619302"/>
                  </a:lnTo>
                  <a:lnTo>
                    <a:pt x="4103385" y="619284"/>
                  </a:lnTo>
                  <a:lnTo>
                    <a:pt x="4115707" y="619250"/>
                  </a:lnTo>
                  <a:lnTo>
                    <a:pt x="4128030" y="619199"/>
                  </a:lnTo>
                  <a:lnTo>
                    <a:pt x="4140352" y="619127"/>
                  </a:lnTo>
                  <a:lnTo>
                    <a:pt x="4152675" y="619031"/>
                  </a:lnTo>
                  <a:lnTo>
                    <a:pt x="4164997" y="618899"/>
                  </a:lnTo>
                  <a:lnTo>
                    <a:pt x="4177319" y="618731"/>
                  </a:lnTo>
                  <a:lnTo>
                    <a:pt x="4189642" y="618521"/>
                  </a:lnTo>
                  <a:lnTo>
                    <a:pt x="4201964" y="618261"/>
                  </a:lnTo>
                  <a:lnTo>
                    <a:pt x="4214287" y="617943"/>
                  </a:lnTo>
                  <a:lnTo>
                    <a:pt x="4226609" y="617555"/>
                  </a:lnTo>
                  <a:lnTo>
                    <a:pt x="4238932" y="617066"/>
                  </a:lnTo>
                  <a:lnTo>
                    <a:pt x="4251254" y="616479"/>
                  </a:lnTo>
                  <a:lnTo>
                    <a:pt x="4263577" y="615779"/>
                  </a:lnTo>
                  <a:lnTo>
                    <a:pt x="4275899" y="614951"/>
                  </a:lnTo>
                  <a:lnTo>
                    <a:pt x="4288222" y="613980"/>
                  </a:lnTo>
                  <a:lnTo>
                    <a:pt x="4300544" y="612832"/>
                  </a:lnTo>
                  <a:lnTo>
                    <a:pt x="4312867" y="611465"/>
                  </a:lnTo>
                  <a:lnTo>
                    <a:pt x="4325189" y="609886"/>
                  </a:lnTo>
                  <a:lnTo>
                    <a:pt x="4337512" y="608077"/>
                  </a:lnTo>
                  <a:lnTo>
                    <a:pt x="4349834" y="606020"/>
                  </a:lnTo>
                  <a:lnTo>
                    <a:pt x="4362157" y="603695"/>
                  </a:lnTo>
                  <a:lnTo>
                    <a:pt x="4374479" y="601045"/>
                  </a:lnTo>
                  <a:lnTo>
                    <a:pt x="4386802" y="598046"/>
                  </a:lnTo>
                  <a:lnTo>
                    <a:pt x="4399124" y="594723"/>
                  </a:lnTo>
                  <a:lnTo>
                    <a:pt x="4411447" y="591069"/>
                  </a:lnTo>
                  <a:lnTo>
                    <a:pt x="4423769" y="587077"/>
                  </a:lnTo>
                  <a:lnTo>
                    <a:pt x="4436091" y="582745"/>
                  </a:lnTo>
                  <a:lnTo>
                    <a:pt x="4448414" y="578019"/>
                  </a:lnTo>
                  <a:lnTo>
                    <a:pt x="4460736" y="572945"/>
                  </a:lnTo>
                  <a:lnTo>
                    <a:pt x="4473059" y="567570"/>
                  </a:lnTo>
                  <a:lnTo>
                    <a:pt x="4485381" y="561920"/>
                  </a:lnTo>
                  <a:lnTo>
                    <a:pt x="4497704" y="556026"/>
                  </a:lnTo>
                  <a:lnTo>
                    <a:pt x="4510026" y="549922"/>
                  </a:lnTo>
                  <a:lnTo>
                    <a:pt x="4522349" y="543634"/>
                  </a:lnTo>
                  <a:lnTo>
                    <a:pt x="4534671" y="537261"/>
                  </a:lnTo>
                  <a:lnTo>
                    <a:pt x="4546994" y="530869"/>
                  </a:lnTo>
                  <a:lnTo>
                    <a:pt x="4559316" y="524522"/>
                  </a:lnTo>
                  <a:lnTo>
                    <a:pt x="4571639" y="518284"/>
                  </a:lnTo>
                  <a:lnTo>
                    <a:pt x="4583961" y="512228"/>
                  </a:lnTo>
                  <a:lnTo>
                    <a:pt x="4596284" y="506515"/>
                  </a:lnTo>
                  <a:lnTo>
                    <a:pt x="4608606" y="501172"/>
                  </a:lnTo>
                  <a:lnTo>
                    <a:pt x="4620929" y="496265"/>
                  </a:lnTo>
                  <a:lnTo>
                    <a:pt x="4633251" y="491859"/>
                  </a:lnTo>
                  <a:lnTo>
                    <a:pt x="4645574" y="488013"/>
                  </a:lnTo>
                  <a:lnTo>
                    <a:pt x="4657896" y="484819"/>
                  </a:lnTo>
                  <a:lnTo>
                    <a:pt x="4670219" y="482446"/>
                  </a:lnTo>
                  <a:lnTo>
                    <a:pt x="4682541" y="480795"/>
                  </a:lnTo>
                  <a:lnTo>
                    <a:pt x="4694864" y="479887"/>
                  </a:lnTo>
                  <a:lnTo>
                    <a:pt x="4707186" y="479736"/>
                  </a:lnTo>
                  <a:lnTo>
                    <a:pt x="4719508" y="480345"/>
                  </a:lnTo>
                  <a:lnTo>
                    <a:pt x="4731831" y="481783"/>
                  </a:lnTo>
                  <a:lnTo>
                    <a:pt x="4744153" y="484060"/>
                  </a:lnTo>
                  <a:lnTo>
                    <a:pt x="4756476" y="487021"/>
                  </a:lnTo>
                  <a:lnTo>
                    <a:pt x="4768798" y="490622"/>
                  </a:lnTo>
                  <a:lnTo>
                    <a:pt x="4781121" y="494812"/>
                  </a:lnTo>
                  <a:lnTo>
                    <a:pt x="4793443" y="499536"/>
                  </a:lnTo>
                  <a:lnTo>
                    <a:pt x="4805766" y="504788"/>
                  </a:lnTo>
                  <a:lnTo>
                    <a:pt x="4818088" y="510450"/>
                  </a:lnTo>
                  <a:lnTo>
                    <a:pt x="4830411" y="516399"/>
                  </a:lnTo>
                  <a:lnTo>
                    <a:pt x="4842733" y="522565"/>
                  </a:lnTo>
                  <a:lnTo>
                    <a:pt x="4855056" y="528878"/>
                  </a:lnTo>
                  <a:lnTo>
                    <a:pt x="4867378" y="535270"/>
                  </a:lnTo>
                  <a:lnTo>
                    <a:pt x="4879701" y="541659"/>
                  </a:lnTo>
                  <a:lnTo>
                    <a:pt x="4892023" y="547960"/>
                  </a:lnTo>
                  <a:lnTo>
                    <a:pt x="4904346" y="554123"/>
                  </a:lnTo>
                  <a:lnTo>
                    <a:pt x="4916668" y="560101"/>
                  </a:lnTo>
                  <a:lnTo>
                    <a:pt x="4928991" y="565853"/>
                  </a:lnTo>
                  <a:lnTo>
                    <a:pt x="4941313" y="571345"/>
                  </a:lnTo>
                  <a:lnTo>
                    <a:pt x="4953636" y="576469"/>
                  </a:lnTo>
                  <a:lnTo>
                    <a:pt x="4965958" y="581266"/>
                  </a:lnTo>
                  <a:lnTo>
                    <a:pt x="4978281" y="585730"/>
                  </a:lnTo>
                  <a:lnTo>
                    <a:pt x="4990603" y="589857"/>
                  </a:lnTo>
                  <a:lnTo>
                    <a:pt x="5002925" y="593644"/>
                  </a:lnTo>
                  <a:lnTo>
                    <a:pt x="5015248" y="597088"/>
                  </a:lnTo>
                  <a:lnTo>
                    <a:pt x="5027570" y="600129"/>
                  </a:lnTo>
                  <a:lnTo>
                    <a:pt x="5039893" y="602862"/>
                  </a:lnTo>
                  <a:lnTo>
                    <a:pt x="5052215" y="605302"/>
                  </a:lnTo>
                  <a:lnTo>
                    <a:pt x="5064538" y="607464"/>
                  </a:lnTo>
                  <a:lnTo>
                    <a:pt x="5076860" y="609368"/>
                  </a:lnTo>
                  <a:lnTo>
                    <a:pt x="5089183" y="611017"/>
                  </a:lnTo>
                  <a:lnTo>
                    <a:pt x="5101505" y="612412"/>
                  </a:lnTo>
                  <a:lnTo>
                    <a:pt x="5113828" y="613619"/>
                  </a:lnTo>
                  <a:lnTo>
                    <a:pt x="5126150" y="614656"/>
                  </a:lnTo>
                  <a:lnTo>
                    <a:pt x="5138473" y="615540"/>
                  </a:lnTo>
                  <a:lnTo>
                    <a:pt x="5150795" y="616288"/>
                  </a:lnTo>
                  <a:lnTo>
                    <a:pt x="5163118" y="616905"/>
                  </a:lnTo>
                  <a:lnTo>
                    <a:pt x="5175440" y="617409"/>
                  </a:lnTo>
                  <a:lnTo>
                    <a:pt x="5187763" y="617830"/>
                  </a:lnTo>
                  <a:lnTo>
                    <a:pt x="5200085" y="618178"/>
                  </a:lnTo>
                  <a:lnTo>
                    <a:pt x="5212408" y="618464"/>
                  </a:lnTo>
                  <a:lnTo>
                    <a:pt x="5224730" y="618696"/>
                  </a:lnTo>
                  <a:lnTo>
                    <a:pt x="5237053" y="618879"/>
                  </a:lnTo>
                  <a:lnTo>
                    <a:pt x="5249375" y="619024"/>
                  </a:lnTo>
                  <a:lnTo>
                    <a:pt x="5261698" y="619140"/>
                  </a:lnTo>
                  <a:lnTo>
                    <a:pt x="5274020" y="619233"/>
                  </a:lnTo>
                  <a:lnTo>
                    <a:pt x="5286342" y="619307"/>
                  </a:lnTo>
                  <a:lnTo>
                    <a:pt x="5298665" y="619365"/>
                  </a:lnTo>
                  <a:lnTo>
                    <a:pt x="5310987" y="619408"/>
                  </a:lnTo>
                  <a:lnTo>
                    <a:pt x="5323310" y="619441"/>
                  </a:lnTo>
                  <a:lnTo>
                    <a:pt x="5335632" y="619467"/>
                  </a:lnTo>
                  <a:lnTo>
                    <a:pt x="5347955" y="619487"/>
                  </a:lnTo>
                  <a:lnTo>
                    <a:pt x="5360277" y="619502"/>
                  </a:lnTo>
                  <a:lnTo>
                    <a:pt x="5372600" y="619514"/>
                  </a:lnTo>
                  <a:lnTo>
                    <a:pt x="5384922" y="619522"/>
                  </a:lnTo>
                  <a:lnTo>
                    <a:pt x="5397245" y="619528"/>
                  </a:lnTo>
                  <a:lnTo>
                    <a:pt x="5409567" y="619533"/>
                  </a:lnTo>
                  <a:lnTo>
                    <a:pt x="5421890" y="619536"/>
                  </a:lnTo>
                  <a:lnTo>
                    <a:pt x="5434212" y="619539"/>
                  </a:lnTo>
                  <a:lnTo>
                    <a:pt x="5446535" y="619541"/>
                  </a:lnTo>
                  <a:lnTo>
                    <a:pt x="5458857" y="619542"/>
                  </a:lnTo>
                  <a:lnTo>
                    <a:pt x="5471180" y="619543"/>
                  </a:lnTo>
                  <a:lnTo>
                    <a:pt x="5483502" y="619544"/>
                  </a:lnTo>
                  <a:lnTo>
                    <a:pt x="5495825" y="619544"/>
                  </a:lnTo>
                  <a:lnTo>
                    <a:pt x="5508147" y="619544"/>
                  </a:lnTo>
                  <a:lnTo>
                    <a:pt x="5520470" y="619545"/>
                  </a:lnTo>
                  <a:lnTo>
                    <a:pt x="5532792" y="619545"/>
                  </a:lnTo>
                  <a:lnTo>
                    <a:pt x="5545114" y="619545"/>
                  </a:lnTo>
                  <a:lnTo>
                    <a:pt x="5557437" y="619545"/>
                  </a:lnTo>
                  <a:lnTo>
                    <a:pt x="5569759" y="619545"/>
                  </a:lnTo>
                  <a:lnTo>
                    <a:pt x="5582082" y="619545"/>
                  </a:lnTo>
                  <a:lnTo>
                    <a:pt x="5594404" y="619545"/>
                  </a:lnTo>
                  <a:lnTo>
                    <a:pt x="5606727" y="619545"/>
                  </a:lnTo>
                  <a:lnTo>
                    <a:pt x="5619049" y="619545"/>
                  </a:lnTo>
                  <a:lnTo>
                    <a:pt x="5631372" y="619545"/>
                  </a:lnTo>
                  <a:lnTo>
                    <a:pt x="5643694" y="619545"/>
                  </a:lnTo>
                  <a:lnTo>
                    <a:pt x="5656017" y="619545"/>
                  </a:lnTo>
                  <a:lnTo>
                    <a:pt x="5668339" y="619545"/>
                  </a:lnTo>
                  <a:lnTo>
                    <a:pt x="5680662" y="619545"/>
                  </a:lnTo>
                  <a:lnTo>
                    <a:pt x="5692984" y="619545"/>
                  </a:lnTo>
                  <a:lnTo>
                    <a:pt x="5705307" y="619545"/>
                  </a:lnTo>
                  <a:lnTo>
                    <a:pt x="5717629" y="619545"/>
                  </a:lnTo>
                  <a:lnTo>
                    <a:pt x="5729952" y="619545"/>
                  </a:lnTo>
                  <a:lnTo>
                    <a:pt x="5742274" y="619545"/>
                  </a:lnTo>
                  <a:lnTo>
                    <a:pt x="5754597" y="619545"/>
                  </a:lnTo>
                  <a:lnTo>
                    <a:pt x="5766919" y="619545"/>
                  </a:lnTo>
                  <a:lnTo>
                    <a:pt x="5779242" y="619545"/>
                  </a:lnTo>
                  <a:lnTo>
                    <a:pt x="5791564" y="619545"/>
                  </a:lnTo>
                  <a:lnTo>
                    <a:pt x="5803887" y="619545"/>
                  </a:lnTo>
                  <a:lnTo>
                    <a:pt x="5816209" y="619545"/>
                  </a:lnTo>
                  <a:lnTo>
                    <a:pt x="5828531" y="619545"/>
                  </a:lnTo>
                  <a:lnTo>
                    <a:pt x="5840854" y="619545"/>
                  </a:lnTo>
                  <a:lnTo>
                    <a:pt x="5853176" y="619545"/>
                  </a:lnTo>
                  <a:lnTo>
                    <a:pt x="5865499" y="619545"/>
                  </a:lnTo>
                  <a:lnTo>
                    <a:pt x="5877821" y="619545"/>
                  </a:lnTo>
                  <a:lnTo>
                    <a:pt x="5890144" y="619545"/>
                  </a:lnTo>
                  <a:lnTo>
                    <a:pt x="5902466" y="619545"/>
                  </a:lnTo>
                  <a:lnTo>
                    <a:pt x="5914789" y="619545"/>
                  </a:lnTo>
                  <a:lnTo>
                    <a:pt x="5927111" y="619545"/>
                  </a:lnTo>
                  <a:lnTo>
                    <a:pt x="5939434" y="619545"/>
                  </a:lnTo>
                  <a:lnTo>
                    <a:pt x="5951756" y="619545"/>
                  </a:lnTo>
                  <a:lnTo>
                    <a:pt x="5964079" y="619545"/>
                  </a:lnTo>
                  <a:lnTo>
                    <a:pt x="5976401" y="619545"/>
                  </a:lnTo>
                  <a:lnTo>
                    <a:pt x="5988724" y="619545"/>
                  </a:lnTo>
                  <a:lnTo>
                    <a:pt x="6001046" y="619545"/>
                  </a:lnTo>
                  <a:lnTo>
                    <a:pt x="6013369" y="619545"/>
                  </a:lnTo>
                  <a:lnTo>
                    <a:pt x="6025691" y="619545"/>
                  </a:lnTo>
                  <a:lnTo>
                    <a:pt x="6038014" y="619545"/>
                  </a:lnTo>
                  <a:lnTo>
                    <a:pt x="6050336" y="619545"/>
                  </a:lnTo>
                  <a:lnTo>
                    <a:pt x="6062659" y="619545"/>
                  </a:lnTo>
                  <a:lnTo>
                    <a:pt x="6074981" y="619545"/>
                  </a:lnTo>
                  <a:lnTo>
                    <a:pt x="6087304" y="619545"/>
                  </a:lnTo>
                  <a:lnTo>
                    <a:pt x="6099626" y="619545"/>
                  </a:lnTo>
                  <a:lnTo>
                    <a:pt x="6111948" y="619545"/>
                  </a:lnTo>
                  <a:lnTo>
                    <a:pt x="6124271" y="619545"/>
                  </a:lnTo>
                  <a:lnTo>
                    <a:pt x="6136593" y="619545"/>
                  </a:lnTo>
                  <a:lnTo>
                    <a:pt x="6148916" y="619545"/>
                  </a:lnTo>
                  <a:lnTo>
                    <a:pt x="6161238" y="619545"/>
                  </a:lnTo>
                  <a:lnTo>
                    <a:pt x="6173561" y="619545"/>
                  </a:lnTo>
                  <a:lnTo>
                    <a:pt x="6185883" y="619545"/>
                  </a:lnTo>
                  <a:lnTo>
                    <a:pt x="6198206" y="619545"/>
                  </a:lnTo>
                  <a:lnTo>
                    <a:pt x="6210528" y="619545"/>
                  </a:lnTo>
                  <a:lnTo>
                    <a:pt x="6222851" y="619545"/>
                  </a:lnTo>
                  <a:lnTo>
                    <a:pt x="6235173" y="619545"/>
                  </a:lnTo>
                  <a:lnTo>
                    <a:pt x="6247496" y="619545"/>
                  </a:lnTo>
                  <a:lnTo>
                    <a:pt x="6259818" y="619545"/>
                  </a:lnTo>
                  <a:lnTo>
                    <a:pt x="6272141" y="619545"/>
                  </a:lnTo>
                  <a:lnTo>
                    <a:pt x="6284463" y="619545"/>
                  </a:lnTo>
                  <a:lnTo>
                    <a:pt x="6296786" y="61954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706745" y="5121586"/>
              <a:ext cx="6296786" cy="1033864"/>
            </a:xfrm>
            <a:custGeom>
              <a:avLst/>
              <a:pathLst>
                <a:path w="6296786" h="1033864">
                  <a:moveTo>
                    <a:pt x="0" y="1009172"/>
                  </a:moveTo>
                  <a:lnTo>
                    <a:pt x="12322" y="1007745"/>
                  </a:lnTo>
                  <a:lnTo>
                    <a:pt x="24644" y="1006332"/>
                  </a:lnTo>
                  <a:lnTo>
                    <a:pt x="36967" y="1004938"/>
                  </a:lnTo>
                  <a:lnTo>
                    <a:pt x="49289" y="1003562"/>
                  </a:lnTo>
                  <a:lnTo>
                    <a:pt x="61612" y="1002207"/>
                  </a:lnTo>
                  <a:lnTo>
                    <a:pt x="73934" y="1000868"/>
                  </a:lnTo>
                  <a:lnTo>
                    <a:pt x="86257" y="999538"/>
                  </a:lnTo>
                  <a:lnTo>
                    <a:pt x="98579" y="998211"/>
                  </a:lnTo>
                  <a:lnTo>
                    <a:pt x="110902" y="996879"/>
                  </a:lnTo>
                  <a:lnTo>
                    <a:pt x="123224" y="995529"/>
                  </a:lnTo>
                  <a:lnTo>
                    <a:pt x="135547" y="994148"/>
                  </a:lnTo>
                  <a:lnTo>
                    <a:pt x="147869" y="992709"/>
                  </a:lnTo>
                  <a:lnTo>
                    <a:pt x="160192" y="991198"/>
                  </a:lnTo>
                  <a:lnTo>
                    <a:pt x="172514" y="989592"/>
                  </a:lnTo>
                  <a:lnTo>
                    <a:pt x="184837" y="987867"/>
                  </a:lnTo>
                  <a:lnTo>
                    <a:pt x="197159" y="985995"/>
                  </a:lnTo>
                  <a:lnTo>
                    <a:pt x="209482" y="983946"/>
                  </a:lnTo>
                  <a:lnTo>
                    <a:pt x="221804" y="981632"/>
                  </a:lnTo>
                  <a:lnTo>
                    <a:pt x="234127" y="979035"/>
                  </a:lnTo>
                  <a:lnTo>
                    <a:pt x="246449" y="976115"/>
                  </a:lnTo>
                  <a:lnTo>
                    <a:pt x="258772" y="972819"/>
                  </a:lnTo>
                  <a:lnTo>
                    <a:pt x="271094" y="969092"/>
                  </a:lnTo>
                  <a:lnTo>
                    <a:pt x="283416" y="964872"/>
                  </a:lnTo>
                  <a:lnTo>
                    <a:pt x="295739" y="960031"/>
                  </a:lnTo>
                  <a:lnTo>
                    <a:pt x="308061" y="954444"/>
                  </a:lnTo>
                  <a:lnTo>
                    <a:pt x="320384" y="948106"/>
                  </a:lnTo>
                  <a:lnTo>
                    <a:pt x="332706" y="940937"/>
                  </a:lnTo>
                  <a:lnTo>
                    <a:pt x="345029" y="932855"/>
                  </a:lnTo>
                  <a:lnTo>
                    <a:pt x="357351" y="923780"/>
                  </a:lnTo>
                  <a:lnTo>
                    <a:pt x="369674" y="913632"/>
                  </a:lnTo>
                  <a:lnTo>
                    <a:pt x="381996" y="902055"/>
                  </a:lnTo>
                  <a:lnTo>
                    <a:pt x="394319" y="889221"/>
                  </a:lnTo>
                  <a:lnTo>
                    <a:pt x="406641" y="875085"/>
                  </a:lnTo>
                  <a:lnTo>
                    <a:pt x="418964" y="859612"/>
                  </a:lnTo>
                  <a:lnTo>
                    <a:pt x="431286" y="842784"/>
                  </a:lnTo>
                  <a:lnTo>
                    <a:pt x="443609" y="824604"/>
                  </a:lnTo>
                  <a:lnTo>
                    <a:pt x="455931" y="804943"/>
                  </a:lnTo>
                  <a:lnTo>
                    <a:pt x="468254" y="783918"/>
                  </a:lnTo>
                  <a:lnTo>
                    <a:pt x="480576" y="761778"/>
                  </a:lnTo>
                  <a:lnTo>
                    <a:pt x="492899" y="738663"/>
                  </a:lnTo>
                  <a:lnTo>
                    <a:pt x="505221" y="714749"/>
                  </a:lnTo>
                  <a:lnTo>
                    <a:pt x="517544" y="690236"/>
                  </a:lnTo>
                  <a:lnTo>
                    <a:pt x="529866" y="665361"/>
                  </a:lnTo>
                  <a:lnTo>
                    <a:pt x="542189" y="640481"/>
                  </a:lnTo>
                  <a:lnTo>
                    <a:pt x="554511" y="615984"/>
                  </a:lnTo>
                  <a:lnTo>
                    <a:pt x="566833" y="592198"/>
                  </a:lnTo>
                  <a:lnTo>
                    <a:pt x="579156" y="569458"/>
                  </a:lnTo>
                  <a:lnTo>
                    <a:pt x="591478" y="548107"/>
                  </a:lnTo>
                  <a:lnTo>
                    <a:pt x="603801" y="528483"/>
                  </a:lnTo>
                  <a:lnTo>
                    <a:pt x="616123" y="511285"/>
                  </a:lnTo>
                  <a:lnTo>
                    <a:pt x="628446" y="496780"/>
                  </a:lnTo>
                  <a:lnTo>
                    <a:pt x="640768" y="485055"/>
                  </a:lnTo>
                  <a:lnTo>
                    <a:pt x="653091" y="476320"/>
                  </a:lnTo>
                  <a:lnTo>
                    <a:pt x="665413" y="470744"/>
                  </a:lnTo>
                  <a:lnTo>
                    <a:pt x="677736" y="468446"/>
                  </a:lnTo>
                  <a:lnTo>
                    <a:pt x="690058" y="469653"/>
                  </a:lnTo>
                  <a:lnTo>
                    <a:pt x="702381" y="474784"/>
                  </a:lnTo>
                  <a:lnTo>
                    <a:pt x="714703" y="483142"/>
                  </a:lnTo>
                  <a:lnTo>
                    <a:pt x="727026" y="494575"/>
                  </a:lnTo>
                  <a:lnTo>
                    <a:pt x="739348" y="508882"/>
                  </a:lnTo>
                  <a:lnTo>
                    <a:pt x="751671" y="525825"/>
                  </a:lnTo>
                  <a:lnTo>
                    <a:pt x="763993" y="545125"/>
                  </a:lnTo>
                  <a:lnTo>
                    <a:pt x="776316" y="566737"/>
                  </a:lnTo>
                  <a:lnTo>
                    <a:pt x="788638" y="589960"/>
                  </a:lnTo>
                  <a:lnTo>
                    <a:pt x="800961" y="614334"/>
                  </a:lnTo>
                  <a:lnTo>
                    <a:pt x="813283" y="639509"/>
                  </a:lnTo>
                  <a:lnTo>
                    <a:pt x="825606" y="665140"/>
                  </a:lnTo>
                  <a:lnTo>
                    <a:pt x="837928" y="690896"/>
                  </a:lnTo>
                  <a:lnTo>
                    <a:pt x="850250" y="716425"/>
                  </a:lnTo>
                  <a:lnTo>
                    <a:pt x="862573" y="741302"/>
                  </a:lnTo>
                  <a:lnTo>
                    <a:pt x="874895" y="765336"/>
                  </a:lnTo>
                  <a:lnTo>
                    <a:pt x="887218" y="788332"/>
                  </a:lnTo>
                  <a:lnTo>
                    <a:pt x="899540" y="810131"/>
                  </a:lnTo>
                  <a:lnTo>
                    <a:pt x="911863" y="830599"/>
                  </a:lnTo>
                  <a:lnTo>
                    <a:pt x="924185" y="849633"/>
                  </a:lnTo>
                  <a:lnTo>
                    <a:pt x="936508" y="866846"/>
                  </a:lnTo>
                  <a:lnTo>
                    <a:pt x="948830" y="882448"/>
                  </a:lnTo>
                  <a:lnTo>
                    <a:pt x="961153" y="896461"/>
                  </a:lnTo>
                  <a:lnTo>
                    <a:pt x="973475" y="908875"/>
                  </a:lnTo>
                  <a:lnTo>
                    <a:pt x="985798" y="919686"/>
                  </a:lnTo>
                  <a:lnTo>
                    <a:pt x="998120" y="928889"/>
                  </a:lnTo>
                  <a:lnTo>
                    <a:pt x="1010443" y="936317"/>
                  </a:lnTo>
                  <a:lnTo>
                    <a:pt x="1022765" y="941898"/>
                  </a:lnTo>
                  <a:lnTo>
                    <a:pt x="1035088" y="945795"/>
                  </a:lnTo>
                  <a:lnTo>
                    <a:pt x="1047410" y="947950"/>
                  </a:lnTo>
                  <a:lnTo>
                    <a:pt x="1059733" y="948288"/>
                  </a:lnTo>
                  <a:lnTo>
                    <a:pt x="1072055" y="946716"/>
                  </a:lnTo>
                  <a:lnTo>
                    <a:pt x="1084378" y="943123"/>
                  </a:lnTo>
                  <a:lnTo>
                    <a:pt x="1096700" y="936840"/>
                  </a:lnTo>
                  <a:lnTo>
                    <a:pt x="1109022" y="928164"/>
                  </a:lnTo>
                  <a:lnTo>
                    <a:pt x="1121345" y="916927"/>
                  </a:lnTo>
                  <a:lnTo>
                    <a:pt x="1133667" y="902962"/>
                  </a:lnTo>
                  <a:lnTo>
                    <a:pt x="1145990" y="886100"/>
                  </a:lnTo>
                  <a:lnTo>
                    <a:pt x="1158312" y="866184"/>
                  </a:lnTo>
                  <a:lnTo>
                    <a:pt x="1170635" y="842647"/>
                  </a:lnTo>
                  <a:lnTo>
                    <a:pt x="1182957" y="815424"/>
                  </a:lnTo>
                  <a:lnTo>
                    <a:pt x="1195280" y="784788"/>
                  </a:lnTo>
                  <a:lnTo>
                    <a:pt x="1207602" y="750742"/>
                  </a:lnTo>
                  <a:lnTo>
                    <a:pt x="1219925" y="713343"/>
                  </a:lnTo>
                  <a:lnTo>
                    <a:pt x="1232247" y="672705"/>
                  </a:lnTo>
                  <a:lnTo>
                    <a:pt x="1244570" y="628941"/>
                  </a:lnTo>
                  <a:lnTo>
                    <a:pt x="1256892" y="581964"/>
                  </a:lnTo>
                  <a:lnTo>
                    <a:pt x="1269215" y="532794"/>
                  </a:lnTo>
                  <a:lnTo>
                    <a:pt x="1281537" y="481921"/>
                  </a:lnTo>
                  <a:lnTo>
                    <a:pt x="1293860" y="429900"/>
                  </a:lnTo>
                  <a:lnTo>
                    <a:pt x="1306182" y="377351"/>
                  </a:lnTo>
                  <a:lnTo>
                    <a:pt x="1318505" y="324949"/>
                  </a:lnTo>
                  <a:lnTo>
                    <a:pt x="1330827" y="273728"/>
                  </a:lnTo>
                  <a:lnTo>
                    <a:pt x="1343150" y="224680"/>
                  </a:lnTo>
                  <a:lnTo>
                    <a:pt x="1355472" y="178513"/>
                  </a:lnTo>
                  <a:lnTo>
                    <a:pt x="1367795" y="135995"/>
                  </a:lnTo>
                  <a:lnTo>
                    <a:pt x="1380117" y="97862"/>
                  </a:lnTo>
                  <a:lnTo>
                    <a:pt x="1392439" y="64804"/>
                  </a:lnTo>
                  <a:lnTo>
                    <a:pt x="1404762" y="37784"/>
                  </a:lnTo>
                  <a:lnTo>
                    <a:pt x="1417084" y="18268"/>
                  </a:lnTo>
                  <a:lnTo>
                    <a:pt x="1429407" y="5599"/>
                  </a:lnTo>
                  <a:lnTo>
                    <a:pt x="1441729" y="0"/>
                  </a:lnTo>
                  <a:lnTo>
                    <a:pt x="1454052" y="1574"/>
                  </a:lnTo>
                  <a:lnTo>
                    <a:pt x="1466374" y="10305"/>
                  </a:lnTo>
                  <a:lnTo>
                    <a:pt x="1478697" y="26057"/>
                  </a:lnTo>
                  <a:lnTo>
                    <a:pt x="1491019" y="49658"/>
                  </a:lnTo>
                  <a:lnTo>
                    <a:pt x="1503342" y="79649"/>
                  </a:lnTo>
                  <a:lnTo>
                    <a:pt x="1515664" y="115140"/>
                  </a:lnTo>
                  <a:lnTo>
                    <a:pt x="1527987" y="155489"/>
                  </a:lnTo>
                  <a:lnTo>
                    <a:pt x="1540309" y="199997"/>
                  </a:lnTo>
                  <a:lnTo>
                    <a:pt x="1552632" y="247923"/>
                  </a:lnTo>
                  <a:lnTo>
                    <a:pt x="1564954" y="298620"/>
                  </a:lnTo>
                  <a:lnTo>
                    <a:pt x="1577277" y="351120"/>
                  </a:lnTo>
                  <a:lnTo>
                    <a:pt x="1589599" y="404301"/>
                  </a:lnTo>
                  <a:lnTo>
                    <a:pt x="1601922" y="457463"/>
                  </a:lnTo>
                  <a:lnTo>
                    <a:pt x="1614244" y="509959"/>
                  </a:lnTo>
                  <a:lnTo>
                    <a:pt x="1626567" y="561197"/>
                  </a:lnTo>
                  <a:lnTo>
                    <a:pt x="1638889" y="610650"/>
                  </a:lnTo>
                  <a:lnTo>
                    <a:pt x="1651212" y="657306"/>
                  </a:lnTo>
                  <a:lnTo>
                    <a:pt x="1663534" y="701161"/>
                  </a:lnTo>
                  <a:lnTo>
                    <a:pt x="1675856" y="742047"/>
                  </a:lnTo>
                  <a:lnTo>
                    <a:pt x="1688179" y="779817"/>
                  </a:lnTo>
                  <a:lnTo>
                    <a:pt x="1700501" y="814386"/>
                  </a:lnTo>
                  <a:lnTo>
                    <a:pt x="1712824" y="845732"/>
                  </a:lnTo>
                  <a:lnTo>
                    <a:pt x="1725146" y="873569"/>
                  </a:lnTo>
                  <a:lnTo>
                    <a:pt x="1737469" y="897989"/>
                  </a:lnTo>
                  <a:lnTo>
                    <a:pt x="1749791" y="919532"/>
                  </a:lnTo>
                  <a:lnTo>
                    <a:pt x="1762114" y="938378"/>
                  </a:lnTo>
                  <a:lnTo>
                    <a:pt x="1774436" y="954717"/>
                  </a:lnTo>
                  <a:lnTo>
                    <a:pt x="1786759" y="968757"/>
                  </a:lnTo>
                  <a:lnTo>
                    <a:pt x="1799081" y="980698"/>
                  </a:lnTo>
                  <a:lnTo>
                    <a:pt x="1811404" y="990422"/>
                  </a:lnTo>
                  <a:lnTo>
                    <a:pt x="1823726" y="998590"/>
                  </a:lnTo>
                  <a:lnTo>
                    <a:pt x="1836049" y="1005392"/>
                  </a:lnTo>
                  <a:lnTo>
                    <a:pt x="1848371" y="1011005"/>
                  </a:lnTo>
                  <a:lnTo>
                    <a:pt x="1860694" y="1015593"/>
                  </a:lnTo>
                  <a:lnTo>
                    <a:pt x="1873016" y="1019309"/>
                  </a:lnTo>
                  <a:lnTo>
                    <a:pt x="1885339" y="1022214"/>
                  </a:lnTo>
                  <a:lnTo>
                    <a:pt x="1897661" y="1024494"/>
                  </a:lnTo>
                  <a:lnTo>
                    <a:pt x="1909984" y="1026312"/>
                  </a:lnTo>
                  <a:lnTo>
                    <a:pt x="1922306" y="1027747"/>
                  </a:lnTo>
                  <a:lnTo>
                    <a:pt x="1934629" y="1028871"/>
                  </a:lnTo>
                  <a:lnTo>
                    <a:pt x="1946951" y="1029742"/>
                  </a:lnTo>
                  <a:lnTo>
                    <a:pt x="1959273" y="1030408"/>
                  </a:lnTo>
                  <a:lnTo>
                    <a:pt x="1971596" y="1030894"/>
                  </a:lnTo>
                  <a:lnTo>
                    <a:pt x="1983918" y="1031266"/>
                  </a:lnTo>
                  <a:lnTo>
                    <a:pt x="1996241" y="1031546"/>
                  </a:lnTo>
                  <a:lnTo>
                    <a:pt x="2008563" y="1031750"/>
                  </a:lnTo>
                  <a:lnTo>
                    <a:pt x="2020886" y="1031892"/>
                  </a:lnTo>
                  <a:lnTo>
                    <a:pt x="2033208" y="1031980"/>
                  </a:lnTo>
                  <a:lnTo>
                    <a:pt x="2045531" y="1032012"/>
                  </a:lnTo>
                  <a:lnTo>
                    <a:pt x="2057853" y="1031996"/>
                  </a:lnTo>
                  <a:lnTo>
                    <a:pt x="2070176" y="1031932"/>
                  </a:lnTo>
                  <a:lnTo>
                    <a:pt x="2082498" y="1031817"/>
                  </a:lnTo>
                  <a:lnTo>
                    <a:pt x="2094821" y="1031645"/>
                  </a:lnTo>
                  <a:lnTo>
                    <a:pt x="2107143" y="1031409"/>
                  </a:lnTo>
                  <a:lnTo>
                    <a:pt x="2119466" y="1031096"/>
                  </a:lnTo>
                  <a:lnTo>
                    <a:pt x="2131788" y="1030681"/>
                  </a:lnTo>
                  <a:lnTo>
                    <a:pt x="2144111" y="1030163"/>
                  </a:lnTo>
                  <a:lnTo>
                    <a:pt x="2156433" y="1029530"/>
                  </a:lnTo>
                  <a:lnTo>
                    <a:pt x="2168756" y="1028765"/>
                  </a:lnTo>
                  <a:lnTo>
                    <a:pt x="2181078" y="1027852"/>
                  </a:lnTo>
                  <a:lnTo>
                    <a:pt x="2193401" y="1026774"/>
                  </a:lnTo>
                  <a:lnTo>
                    <a:pt x="2205723" y="1025477"/>
                  </a:lnTo>
                  <a:lnTo>
                    <a:pt x="2218045" y="1023960"/>
                  </a:lnTo>
                  <a:lnTo>
                    <a:pt x="2230368" y="1022215"/>
                  </a:lnTo>
                  <a:lnTo>
                    <a:pt x="2242690" y="1020225"/>
                  </a:lnTo>
                  <a:lnTo>
                    <a:pt x="2255013" y="1017973"/>
                  </a:lnTo>
                  <a:lnTo>
                    <a:pt x="2267335" y="1015445"/>
                  </a:lnTo>
                  <a:lnTo>
                    <a:pt x="2279658" y="1012604"/>
                  </a:lnTo>
                  <a:lnTo>
                    <a:pt x="2291980" y="1009418"/>
                  </a:lnTo>
                  <a:lnTo>
                    <a:pt x="2304303" y="1005926"/>
                  </a:lnTo>
                  <a:lnTo>
                    <a:pt x="2316625" y="1002127"/>
                  </a:lnTo>
                  <a:lnTo>
                    <a:pt x="2328948" y="998027"/>
                  </a:lnTo>
                  <a:lnTo>
                    <a:pt x="2341270" y="993635"/>
                  </a:lnTo>
                  <a:lnTo>
                    <a:pt x="2353593" y="988963"/>
                  </a:lnTo>
                  <a:lnTo>
                    <a:pt x="2365915" y="983986"/>
                  </a:lnTo>
                  <a:lnTo>
                    <a:pt x="2378238" y="978787"/>
                  </a:lnTo>
                  <a:lnTo>
                    <a:pt x="2390560" y="973406"/>
                  </a:lnTo>
                  <a:lnTo>
                    <a:pt x="2402883" y="967883"/>
                  </a:lnTo>
                  <a:lnTo>
                    <a:pt x="2415205" y="962259"/>
                  </a:lnTo>
                  <a:lnTo>
                    <a:pt x="2427528" y="956584"/>
                  </a:lnTo>
                  <a:lnTo>
                    <a:pt x="2439850" y="950916"/>
                  </a:lnTo>
                  <a:lnTo>
                    <a:pt x="2452173" y="945333"/>
                  </a:lnTo>
                  <a:lnTo>
                    <a:pt x="2464495" y="939893"/>
                  </a:lnTo>
                  <a:lnTo>
                    <a:pt x="2476818" y="934652"/>
                  </a:lnTo>
                  <a:lnTo>
                    <a:pt x="2489140" y="929666"/>
                  </a:lnTo>
                  <a:lnTo>
                    <a:pt x="2501462" y="924991"/>
                  </a:lnTo>
                  <a:lnTo>
                    <a:pt x="2513785" y="920684"/>
                  </a:lnTo>
                  <a:lnTo>
                    <a:pt x="2526107" y="916895"/>
                  </a:lnTo>
                  <a:lnTo>
                    <a:pt x="2538430" y="913589"/>
                  </a:lnTo>
                  <a:lnTo>
                    <a:pt x="2550752" y="910800"/>
                  </a:lnTo>
                  <a:lnTo>
                    <a:pt x="2563075" y="908560"/>
                  </a:lnTo>
                  <a:lnTo>
                    <a:pt x="2575397" y="906892"/>
                  </a:lnTo>
                  <a:lnTo>
                    <a:pt x="2587720" y="905816"/>
                  </a:lnTo>
                  <a:lnTo>
                    <a:pt x="2600042" y="905424"/>
                  </a:lnTo>
                  <a:lnTo>
                    <a:pt x="2612365" y="905693"/>
                  </a:lnTo>
                  <a:lnTo>
                    <a:pt x="2624687" y="906558"/>
                  </a:lnTo>
                  <a:lnTo>
                    <a:pt x="2637010" y="908005"/>
                  </a:lnTo>
                  <a:lnTo>
                    <a:pt x="2649332" y="910013"/>
                  </a:lnTo>
                  <a:lnTo>
                    <a:pt x="2661655" y="912556"/>
                  </a:lnTo>
                  <a:lnTo>
                    <a:pt x="2673977" y="915618"/>
                  </a:lnTo>
                  <a:lnTo>
                    <a:pt x="2686300" y="919221"/>
                  </a:lnTo>
                  <a:lnTo>
                    <a:pt x="2698622" y="923223"/>
                  </a:lnTo>
                  <a:lnTo>
                    <a:pt x="2710945" y="927579"/>
                  </a:lnTo>
                  <a:lnTo>
                    <a:pt x="2723267" y="932239"/>
                  </a:lnTo>
                  <a:lnTo>
                    <a:pt x="2735590" y="937155"/>
                  </a:lnTo>
                  <a:lnTo>
                    <a:pt x="2747912" y="942274"/>
                  </a:lnTo>
                  <a:lnTo>
                    <a:pt x="2760235" y="947559"/>
                  </a:lnTo>
                  <a:lnTo>
                    <a:pt x="2772557" y="952927"/>
                  </a:lnTo>
                  <a:lnTo>
                    <a:pt x="2784879" y="958323"/>
                  </a:lnTo>
                  <a:lnTo>
                    <a:pt x="2797202" y="963700"/>
                  </a:lnTo>
                  <a:lnTo>
                    <a:pt x="2809524" y="969017"/>
                  </a:lnTo>
                  <a:lnTo>
                    <a:pt x="2821847" y="974234"/>
                  </a:lnTo>
                  <a:lnTo>
                    <a:pt x="2834169" y="979304"/>
                  </a:lnTo>
                  <a:lnTo>
                    <a:pt x="2846492" y="984168"/>
                  </a:lnTo>
                  <a:lnTo>
                    <a:pt x="2858814" y="988824"/>
                  </a:lnTo>
                  <a:lnTo>
                    <a:pt x="2871137" y="993253"/>
                  </a:lnTo>
                  <a:lnTo>
                    <a:pt x="2883459" y="997438"/>
                  </a:lnTo>
                  <a:lnTo>
                    <a:pt x="2895782" y="1001366"/>
                  </a:lnTo>
                  <a:lnTo>
                    <a:pt x="2908104" y="1005031"/>
                  </a:lnTo>
                  <a:lnTo>
                    <a:pt x="2920427" y="1008376"/>
                  </a:lnTo>
                  <a:lnTo>
                    <a:pt x="2932749" y="1011442"/>
                  </a:lnTo>
                  <a:lnTo>
                    <a:pt x="2945072" y="1014244"/>
                  </a:lnTo>
                  <a:lnTo>
                    <a:pt x="2957394" y="1016789"/>
                  </a:lnTo>
                  <a:lnTo>
                    <a:pt x="2969717" y="1019086"/>
                  </a:lnTo>
                  <a:lnTo>
                    <a:pt x="2982039" y="1021145"/>
                  </a:lnTo>
                  <a:lnTo>
                    <a:pt x="2994362" y="1022961"/>
                  </a:lnTo>
                  <a:lnTo>
                    <a:pt x="3006684" y="1024541"/>
                  </a:lnTo>
                  <a:lnTo>
                    <a:pt x="3019007" y="1025931"/>
                  </a:lnTo>
                  <a:lnTo>
                    <a:pt x="3031329" y="1027146"/>
                  </a:lnTo>
                  <a:lnTo>
                    <a:pt x="3043652" y="1028201"/>
                  </a:lnTo>
                  <a:lnTo>
                    <a:pt x="3055974" y="1029111"/>
                  </a:lnTo>
                  <a:lnTo>
                    <a:pt x="3068296" y="1029889"/>
                  </a:lnTo>
                  <a:lnTo>
                    <a:pt x="3080619" y="1030528"/>
                  </a:lnTo>
                  <a:lnTo>
                    <a:pt x="3092941" y="1031069"/>
                  </a:lnTo>
                  <a:lnTo>
                    <a:pt x="3105264" y="1031523"/>
                  </a:lnTo>
                  <a:lnTo>
                    <a:pt x="3117586" y="1031902"/>
                  </a:lnTo>
                  <a:lnTo>
                    <a:pt x="3129909" y="1032216"/>
                  </a:lnTo>
                  <a:lnTo>
                    <a:pt x="3142231" y="1032473"/>
                  </a:lnTo>
                  <a:lnTo>
                    <a:pt x="3154554" y="1032679"/>
                  </a:lnTo>
                  <a:lnTo>
                    <a:pt x="3166876" y="1032842"/>
                  </a:lnTo>
                  <a:lnTo>
                    <a:pt x="3179199" y="1032974"/>
                  </a:lnTo>
                  <a:lnTo>
                    <a:pt x="3191521" y="1033081"/>
                  </a:lnTo>
                  <a:lnTo>
                    <a:pt x="3203844" y="1033166"/>
                  </a:lnTo>
                  <a:lnTo>
                    <a:pt x="3216166" y="1033234"/>
                  </a:lnTo>
                  <a:lnTo>
                    <a:pt x="3228489" y="1033288"/>
                  </a:lnTo>
                  <a:lnTo>
                    <a:pt x="3240811" y="1033330"/>
                  </a:lnTo>
                  <a:lnTo>
                    <a:pt x="3253134" y="1033363"/>
                  </a:lnTo>
                  <a:lnTo>
                    <a:pt x="3265456" y="1033391"/>
                  </a:lnTo>
                  <a:lnTo>
                    <a:pt x="3277779" y="1033414"/>
                  </a:lnTo>
                  <a:lnTo>
                    <a:pt x="3290101" y="1033433"/>
                  </a:lnTo>
                  <a:lnTo>
                    <a:pt x="3302424" y="1033449"/>
                  </a:lnTo>
                  <a:lnTo>
                    <a:pt x="3314746" y="1033463"/>
                  </a:lnTo>
                  <a:lnTo>
                    <a:pt x="3327068" y="1033476"/>
                  </a:lnTo>
                  <a:lnTo>
                    <a:pt x="3339391" y="1033487"/>
                  </a:lnTo>
                  <a:lnTo>
                    <a:pt x="3351713" y="1033497"/>
                  </a:lnTo>
                  <a:lnTo>
                    <a:pt x="3364036" y="1033506"/>
                  </a:lnTo>
                  <a:lnTo>
                    <a:pt x="3376358" y="1033515"/>
                  </a:lnTo>
                  <a:lnTo>
                    <a:pt x="3388681" y="1033522"/>
                  </a:lnTo>
                  <a:lnTo>
                    <a:pt x="3401003" y="1033529"/>
                  </a:lnTo>
                  <a:lnTo>
                    <a:pt x="3413326" y="1033535"/>
                  </a:lnTo>
                  <a:lnTo>
                    <a:pt x="3425648" y="1033540"/>
                  </a:lnTo>
                  <a:lnTo>
                    <a:pt x="3437971" y="1033544"/>
                  </a:lnTo>
                  <a:lnTo>
                    <a:pt x="3450293" y="1033547"/>
                  </a:lnTo>
                  <a:lnTo>
                    <a:pt x="3462616" y="1033550"/>
                  </a:lnTo>
                  <a:lnTo>
                    <a:pt x="3474938" y="1033552"/>
                  </a:lnTo>
                  <a:lnTo>
                    <a:pt x="3487261" y="1033553"/>
                  </a:lnTo>
                  <a:lnTo>
                    <a:pt x="3499583" y="1033553"/>
                  </a:lnTo>
                  <a:lnTo>
                    <a:pt x="3511906" y="1033553"/>
                  </a:lnTo>
                  <a:lnTo>
                    <a:pt x="3524228" y="1033553"/>
                  </a:lnTo>
                  <a:lnTo>
                    <a:pt x="3536551" y="1033552"/>
                  </a:lnTo>
                  <a:lnTo>
                    <a:pt x="3548873" y="1033552"/>
                  </a:lnTo>
                  <a:lnTo>
                    <a:pt x="3561196" y="1033551"/>
                  </a:lnTo>
                  <a:lnTo>
                    <a:pt x="3573518" y="1033550"/>
                  </a:lnTo>
                  <a:lnTo>
                    <a:pt x="3585841" y="1033548"/>
                  </a:lnTo>
                  <a:lnTo>
                    <a:pt x="3598163" y="1033547"/>
                  </a:lnTo>
                  <a:lnTo>
                    <a:pt x="3610485" y="1033545"/>
                  </a:lnTo>
                  <a:lnTo>
                    <a:pt x="3622808" y="1033542"/>
                  </a:lnTo>
                  <a:lnTo>
                    <a:pt x="3635130" y="1033538"/>
                  </a:lnTo>
                  <a:lnTo>
                    <a:pt x="3647453" y="1033533"/>
                  </a:lnTo>
                  <a:lnTo>
                    <a:pt x="3659775" y="1033525"/>
                  </a:lnTo>
                  <a:lnTo>
                    <a:pt x="3672098" y="1033514"/>
                  </a:lnTo>
                  <a:lnTo>
                    <a:pt x="3684420" y="1033499"/>
                  </a:lnTo>
                  <a:lnTo>
                    <a:pt x="3696743" y="1033480"/>
                  </a:lnTo>
                  <a:lnTo>
                    <a:pt x="3709065" y="1033455"/>
                  </a:lnTo>
                  <a:lnTo>
                    <a:pt x="3721388" y="1033422"/>
                  </a:lnTo>
                  <a:lnTo>
                    <a:pt x="3733710" y="1033380"/>
                  </a:lnTo>
                  <a:lnTo>
                    <a:pt x="3746033" y="1033328"/>
                  </a:lnTo>
                  <a:lnTo>
                    <a:pt x="3758355" y="1033264"/>
                  </a:lnTo>
                  <a:lnTo>
                    <a:pt x="3770678" y="1033189"/>
                  </a:lnTo>
                  <a:lnTo>
                    <a:pt x="3783000" y="1033099"/>
                  </a:lnTo>
                  <a:lnTo>
                    <a:pt x="3795323" y="1032990"/>
                  </a:lnTo>
                  <a:lnTo>
                    <a:pt x="3807645" y="1032863"/>
                  </a:lnTo>
                  <a:lnTo>
                    <a:pt x="3819968" y="1032718"/>
                  </a:lnTo>
                  <a:lnTo>
                    <a:pt x="3832290" y="1032555"/>
                  </a:lnTo>
                  <a:lnTo>
                    <a:pt x="3844613" y="1032371"/>
                  </a:lnTo>
                  <a:lnTo>
                    <a:pt x="3856935" y="1032167"/>
                  </a:lnTo>
                  <a:lnTo>
                    <a:pt x="3869258" y="1031942"/>
                  </a:lnTo>
                  <a:lnTo>
                    <a:pt x="3881580" y="1031695"/>
                  </a:lnTo>
                  <a:lnTo>
                    <a:pt x="3893902" y="1031430"/>
                  </a:lnTo>
                  <a:lnTo>
                    <a:pt x="3906225" y="1031150"/>
                  </a:lnTo>
                  <a:lnTo>
                    <a:pt x="3918547" y="1030856"/>
                  </a:lnTo>
                  <a:lnTo>
                    <a:pt x="3930870" y="1030550"/>
                  </a:lnTo>
                  <a:lnTo>
                    <a:pt x="3943192" y="1030237"/>
                  </a:lnTo>
                  <a:lnTo>
                    <a:pt x="3955515" y="1029920"/>
                  </a:lnTo>
                  <a:lnTo>
                    <a:pt x="3967837" y="1029605"/>
                  </a:lnTo>
                  <a:lnTo>
                    <a:pt x="3980160" y="1029296"/>
                  </a:lnTo>
                  <a:lnTo>
                    <a:pt x="3992482" y="1028998"/>
                  </a:lnTo>
                  <a:lnTo>
                    <a:pt x="4004805" y="1028716"/>
                  </a:lnTo>
                  <a:lnTo>
                    <a:pt x="4017127" y="1028453"/>
                  </a:lnTo>
                  <a:lnTo>
                    <a:pt x="4029450" y="1028219"/>
                  </a:lnTo>
                  <a:lnTo>
                    <a:pt x="4041772" y="1028018"/>
                  </a:lnTo>
                  <a:lnTo>
                    <a:pt x="4054095" y="1027849"/>
                  </a:lnTo>
                  <a:lnTo>
                    <a:pt x="4066417" y="1027716"/>
                  </a:lnTo>
                  <a:lnTo>
                    <a:pt x="4078740" y="1027619"/>
                  </a:lnTo>
                  <a:lnTo>
                    <a:pt x="4091062" y="1027558"/>
                  </a:lnTo>
                  <a:lnTo>
                    <a:pt x="4103385" y="1027535"/>
                  </a:lnTo>
                  <a:lnTo>
                    <a:pt x="4115707" y="1027550"/>
                  </a:lnTo>
                  <a:lnTo>
                    <a:pt x="4128030" y="1027592"/>
                  </a:lnTo>
                  <a:lnTo>
                    <a:pt x="4140352" y="1027654"/>
                  </a:lnTo>
                  <a:lnTo>
                    <a:pt x="4152675" y="1027727"/>
                  </a:lnTo>
                  <a:lnTo>
                    <a:pt x="4164997" y="1027800"/>
                  </a:lnTo>
                  <a:lnTo>
                    <a:pt x="4177319" y="1027862"/>
                  </a:lnTo>
                  <a:lnTo>
                    <a:pt x="4189642" y="1027887"/>
                  </a:lnTo>
                  <a:lnTo>
                    <a:pt x="4201964" y="1027853"/>
                  </a:lnTo>
                  <a:lnTo>
                    <a:pt x="4214287" y="1027737"/>
                  </a:lnTo>
                  <a:lnTo>
                    <a:pt x="4226609" y="1027511"/>
                  </a:lnTo>
                  <a:lnTo>
                    <a:pt x="4238932" y="1027144"/>
                  </a:lnTo>
                  <a:lnTo>
                    <a:pt x="4251254" y="1026600"/>
                  </a:lnTo>
                  <a:lnTo>
                    <a:pt x="4263577" y="1025818"/>
                  </a:lnTo>
                  <a:lnTo>
                    <a:pt x="4275899" y="1024708"/>
                  </a:lnTo>
                  <a:lnTo>
                    <a:pt x="4288222" y="1023248"/>
                  </a:lnTo>
                  <a:lnTo>
                    <a:pt x="4300544" y="1021376"/>
                  </a:lnTo>
                  <a:lnTo>
                    <a:pt x="4312867" y="1019023"/>
                  </a:lnTo>
                  <a:lnTo>
                    <a:pt x="4325189" y="1016115"/>
                  </a:lnTo>
                  <a:lnTo>
                    <a:pt x="4337512" y="1012575"/>
                  </a:lnTo>
                  <a:lnTo>
                    <a:pt x="4349834" y="1008153"/>
                  </a:lnTo>
                  <a:lnTo>
                    <a:pt x="4362157" y="1002853"/>
                  </a:lnTo>
                  <a:lnTo>
                    <a:pt x="4374479" y="996605"/>
                  </a:lnTo>
                  <a:lnTo>
                    <a:pt x="4386802" y="989323"/>
                  </a:lnTo>
                  <a:lnTo>
                    <a:pt x="4399124" y="980918"/>
                  </a:lnTo>
                  <a:lnTo>
                    <a:pt x="4411447" y="971311"/>
                  </a:lnTo>
                  <a:lnTo>
                    <a:pt x="4423769" y="960299"/>
                  </a:lnTo>
                  <a:lnTo>
                    <a:pt x="4436091" y="947757"/>
                  </a:lnTo>
                  <a:lnTo>
                    <a:pt x="4448414" y="933823"/>
                  </a:lnTo>
                  <a:lnTo>
                    <a:pt x="4460736" y="918490"/>
                  </a:lnTo>
                  <a:lnTo>
                    <a:pt x="4473059" y="901775"/>
                  </a:lnTo>
                  <a:lnTo>
                    <a:pt x="4485381" y="883720"/>
                  </a:lnTo>
                  <a:lnTo>
                    <a:pt x="4497704" y="864395"/>
                  </a:lnTo>
                  <a:lnTo>
                    <a:pt x="4510026" y="843697"/>
                  </a:lnTo>
                  <a:lnTo>
                    <a:pt x="4522349" y="822075"/>
                  </a:lnTo>
                  <a:lnTo>
                    <a:pt x="4534671" y="799735"/>
                  </a:lnTo>
                  <a:lnTo>
                    <a:pt x="4546994" y="776910"/>
                  </a:lnTo>
                  <a:lnTo>
                    <a:pt x="4559316" y="753859"/>
                  </a:lnTo>
                  <a:lnTo>
                    <a:pt x="4571639" y="730868"/>
                  </a:lnTo>
                  <a:lnTo>
                    <a:pt x="4583961" y="708345"/>
                  </a:lnTo>
                  <a:lnTo>
                    <a:pt x="4596284" y="686751"/>
                  </a:lnTo>
                  <a:lnTo>
                    <a:pt x="4608606" y="666378"/>
                  </a:lnTo>
                  <a:lnTo>
                    <a:pt x="4620929" y="647556"/>
                  </a:lnTo>
                  <a:lnTo>
                    <a:pt x="4633251" y="630602"/>
                  </a:lnTo>
                  <a:lnTo>
                    <a:pt x="4645574" y="615814"/>
                  </a:lnTo>
                  <a:lnTo>
                    <a:pt x="4657896" y="603526"/>
                  </a:lnTo>
                  <a:lnTo>
                    <a:pt x="4670219" y="594533"/>
                  </a:lnTo>
                  <a:lnTo>
                    <a:pt x="4682541" y="588489"/>
                  </a:lnTo>
                  <a:lnTo>
                    <a:pt x="4694864" y="585496"/>
                  </a:lnTo>
                  <a:lnTo>
                    <a:pt x="4707186" y="585605"/>
                  </a:lnTo>
                  <a:lnTo>
                    <a:pt x="4719508" y="588818"/>
                  </a:lnTo>
                  <a:lnTo>
                    <a:pt x="4731831" y="595082"/>
                  </a:lnTo>
                  <a:lnTo>
                    <a:pt x="4744153" y="604689"/>
                  </a:lnTo>
                  <a:lnTo>
                    <a:pt x="4756476" y="617185"/>
                  </a:lnTo>
                  <a:lnTo>
                    <a:pt x="4768798" y="632101"/>
                  </a:lnTo>
                  <a:lnTo>
                    <a:pt x="4781121" y="649160"/>
                  </a:lnTo>
                  <a:lnTo>
                    <a:pt x="4793443" y="668064"/>
                  </a:lnTo>
                  <a:lnTo>
                    <a:pt x="4805766" y="688492"/>
                  </a:lnTo>
                  <a:lnTo>
                    <a:pt x="4818088" y="710146"/>
                  </a:lnTo>
                  <a:lnTo>
                    <a:pt x="4830411" y="732662"/>
                  </a:lnTo>
                  <a:lnTo>
                    <a:pt x="4842733" y="755506"/>
                  </a:lnTo>
                  <a:lnTo>
                    <a:pt x="4855056" y="778367"/>
                  </a:lnTo>
                  <a:lnTo>
                    <a:pt x="4867378" y="800954"/>
                  </a:lnTo>
                  <a:lnTo>
                    <a:pt x="4879701" y="823004"/>
                  </a:lnTo>
                  <a:lnTo>
                    <a:pt x="4892023" y="844277"/>
                  </a:lnTo>
                  <a:lnTo>
                    <a:pt x="4904346" y="864354"/>
                  </a:lnTo>
                  <a:lnTo>
                    <a:pt x="4916668" y="883151"/>
                  </a:lnTo>
                  <a:lnTo>
                    <a:pt x="4928991" y="900616"/>
                  </a:lnTo>
                  <a:lnTo>
                    <a:pt x="4941313" y="916673"/>
                  </a:lnTo>
                  <a:lnTo>
                    <a:pt x="4953636" y="931279"/>
                  </a:lnTo>
                  <a:lnTo>
                    <a:pt x="4965958" y="944413"/>
                  </a:lnTo>
                  <a:lnTo>
                    <a:pt x="4978281" y="955980"/>
                  </a:lnTo>
                  <a:lnTo>
                    <a:pt x="4990603" y="965923"/>
                  </a:lnTo>
                  <a:lnTo>
                    <a:pt x="5002925" y="974531"/>
                  </a:lnTo>
                  <a:lnTo>
                    <a:pt x="5015248" y="981882"/>
                  </a:lnTo>
                  <a:lnTo>
                    <a:pt x="5027570" y="988063"/>
                  </a:lnTo>
                  <a:lnTo>
                    <a:pt x="5039893" y="993171"/>
                  </a:lnTo>
                  <a:lnTo>
                    <a:pt x="5052215" y="997305"/>
                  </a:lnTo>
                  <a:lnTo>
                    <a:pt x="5064538" y="1000426"/>
                  </a:lnTo>
                  <a:lnTo>
                    <a:pt x="5076860" y="1002815"/>
                  </a:lnTo>
                  <a:lnTo>
                    <a:pt x="5089183" y="1004595"/>
                  </a:lnTo>
                  <a:lnTo>
                    <a:pt x="5101505" y="1005861"/>
                  </a:lnTo>
                  <a:lnTo>
                    <a:pt x="5113828" y="1006702"/>
                  </a:lnTo>
                  <a:lnTo>
                    <a:pt x="5126150" y="1007204"/>
                  </a:lnTo>
                  <a:lnTo>
                    <a:pt x="5138473" y="1007431"/>
                  </a:lnTo>
                  <a:lnTo>
                    <a:pt x="5150795" y="1007478"/>
                  </a:lnTo>
                  <a:lnTo>
                    <a:pt x="5163118" y="1007434"/>
                  </a:lnTo>
                  <a:lnTo>
                    <a:pt x="5175440" y="1007351"/>
                  </a:lnTo>
                  <a:lnTo>
                    <a:pt x="5187763" y="1007274"/>
                  </a:lnTo>
                  <a:lnTo>
                    <a:pt x="5200085" y="1007242"/>
                  </a:lnTo>
                  <a:lnTo>
                    <a:pt x="5212408" y="1007287"/>
                  </a:lnTo>
                  <a:lnTo>
                    <a:pt x="5224730" y="1007464"/>
                  </a:lnTo>
                  <a:lnTo>
                    <a:pt x="5237053" y="1007767"/>
                  </a:lnTo>
                  <a:lnTo>
                    <a:pt x="5249375" y="1008204"/>
                  </a:lnTo>
                  <a:lnTo>
                    <a:pt x="5261698" y="1008779"/>
                  </a:lnTo>
                  <a:lnTo>
                    <a:pt x="5274020" y="1009489"/>
                  </a:lnTo>
                  <a:lnTo>
                    <a:pt x="5286342" y="1010329"/>
                  </a:lnTo>
                  <a:lnTo>
                    <a:pt x="5298665" y="1011304"/>
                  </a:lnTo>
                  <a:lnTo>
                    <a:pt x="5310987" y="1012391"/>
                  </a:lnTo>
                  <a:lnTo>
                    <a:pt x="5323310" y="1013561"/>
                  </a:lnTo>
                  <a:lnTo>
                    <a:pt x="5335632" y="1014799"/>
                  </a:lnTo>
                  <a:lnTo>
                    <a:pt x="5347955" y="1016086"/>
                  </a:lnTo>
                  <a:lnTo>
                    <a:pt x="5360277" y="1017405"/>
                  </a:lnTo>
                  <a:lnTo>
                    <a:pt x="5372600" y="1018736"/>
                  </a:lnTo>
                  <a:lnTo>
                    <a:pt x="5384922" y="1020058"/>
                  </a:lnTo>
                  <a:lnTo>
                    <a:pt x="5397245" y="1021352"/>
                  </a:lnTo>
                  <a:lnTo>
                    <a:pt x="5409567" y="1022605"/>
                  </a:lnTo>
                  <a:lnTo>
                    <a:pt x="5421890" y="1023807"/>
                  </a:lnTo>
                  <a:lnTo>
                    <a:pt x="5434212" y="1024948"/>
                  </a:lnTo>
                  <a:lnTo>
                    <a:pt x="5446535" y="1026021"/>
                  </a:lnTo>
                  <a:lnTo>
                    <a:pt x="5458857" y="1027007"/>
                  </a:lnTo>
                  <a:lnTo>
                    <a:pt x="5471180" y="1027908"/>
                  </a:lnTo>
                  <a:lnTo>
                    <a:pt x="5483502" y="1028729"/>
                  </a:lnTo>
                  <a:lnTo>
                    <a:pt x="5495825" y="1029471"/>
                  </a:lnTo>
                  <a:lnTo>
                    <a:pt x="5508147" y="1030135"/>
                  </a:lnTo>
                  <a:lnTo>
                    <a:pt x="5520470" y="1030724"/>
                  </a:lnTo>
                  <a:lnTo>
                    <a:pt x="5532792" y="1031239"/>
                  </a:lnTo>
                  <a:lnTo>
                    <a:pt x="5545114" y="1031677"/>
                  </a:lnTo>
                  <a:lnTo>
                    <a:pt x="5557437" y="1032057"/>
                  </a:lnTo>
                  <a:lnTo>
                    <a:pt x="5569759" y="1032382"/>
                  </a:lnTo>
                  <a:lnTo>
                    <a:pt x="5582082" y="1032659"/>
                  </a:lnTo>
                  <a:lnTo>
                    <a:pt x="5594404" y="1032892"/>
                  </a:lnTo>
                  <a:lnTo>
                    <a:pt x="5606727" y="1033086"/>
                  </a:lnTo>
                  <a:lnTo>
                    <a:pt x="5619049" y="1033242"/>
                  </a:lnTo>
                  <a:lnTo>
                    <a:pt x="5631372" y="1033368"/>
                  </a:lnTo>
                  <a:lnTo>
                    <a:pt x="5643694" y="1033471"/>
                  </a:lnTo>
                  <a:lnTo>
                    <a:pt x="5656017" y="1033553"/>
                  </a:lnTo>
                  <a:lnTo>
                    <a:pt x="5668339" y="1033617"/>
                  </a:lnTo>
                  <a:lnTo>
                    <a:pt x="5680662" y="1033666"/>
                  </a:lnTo>
                  <a:lnTo>
                    <a:pt x="5692984" y="1033702"/>
                  </a:lnTo>
                  <a:lnTo>
                    <a:pt x="5705307" y="1033724"/>
                  </a:lnTo>
                  <a:lnTo>
                    <a:pt x="5717629" y="1033737"/>
                  </a:lnTo>
                  <a:lnTo>
                    <a:pt x="5729952" y="1033740"/>
                  </a:lnTo>
                  <a:lnTo>
                    <a:pt x="5742274" y="1033734"/>
                  </a:lnTo>
                  <a:lnTo>
                    <a:pt x="5754597" y="1033719"/>
                  </a:lnTo>
                  <a:lnTo>
                    <a:pt x="5766919" y="1033695"/>
                  </a:lnTo>
                  <a:lnTo>
                    <a:pt x="5779242" y="1033658"/>
                  </a:lnTo>
                  <a:lnTo>
                    <a:pt x="5791564" y="1033609"/>
                  </a:lnTo>
                  <a:lnTo>
                    <a:pt x="5803887" y="1033546"/>
                  </a:lnTo>
                  <a:lnTo>
                    <a:pt x="5816209" y="1033467"/>
                  </a:lnTo>
                  <a:lnTo>
                    <a:pt x="5828531" y="1033371"/>
                  </a:lnTo>
                  <a:lnTo>
                    <a:pt x="5840854" y="1033255"/>
                  </a:lnTo>
                  <a:lnTo>
                    <a:pt x="5853176" y="1033113"/>
                  </a:lnTo>
                  <a:lnTo>
                    <a:pt x="5865499" y="1032940"/>
                  </a:lnTo>
                  <a:lnTo>
                    <a:pt x="5877821" y="1032737"/>
                  </a:lnTo>
                  <a:lnTo>
                    <a:pt x="5890144" y="1032500"/>
                  </a:lnTo>
                  <a:lnTo>
                    <a:pt x="5902466" y="1032225"/>
                  </a:lnTo>
                  <a:lnTo>
                    <a:pt x="5914789" y="1031910"/>
                  </a:lnTo>
                  <a:lnTo>
                    <a:pt x="5927111" y="1031552"/>
                  </a:lnTo>
                  <a:lnTo>
                    <a:pt x="5939434" y="1031136"/>
                  </a:lnTo>
                  <a:lnTo>
                    <a:pt x="5951756" y="1030670"/>
                  </a:lnTo>
                  <a:lnTo>
                    <a:pt x="5964079" y="1030152"/>
                  </a:lnTo>
                  <a:lnTo>
                    <a:pt x="5976401" y="1029583"/>
                  </a:lnTo>
                  <a:lnTo>
                    <a:pt x="5988724" y="1028963"/>
                  </a:lnTo>
                  <a:lnTo>
                    <a:pt x="6001046" y="1028291"/>
                  </a:lnTo>
                  <a:lnTo>
                    <a:pt x="6013369" y="1027565"/>
                  </a:lnTo>
                  <a:lnTo>
                    <a:pt x="6025691" y="1026791"/>
                  </a:lnTo>
                  <a:lnTo>
                    <a:pt x="6038014" y="1025979"/>
                  </a:lnTo>
                  <a:lnTo>
                    <a:pt x="6050336" y="1025136"/>
                  </a:lnTo>
                  <a:lnTo>
                    <a:pt x="6062659" y="1024269"/>
                  </a:lnTo>
                  <a:lnTo>
                    <a:pt x="6074981" y="1023388"/>
                  </a:lnTo>
                  <a:lnTo>
                    <a:pt x="6087304" y="1022501"/>
                  </a:lnTo>
                  <a:lnTo>
                    <a:pt x="6099626" y="1021625"/>
                  </a:lnTo>
                  <a:lnTo>
                    <a:pt x="6111948" y="1020773"/>
                  </a:lnTo>
                  <a:lnTo>
                    <a:pt x="6124271" y="1019957"/>
                  </a:lnTo>
                  <a:lnTo>
                    <a:pt x="6136593" y="1019189"/>
                  </a:lnTo>
                  <a:lnTo>
                    <a:pt x="6148916" y="1018480"/>
                  </a:lnTo>
                  <a:lnTo>
                    <a:pt x="6161238" y="1017843"/>
                  </a:lnTo>
                  <a:lnTo>
                    <a:pt x="6173561" y="1017302"/>
                  </a:lnTo>
                  <a:lnTo>
                    <a:pt x="6185883" y="1016864"/>
                  </a:lnTo>
                  <a:lnTo>
                    <a:pt x="6198206" y="1016530"/>
                  </a:lnTo>
                  <a:lnTo>
                    <a:pt x="6210528" y="1016305"/>
                  </a:lnTo>
                  <a:lnTo>
                    <a:pt x="6222851" y="1016193"/>
                  </a:lnTo>
                  <a:lnTo>
                    <a:pt x="6235173" y="1016197"/>
                  </a:lnTo>
                  <a:lnTo>
                    <a:pt x="6247496" y="1016323"/>
                  </a:lnTo>
                  <a:lnTo>
                    <a:pt x="6259818" y="1016581"/>
                  </a:lnTo>
                  <a:lnTo>
                    <a:pt x="6272141" y="1016946"/>
                  </a:lnTo>
                  <a:lnTo>
                    <a:pt x="6284463" y="1017411"/>
                  </a:lnTo>
                  <a:lnTo>
                    <a:pt x="6296786" y="1017968"/>
                  </a:lnTo>
                  <a:lnTo>
                    <a:pt x="6296786" y="1033864"/>
                  </a:lnTo>
                  <a:lnTo>
                    <a:pt x="6284463" y="1033864"/>
                  </a:lnTo>
                  <a:lnTo>
                    <a:pt x="6272141" y="1033864"/>
                  </a:lnTo>
                  <a:lnTo>
                    <a:pt x="6259818" y="1033864"/>
                  </a:lnTo>
                  <a:lnTo>
                    <a:pt x="6247496" y="1033864"/>
                  </a:lnTo>
                  <a:lnTo>
                    <a:pt x="6235173" y="1033864"/>
                  </a:lnTo>
                  <a:lnTo>
                    <a:pt x="6222851" y="1033864"/>
                  </a:lnTo>
                  <a:lnTo>
                    <a:pt x="6210528" y="1033864"/>
                  </a:lnTo>
                  <a:lnTo>
                    <a:pt x="6198206" y="1033864"/>
                  </a:lnTo>
                  <a:lnTo>
                    <a:pt x="6185883" y="1033864"/>
                  </a:lnTo>
                  <a:lnTo>
                    <a:pt x="6173561" y="1033864"/>
                  </a:lnTo>
                  <a:lnTo>
                    <a:pt x="6161238" y="1033864"/>
                  </a:lnTo>
                  <a:lnTo>
                    <a:pt x="6148916" y="1033864"/>
                  </a:lnTo>
                  <a:lnTo>
                    <a:pt x="6136593" y="1033864"/>
                  </a:lnTo>
                  <a:lnTo>
                    <a:pt x="6124271" y="1033864"/>
                  </a:lnTo>
                  <a:lnTo>
                    <a:pt x="6111948" y="1033864"/>
                  </a:lnTo>
                  <a:lnTo>
                    <a:pt x="6099626" y="1033864"/>
                  </a:lnTo>
                  <a:lnTo>
                    <a:pt x="6087304" y="1033864"/>
                  </a:lnTo>
                  <a:lnTo>
                    <a:pt x="6074981" y="1033864"/>
                  </a:lnTo>
                  <a:lnTo>
                    <a:pt x="6062659" y="1033864"/>
                  </a:lnTo>
                  <a:lnTo>
                    <a:pt x="6050336" y="1033864"/>
                  </a:lnTo>
                  <a:lnTo>
                    <a:pt x="6038014" y="1033864"/>
                  </a:lnTo>
                  <a:lnTo>
                    <a:pt x="6025691" y="1033864"/>
                  </a:lnTo>
                  <a:lnTo>
                    <a:pt x="6013369" y="1033864"/>
                  </a:lnTo>
                  <a:lnTo>
                    <a:pt x="6001046" y="1033864"/>
                  </a:lnTo>
                  <a:lnTo>
                    <a:pt x="5988724" y="1033864"/>
                  </a:lnTo>
                  <a:lnTo>
                    <a:pt x="5976401" y="1033864"/>
                  </a:lnTo>
                  <a:lnTo>
                    <a:pt x="5964079" y="1033864"/>
                  </a:lnTo>
                  <a:lnTo>
                    <a:pt x="5951756" y="1033864"/>
                  </a:lnTo>
                  <a:lnTo>
                    <a:pt x="5939434" y="1033864"/>
                  </a:lnTo>
                  <a:lnTo>
                    <a:pt x="5927111" y="1033864"/>
                  </a:lnTo>
                  <a:lnTo>
                    <a:pt x="5914789" y="1033864"/>
                  </a:lnTo>
                  <a:lnTo>
                    <a:pt x="5902466" y="1033864"/>
                  </a:lnTo>
                  <a:lnTo>
                    <a:pt x="5890144" y="1033864"/>
                  </a:lnTo>
                  <a:lnTo>
                    <a:pt x="5877821" y="1033864"/>
                  </a:lnTo>
                  <a:lnTo>
                    <a:pt x="5865499" y="1033864"/>
                  </a:lnTo>
                  <a:lnTo>
                    <a:pt x="5853176" y="1033864"/>
                  </a:lnTo>
                  <a:lnTo>
                    <a:pt x="5840854" y="1033864"/>
                  </a:lnTo>
                  <a:lnTo>
                    <a:pt x="5828531" y="1033864"/>
                  </a:lnTo>
                  <a:lnTo>
                    <a:pt x="5816209" y="1033864"/>
                  </a:lnTo>
                  <a:lnTo>
                    <a:pt x="5803887" y="1033864"/>
                  </a:lnTo>
                  <a:lnTo>
                    <a:pt x="5791564" y="1033864"/>
                  </a:lnTo>
                  <a:lnTo>
                    <a:pt x="5779242" y="1033864"/>
                  </a:lnTo>
                  <a:lnTo>
                    <a:pt x="5766919" y="1033864"/>
                  </a:lnTo>
                  <a:lnTo>
                    <a:pt x="5754597" y="1033864"/>
                  </a:lnTo>
                  <a:lnTo>
                    <a:pt x="5742274" y="1033864"/>
                  </a:lnTo>
                  <a:lnTo>
                    <a:pt x="5729952" y="1033864"/>
                  </a:lnTo>
                  <a:lnTo>
                    <a:pt x="5717629" y="1033864"/>
                  </a:lnTo>
                  <a:lnTo>
                    <a:pt x="5705307" y="1033864"/>
                  </a:lnTo>
                  <a:lnTo>
                    <a:pt x="5692984" y="1033864"/>
                  </a:lnTo>
                  <a:lnTo>
                    <a:pt x="5680662" y="1033864"/>
                  </a:lnTo>
                  <a:lnTo>
                    <a:pt x="5668339" y="1033864"/>
                  </a:lnTo>
                  <a:lnTo>
                    <a:pt x="5656017" y="1033864"/>
                  </a:lnTo>
                  <a:lnTo>
                    <a:pt x="5643694" y="1033864"/>
                  </a:lnTo>
                  <a:lnTo>
                    <a:pt x="5631372" y="1033864"/>
                  </a:lnTo>
                  <a:lnTo>
                    <a:pt x="5619049" y="1033864"/>
                  </a:lnTo>
                  <a:lnTo>
                    <a:pt x="5606727" y="1033864"/>
                  </a:lnTo>
                  <a:lnTo>
                    <a:pt x="5594404" y="1033864"/>
                  </a:lnTo>
                  <a:lnTo>
                    <a:pt x="5582082" y="1033864"/>
                  </a:lnTo>
                  <a:lnTo>
                    <a:pt x="5569759" y="1033864"/>
                  </a:lnTo>
                  <a:lnTo>
                    <a:pt x="5557437" y="1033864"/>
                  </a:lnTo>
                  <a:lnTo>
                    <a:pt x="5545114" y="1033864"/>
                  </a:lnTo>
                  <a:lnTo>
                    <a:pt x="5532792" y="1033864"/>
                  </a:lnTo>
                  <a:lnTo>
                    <a:pt x="5520470" y="1033864"/>
                  </a:lnTo>
                  <a:lnTo>
                    <a:pt x="5508147" y="1033864"/>
                  </a:lnTo>
                  <a:lnTo>
                    <a:pt x="5495825" y="1033864"/>
                  </a:lnTo>
                  <a:lnTo>
                    <a:pt x="5483502" y="1033864"/>
                  </a:lnTo>
                  <a:lnTo>
                    <a:pt x="5471180" y="1033864"/>
                  </a:lnTo>
                  <a:lnTo>
                    <a:pt x="5458857" y="1033864"/>
                  </a:lnTo>
                  <a:lnTo>
                    <a:pt x="5446535" y="1033864"/>
                  </a:lnTo>
                  <a:lnTo>
                    <a:pt x="5434212" y="1033864"/>
                  </a:lnTo>
                  <a:lnTo>
                    <a:pt x="5421890" y="1033864"/>
                  </a:lnTo>
                  <a:lnTo>
                    <a:pt x="5409567" y="1033864"/>
                  </a:lnTo>
                  <a:lnTo>
                    <a:pt x="5397245" y="1033864"/>
                  </a:lnTo>
                  <a:lnTo>
                    <a:pt x="5384922" y="1033864"/>
                  </a:lnTo>
                  <a:lnTo>
                    <a:pt x="5372600" y="1033864"/>
                  </a:lnTo>
                  <a:lnTo>
                    <a:pt x="5360277" y="1033864"/>
                  </a:lnTo>
                  <a:lnTo>
                    <a:pt x="5347955" y="1033864"/>
                  </a:lnTo>
                  <a:lnTo>
                    <a:pt x="5335632" y="1033864"/>
                  </a:lnTo>
                  <a:lnTo>
                    <a:pt x="5323310" y="1033864"/>
                  </a:lnTo>
                  <a:lnTo>
                    <a:pt x="5310987" y="1033864"/>
                  </a:lnTo>
                  <a:lnTo>
                    <a:pt x="5298665" y="1033864"/>
                  </a:lnTo>
                  <a:lnTo>
                    <a:pt x="5286342" y="1033864"/>
                  </a:lnTo>
                  <a:lnTo>
                    <a:pt x="5274020" y="1033864"/>
                  </a:lnTo>
                  <a:lnTo>
                    <a:pt x="5261698" y="1033864"/>
                  </a:lnTo>
                  <a:lnTo>
                    <a:pt x="5249375" y="1033864"/>
                  </a:lnTo>
                  <a:lnTo>
                    <a:pt x="5237053" y="1033864"/>
                  </a:lnTo>
                  <a:lnTo>
                    <a:pt x="5224730" y="1033864"/>
                  </a:lnTo>
                  <a:lnTo>
                    <a:pt x="5212408" y="1033864"/>
                  </a:lnTo>
                  <a:lnTo>
                    <a:pt x="5200085" y="1033864"/>
                  </a:lnTo>
                  <a:lnTo>
                    <a:pt x="5187763" y="1033864"/>
                  </a:lnTo>
                  <a:lnTo>
                    <a:pt x="5175440" y="1033864"/>
                  </a:lnTo>
                  <a:lnTo>
                    <a:pt x="5163118" y="1033864"/>
                  </a:lnTo>
                  <a:lnTo>
                    <a:pt x="5150795" y="1033864"/>
                  </a:lnTo>
                  <a:lnTo>
                    <a:pt x="5138473" y="1033864"/>
                  </a:lnTo>
                  <a:lnTo>
                    <a:pt x="5126150" y="1033864"/>
                  </a:lnTo>
                  <a:lnTo>
                    <a:pt x="5113828" y="1033864"/>
                  </a:lnTo>
                  <a:lnTo>
                    <a:pt x="5101505" y="1033864"/>
                  </a:lnTo>
                  <a:lnTo>
                    <a:pt x="5089183" y="1033864"/>
                  </a:lnTo>
                  <a:lnTo>
                    <a:pt x="5076860" y="1033864"/>
                  </a:lnTo>
                  <a:lnTo>
                    <a:pt x="5064538" y="1033864"/>
                  </a:lnTo>
                  <a:lnTo>
                    <a:pt x="5052215" y="1033864"/>
                  </a:lnTo>
                  <a:lnTo>
                    <a:pt x="5039893" y="1033864"/>
                  </a:lnTo>
                  <a:lnTo>
                    <a:pt x="5027570" y="1033864"/>
                  </a:lnTo>
                  <a:lnTo>
                    <a:pt x="5015248" y="1033864"/>
                  </a:lnTo>
                  <a:lnTo>
                    <a:pt x="5002925" y="1033864"/>
                  </a:lnTo>
                  <a:lnTo>
                    <a:pt x="4990603" y="1033864"/>
                  </a:lnTo>
                  <a:lnTo>
                    <a:pt x="4978281" y="1033864"/>
                  </a:lnTo>
                  <a:lnTo>
                    <a:pt x="4965958" y="1033864"/>
                  </a:lnTo>
                  <a:lnTo>
                    <a:pt x="4953636" y="1033864"/>
                  </a:lnTo>
                  <a:lnTo>
                    <a:pt x="4941313" y="1033864"/>
                  </a:lnTo>
                  <a:lnTo>
                    <a:pt x="4928991" y="1033864"/>
                  </a:lnTo>
                  <a:lnTo>
                    <a:pt x="4916668" y="1033864"/>
                  </a:lnTo>
                  <a:lnTo>
                    <a:pt x="4904346" y="1033864"/>
                  </a:lnTo>
                  <a:lnTo>
                    <a:pt x="4892023" y="1033864"/>
                  </a:lnTo>
                  <a:lnTo>
                    <a:pt x="4879701" y="1033864"/>
                  </a:lnTo>
                  <a:lnTo>
                    <a:pt x="4867378" y="1033864"/>
                  </a:lnTo>
                  <a:lnTo>
                    <a:pt x="4855056" y="1033864"/>
                  </a:lnTo>
                  <a:lnTo>
                    <a:pt x="4842733" y="1033864"/>
                  </a:lnTo>
                  <a:lnTo>
                    <a:pt x="4830411" y="1033864"/>
                  </a:lnTo>
                  <a:lnTo>
                    <a:pt x="4818088" y="1033864"/>
                  </a:lnTo>
                  <a:lnTo>
                    <a:pt x="4805766" y="1033864"/>
                  </a:lnTo>
                  <a:lnTo>
                    <a:pt x="4793443" y="1033864"/>
                  </a:lnTo>
                  <a:lnTo>
                    <a:pt x="4781121" y="1033864"/>
                  </a:lnTo>
                  <a:lnTo>
                    <a:pt x="4768798" y="1033864"/>
                  </a:lnTo>
                  <a:lnTo>
                    <a:pt x="4756476" y="1033864"/>
                  </a:lnTo>
                  <a:lnTo>
                    <a:pt x="4744153" y="1033864"/>
                  </a:lnTo>
                  <a:lnTo>
                    <a:pt x="4731831" y="1033864"/>
                  </a:lnTo>
                  <a:lnTo>
                    <a:pt x="4719508" y="1033864"/>
                  </a:lnTo>
                  <a:lnTo>
                    <a:pt x="4707186" y="1033864"/>
                  </a:lnTo>
                  <a:lnTo>
                    <a:pt x="4694864" y="1033864"/>
                  </a:lnTo>
                  <a:lnTo>
                    <a:pt x="4682541" y="1033864"/>
                  </a:lnTo>
                  <a:lnTo>
                    <a:pt x="4670219" y="1033864"/>
                  </a:lnTo>
                  <a:lnTo>
                    <a:pt x="4657896" y="1033864"/>
                  </a:lnTo>
                  <a:lnTo>
                    <a:pt x="4645574" y="1033864"/>
                  </a:lnTo>
                  <a:lnTo>
                    <a:pt x="4633251" y="1033864"/>
                  </a:lnTo>
                  <a:lnTo>
                    <a:pt x="4620929" y="1033864"/>
                  </a:lnTo>
                  <a:lnTo>
                    <a:pt x="4608606" y="1033864"/>
                  </a:lnTo>
                  <a:lnTo>
                    <a:pt x="4596284" y="1033864"/>
                  </a:lnTo>
                  <a:lnTo>
                    <a:pt x="4583961" y="1033864"/>
                  </a:lnTo>
                  <a:lnTo>
                    <a:pt x="4571639" y="1033864"/>
                  </a:lnTo>
                  <a:lnTo>
                    <a:pt x="4559316" y="1033864"/>
                  </a:lnTo>
                  <a:lnTo>
                    <a:pt x="4546994" y="1033864"/>
                  </a:lnTo>
                  <a:lnTo>
                    <a:pt x="4534671" y="1033864"/>
                  </a:lnTo>
                  <a:lnTo>
                    <a:pt x="4522349" y="1033864"/>
                  </a:lnTo>
                  <a:lnTo>
                    <a:pt x="4510026" y="1033864"/>
                  </a:lnTo>
                  <a:lnTo>
                    <a:pt x="4497704" y="1033864"/>
                  </a:lnTo>
                  <a:lnTo>
                    <a:pt x="4485381" y="1033864"/>
                  </a:lnTo>
                  <a:lnTo>
                    <a:pt x="4473059" y="1033864"/>
                  </a:lnTo>
                  <a:lnTo>
                    <a:pt x="4460736" y="1033864"/>
                  </a:lnTo>
                  <a:lnTo>
                    <a:pt x="4448414" y="1033864"/>
                  </a:lnTo>
                  <a:lnTo>
                    <a:pt x="4436091" y="1033864"/>
                  </a:lnTo>
                  <a:lnTo>
                    <a:pt x="4423769" y="1033864"/>
                  </a:lnTo>
                  <a:lnTo>
                    <a:pt x="4411447" y="1033864"/>
                  </a:lnTo>
                  <a:lnTo>
                    <a:pt x="4399124" y="1033864"/>
                  </a:lnTo>
                  <a:lnTo>
                    <a:pt x="4386802" y="1033864"/>
                  </a:lnTo>
                  <a:lnTo>
                    <a:pt x="4374479" y="1033864"/>
                  </a:lnTo>
                  <a:lnTo>
                    <a:pt x="4362157" y="1033864"/>
                  </a:lnTo>
                  <a:lnTo>
                    <a:pt x="4349834" y="1033864"/>
                  </a:lnTo>
                  <a:lnTo>
                    <a:pt x="4337512" y="1033864"/>
                  </a:lnTo>
                  <a:lnTo>
                    <a:pt x="4325189" y="1033864"/>
                  </a:lnTo>
                  <a:lnTo>
                    <a:pt x="4312867" y="1033864"/>
                  </a:lnTo>
                  <a:lnTo>
                    <a:pt x="4300544" y="1033864"/>
                  </a:lnTo>
                  <a:lnTo>
                    <a:pt x="4288222" y="1033864"/>
                  </a:lnTo>
                  <a:lnTo>
                    <a:pt x="4275899" y="1033864"/>
                  </a:lnTo>
                  <a:lnTo>
                    <a:pt x="4263577" y="1033864"/>
                  </a:lnTo>
                  <a:lnTo>
                    <a:pt x="4251254" y="1033864"/>
                  </a:lnTo>
                  <a:lnTo>
                    <a:pt x="4238932" y="1033864"/>
                  </a:lnTo>
                  <a:lnTo>
                    <a:pt x="4226609" y="1033864"/>
                  </a:lnTo>
                  <a:lnTo>
                    <a:pt x="4214287" y="1033864"/>
                  </a:lnTo>
                  <a:lnTo>
                    <a:pt x="4201964" y="1033864"/>
                  </a:lnTo>
                  <a:lnTo>
                    <a:pt x="4189642" y="1033864"/>
                  </a:lnTo>
                  <a:lnTo>
                    <a:pt x="4177319" y="1033864"/>
                  </a:lnTo>
                  <a:lnTo>
                    <a:pt x="4164997" y="1033864"/>
                  </a:lnTo>
                  <a:lnTo>
                    <a:pt x="4152675" y="1033864"/>
                  </a:lnTo>
                  <a:lnTo>
                    <a:pt x="4140352" y="1033864"/>
                  </a:lnTo>
                  <a:lnTo>
                    <a:pt x="4128030" y="1033864"/>
                  </a:lnTo>
                  <a:lnTo>
                    <a:pt x="4115707" y="1033864"/>
                  </a:lnTo>
                  <a:lnTo>
                    <a:pt x="4103385" y="1033864"/>
                  </a:lnTo>
                  <a:lnTo>
                    <a:pt x="4091062" y="1033864"/>
                  </a:lnTo>
                  <a:lnTo>
                    <a:pt x="4078740" y="1033864"/>
                  </a:lnTo>
                  <a:lnTo>
                    <a:pt x="4066417" y="1033864"/>
                  </a:lnTo>
                  <a:lnTo>
                    <a:pt x="4054095" y="1033864"/>
                  </a:lnTo>
                  <a:lnTo>
                    <a:pt x="4041772" y="1033864"/>
                  </a:lnTo>
                  <a:lnTo>
                    <a:pt x="4029450" y="1033864"/>
                  </a:lnTo>
                  <a:lnTo>
                    <a:pt x="4017127" y="1033864"/>
                  </a:lnTo>
                  <a:lnTo>
                    <a:pt x="4004805" y="1033864"/>
                  </a:lnTo>
                  <a:lnTo>
                    <a:pt x="3992482" y="1033864"/>
                  </a:lnTo>
                  <a:lnTo>
                    <a:pt x="3980160" y="1033864"/>
                  </a:lnTo>
                  <a:lnTo>
                    <a:pt x="3967837" y="1033864"/>
                  </a:lnTo>
                  <a:lnTo>
                    <a:pt x="3955515" y="1033864"/>
                  </a:lnTo>
                  <a:lnTo>
                    <a:pt x="3943192" y="1033864"/>
                  </a:lnTo>
                  <a:lnTo>
                    <a:pt x="3930870" y="1033864"/>
                  </a:lnTo>
                  <a:lnTo>
                    <a:pt x="3918547" y="1033864"/>
                  </a:lnTo>
                  <a:lnTo>
                    <a:pt x="3906225" y="1033864"/>
                  </a:lnTo>
                  <a:lnTo>
                    <a:pt x="3893902" y="1033864"/>
                  </a:lnTo>
                  <a:lnTo>
                    <a:pt x="3881580" y="1033864"/>
                  </a:lnTo>
                  <a:lnTo>
                    <a:pt x="3869258" y="1033864"/>
                  </a:lnTo>
                  <a:lnTo>
                    <a:pt x="3856935" y="1033864"/>
                  </a:lnTo>
                  <a:lnTo>
                    <a:pt x="3844613" y="1033864"/>
                  </a:lnTo>
                  <a:lnTo>
                    <a:pt x="3832290" y="1033864"/>
                  </a:lnTo>
                  <a:lnTo>
                    <a:pt x="3819968" y="1033864"/>
                  </a:lnTo>
                  <a:lnTo>
                    <a:pt x="3807645" y="1033864"/>
                  </a:lnTo>
                  <a:lnTo>
                    <a:pt x="3795323" y="1033864"/>
                  </a:lnTo>
                  <a:lnTo>
                    <a:pt x="3783000" y="1033864"/>
                  </a:lnTo>
                  <a:lnTo>
                    <a:pt x="3770678" y="1033864"/>
                  </a:lnTo>
                  <a:lnTo>
                    <a:pt x="3758355" y="1033864"/>
                  </a:lnTo>
                  <a:lnTo>
                    <a:pt x="3746033" y="1033864"/>
                  </a:lnTo>
                  <a:lnTo>
                    <a:pt x="3733710" y="1033864"/>
                  </a:lnTo>
                  <a:lnTo>
                    <a:pt x="3721388" y="1033864"/>
                  </a:lnTo>
                  <a:lnTo>
                    <a:pt x="3709065" y="1033864"/>
                  </a:lnTo>
                  <a:lnTo>
                    <a:pt x="3696743" y="1033864"/>
                  </a:lnTo>
                  <a:lnTo>
                    <a:pt x="3684420" y="1033864"/>
                  </a:lnTo>
                  <a:lnTo>
                    <a:pt x="3672098" y="1033864"/>
                  </a:lnTo>
                  <a:lnTo>
                    <a:pt x="3659775" y="1033864"/>
                  </a:lnTo>
                  <a:lnTo>
                    <a:pt x="3647453" y="1033864"/>
                  </a:lnTo>
                  <a:lnTo>
                    <a:pt x="3635130" y="1033864"/>
                  </a:lnTo>
                  <a:lnTo>
                    <a:pt x="3622808" y="1033864"/>
                  </a:lnTo>
                  <a:lnTo>
                    <a:pt x="3610485" y="1033864"/>
                  </a:lnTo>
                  <a:lnTo>
                    <a:pt x="3598163" y="1033864"/>
                  </a:lnTo>
                  <a:lnTo>
                    <a:pt x="3585841" y="1033864"/>
                  </a:lnTo>
                  <a:lnTo>
                    <a:pt x="3573518" y="1033864"/>
                  </a:lnTo>
                  <a:lnTo>
                    <a:pt x="3561196" y="1033864"/>
                  </a:lnTo>
                  <a:lnTo>
                    <a:pt x="3548873" y="1033864"/>
                  </a:lnTo>
                  <a:lnTo>
                    <a:pt x="3536551" y="1033864"/>
                  </a:lnTo>
                  <a:lnTo>
                    <a:pt x="3524228" y="1033864"/>
                  </a:lnTo>
                  <a:lnTo>
                    <a:pt x="3511906" y="1033864"/>
                  </a:lnTo>
                  <a:lnTo>
                    <a:pt x="3499583" y="1033864"/>
                  </a:lnTo>
                  <a:lnTo>
                    <a:pt x="3487261" y="1033864"/>
                  </a:lnTo>
                  <a:lnTo>
                    <a:pt x="3474938" y="1033864"/>
                  </a:lnTo>
                  <a:lnTo>
                    <a:pt x="3462616" y="1033864"/>
                  </a:lnTo>
                  <a:lnTo>
                    <a:pt x="3450293" y="1033864"/>
                  </a:lnTo>
                  <a:lnTo>
                    <a:pt x="3437971" y="1033864"/>
                  </a:lnTo>
                  <a:lnTo>
                    <a:pt x="3425648" y="1033864"/>
                  </a:lnTo>
                  <a:lnTo>
                    <a:pt x="3413326" y="1033864"/>
                  </a:lnTo>
                  <a:lnTo>
                    <a:pt x="3401003" y="1033864"/>
                  </a:lnTo>
                  <a:lnTo>
                    <a:pt x="3388681" y="1033864"/>
                  </a:lnTo>
                  <a:lnTo>
                    <a:pt x="3376358" y="1033864"/>
                  </a:lnTo>
                  <a:lnTo>
                    <a:pt x="3364036" y="1033864"/>
                  </a:lnTo>
                  <a:lnTo>
                    <a:pt x="3351713" y="1033864"/>
                  </a:lnTo>
                  <a:lnTo>
                    <a:pt x="3339391" y="1033864"/>
                  </a:lnTo>
                  <a:lnTo>
                    <a:pt x="3327068" y="1033864"/>
                  </a:lnTo>
                  <a:lnTo>
                    <a:pt x="3314746" y="1033864"/>
                  </a:lnTo>
                  <a:lnTo>
                    <a:pt x="3302424" y="1033864"/>
                  </a:lnTo>
                  <a:lnTo>
                    <a:pt x="3290101" y="1033864"/>
                  </a:lnTo>
                  <a:lnTo>
                    <a:pt x="3277779" y="1033864"/>
                  </a:lnTo>
                  <a:lnTo>
                    <a:pt x="3265456" y="1033864"/>
                  </a:lnTo>
                  <a:lnTo>
                    <a:pt x="3253134" y="1033864"/>
                  </a:lnTo>
                  <a:lnTo>
                    <a:pt x="3240811" y="1033864"/>
                  </a:lnTo>
                  <a:lnTo>
                    <a:pt x="3228489" y="1033864"/>
                  </a:lnTo>
                  <a:lnTo>
                    <a:pt x="3216166" y="1033864"/>
                  </a:lnTo>
                  <a:lnTo>
                    <a:pt x="3203844" y="1033864"/>
                  </a:lnTo>
                  <a:lnTo>
                    <a:pt x="3191521" y="1033864"/>
                  </a:lnTo>
                  <a:lnTo>
                    <a:pt x="3179199" y="1033864"/>
                  </a:lnTo>
                  <a:lnTo>
                    <a:pt x="3166876" y="1033864"/>
                  </a:lnTo>
                  <a:lnTo>
                    <a:pt x="3154554" y="1033864"/>
                  </a:lnTo>
                  <a:lnTo>
                    <a:pt x="3142231" y="1033864"/>
                  </a:lnTo>
                  <a:lnTo>
                    <a:pt x="3129909" y="1033864"/>
                  </a:lnTo>
                  <a:lnTo>
                    <a:pt x="3117586" y="1033864"/>
                  </a:lnTo>
                  <a:lnTo>
                    <a:pt x="3105264" y="1033864"/>
                  </a:lnTo>
                  <a:lnTo>
                    <a:pt x="3092941" y="1033864"/>
                  </a:lnTo>
                  <a:lnTo>
                    <a:pt x="3080619" y="1033864"/>
                  </a:lnTo>
                  <a:lnTo>
                    <a:pt x="3068296" y="1033864"/>
                  </a:lnTo>
                  <a:lnTo>
                    <a:pt x="3055974" y="1033864"/>
                  </a:lnTo>
                  <a:lnTo>
                    <a:pt x="3043652" y="1033864"/>
                  </a:lnTo>
                  <a:lnTo>
                    <a:pt x="3031329" y="1033864"/>
                  </a:lnTo>
                  <a:lnTo>
                    <a:pt x="3019007" y="1033864"/>
                  </a:lnTo>
                  <a:lnTo>
                    <a:pt x="3006684" y="1033864"/>
                  </a:lnTo>
                  <a:lnTo>
                    <a:pt x="2994362" y="1033864"/>
                  </a:lnTo>
                  <a:lnTo>
                    <a:pt x="2982039" y="1033864"/>
                  </a:lnTo>
                  <a:lnTo>
                    <a:pt x="2969717" y="1033864"/>
                  </a:lnTo>
                  <a:lnTo>
                    <a:pt x="2957394" y="1033864"/>
                  </a:lnTo>
                  <a:lnTo>
                    <a:pt x="2945072" y="1033864"/>
                  </a:lnTo>
                  <a:lnTo>
                    <a:pt x="2932749" y="1033864"/>
                  </a:lnTo>
                  <a:lnTo>
                    <a:pt x="2920427" y="1033864"/>
                  </a:lnTo>
                  <a:lnTo>
                    <a:pt x="2908104" y="1033864"/>
                  </a:lnTo>
                  <a:lnTo>
                    <a:pt x="2895782" y="1033864"/>
                  </a:lnTo>
                  <a:lnTo>
                    <a:pt x="2883459" y="1033864"/>
                  </a:lnTo>
                  <a:lnTo>
                    <a:pt x="2871137" y="1033864"/>
                  </a:lnTo>
                  <a:lnTo>
                    <a:pt x="2858814" y="1033864"/>
                  </a:lnTo>
                  <a:lnTo>
                    <a:pt x="2846492" y="1033864"/>
                  </a:lnTo>
                  <a:lnTo>
                    <a:pt x="2834169" y="1033864"/>
                  </a:lnTo>
                  <a:lnTo>
                    <a:pt x="2821847" y="1033864"/>
                  </a:lnTo>
                  <a:lnTo>
                    <a:pt x="2809524" y="1033864"/>
                  </a:lnTo>
                  <a:lnTo>
                    <a:pt x="2797202" y="1033864"/>
                  </a:lnTo>
                  <a:lnTo>
                    <a:pt x="2784879" y="1033864"/>
                  </a:lnTo>
                  <a:lnTo>
                    <a:pt x="2772557" y="1033864"/>
                  </a:lnTo>
                  <a:lnTo>
                    <a:pt x="2760235" y="1033864"/>
                  </a:lnTo>
                  <a:lnTo>
                    <a:pt x="2747912" y="1033864"/>
                  </a:lnTo>
                  <a:lnTo>
                    <a:pt x="2735590" y="1033864"/>
                  </a:lnTo>
                  <a:lnTo>
                    <a:pt x="2723267" y="1033864"/>
                  </a:lnTo>
                  <a:lnTo>
                    <a:pt x="2710945" y="1033864"/>
                  </a:lnTo>
                  <a:lnTo>
                    <a:pt x="2698622" y="1033864"/>
                  </a:lnTo>
                  <a:lnTo>
                    <a:pt x="2686300" y="1033864"/>
                  </a:lnTo>
                  <a:lnTo>
                    <a:pt x="2673977" y="1033864"/>
                  </a:lnTo>
                  <a:lnTo>
                    <a:pt x="2661655" y="1033864"/>
                  </a:lnTo>
                  <a:lnTo>
                    <a:pt x="2649332" y="1033864"/>
                  </a:lnTo>
                  <a:lnTo>
                    <a:pt x="2637010" y="1033864"/>
                  </a:lnTo>
                  <a:lnTo>
                    <a:pt x="2624687" y="1033864"/>
                  </a:lnTo>
                  <a:lnTo>
                    <a:pt x="2612365" y="1033864"/>
                  </a:lnTo>
                  <a:lnTo>
                    <a:pt x="2600042" y="1033864"/>
                  </a:lnTo>
                  <a:lnTo>
                    <a:pt x="2587720" y="1033864"/>
                  </a:lnTo>
                  <a:lnTo>
                    <a:pt x="2575397" y="1033864"/>
                  </a:lnTo>
                  <a:lnTo>
                    <a:pt x="2563075" y="1033864"/>
                  </a:lnTo>
                  <a:lnTo>
                    <a:pt x="2550752" y="1033864"/>
                  </a:lnTo>
                  <a:lnTo>
                    <a:pt x="2538430" y="1033864"/>
                  </a:lnTo>
                  <a:lnTo>
                    <a:pt x="2526107" y="1033864"/>
                  </a:lnTo>
                  <a:lnTo>
                    <a:pt x="2513785" y="1033864"/>
                  </a:lnTo>
                  <a:lnTo>
                    <a:pt x="2501462" y="1033864"/>
                  </a:lnTo>
                  <a:lnTo>
                    <a:pt x="2489140" y="1033864"/>
                  </a:lnTo>
                  <a:lnTo>
                    <a:pt x="2476818" y="1033864"/>
                  </a:lnTo>
                  <a:lnTo>
                    <a:pt x="2464495" y="1033864"/>
                  </a:lnTo>
                  <a:lnTo>
                    <a:pt x="2452173" y="1033864"/>
                  </a:lnTo>
                  <a:lnTo>
                    <a:pt x="2439850" y="1033864"/>
                  </a:lnTo>
                  <a:lnTo>
                    <a:pt x="2427528" y="1033864"/>
                  </a:lnTo>
                  <a:lnTo>
                    <a:pt x="2415205" y="1033864"/>
                  </a:lnTo>
                  <a:lnTo>
                    <a:pt x="2402883" y="1033864"/>
                  </a:lnTo>
                  <a:lnTo>
                    <a:pt x="2390560" y="1033864"/>
                  </a:lnTo>
                  <a:lnTo>
                    <a:pt x="2378238" y="1033864"/>
                  </a:lnTo>
                  <a:lnTo>
                    <a:pt x="2365915" y="1033864"/>
                  </a:lnTo>
                  <a:lnTo>
                    <a:pt x="2353593" y="1033864"/>
                  </a:lnTo>
                  <a:lnTo>
                    <a:pt x="2341270" y="1033864"/>
                  </a:lnTo>
                  <a:lnTo>
                    <a:pt x="2328948" y="1033864"/>
                  </a:lnTo>
                  <a:lnTo>
                    <a:pt x="2316625" y="1033864"/>
                  </a:lnTo>
                  <a:lnTo>
                    <a:pt x="2304303" y="1033864"/>
                  </a:lnTo>
                  <a:lnTo>
                    <a:pt x="2291980" y="1033864"/>
                  </a:lnTo>
                  <a:lnTo>
                    <a:pt x="2279658" y="1033864"/>
                  </a:lnTo>
                  <a:lnTo>
                    <a:pt x="2267335" y="1033864"/>
                  </a:lnTo>
                  <a:lnTo>
                    <a:pt x="2255013" y="1033864"/>
                  </a:lnTo>
                  <a:lnTo>
                    <a:pt x="2242690" y="1033864"/>
                  </a:lnTo>
                  <a:lnTo>
                    <a:pt x="2230368" y="1033864"/>
                  </a:lnTo>
                  <a:lnTo>
                    <a:pt x="2218045" y="1033864"/>
                  </a:lnTo>
                  <a:lnTo>
                    <a:pt x="2205723" y="1033864"/>
                  </a:lnTo>
                  <a:lnTo>
                    <a:pt x="2193401" y="1033864"/>
                  </a:lnTo>
                  <a:lnTo>
                    <a:pt x="2181078" y="1033864"/>
                  </a:lnTo>
                  <a:lnTo>
                    <a:pt x="2168756" y="1033864"/>
                  </a:lnTo>
                  <a:lnTo>
                    <a:pt x="2156433" y="1033864"/>
                  </a:lnTo>
                  <a:lnTo>
                    <a:pt x="2144111" y="1033864"/>
                  </a:lnTo>
                  <a:lnTo>
                    <a:pt x="2131788" y="1033864"/>
                  </a:lnTo>
                  <a:lnTo>
                    <a:pt x="2119466" y="1033864"/>
                  </a:lnTo>
                  <a:lnTo>
                    <a:pt x="2107143" y="1033864"/>
                  </a:lnTo>
                  <a:lnTo>
                    <a:pt x="2094821" y="1033864"/>
                  </a:lnTo>
                  <a:lnTo>
                    <a:pt x="2082498" y="1033864"/>
                  </a:lnTo>
                  <a:lnTo>
                    <a:pt x="2070176" y="1033864"/>
                  </a:lnTo>
                  <a:lnTo>
                    <a:pt x="2057853" y="1033864"/>
                  </a:lnTo>
                  <a:lnTo>
                    <a:pt x="2045531" y="1033864"/>
                  </a:lnTo>
                  <a:lnTo>
                    <a:pt x="2033208" y="1033864"/>
                  </a:lnTo>
                  <a:lnTo>
                    <a:pt x="2020886" y="1033864"/>
                  </a:lnTo>
                  <a:lnTo>
                    <a:pt x="2008563" y="1033864"/>
                  </a:lnTo>
                  <a:lnTo>
                    <a:pt x="1996241" y="1033864"/>
                  </a:lnTo>
                  <a:lnTo>
                    <a:pt x="1983918" y="1033864"/>
                  </a:lnTo>
                  <a:lnTo>
                    <a:pt x="1971596" y="1033864"/>
                  </a:lnTo>
                  <a:lnTo>
                    <a:pt x="1959273" y="1033864"/>
                  </a:lnTo>
                  <a:lnTo>
                    <a:pt x="1946951" y="1033864"/>
                  </a:lnTo>
                  <a:lnTo>
                    <a:pt x="1934629" y="1033864"/>
                  </a:lnTo>
                  <a:lnTo>
                    <a:pt x="1922306" y="1033864"/>
                  </a:lnTo>
                  <a:lnTo>
                    <a:pt x="1909984" y="1033864"/>
                  </a:lnTo>
                  <a:lnTo>
                    <a:pt x="1897661" y="1033864"/>
                  </a:lnTo>
                  <a:lnTo>
                    <a:pt x="1885339" y="1033864"/>
                  </a:lnTo>
                  <a:lnTo>
                    <a:pt x="1873016" y="1033864"/>
                  </a:lnTo>
                  <a:lnTo>
                    <a:pt x="1860694" y="1033864"/>
                  </a:lnTo>
                  <a:lnTo>
                    <a:pt x="1848371" y="1033864"/>
                  </a:lnTo>
                  <a:lnTo>
                    <a:pt x="1836049" y="1033864"/>
                  </a:lnTo>
                  <a:lnTo>
                    <a:pt x="1823726" y="1033864"/>
                  </a:lnTo>
                  <a:lnTo>
                    <a:pt x="1811404" y="1033864"/>
                  </a:lnTo>
                  <a:lnTo>
                    <a:pt x="1799081" y="1033864"/>
                  </a:lnTo>
                  <a:lnTo>
                    <a:pt x="1786759" y="1033864"/>
                  </a:lnTo>
                  <a:lnTo>
                    <a:pt x="1774436" y="1033864"/>
                  </a:lnTo>
                  <a:lnTo>
                    <a:pt x="1762114" y="1033864"/>
                  </a:lnTo>
                  <a:lnTo>
                    <a:pt x="1749791" y="1033864"/>
                  </a:lnTo>
                  <a:lnTo>
                    <a:pt x="1737469" y="1033864"/>
                  </a:lnTo>
                  <a:lnTo>
                    <a:pt x="1725146" y="1033864"/>
                  </a:lnTo>
                  <a:lnTo>
                    <a:pt x="1712824" y="1033864"/>
                  </a:lnTo>
                  <a:lnTo>
                    <a:pt x="1700501" y="1033864"/>
                  </a:lnTo>
                  <a:lnTo>
                    <a:pt x="1688179" y="1033864"/>
                  </a:lnTo>
                  <a:lnTo>
                    <a:pt x="1675856" y="1033864"/>
                  </a:lnTo>
                  <a:lnTo>
                    <a:pt x="1663534" y="1033864"/>
                  </a:lnTo>
                  <a:lnTo>
                    <a:pt x="1651212" y="1033864"/>
                  </a:lnTo>
                  <a:lnTo>
                    <a:pt x="1638889" y="1033864"/>
                  </a:lnTo>
                  <a:lnTo>
                    <a:pt x="1626567" y="1033864"/>
                  </a:lnTo>
                  <a:lnTo>
                    <a:pt x="1614244" y="1033864"/>
                  </a:lnTo>
                  <a:lnTo>
                    <a:pt x="1601922" y="1033864"/>
                  </a:lnTo>
                  <a:lnTo>
                    <a:pt x="1589599" y="1033864"/>
                  </a:lnTo>
                  <a:lnTo>
                    <a:pt x="1577277" y="1033864"/>
                  </a:lnTo>
                  <a:lnTo>
                    <a:pt x="1564954" y="1033864"/>
                  </a:lnTo>
                  <a:lnTo>
                    <a:pt x="1552632" y="1033864"/>
                  </a:lnTo>
                  <a:lnTo>
                    <a:pt x="1540309" y="1033864"/>
                  </a:lnTo>
                  <a:lnTo>
                    <a:pt x="1527987" y="1033864"/>
                  </a:lnTo>
                  <a:lnTo>
                    <a:pt x="1515664" y="1033864"/>
                  </a:lnTo>
                  <a:lnTo>
                    <a:pt x="1503342" y="1033864"/>
                  </a:lnTo>
                  <a:lnTo>
                    <a:pt x="1491019" y="1033864"/>
                  </a:lnTo>
                  <a:lnTo>
                    <a:pt x="1478697" y="1033864"/>
                  </a:lnTo>
                  <a:lnTo>
                    <a:pt x="1466374" y="1033864"/>
                  </a:lnTo>
                  <a:lnTo>
                    <a:pt x="1454052" y="1033864"/>
                  </a:lnTo>
                  <a:lnTo>
                    <a:pt x="1441729" y="1033864"/>
                  </a:lnTo>
                  <a:lnTo>
                    <a:pt x="1429407" y="1033864"/>
                  </a:lnTo>
                  <a:lnTo>
                    <a:pt x="1417084" y="1033864"/>
                  </a:lnTo>
                  <a:lnTo>
                    <a:pt x="1404762" y="1033864"/>
                  </a:lnTo>
                  <a:lnTo>
                    <a:pt x="1392439" y="1033864"/>
                  </a:lnTo>
                  <a:lnTo>
                    <a:pt x="1380117" y="1033864"/>
                  </a:lnTo>
                  <a:lnTo>
                    <a:pt x="1367795" y="1033864"/>
                  </a:lnTo>
                  <a:lnTo>
                    <a:pt x="1355472" y="1033864"/>
                  </a:lnTo>
                  <a:lnTo>
                    <a:pt x="1343150" y="1033864"/>
                  </a:lnTo>
                  <a:lnTo>
                    <a:pt x="1330827" y="1033864"/>
                  </a:lnTo>
                  <a:lnTo>
                    <a:pt x="1318505" y="1033864"/>
                  </a:lnTo>
                  <a:lnTo>
                    <a:pt x="1306182" y="1033864"/>
                  </a:lnTo>
                  <a:lnTo>
                    <a:pt x="1293860" y="1033864"/>
                  </a:lnTo>
                  <a:lnTo>
                    <a:pt x="1281537" y="1033864"/>
                  </a:lnTo>
                  <a:lnTo>
                    <a:pt x="1269215" y="1033864"/>
                  </a:lnTo>
                  <a:lnTo>
                    <a:pt x="1256892" y="1033864"/>
                  </a:lnTo>
                  <a:lnTo>
                    <a:pt x="1244570" y="1033864"/>
                  </a:lnTo>
                  <a:lnTo>
                    <a:pt x="1232247" y="1033864"/>
                  </a:lnTo>
                  <a:lnTo>
                    <a:pt x="1219925" y="1033864"/>
                  </a:lnTo>
                  <a:lnTo>
                    <a:pt x="1207602" y="1033864"/>
                  </a:lnTo>
                  <a:lnTo>
                    <a:pt x="1195280" y="1033864"/>
                  </a:lnTo>
                  <a:lnTo>
                    <a:pt x="1182957" y="1033864"/>
                  </a:lnTo>
                  <a:lnTo>
                    <a:pt x="1170635" y="1033864"/>
                  </a:lnTo>
                  <a:lnTo>
                    <a:pt x="1158312" y="1033864"/>
                  </a:lnTo>
                  <a:lnTo>
                    <a:pt x="1145990" y="1033864"/>
                  </a:lnTo>
                  <a:lnTo>
                    <a:pt x="1133667" y="1033864"/>
                  </a:lnTo>
                  <a:lnTo>
                    <a:pt x="1121345" y="1033864"/>
                  </a:lnTo>
                  <a:lnTo>
                    <a:pt x="1109022" y="1033864"/>
                  </a:lnTo>
                  <a:lnTo>
                    <a:pt x="1096700" y="1033864"/>
                  </a:lnTo>
                  <a:lnTo>
                    <a:pt x="1084378" y="1033864"/>
                  </a:lnTo>
                  <a:lnTo>
                    <a:pt x="1072055" y="1033864"/>
                  </a:lnTo>
                  <a:lnTo>
                    <a:pt x="1059733" y="1033864"/>
                  </a:lnTo>
                  <a:lnTo>
                    <a:pt x="1047410" y="1033864"/>
                  </a:lnTo>
                  <a:lnTo>
                    <a:pt x="1035088" y="1033864"/>
                  </a:lnTo>
                  <a:lnTo>
                    <a:pt x="1022765" y="1033864"/>
                  </a:lnTo>
                  <a:lnTo>
                    <a:pt x="1010443" y="1033864"/>
                  </a:lnTo>
                  <a:lnTo>
                    <a:pt x="998120" y="1033864"/>
                  </a:lnTo>
                  <a:lnTo>
                    <a:pt x="985798" y="1033864"/>
                  </a:lnTo>
                  <a:lnTo>
                    <a:pt x="973475" y="1033864"/>
                  </a:lnTo>
                  <a:lnTo>
                    <a:pt x="961153" y="1033864"/>
                  </a:lnTo>
                  <a:lnTo>
                    <a:pt x="948830" y="1033864"/>
                  </a:lnTo>
                  <a:lnTo>
                    <a:pt x="936508" y="1033864"/>
                  </a:lnTo>
                  <a:lnTo>
                    <a:pt x="924185" y="1033864"/>
                  </a:lnTo>
                  <a:lnTo>
                    <a:pt x="911863" y="1033864"/>
                  </a:lnTo>
                  <a:lnTo>
                    <a:pt x="899540" y="1033864"/>
                  </a:lnTo>
                  <a:lnTo>
                    <a:pt x="887218" y="1033864"/>
                  </a:lnTo>
                  <a:lnTo>
                    <a:pt x="874895" y="1033864"/>
                  </a:lnTo>
                  <a:lnTo>
                    <a:pt x="862573" y="1033864"/>
                  </a:lnTo>
                  <a:lnTo>
                    <a:pt x="850250" y="1033864"/>
                  </a:lnTo>
                  <a:lnTo>
                    <a:pt x="837928" y="1033864"/>
                  </a:lnTo>
                  <a:lnTo>
                    <a:pt x="825606" y="1033864"/>
                  </a:lnTo>
                  <a:lnTo>
                    <a:pt x="813283" y="1033864"/>
                  </a:lnTo>
                  <a:lnTo>
                    <a:pt x="800961" y="1033864"/>
                  </a:lnTo>
                  <a:lnTo>
                    <a:pt x="788638" y="1033864"/>
                  </a:lnTo>
                  <a:lnTo>
                    <a:pt x="776316" y="1033864"/>
                  </a:lnTo>
                  <a:lnTo>
                    <a:pt x="763993" y="1033864"/>
                  </a:lnTo>
                  <a:lnTo>
                    <a:pt x="751671" y="1033864"/>
                  </a:lnTo>
                  <a:lnTo>
                    <a:pt x="739348" y="1033864"/>
                  </a:lnTo>
                  <a:lnTo>
                    <a:pt x="727026" y="1033864"/>
                  </a:lnTo>
                  <a:lnTo>
                    <a:pt x="714703" y="1033864"/>
                  </a:lnTo>
                  <a:lnTo>
                    <a:pt x="702381" y="1033864"/>
                  </a:lnTo>
                  <a:lnTo>
                    <a:pt x="690058" y="1033864"/>
                  </a:lnTo>
                  <a:lnTo>
                    <a:pt x="677736" y="1033864"/>
                  </a:lnTo>
                  <a:lnTo>
                    <a:pt x="665413" y="1033864"/>
                  </a:lnTo>
                  <a:lnTo>
                    <a:pt x="653091" y="1033864"/>
                  </a:lnTo>
                  <a:lnTo>
                    <a:pt x="640768" y="1033864"/>
                  </a:lnTo>
                  <a:lnTo>
                    <a:pt x="628446" y="1033864"/>
                  </a:lnTo>
                  <a:lnTo>
                    <a:pt x="616123" y="1033864"/>
                  </a:lnTo>
                  <a:lnTo>
                    <a:pt x="603801" y="1033864"/>
                  </a:lnTo>
                  <a:lnTo>
                    <a:pt x="591478" y="1033864"/>
                  </a:lnTo>
                  <a:lnTo>
                    <a:pt x="579156" y="1033864"/>
                  </a:lnTo>
                  <a:lnTo>
                    <a:pt x="566833" y="1033864"/>
                  </a:lnTo>
                  <a:lnTo>
                    <a:pt x="554511" y="1033864"/>
                  </a:lnTo>
                  <a:lnTo>
                    <a:pt x="542189" y="1033864"/>
                  </a:lnTo>
                  <a:lnTo>
                    <a:pt x="529866" y="1033864"/>
                  </a:lnTo>
                  <a:lnTo>
                    <a:pt x="517544" y="1033864"/>
                  </a:lnTo>
                  <a:lnTo>
                    <a:pt x="505221" y="1033864"/>
                  </a:lnTo>
                  <a:lnTo>
                    <a:pt x="492899" y="1033864"/>
                  </a:lnTo>
                  <a:lnTo>
                    <a:pt x="480576" y="1033864"/>
                  </a:lnTo>
                  <a:lnTo>
                    <a:pt x="468254" y="1033864"/>
                  </a:lnTo>
                  <a:lnTo>
                    <a:pt x="455931" y="1033864"/>
                  </a:lnTo>
                  <a:lnTo>
                    <a:pt x="443609" y="1033864"/>
                  </a:lnTo>
                  <a:lnTo>
                    <a:pt x="431286" y="1033864"/>
                  </a:lnTo>
                  <a:lnTo>
                    <a:pt x="418964" y="1033864"/>
                  </a:lnTo>
                  <a:lnTo>
                    <a:pt x="406641" y="1033864"/>
                  </a:lnTo>
                  <a:lnTo>
                    <a:pt x="394319" y="1033864"/>
                  </a:lnTo>
                  <a:lnTo>
                    <a:pt x="381996" y="1033864"/>
                  </a:lnTo>
                  <a:lnTo>
                    <a:pt x="369674" y="1033864"/>
                  </a:lnTo>
                  <a:lnTo>
                    <a:pt x="357351" y="1033864"/>
                  </a:lnTo>
                  <a:lnTo>
                    <a:pt x="345029" y="1033864"/>
                  </a:lnTo>
                  <a:lnTo>
                    <a:pt x="332706" y="1033864"/>
                  </a:lnTo>
                  <a:lnTo>
                    <a:pt x="320384" y="1033864"/>
                  </a:lnTo>
                  <a:lnTo>
                    <a:pt x="308061" y="1033864"/>
                  </a:lnTo>
                  <a:lnTo>
                    <a:pt x="295739" y="1033864"/>
                  </a:lnTo>
                  <a:lnTo>
                    <a:pt x="283416" y="1033864"/>
                  </a:lnTo>
                  <a:lnTo>
                    <a:pt x="271094" y="1033864"/>
                  </a:lnTo>
                  <a:lnTo>
                    <a:pt x="258772" y="1033864"/>
                  </a:lnTo>
                  <a:lnTo>
                    <a:pt x="246449" y="1033864"/>
                  </a:lnTo>
                  <a:lnTo>
                    <a:pt x="234127" y="1033864"/>
                  </a:lnTo>
                  <a:lnTo>
                    <a:pt x="221804" y="1033864"/>
                  </a:lnTo>
                  <a:lnTo>
                    <a:pt x="209482" y="1033864"/>
                  </a:lnTo>
                  <a:lnTo>
                    <a:pt x="197159" y="1033864"/>
                  </a:lnTo>
                  <a:lnTo>
                    <a:pt x="184837" y="1033864"/>
                  </a:lnTo>
                  <a:lnTo>
                    <a:pt x="172514" y="1033864"/>
                  </a:lnTo>
                  <a:lnTo>
                    <a:pt x="160192" y="1033864"/>
                  </a:lnTo>
                  <a:lnTo>
                    <a:pt x="147869" y="1033864"/>
                  </a:lnTo>
                  <a:lnTo>
                    <a:pt x="135547" y="1033864"/>
                  </a:lnTo>
                  <a:lnTo>
                    <a:pt x="123224" y="1033864"/>
                  </a:lnTo>
                  <a:lnTo>
                    <a:pt x="110902" y="1033864"/>
                  </a:lnTo>
                  <a:lnTo>
                    <a:pt x="98579" y="1033864"/>
                  </a:lnTo>
                  <a:lnTo>
                    <a:pt x="86257" y="1033864"/>
                  </a:lnTo>
                  <a:lnTo>
                    <a:pt x="73934" y="1033864"/>
                  </a:lnTo>
                  <a:lnTo>
                    <a:pt x="61612" y="1033864"/>
                  </a:lnTo>
                  <a:lnTo>
                    <a:pt x="49289" y="1033864"/>
                  </a:lnTo>
                  <a:lnTo>
                    <a:pt x="36967" y="1033864"/>
                  </a:lnTo>
                  <a:lnTo>
                    <a:pt x="24644" y="1033864"/>
                  </a:lnTo>
                  <a:lnTo>
                    <a:pt x="12322" y="1033864"/>
                  </a:lnTo>
                  <a:lnTo>
                    <a:pt x="0" y="1033864"/>
                  </a:lnTo>
                  <a:close/>
                </a:path>
              </a:pathLst>
            </a:custGeom>
            <a:solidFill>
              <a:srgbClr val="D55E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706745" y="5121586"/>
              <a:ext cx="6296786" cy="1033740"/>
            </a:xfrm>
            <a:custGeom>
              <a:avLst/>
              <a:pathLst>
                <a:path w="6296786" h="1033740">
                  <a:moveTo>
                    <a:pt x="0" y="1009172"/>
                  </a:moveTo>
                  <a:lnTo>
                    <a:pt x="12322" y="1007745"/>
                  </a:lnTo>
                  <a:lnTo>
                    <a:pt x="24644" y="1006332"/>
                  </a:lnTo>
                  <a:lnTo>
                    <a:pt x="36967" y="1004938"/>
                  </a:lnTo>
                  <a:lnTo>
                    <a:pt x="49289" y="1003562"/>
                  </a:lnTo>
                  <a:lnTo>
                    <a:pt x="61612" y="1002207"/>
                  </a:lnTo>
                  <a:lnTo>
                    <a:pt x="73934" y="1000868"/>
                  </a:lnTo>
                  <a:lnTo>
                    <a:pt x="86257" y="999538"/>
                  </a:lnTo>
                  <a:lnTo>
                    <a:pt x="98579" y="998211"/>
                  </a:lnTo>
                  <a:lnTo>
                    <a:pt x="110902" y="996879"/>
                  </a:lnTo>
                  <a:lnTo>
                    <a:pt x="123224" y="995529"/>
                  </a:lnTo>
                  <a:lnTo>
                    <a:pt x="135547" y="994148"/>
                  </a:lnTo>
                  <a:lnTo>
                    <a:pt x="147869" y="992709"/>
                  </a:lnTo>
                  <a:lnTo>
                    <a:pt x="160192" y="991198"/>
                  </a:lnTo>
                  <a:lnTo>
                    <a:pt x="172514" y="989592"/>
                  </a:lnTo>
                  <a:lnTo>
                    <a:pt x="184837" y="987867"/>
                  </a:lnTo>
                  <a:lnTo>
                    <a:pt x="197159" y="985995"/>
                  </a:lnTo>
                  <a:lnTo>
                    <a:pt x="209482" y="983946"/>
                  </a:lnTo>
                  <a:lnTo>
                    <a:pt x="221804" y="981632"/>
                  </a:lnTo>
                  <a:lnTo>
                    <a:pt x="234127" y="979035"/>
                  </a:lnTo>
                  <a:lnTo>
                    <a:pt x="246449" y="976115"/>
                  </a:lnTo>
                  <a:lnTo>
                    <a:pt x="258772" y="972819"/>
                  </a:lnTo>
                  <a:lnTo>
                    <a:pt x="271094" y="969092"/>
                  </a:lnTo>
                  <a:lnTo>
                    <a:pt x="283416" y="964872"/>
                  </a:lnTo>
                  <a:lnTo>
                    <a:pt x="295739" y="960031"/>
                  </a:lnTo>
                  <a:lnTo>
                    <a:pt x="308061" y="954444"/>
                  </a:lnTo>
                  <a:lnTo>
                    <a:pt x="320384" y="948106"/>
                  </a:lnTo>
                  <a:lnTo>
                    <a:pt x="332706" y="940937"/>
                  </a:lnTo>
                  <a:lnTo>
                    <a:pt x="345029" y="932855"/>
                  </a:lnTo>
                  <a:lnTo>
                    <a:pt x="357351" y="923780"/>
                  </a:lnTo>
                  <a:lnTo>
                    <a:pt x="369674" y="913632"/>
                  </a:lnTo>
                  <a:lnTo>
                    <a:pt x="381996" y="902055"/>
                  </a:lnTo>
                  <a:lnTo>
                    <a:pt x="394319" y="889221"/>
                  </a:lnTo>
                  <a:lnTo>
                    <a:pt x="406641" y="875085"/>
                  </a:lnTo>
                  <a:lnTo>
                    <a:pt x="418964" y="859612"/>
                  </a:lnTo>
                  <a:lnTo>
                    <a:pt x="431286" y="842784"/>
                  </a:lnTo>
                  <a:lnTo>
                    <a:pt x="443609" y="824604"/>
                  </a:lnTo>
                  <a:lnTo>
                    <a:pt x="455931" y="804943"/>
                  </a:lnTo>
                  <a:lnTo>
                    <a:pt x="468254" y="783918"/>
                  </a:lnTo>
                  <a:lnTo>
                    <a:pt x="480576" y="761778"/>
                  </a:lnTo>
                  <a:lnTo>
                    <a:pt x="492899" y="738663"/>
                  </a:lnTo>
                  <a:lnTo>
                    <a:pt x="505221" y="714749"/>
                  </a:lnTo>
                  <a:lnTo>
                    <a:pt x="517544" y="690236"/>
                  </a:lnTo>
                  <a:lnTo>
                    <a:pt x="529866" y="665361"/>
                  </a:lnTo>
                  <a:lnTo>
                    <a:pt x="542189" y="640481"/>
                  </a:lnTo>
                  <a:lnTo>
                    <a:pt x="554511" y="615984"/>
                  </a:lnTo>
                  <a:lnTo>
                    <a:pt x="566833" y="592198"/>
                  </a:lnTo>
                  <a:lnTo>
                    <a:pt x="579156" y="569458"/>
                  </a:lnTo>
                  <a:lnTo>
                    <a:pt x="591478" y="548107"/>
                  </a:lnTo>
                  <a:lnTo>
                    <a:pt x="603801" y="528483"/>
                  </a:lnTo>
                  <a:lnTo>
                    <a:pt x="616123" y="511285"/>
                  </a:lnTo>
                  <a:lnTo>
                    <a:pt x="628446" y="496780"/>
                  </a:lnTo>
                  <a:lnTo>
                    <a:pt x="640768" y="485055"/>
                  </a:lnTo>
                  <a:lnTo>
                    <a:pt x="653091" y="476320"/>
                  </a:lnTo>
                  <a:lnTo>
                    <a:pt x="665413" y="470744"/>
                  </a:lnTo>
                  <a:lnTo>
                    <a:pt x="677736" y="468446"/>
                  </a:lnTo>
                  <a:lnTo>
                    <a:pt x="690058" y="469653"/>
                  </a:lnTo>
                  <a:lnTo>
                    <a:pt x="702381" y="474784"/>
                  </a:lnTo>
                  <a:lnTo>
                    <a:pt x="714703" y="483142"/>
                  </a:lnTo>
                  <a:lnTo>
                    <a:pt x="727026" y="494575"/>
                  </a:lnTo>
                  <a:lnTo>
                    <a:pt x="739348" y="508882"/>
                  </a:lnTo>
                  <a:lnTo>
                    <a:pt x="751671" y="525825"/>
                  </a:lnTo>
                  <a:lnTo>
                    <a:pt x="763993" y="545125"/>
                  </a:lnTo>
                  <a:lnTo>
                    <a:pt x="776316" y="566737"/>
                  </a:lnTo>
                  <a:lnTo>
                    <a:pt x="788638" y="589960"/>
                  </a:lnTo>
                  <a:lnTo>
                    <a:pt x="800961" y="614334"/>
                  </a:lnTo>
                  <a:lnTo>
                    <a:pt x="813283" y="639509"/>
                  </a:lnTo>
                  <a:lnTo>
                    <a:pt x="825606" y="665140"/>
                  </a:lnTo>
                  <a:lnTo>
                    <a:pt x="837928" y="690896"/>
                  </a:lnTo>
                  <a:lnTo>
                    <a:pt x="850250" y="716425"/>
                  </a:lnTo>
                  <a:lnTo>
                    <a:pt x="862573" y="741302"/>
                  </a:lnTo>
                  <a:lnTo>
                    <a:pt x="874895" y="765336"/>
                  </a:lnTo>
                  <a:lnTo>
                    <a:pt x="887218" y="788332"/>
                  </a:lnTo>
                  <a:lnTo>
                    <a:pt x="899540" y="810131"/>
                  </a:lnTo>
                  <a:lnTo>
                    <a:pt x="911863" y="830599"/>
                  </a:lnTo>
                  <a:lnTo>
                    <a:pt x="924185" y="849633"/>
                  </a:lnTo>
                  <a:lnTo>
                    <a:pt x="936508" y="866846"/>
                  </a:lnTo>
                  <a:lnTo>
                    <a:pt x="948830" y="882448"/>
                  </a:lnTo>
                  <a:lnTo>
                    <a:pt x="961153" y="896461"/>
                  </a:lnTo>
                  <a:lnTo>
                    <a:pt x="973475" y="908875"/>
                  </a:lnTo>
                  <a:lnTo>
                    <a:pt x="985798" y="919686"/>
                  </a:lnTo>
                  <a:lnTo>
                    <a:pt x="998120" y="928889"/>
                  </a:lnTo>
                  <a:lnTo>
                    <a:pt x="1010443" y="936317"/>
                  </a:lnTo>
                  <a:lnTo>
                    <a:pt x="1022765" y="941898"/>
                  </a:lnTo>
                  <a:lnTo>
                    <a:pt x="1035088" y="945795"/>
                  </a:lnTo>
                  <a:lnTo>
                    <a:pt x="1047410" y="947950"/>
                  </a:lnTo>
                  <a:lnTo>
                    <a:pt x="1059733" y="948288"/>
                  </a:lnTo>
                  <a:lnTo>
                    <a:pt x="1072055" y="946716"/>
                  </a:lnTo>
                  <a:lnTo>
                    <a:pt x="1084378" y="943123"/>
                  </a:lnTo>
                  <a:lnTo>
                    <a:pt x="1096700" y="936840"/>
                  </a:lnTo>
                  <a:lnTo>
                    <a:pt x="1109022" y="928164"/>
                  </a:lnTo>
                  <a:lnTo>
                    <a:pt x="1121345" y="916927"/>
                  </a:lnTo>
                  <a:lnTo>
                    <a:pt x="1133667" y="902962"/>
                  </a:lnTo>
                  <a:lnTo>
                    <a:pt x="1145990" y="886100"/>
                  </a:lnTo>
                  <a:lnTo>
                    <a:pt x="1158312" y="866184"/>
                  </a:lnTo>
                  <a:lnTo>
                    <a:pt x="1170635" y="842647"/>
                  </a:lnTo>
                  <a:lnTo>
                    <a:pt x="1182957" y="815424"/>
                  </a:lnTo>
                  <a:lnTo>
                    <a:pt x="1195280" y="784788"/>
                  </a:lnTo>
                  <a:lnTo>
                    <a:pt x="1207602" y="750742"/>
                  </a:lnTo>
                  <a:lnTo>
                    <a:pt x="1219925" y="713343"/>
                  </a:lnTo>
                  <a:lnTo>
                    <a:pt x="1232247" y="672705"/>
                  </a:lnTo>
                  <a:lnTo>
                    <a:pt x="1244570" y="628941"/>
                  </a:lnTo>
                  <a:lnTo>
                    <a:pt x="1256892" y="581964"/>
                  </a:lnTo>
                  <a:lnTo>
                    <a:pt x="1269215" y="532794"/>
                  </a:lnTo>
                  <a:lnTo>
                    <a:pt x="1281537" y="481921"/>
                  </a:lnTo>
                  <a:lnTo>
                    <a:pt x="1293860" y="429900"/>
                  </a:lnTo>
                  <a:lnTo>
                    <a:pt x="1306182" y="377351"/>
                  </a:lnTo>
                  <a:lnTo>
                    <a:pt x="1318505" y="324949"/>
                  </a:lnTo>
                  <a:lnTo>
                    <a:pt x="1330827" y="273728"/>
                  </a:lnTo>
                  <a:lnTo>
                    <a:pt x="1343150" y="224680"/>
                  </a:lnTo>
                  <a:lnTo>
                    <a:pt x="1355472" y="178513"/>
                  </a:lnTo>
                  <a:lnTo>
                    <a:pt x="1367795" y="135995"/>
                  </a:lnTo>
                  <a:lnTo>
                    <a:pt x="1380117" y="97862"/>
                  </a:lnTo>
                  <a:lnTo>
                    <a:pt x="1392439" y="64804"/>
                  </a:lnTo>
                  <a:lnTo>
                    <a:pt x="1404762" y="37784"/>
                  </a:lnTo>
                  <a:lnTo>
                    <a:pt x="1417084" y="18268"/>
                  </a:lnTo>
                  <a:lnTo>
                    <a:pt x="1429407" y="5599"/>
                  </a:lnTo>
                  <a:lnTo>
                    <a:pt x="1441729" y="0"/>
                  </a:lnTo>
                  <a:lnTo>
                    <a:pt x="1454052" y="1574"/>
                  </a:lnTo>
                  <a:lnTo>
                    <a:pt x="1466374" y="10305"/>
                  </a:lnTo>
                  <a:lnTo>
                    <a:pt x="1478697" y="26057"/>
                  </a:lnTo>
                  <a:lnTo>
                    <a:pt x="1491019" y="49658"/>
                  </a:lnTo>
                  <a:lnTo>
                    <a:pt x="1503342" y="79649"/>
                  </a:lnTo>
                  <a:lnTo>
                    <a:pt x="1515664" y="115140"/>
                  </a:lnTo>
                  <a:lnTo>
                    <a:pt x="1527987" y="155489"/>
                  </a:lnTo>
                  <a:lnTo>
                    <a:pt x="1540309" y="199997"/>
                  </a:lnTo>
                  <a:lnTo>
                    <a:pt x="1552632" y="247923"/>
                  </a:lnTo>
                  <a:lnTo>
                    <a:pt x="1564954" y="298620"/>
                  </a:lnTo>
                  <a:lnTo>
                    <a:pt x="1577277" y="351120"/>
                  </a:lnTo>
                  <a:lnTo>
                    <a:pt x="1589599" y="404301"/>
                  </a:lnTo>
                  <a:lnTo>
                    <a:pt x="1601922" y="457463"/>
                  </a:lnTo>
                  <a:lnTo>
                    <a:pt x="1614244" y="509959"/>
                  </a:lnTo>
                  <a:lnTo>
                    <a:pt x="1626567" y="561197"/>
                  </a:lnTo>
                  <a:lnTo>
                    <a:pt x="1638889" y="610650"/>
                  </a:lnTo>
                  <a:lnTo>
                    <a:pt x="1651212" y="657306"/>
                  </a:lnTo>
                  <a:lnTo>
                    <a:pt x="1663534" y="701161"/>
                  </a:lnTo>
                  <a:lnTo>
                    <a:pt x="1675856" y="742047"/>
                  </a:lnTo>
                  <a:lnTo>
                    <a:pt x="1688179" y="779817"/>
                  </a:lnTo>
                  <a:lnTo>
                    <a:pt x="1700501" y="814386"/>
                  </a:lnTo>
                  <a:lnTo>
                    <a:pt x="1712824" y="845732"/>
                  </a:lnTo>
                  <a:lnTo>
                    <a:pt x="1725146" y="873569"/>
                  </a:lnTo>
                  <a:lnTo>
                    <a:pt x="1737469" y="897989"/>
                  </a:lnTo>
                  <a:lnTo>
                    <a:pt x="1749791" y="919532"/>
                  </a:lnTo>
                  <a:lnTo>
                    <a:pt x="1762114" y="938378"/>
                  </a:lnTo>
                  <a:lnTo>
                    <a:pt x="1774436" y="954717"/>
                  </a:lnTo>
                  <a:lnTo>
                    <a:pt x="1786759" y="968757"/>
                  </a:lnTo>
                  <a:lnTo>
                    <a:pt x="1799081" y="980698"/>
                  </a:lnTo>
                  <a:lnTo>
                    <a:pt x="1811404" y="990422"/>
                  </a:lnTo>
                  <a:lnTo>
                    <a:pt x="1823726" y="998590"/>
                  </a:lnTo>
                  <a:lnTo>
                    <a:pt x="1836049" y="1005392"/>
                  </a:lnTo>
                  <a:lnTo>
                    <a:pt x="1848371" y="1011005"/>
                  </a:lnTo>
                  <a:lnTo>
                    <a:pt x="1860694" y="1015593"/>
                  </a:lnTo>
                  <a:lnTo>
                    <a:pt x="1873016" y="1019309"/>
                  </a:lnTo>
                  <a:lnTo>
                    <a:pt x="1885339" y="1022214"/>
                  </a:lnTo>
                  <a:lnTo>
                    <a:pt x="1897661" y="1024494"/>
                  </a:lnTo>
                  <a:lnTo>
                    <a:pt x="1909984" y="1026312"/>
                  </a:lnTo>
                  <a:lnTo>
                    <a:pt x="1922306" y="1027747"/>
                  </a:lnTo>
                  <a:lnTo>
                    <a:pt x="1934629" y="1028871"/>
                  </a:lnTo>
                  <a:lnTo>
                    <a:pt x="1946951" y="1029742"/>
                  </a:lnTo>
                  <a:lnTo>
                    <a:pt x="1959273" y="1030408"/>
                  </a:lnTo>
                  <a:lnTo>
                    <a:pt x="1971596" y="1030894"/>
                  </a:lnTo>
                  <a:lnTo>
                    <a:pt x="1983918" y="1031266"/>
                  </a:lnTo>
                  <a:lnTo>
                    <a:pt x="1996241" y="1031546"/>
                  </a:lnTo>
                  <a:lnTo>
                    <a:pt x="2008563" y="1031750"/>
                  </a:lnTo>
                  <a:lnTo>
                    <a:pt x="2020886" y="1031892"/>
                  </a:lnTo>
                  <a:lnTo>
                    <a:pt x="2033208" y="1031980"/>
                  </a:lnTo>
                  <a:lnTo>
                    <a:pt x="2045531" y="1032012"/>
                  </a:lnTo>
                  <a:lnTo>
                    <a:pt x="2057853" y="1031996"/>
                  </a:lnTo>
                  <a:lnTo>
                    <a:pt x="2070176" y="1031932"/>
                  </a:lnTo>
                  <a:lnTo>
                    <a:pt x="2082498" y="1031817"/>
                  </a:lnTo>
                  <a:lnTo>
                    <a:pt x="2094821" y="1031645"/>
                  </a:lnTo>
                  <a:lnTo>
                    <a:pt x="2107143" y="1031409"/>
                  </a:lnTo>
                  <a:lnTo>
                    <a:pt x="2119466" y="1031096"/>
                  </a:lnTo>
                  <a:lnTo>
                    <a:pt x="2131788" y="1030681"/>
                  </a:lnTo>
                  <a:lnTo>
                    <a:pt x="2144111" y="1030163"/>
                  </a:lnTo>
                  <a:lnTo>
                    <a:pt x="2156433" y="1029530"/>
                  </a:lnTo>
                  <a:lnTo>
                    <a:pt x="2168756" y="1028765"/>
                  </a:lnTo>
                  <a:lnTo>
                    <a:pt x="2181078" y="1027852"/>
                  </a:lnTo>
                  <a:lnTo>
                    <a:pt x="2193401" y="1026774"/>
                  </a:lnTo>
                  <a:lnTo>
                    <a:pt x="2205723" y="1025477"/>
                  </a:lnTo>
                  <a:lnTo>
                    <a:pt x="2218045" y="1023960"/>
                  </a:lnTo>
                  <a:lnTo>
                    <a:pt x="2230368" y="1022215"/>
                  </a:lnTo>
                  <a:lnTo>
                    <a:pt x="2242690" y="1020225"/>
                  </a:lnTo>
                  <a:lnTo>
                    <a:pt x="2255013" y="1017973"/>
                  </a:lnTo>
                  <a:lnTo>
                    <a:pt x="2267335" y="1015445"/>
                  </a:lnTo>
                  <a:lnTo>
                    <a:pt x="2279658" y="1012604"/>
                  </a:lnTo>
                  <a:lnTo>
                    <a:pt x="2291980" y="1009418"/>
                  </a:lnTo>
                  <a:lnTo>
                    <a:pt x="2304303" y="1005926"/>
                  </a:lnTo>
                  <a:lnTo>
                    <a:pt x="2316625" y="1002127"/>
                  </a:lnTo>
                  <a:lnTo>
                    <a:pt x="2328948" y="998027"/>
                  </a:lnTo>
                  <a:lnTo>
                    <a:pt x="2341270" y="993635"/>
                  </a:lnTo>
                  <a:lnTo>
                    <a:pt x="2353593" y="988963"/>
                  </a:lnTo>
                  <a:lnTo>
                    <a:pt x="2365915" y="983986"/>
                  </a:lnTo>
                  <a:lnTo>
                    <a:pt x="2378238" y="978787"/>
                  </a:lnTo>
                  <a:lnTo>
                    <a:pt x="2390560" y="973406"/>
                  </a:lnTo>
                  <a:lnTo>
                    <a:pt x="2402883" y="967883"/>
                  </a:lnTo>
                  <a:lnTo>
                    <a:pt x="2415205" y="962259"/>
                  </a:lnTo>
                  <a:lnTo>
                    <a:pt x="2427528" y="956584"/>
                  </a:lnTo>
                  <a:lnTo>
                    <a:pt x="2439850" y="950916"/>
                  </a:lnTo>
                  <a:lnTo>
                    <a:pt x="2452173" y="945333"/>
                  </a:lnTo>
                  <a:lnTo>
                    <a:pt x="2464495" y="939893"/>
                  </a:lnTo>
                  <a:lnTo>
                    <a:pt x="2476818" y="934652"/>
                  </a:lnTo>
                  <a:lnTo>
                    <a:pt x="2489140" y="929666"/>
                  </a:lnTo>
                  <a:lnTo>
                    <a:pt x="2501462" y="924991"/>
                  </a:lnTo>
                  <a:lnTo>
                    <a:pt x="2513785" y="920684"/>
                  </a:lnTo>
                  <a:lnTo>
                    <a:pt x="2526107" y="916895"/>
                  </a:lnTo>
                  <a:lnTo>
                    <a:pt x="2538430" y="913589"/>
                  </a:lnTo>
                  <a:lnTo>
                    <a:pt x="2550752" y="910800"/>
                  </a:lnTo>
                  <a:lnTo>
                    <a:pt x="2563075" y="908560"/>
                  </a:lnTo>
                  <a:lnTo>
                    <a:pt x="2575397" y="906892"/>
                  </a:lnTo>
                  <a:lnTo>
                    <a:pt x="2587720" y="905816"/>
                  </a:lnTo>
                  <a:lnTo>
                    <a:pt x="2600042" y="905424"/>
                  </a:lnTo>
                  <a:lnTo>
                    <a:pt x="2612365" y="905693"/>
                  </a:lnTo>
                  <a:lnTo>
                    <a:pt x="2624687" y="906558"/>
                  </a:lnTo>
                  <a:lnTo>
                    <a:pt x="2637010" y="908005"/>
                  </a:lnTo>
                  <a:lnTo>
                    <a:pt x="2649332" y="910013"/>
                  </a:lnTo>
                  <a:lnTo>
                    <a:pt x="2661655" y="912556"/>
                  </a:lnTo>
                  <a:lnTo>
                    <a:pt x="2673977" y="915618"/>
                  </a:lnTo>
                  <a:lnTo>
                    <a:pt x="2686300" y="919221"/>
                  </a:lnTo>
                  <a:lnTo>
                    <a:pt x="2698622" y="923223"/>
                  </a:lnTo>
                  <a:lnTo>
                    <a:pt x="2710945" y="927579"/>
                  </a:lnTo>
                  <a:lnTo>
                    <a:pt x="2723267" y="932239"/>
                  </a:lnTo>
                  <a:lnTo>
                    <a:pt x="2735590" y="937155"/>
                  </a:lnTo>
                  <a:lnTo>
                    <a:pt x="2747912" y="942274"/>
                  </a:lnTo>
                  <a:lnTo>
                    <a:pt x="2760235" y="947559"/>
                  </a:lnTo>
                  <a:lnTo>
                    <a:pt x="2772557" y="952927"/>
                  </a:lnTo>
                  <a:lnTo>
                    <a:pt x="2784879" y="958323"/>
                  </a:lnTo>
                  <a:lnTo>
                    <a:pt x="2797202" y="963700"/>
                  </a:lnTo>
                  <a:lnTo>
                    <a:pt x="2809524" y="969017"/>
                  </a:lnTo>
                  <a:lnTo>
                    <a:pt x="2821847" y="974234"/>
                  </a:lnTo>
                  <a:lnTo>
                    <a:pt x="2834169" y="979304"/>
                  </a:lnTo>
                  <a:lnTo>
                    <a:pt x="2846492" y="984168"/>
                  </a:lnTo>
                  <a:lnTo>
                    <a:pt x="2858814" y="988824"/>
                  </a:lnTo>
                  <a:lnTo>
                    <a:pt x="2871137" y="993253"/>
                  </a:lnTo>
                  <a:lnTo>
                    <a:pt x="2883459" y="997438"/>
                  </a:lnTo>
                  <a:lnTo>
                    <a:pt x="2895782" y="1001366"/>
                  </a:lnTo>
                  <a:lnTo>
                    <a:pt x="2908104" y="1005031"/>
                  </a:lnTo>
                  <a:lnTo>
                    <a:pt x="2920427" y="1008376"/>
                  </a:lnTo>
                  <a:lnTo>
                    <a:pt x="2932749" y="1011442"/>
                  </a:lnTo>
                  <a:lnTo>
                    <a:pt x="2945072" y="1014244"/>
                  </a:lnTo>
                  <a:lnTo>
                    <a:pt x="2957394" y="1016789"/>
                  </a:lnTo>
                  <a:lnTo>
                    <a:pt x="2969717" y="1019086"/>
                  </a:lnTo>
                  <a:lnTo>
                    <a:pt x="2982039" y="1021145"/>
                  </a:lnTo>
                  <a:lnTo>
                    <a:pt x="2994362" y="1022961"/>
                  </a:lnTo>
                  <a:lnTo>
                    <a:pt x="3006684" y="1024541"/>
                  </a:lnTo>
                  <a:lnTo>
                    <a:pt x="3019007" y="1025931"/>
                  </a:lnTo>
                  <a:lnTo>
                    <a:pt x="3031329" y="1027146"/>
                  </a:lnTo>
                  <a:lnTo>
                    <a:pt x="3043652" y="1028201"/>
                  </a:lnTo>
                  <a:lnTo>
                    <a:pt x="3055974" y="1029111"/>
                  </a:lnTo>
                  <a:lnTo>
                    <a:pt x="3068296" y="1029889"/>
                  </a:lnTo>
                  <a:lnTo>
                    <a:pt x="3080619" y="1030528"/>
                  </a:lnTo>
                  <a:lnTo>
                    <a:pt x="3092941" y="1031069"/>
                  </a:lnTo>
                  <a:lnTo>
                    <a:pt x="3105264" y="1031523"/>
                  </a:lnTo>
                  <a:lnTo>
                    <a:pt x="3117586" y="1031902"/>
                  </a:lnTo>
                  <a:lnTo>
                    <a:pt x="3129909" y="1032216"/>
                  </a:lnTo>
                  <a:lnTo>
                    <a:pt x="3142231" y="1032473"/>
                  </a:lnTo>
                  <a:lnTo>
                    <a:pt x="3154554" y="1032679"/>
                  </a:lnTo>
                  <a:lnTo>
                    <a:pt x="3166876" y="1032842"/>
                  </a:lnTo>
                  <a:lnTo>
                    <a:pt x="3179199" y="1032974"/>
                  </a:lnTo>
                  <a:lnTo>
                    <a:pt x="3191521" y="1033081"/>
                  </a:lnTo>
                  <a:lnTo>
                    <a:pt x="3203844" y="1033166"/>
                  </a:lnTo>
                  <a:lnTo>
                    <a:pt x="3216166" y="1033234"/>
                  </a:lnTo>
                  <a:lnTo>
                    <a:pt x="3228489" y="1033288"/>
                  </a:lnTo>
                  <a:lnTo>
                    <a:pt x="3240811" y="1033330"/>
                  </a:lnTo>
                  <a:lnTo>
                    <a:pt x="3253134" y="1033363"/>
                  </a:lnTo>
                  <a:lnTo>
                    <a:pt x="3265456" y="1033391"/>
                  </a:lnTo>
                  <a:lnTo>
                    <a:pt x="3277779" y="1033414"/>
                  </a:lnTo>
                  <a:lnTo>
                    <a:pt x="3290101" y="1033433"/>
                  </a:lnTo>
                  <a:lnTo>
                    <a:pt x="3302424" y="1033449"/>
                  </a:lnTo>
                  <a:lnTo>
                    <a:pt x="3314746" y="1033463"/>
                  </a:lnTo>
                  <a:lnTo>
                    <a:pt x="3327068" y="1033476"/>
                  </a:lnTo>
                  <a:lnTo>
                    <a:pt x="3339391" y="1033487"/>
                  </a:lnTo>
                  <a:lnTo>
                    <a:pt x="3351713" y="1033497"/>
                  </a:lnTo>
                  <a:lnTo>
                    <a:pt x="3364036" y="1033506"/>
                  </a:lnTo>
                  <a:lnTo>
                    <a:pt x="3376358" y="1033515"/>
                  </a:lnTo>
                  <a:lnTo>
                    <a:pt x="3388681" y="1033522"/>
                  </a:lnTo>
                  <a:lnTo>
                    <a:pt x="3401003" y="1033529"/>
                  </a:lnTo>
                  <a:lnTo>
                    <a:pt x="3413326" y="1033535"/>
                  </a:lnTo>
                  <a:lnTo>
                    <a:pt x="3425648" y="1033540"/>
                  </a:lnTo>
                  <a:lnTo>
                    <a:pt x="3437971" y="1033544"/>
                  </a:lnTo>
                  <a:lnTo>
                    <a:pt x="3450293" y="1033547"/>
                  </a:lnTo>
                  <a:lnTo>
                    <a:pt x="3462616" y="1033550"/>
                  </a:lnTo>
                  <a:lnTo>
                    <a:pt x="3474938" y="1033552"/>
                  </a:lnTo>
                  <a:lnTo>
                    <a:pt x="3487261" y="1033553"/>
                  </a:lnTo>
                  <a:lnTo>
                    <a:pt x="3499583" y="1033553"/>
                  </a:lnTo>
                  <a:lnTo>
                    <a:pt x="3511906" y="1033553"/>
                  </a:lnTo>
                  <a:lnTo>
                    <a:pt x="3524228" y="1033553"/>
                  </a:lnTo>
                  <a:lnTo>
                    <a:pt x="3536551" y="1033552"/>
                  </a:lnTo>
                  <a:lnTo>
                    <a:pt x="3548873" y="1033552"/>
                  </a:lnTo>
                  <a:lnTo>
                    <a:pt x="3561196" y="1033551"/>
                  </a:lnTo>
                  <a:lnTo>
                    <a:pt x="3573518" y="1033550"/>
                  </a:lnTo>
                  <a:lnTo>
                    <a:pt x="3585841" y="1033548"/>
                  </a:lnTo>
                  <a:lnTo>
                    <a:pt x="3598163" y="1033547"/>
                  </a:lnTo>
                  <a:lnTo>
                    <a:pt x="3610485" y="1033545"/>
                  </a:lnTo>
                  <a:lnTo>
                    <a:pt x="3622808" y="1033542"/>
                  </a:lnTo>
                  <a:lnTo>
                    <a:pt x="3635130" y="1033538"/>
                  </a:lnTo>
                  <a:lnTo>
                    <a:pt x="3647453" y="1033533"/>
                  </a:lnTo>
                  <a:lnTo>
                    <a:pt x="3659775" y="1033525"/>
                  </a:lnTo>
                  <a:lnTo>
                    <a:pt x="3672098" y="1033514"/>
                  </a:lnTo>
                  <a:lnTo>
                    <a:pt x="3684420" y="1033499"/>
                  </a:lnTo>
                  <a:lnTo>
                    <a:pt x="3696743" y="1033480"/>
                  </a:lnTo>
                  <a:lnTo>
                    <a:pt x="3709065" y="1033455"/>
                  </a:lnTo>
                  <a:lnTo>
                    <a:pt x="3721388" y="1033422"/>
                  </a:lnTo>
                  <a:lnTo>
                    <a:pt x="3733710" y="1033380"/>
                  </a:lnTo>
                  <a:lnTo>
                    <a:pt x="3746033" y="1033328"/>
                  </a:lnTo>
                  <a:lnTo>
                    <a:pt x="3758355" y="1033264"/>
                  </a:lnTo>
                  <a:lnTo>
                    <a:pt x="3770678" y="1033189"/>
                  </a:lnTo>
                  <a:lnTo>
                    <a:pt x="3783000" y="1033099"/>
                  </a:lnTo>
                  <a:lnTo>
                    <a:pt x="3795323" y="1032990"/>
                  </a:lnTo>
                  <a:lnTo>
                    <a:pt x="3807645" y="1032863"/>
                  </a:lnTo>
                  <a:lnTo>
                    <a:pt x="3819968" y="1032718"/>
                  </a:lnTo>
                  <a:lnTo>
                    <a:pt x="3832290" y="1032555"/>
                  </a:lnTo>
                  <a:lnTo>
                    <a:pt x="3844613" y="1032371"/>
                  </a:lnTo>
                  <a:lnTo>
                    <a:pt x="3856935" y="1032167"/>
                  </a:lnTo>
                  <a:lnTo>
                    <a:pt x="3869258" y="1031942"/>
                  </a:lnTo>
                  <a:lnTo>
                    <a:pt x="3881580" y="1031695"/>
                  </a:lnTo>
                  <a:lnTo>
                    <a:pt x="3893902" y="1031430"/>
                  </a:lnTo>
                  <a:lnTo>
                    <a:pt x="3906225" y="1031150"/>
                  </a:lnTo>
                  <a:lnTo>
                    <a:pt x="3918547" y="1030856"/>
                  </a:lnTo>
                  <a:lnTo>
                    <a:pt x="3930870" y="1030550"/>
                  </a:lnTo>
                  <a:lnTo>
                    <a:pt x="3943192" y="1030237"/>
                  </a:lnTo>
                  <a:lnTo>
                    <a:pt x="3955515" y="1029920"/>
                  </a:lnTo>
                  <a:lnTo>
                    <a:pt x="3967837" y="1029605"/>
                  </a:lnTo>
                  <a:lnTo>
                    <a:pt x="3980160" y="1029296"/>
                  </a:lnTo>
                  <a:lnTo>
                    <a:pt x="3992482" y="1028998"/>
                  </a:lnTo>
                  <a:lnTo>
                    <a:pt x="4004805" y="1028716"/>
                  </a:lnTo>
                  <a:lnTo>
                    <a:pt x="4017127" y="1028453"/>
                  </a:lnTo>
                  <a:lnTo>
                    <a:pt x="4029450" y="1028219"/>
                  </a:lnTo>
                  <a:lnTo>
                    <a:pt x="4041772" y="1028018"/>
                  </a:lnTo>
                  <a:lnTo>
                    <a:pt x="4054095" y="1027849"/>
                  </a:lnTo>
                  <a:lnTo>
                    <a:pt x="4066417" y="1027716"/>
                  </a:lnTo>
                  <a:lnTo>
                    <a:pt x="4078740" y="1027619"/>
                  </a:lnTo>
                  <a:lnTo>
                    <a:pt x="4091062" y="1027558"/>
                  </a:lnTo>
                  <a:lnTo>
                    <a:pt x="4103385" y="1027535"/>
                  </a:lnTo>
                  <a:lnTo>
                    <a:pt x="4115707" y="1027550"/>
                  </a:lnTo>
                  <a:lnTo>
                    <a:pt x="4128030" y="1027592"/>
                  </a:lnTo>
                  <a:lnTo>
                    <a:pt x="4140352" y="1027654"/>
                  </a:lnTo>
                  <a:lnTo>
                    <a:pt x="4152675" y="1027727"/>
                  </a:lnTo>
                  <a:lnTo>
                    <a:pt x="4164997" y="1027800"/>
                  </a:lnTo>
                  <a:lnTo>
                    <a:pt x="4177319" y="1027862"/>
                  </a:lnTo>
                  <a:lnTo>
                    <a:pt x="4189642" y="1027887"/>
                  </a:lnTo>
                  <a:lnTo>
                    <a:pt x="4201964" y="1027853"/>
                  </a:lnTo>
                  <a:lnTo>
                    <a:pt x="4214287" y="1027737"/>
                  </a:lnTo>
                  <a:lnTo>
                    <a:pt x="4226609" y="1027511"/>
                  </a:lnTo>
                  <a:lnTo>
                    <a:pt x="4238932" y="1027144"/>
                  </a:lnTo>
                  <a:lnTo>
                    <a:pt x="4251254" y="1026600"/>
                  </a:lnTo>
                  <a:lnTo>
                    <a:pt x="4263577" y="1025818"/>
                  </a:lnTo>
                  <a:lnTo>
                    <a:pt x="4275899" y="1024708"/>
                  </a:lnTo>
                  <a:lnTo>
                    <a:pt x="4288222" y="1023248"/>
                  </a:lnTo>
                  <a:lnTo>
                    <a:pt x="4300544" y="1021376"/>
                  </a:lnTo>
                  <a:lnTo>
                    <a:pt x="4312867" y="1019023"/>
                  </a:lnTo>
                  <a:lnTo>
                    <a:pt x="4325189" y="1016115"/>
                  </a:lnTo>
                  <a:lnTo>
                    <a:pt x="4337512" y="1012575"/>
                  </a:lnTo>
                  <a:lnTo>
                    <a:pt x="4349834" y="1008153"/>
                  </a:lnTo>
                  <a:lnTo>
                    <a:pt x="4362157" y="1002853"/>
                  </a:lnTo>
                  <a:lnTo>
                    <a:pt x="4374479" y="996605"/>
                  </a:lnTo>
                  <a:lnTo>
                    <a:pt x="4386802" y="989323"/>
                  </a:lnTo>
                  <a:lnTo>
                    <a:pt x="4399124" y="980918"/>
                  </a:lnTo>
                  <a:lnTo>
                    <a:pt x="4411447" y="971311"/>
                  </a:lnTo>
                  <a:lnTo>
                    <a:pt x="4423769" y="960299"/>
                  </a:lnTo>
                  <a:lnTo>
                    <a:pt x="4436091" y="947757"/>
                  </a:lnTo>
                  <a:lnTo>
                    <a:pt x="4448414" y="933823"/>
                  </a:lnTo>
                  <a:lnTo>
                    <a:pt x="4460736" y="918490"/>
                  </a:lnTo>
                  <a:lnTo>
                    <a:pt x="4473059" y="901775"/>
                  </a:lnTo>
                  <a:lnTo>
                    <a:pt x="4485381" y="883720"/>
                  </a:lnTo>
                  <a:lnTo>
                    <a:pt x="4497704" y="864395"/>
                  </a:lnTo>
                  <a:lnTo>
                    <a:pt x="4510026" y="843697"/>
                  </a:lnTo>
                  <a:lnTo>
                    <a:pt x="4522349" y="822075"/>
                  </a:lnTo>
                  <a:lnTo>
                    <a:pt x="4534671" y="799735"/>
                  </a:lnTo>
                  <a:lnTo>
                    <a:pt x="4546994" y="776910"/>
                  </a:lnTo>
                  <a:lnTo>
                    <a:pt x="4559316" y="753859"/>
                  </a:lnTo>
                  <a:lnTo>
                    <a:pt x="4571639" y="730868"/>
                  </a:lnTo>
                  <a:lnTo>
                    <a:pt x="4583961" y="708345"/>
                  </a:lnTo>
                  <a:lnTo>
                    <a:pt x="4596284" y="686751"/>
                  </a:lnTo>
                  <a:lnTo>
                    <a:pt x="4608606" y="666378"/>
                  </a:lnTo>
                  <a:lnTo>
                    <a:pt x="4620929" y="647556"/>
                  </a:lnTo>
                  <a:lnTo>
                    <a:pt x="4633251" y="630602"/>
                  </a:lnTo>
                  <a:lnTo>
                    <a:pt x="4645574" y="615814"/>
                  </a:lnTo>
                  <a:lnTo>
                    <a:pt x="4657896" y="603526"/>
                  </a:lnTo>
                  <a:lnTo>
                    <a:pt x="4670219" y="594533"/>
                  </a:lnTo>
                  <a:lnTo>
                    <a:pt x="4682541" y="588489"/>
                  </a:lnTo>
                  <a:lnTo>
                    <a:pt x="4694864" y="585496"/>
                  </a:lnTo>
                  <a:lnTo>
                    <a:pt x="4707186" y="585605"/>
                  </a:lnTo>
                  <a:lnTo>
                    <a:pt x="4719508" y="588818"/>
                  </a:lnTo>
                  <a:lnTo>
                    <a:pt x="4731831" y="595082"/>
                  </a:lnTo>
                  <a:lnTo>
                    <a:pt x="4744153" y="604689"/>
                  </a:lnTo>
                  <a:lnTo>
                    <a:pt x="4756476" y="617185"/>
                  </a:lnTo>
                  <a:lnTo>
                    <a:pt x="4768798" y="632101"/>
                  </a:lnTo>
                  <a:lnTo>
                    <a:pt x="4781121" y="649160"/>
                  </a:lnTo>
                  <a:lnTo>
                    <a:pt x="4793443" y="668064"/>
                  </a:lnTo>
                  <a:lnTo>
                    <a:pt x="4805766" y="688492"/>
                  </a:lnTo>
                  <a:lnTo>
                    <a:pt x="4818088" y="710146"/>
                  </a:lnTo>
                  <a:lnTo>
                    <a:pt x="4830411" y="732662"/>
                  </a:lnTo>
                  <a:lnTo>
                    <a:pt x="4842733" y="755506"/>
                  </a:lnTo>
                  <a:lnTo>
                    <a:pt x="4855056" y="778367"/>
                  </a:lnTo>
                  <a:lnTo>
                    <a:pt x="4867378" y="800954"/>
                  </a:lnTo>
                  <a:lnTo>
                    <a:pt x="4879701" y="823004"/>
                  </a:lnTo>
                  <a:lnTo>
                    <a:pt x="4892023" y="844277"/>
                  </a:lnTo>
                  <a:lnTo>
                    <a:pt x="4904346" y="864354"/>
                  </a:lnTo>
                  <a:lnTo>
                    <a:pt x="4916668" y="883151"/>
                  </a:lnTo>
                  <a:lnTo>
                    <a:pt x="4928991" y="900616"/>
                  </a:lnTo>
                  <a:lnTo>
                    <a:pt x="4941313" y="916673"/>
                  </a:lnTo>
                  <a:lnTo>
                    <a:pt x="4953636" y="931279"/>
                  </a:lnTo>
                  <a:lnTo>
                    <a:pt x="4965958" y="944413"/>
                  </a:lnTo>
                  <a:lnTo>
                    <a:pt x="4978281" y="955980"/>
                  </a:lnTo>
                  <a:lnTo>
                    <a:pt x="4990603" y="965923"/>
                  </a:lnTo>
                  <a:lnTo>
                    <a:pt x="5002925" y="974531"/>
                  </a:lnTo>
                  <a:lnTo>
                    <a:pt x="5015248" y="981882"/>
                  </a:lnTo>
                  <a:lnTo>
                    <a:pt x="5027570" y="988063"/>
                  </a:lnTo>
                  <a:lnTo>
                    <a:pt x="5039893" y="993171"/>
                  </a:lnTo>
                  <a:lnTo>
                    <a:pt x="5052215" y="997305"/>
                  </a:lnTo>
                  <a:lnTo>
                    <a:pt x="5064538" y="1000426"/>
                  </a:lnTo>
                  <a:lnTo>
                    <a:pt x="5076860" y="1002815"/>
                  </a:lnTo>
                  <a:lnTo>
                    <a:pt x="5089183" y="1004595"/>
                  </a:lnTo>
                  <a:lnTo>
                    <a:pt x="5101505" y="1005861"/>
                  </a:lnTo>
                  <a:lnTo>
                    <a:pt x="5113828" y="1006702"/>
                  </a:lnTo>
                  <a:lnTo>
                    <a:pt x="5126150" y="1007204"/>
                  </a:lnTo>
                  <a:lnTo>
                    <a:pt x="5138473" y="1007431"/>
                  </a:lnTo>
                  <a:lnTo>
                    <a:pt x="5150795" y="1007478"/>
                  </a:lnTo>
                  <a:lnTo>
                    <a:pt x="5163118" y="1007434"/>
                  </a:lnTo>
                  <a:lnTo>
                    <a:pt x="5175440" y="1007351"/>
                  </a:lnTo>
                  <a:lnTo>
                    <a:pt x="5187763" y="1007274"/>
                  </a:lnTo>
                  <a:lnTo>
                    <a:pt x="5200085" y="1007242"/>
                  </a:lnTo>
                  <a:lnTo>
                    <a:pt x="5212408" y="1007287"/>
                  </a:lnTo>
                  <a:lnTo>
                    <a:pt x="5224730" y="1007464"/>
                  </a:lnTo>
                  <a:lnTo>
                    <a:pt x="5237053" y="1007767"/>
                  </a:lnTo>
                  <a:lnTo>
                    <a:pt x="5249375" y="1008204"/>
                  </a:lnTo>
                  <a:lnTo>
                    <a:pt x="5261698" y="1008779"/>
                  </a:lnTo>
                  <a:lnTo>
                    <a:pt x="5274020" y="1009489"/>
                  </a:lnTo>
                  <a:lnTo>
                    <a:pt x="5286342" y="1010329"/>
                  </a:lnTo>
                  <a:lnTo>
                    <a:pt x="5298665" y="1011304"/>
                  </a:lnTo>
                  <a:lnTo>
                    <a:pt x="5310987" y="1012391"/>
                  </a:lnTo>
                  <a:lnTo>
                    <a:pt x="5323310" y="1013561"/>
                  </a:lnTo>
                  <a:lnTo>
                    <a:pt x="5335632" y="1014799"/>
                  </a:lnTo>
                  <a:lnTo>
                    <a:pt x="5347955" y="1016086"/>
                  </a:lnTo>
                  <a:lnTo>
                    <a:pt x="5360277" y="1017405"/>
                  </a:lnTo>
                  <a:lnTo>
                    <a:pt x="5372600" y="1018736"/>
                  </a:lnTo>
                  <a:lnTo>
                    <a:pt x="5384922" y="1020058"/>
                  </a:lnTo>
                  <a:lnTo>
                    <a:pt x="5397245" y="1021352"/>
                  </a:lnTo>
                  <a:lnTo>
                    <a:pt x="5409567" y="1022605"/>
                  </a:lnTo>
                  <a:lnTo>
                    <a:pt x="5421890" y="1023807"/>
                  </a:lnTo>
                  <a:lnTo>
                    <a:pt x="5434212" y="1024948"/>
                  </a:lnTo>
                  <a:lnTo>
                    <a:pt x="5446535" y="1026021"/>
                  </a:lnTo>
                  <a:lnTo>
                    <a:pt x="5458857" y="1027007"/>
                  </a:lnTo>
                  <a:lnTo>
                    <a:pt x="5471180" y="1027908"/>
                  </a:lnTo>
                  <a:lnTo>
                    <a:pt x="5483502" y="1028729"/>
                  </a:lnTo>
                  <a:lnTo>
                    <a:pt x="5495825" y="1029471"/>
                  </a:lnTo>
                  <a:lnTo>
                    <a:pt x="5508147" y="1030135"/>
                  </a:lnTo>
                  <a:lnTo>
                    <a:pt x="5520470" y="1030724"/>
                  </a:lnTo>
                  <a:lnTo>
                    <a:pt x="5532792" y="1031239"/>
                  </a:lnTo>
                  <a:lnTo>
                    <a:pt x="5545114" y="1031677"/>
                  </a:lnTo>
                  <a:lnTo>
                    <a:pt x="5557437" y="1032057"/>
                  </a:lnTo>
                  <a:lnTo>
                    <a:pt x="5569759" y="1032382"/>
                  </a:lnTo>
                  <a:lnTo>
                    <a:pt x="5582082" y="1032659"/>
                  </a:lnTo>
                  <a:lnTo>
                    <a:pt x="5594404" y="1032892"/>
                  </a:lnTo>
                  <a:lnTo>
                    <a:pt x="5606727" y="1033086"/>
                  </a:lnTo>
                  <a:lnTo>
                    <a:pt x="5619049" y="1033242"/>
                  </a:lnTo>
                  <a:lnTo>
                    <a:pt x="5631372" y="1033368"/>
                  </a:lnTo>
                  <a:lnTo>
                    <a:pt x="5643694" y="1033471"/>
                  </a:lnTo>
                  <a:lnTo>
                    <a:pt x="5656017" y="1033553"/>
                  </a:lnTo>
                  <a:lnTo>
                    <a:pt x="5668339" y="1033617"/>
                  </a:lnTo>
                  <a:lnTo>
                    <a:pt x="5680662" y="1033666"/>
                  </a:lnTo>
                  <a:lnTo>
                    <a:pt x="5692984" y="1033702"/>
                  </a:lnTo>
                  <a:lnTo>
                    <a:pt x="5705307" y="1033724"/>
                  </a:lnTo>
                  <a:lnTo>
                    <a:pt x="5717629" y="1033737"/>
                  </a:lnTo>
                  <a:lnTo>
                    <a:pt x="5729952" y="1033740"/>
                  </a:lnTo>
                  <a:lnTo>
                    <a:pt x="5742274" y="1033734"/>
                  </a:lnTo>
                  <a:lnTo>
                    <a:pt x="5754597" y="1033719"/>
                  </a:lnTo>
                  <a:lnTo>
                    <a:pt x="5766919" y="1033695"/>
                  </a:lnTo>
                  <a:lnTo>
                    <a:pt x="5779242" y="1033658"/>
                  </a:lnTo>
                  <a:lnTo>
                    <a:pt x="5791564" y="1033609"/>
                  </a:lnTo>
                  <a:lnTo>
                    <a:pt x="5803887" y="1033546"/>
                  </a:lnTo>
                  <a:lnTo>
                    <a:pt x="5816209" y="1033467"/>
                  </a:lnTo>
                  <a:lnTo>
                    <a:pt x="5828531" y="1033371"/>
                  </a:lnTo>
                  <a:lnTo>
                    <a:pt x="5840854" y="1033255"/>
                  </a:lnTo>
                  <a:lnTo>
                    <a:pt x="5853176" y="1033113"/>
                  </a:lnTo>
                  <a:lnTo>
                    <a:pt x="5865499" y="1032940"/>
                  </a:lnTo>
                  <a:lnTo>
                    <a:pt x="5877821" y="1032737"/>
                  </a:lnTo>
                  <a:lnTo>
                    <a:pt x="5890144" y="1032500"/>
                  </a:lnTo>
                  <a:lnTo>
                    <a:pt x="5902466" y="1032225"/>
                  </a:lnTo>
                  <a:lnTo>
                    <a:pt x="5914789" y="1031910"/>
                  </a:lnTo>
                  <a:lnTo>
                    <a:pt x="5927111" y="1031552"/>
                  </a:lnTo>
                  <a:lnTo>
                    <a:pt x="5939434" y="1031136"/>
                  </a:lnTo>
                  <a:lnTo>
                    <a:pt x="5951756" y="1030670"/>
                  </a:lnTo>
                  <a:lnTo>
                    <a:pt x="5964079" y="1030152"/>
                  </a:lnTo>
                  <a:lnTo>
                    <a:pt x="5976401" y="1029583"/>
                  </a:lnTo>
                  <a:lnTo>
                    <a:pt x="5988724" y="1028963"/>
                  </a:lnTo>
                  <a:lnTo>
                    <a:pt x="6001046" y="1028291"/>
                  </a:lnTo>
                  <a:lnTo>
                    <a:pt x="6013369" y="1027565"/>
                  </a:lnTo>
                  <a:lnTo>
                    <a:pt x="6025691" y="1026791"/>
                  </a:lnTo>
                  <a:lnTo>
                    <a:pt x="6038014" y="1025979"/>
                  </a:lnTo>
                  <a:lnTo>
                    <a:pt x="6050336" y="1025136"/>
                  </a:lnTo>
                  <a:lnTo>
                    <a:pt x="6062659" y="1024269"/>
                  </a:lnTo>
                  <a:lnTo>
                    <a:pt x="6074981" y="1023388"/>
                  </a:lnTo>
                  <a:lnTo>
                    <a:pt x="6087304" y="1022501"/>
                  </a:lnTo>
                  <a:lnTo>
                    <a:pt x="6099626" y="1021625"/>
                  </a:lnTo>
                  <a:lnTo>
                    <a:pt x="6111948" y="1020773"/>
                  </a:lnTo>
                  <a:lnTo>
                    <a:pt x="6124271" y="1019957"/>
                  </a:lnTo>
                  <a:lnTo>
                    <a:pt x="6136593" y="1019189"/>
                  </a:lnTo>
                  <a:lnTo>
                    <a:pt x="6148916" y="1018480"/>
                  </a:lnTo>
                  <a:lnTo>
                    <a:pt x="6161238" y="1017843"/>
                  </a:lnTo>
                  <a:lnTo>
                    <a:pt x="6173561" y="1017302"/>
                  </a:lnTo>
                  <a:lnTo>
                    <a:pt x="6185883" y="1016864"/>
                  </a:lnTo>
                  <a:lnTo>
                    <a:pt x="6198206" y="1016530"/>
                  </a:lnTo>
                  <a:lnTo>
                    <a:pt x="6210528" y="1016305"/>
                  </a:lnTo>
                  <a:lnTo>
                    <a:pt x="6222851" y="1016193"/>
                  </a:lnTo>
                  <a:lnTo>
                    <a:pt x="6235173" y="1016197"/>
                  </a:lnTo>
                  <a:lnTo>
                    <a:pt x="6247496" y="1016323"/>
                  </a:lnTo>
                  <a:lnTo>
                    <a:pt x="6259818" y="1016581"/>
                  </a:lnTo>
                  <a:lnTo>
                    <a:pt x="6272141" y="1016946"/>
                  </a:lnTo>
                  <a:lnTo>
                    <a:pt x="6284463" y="1017411"/>
                  </a:lnTo>
                  <a:lnTo>
                    <a:pt x="6296786" y="1017968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706745" y="797154"/>
              <a:ext cx="6296786" cy="5358296"/>
            </a:xfrm>
            <a:custGeom>
              <a:avLst/>
              <a:pathLst>
                <a:path w="6296786" h="5358296">
                  <a:moveTo>
                    <a:pt x="0" y="5358296"/>
                  </a:moveTo>
                  <a:lnTo>
                    <a:pt x="12322" y="5358296"/>
                  </a:lnTo>
                  <a:lnTo>
                    <a:pt x="24644" y="5358296"/>
                  </a:lnTo>
                  <a:lnTo>
                    <a:pt x="36967" y="5358296"/>
                  </a:lnTo>
                  <a:lnTo>
                    <a:pt x="49289" y="5358296"/>
                  </a:lnTo>
                  <a:lnTo>
                    <a:pt x="61612" y="5358296"/>
                  </a:lnTo>
                  <a:lnTo>
                    <a:pt x="73934" y="5358296"/>
                  </a:lnTo>
                  <a:lnTo>
                    <a:pt x="86257" y="5358296"/>
                  </a:lnTo>
                  <a:lnTo>
                    <a:pt x="98579" y="5358296"/>
                  </a:lnTo>
                  <a:lnTo>
                    <a:pt x="110902" y="5358296"/>
                  </a:lnTo>
                  <a:lnTo>
                    <a:pt x="123224" y="5358293"/>
                  </a:lnTo>
                  <a:lnTo>
                    <a:pt x="135547" y="5358281"/>
                  </a:lnTo>
                  <a:lnTo>
                    <a:pt x="147869" y="5358228"/>
                  </a:lnTo>
                  <a:lnTo>
                    <a:pt x="160192" y="5358011"/>
                  </a:lnTo>
                  <a:lnTo>
                    <a:pt x="172514" y="5357200"/>
                  </a:lnTo>
                  <a:lnTo>
                    <a:pt x="184837" y="5354411"/>
                  </a:lnTo>
                  <a:lnTo>
                    <a:pt x="197159" y="5345140"/>
                  </a:lnTo>
                  <a:lnTo>
                    <a:pt x="209482" y="5317547"/>
                  </a:lnTo>
                  <a:lnTo>
                    <a:pt x="221804" y="5246526"/>
                  </a:lnTo>
                  <a:lnTo>
                    <a:pt x="234127" y="5087715"/>
                  </a:lnTo>
                  <a:lnTo>
                    <a:pt x="246449" y="4780953"/>
                  </a:lnTo>
                  <a:lnTo>
                    <a:pt x="258772" y="4272470"/>
                  </a:lnTo>
                  <a:lnTo>
                    <a:pt x="271094" y="3556451"/>
                  </a:lnTo>
                  <a:lnTo>
                    <a:pt x="283416" y="2715737"/>
                  </a:lnTo>
                  <a:lnTo>
                    <a:pt x="295739" y="1926175"/>
                  </a:lnTo>
                  <a:lnTo>
                    <a:pt x="308061" y="1401974"/>
                  </a:lnTo>
                  <a:lnTo>
                    <a:pt x="320384" y="1301323"/>
                  </a:lnTo>
                  <a:lnTo>
                    <a:pt x="332706" y="1648776"/>
                  </a:lnTo>
                  <a:lnTo>
                    <a:pt x="345029" y="2326013"/>
                  </a:lnTo>
                  <a:lnTo>
                    <a:pt x="357351" y="3135216"/>
                  </a:lnTo>
                  <a:lnTo>
                    <a:pt x="369674" y="3890137"/>
                  </a:lnTo>
                  <a:lnTo>
                    <a:pt x="381996" y="4479437"/>
                  </a:lnTo>
                  <a:lnTo>
                    <a:pt x="394319" y="4877157"/>
                  </a:lnTo>
                  <a:lnTo>
                    <a:pt x="406641" y="5114033"/>
                  </a:lnTo>
                  <a:lnTo>
                    <a:pt x="418964" y="5240051"/>
                  </a:lnTo>
                  <a:lnTo>
                    <a:pt x="431286" y="5299583"/>
                  </a:lnTo>
                  <a:lnTo>
                    <a:pt x="443609" y="5323015"/>
                  </a:lnTo>
                  <a:lnTo>
                    <a:pt x="455931" y="5328465"/>
                  </a:lnTo>
                  <a:lnTo>
                    <a:pt x="468254" y="5326324"/>
                  </a:lnTo>
                  <a:lnTo>
                    <a:pt x="480576" y="5322757"/>
                  </a:lnTo>
                  <a:lnTo>
                    <a:pt x="492899" y="5321471"/>
                  </a:lnTo>
                  <a:lnTo>
                    <a:pt x="505221" y="5323889"/>
                  </a:lnTo>
                  <a:lnTo>
                    <a:pt x="517544" y="5329462"/>
                  </a:lnTo>
                  <a:lnTo>
                    <a:pt x="529866" y="5336622"/>
                  </a:lnTo>
                  <a:lnTo>
                    <a:pt x="542189" y="5343609"/>
                  </a:lnTo>
                  <a:lnTo>
                    <a:pt x="554511" y="5349050"/>
                  </a:lnTo>
                  <a:lnTo>
                    <a:pt x="566833" y="5351894"/>
                  </a:lnTo>
                  <a:lnTo>
                    <a:pt x="579156" y="5350440"/>
                  </a:lnTo>
                  <a:lnTo>
                    <a:pt x="591478" y="5340137"/>
                  </a:lnTo>
                  <a:lnTo>
                    <a:pt x="603801" y="5309550"/>
                  </a:lnTo>
                  <a:lnTo>
                    <a:pt x="616123" y="5234254"/>
                  </a:lnTo>
                  <a:lnTo>
                    <a:pt x="628446" y="5070386"/>
                  </a:lnTo>
                  <a:lnTo>
                    <a:pt x="640768" y="4753775"/>
                  </a:lnTo>
                  <a:lnTo>
                    <a:pt x="653091" y="4214367"/>
                  </a:lnTo>
                  <a:lnTo>
                    <a:pt x="665413" y="3412885"/>
                  </a:lnTo>
                  <a:lnTo>
                    <a:pt x="677736" y="2391736"/>
                  </a:lnTo>
                  <a:lnTo>
                    <a:pt x="690058" y="1310274"/>
                  </a:lnTo>
                  <a:lnTo>
                    <a:pt x="702381" y="425107"/>
                  </a:lnTo>
                  <a:lnTo>
                    <a:pt x="714703" y="0"/>
                  </a:lnTo>
                  <a:lnTo>
                    <a:pt x="727026" y="182009"/>
                  </a:lnTo>
                  <a:lnTo>
                    <a:pt x="739348" y="920499"/>
                  </a:lnTo>
                  <a:lnTo>
                    <a:pt x="751671" y="1988747"/>
                  </a:lnTo>
                  <a:lnTo>
                    <a:pt x="763993" y="3096712"/>
                  </a:lnTo>
                  <a:lnTo>
                    <a:pt x="776316" y="4018632"/>
                  </a:lnTo>
                  <a:lnTo>
                    <a:pt x="788638" y="4651588"/>
                  </a:lnTo>
                  <a:lnTo>
                    <a:pt x="800961" y="5023617"/>
                  </a:lnTo>
                  <a:lnTo>
                    <a:pt x="813283" y="5216325"/>
                  </a:lnTo>
                  <a:lnTo>
                    <a:pt x="825606" y="5304329"/>
                  </a:lnTo>
                  <a:lnTo>
                    <a:pt x="837928" y="5339924"/>
                  </a:lnTo>
                  <a:lnTo>
                    <a:pt x="850250" y="5352702"/>
                  </a:lnTo>
                  <a:lnTo>
                    <a:pt x="862573" y="5356775"/>
                  </a:lnTo>
                  <a:lnTo>
                    <a:pt x="874895" y="5357928"/>
                  </a:lnTo>
                  <a:lnTo>
                    <a:pt x="887218" y="5358217"/>
                  </a:lnTo>
                  <a:lnTo>
                    <a:pt x="899540" y="5358281"/>
                  </a:lnTo>
                  <a:lnTo>
                    <a:pt x="911863" y="5358294"/>
                  </a:lnTo>
                  <a:lnTo>
                    <a:pt x="924185" y="5358296"/>
                  </a:lnTo>
                  <a:lnTo>
                    <a:pt x="936508" y="5358296"/>
                  </a:lnTo>
                  <a:lnTo>
                    <a:pt x="948830" y="5358296"/>
                  </a:lnTo>
                  <a:lnTo>
                    <a:pt x="961153" y="5358296"/>
                  </a:lnTo>
                  <a:lnTo>
                    <a:pt x="973475" y="5358294"/>
                  </a:lnTo>
                  <a:lnTo>
                    <a:pt x="985798" y="5358289"/>
                  </a:lnTo>
                  <a:lnTo>
                    <a:pt x="998120" y="5358274"/>
                  </a:lnTo>
                  <a:lnTo>
                    <a:pt x="1010443" y="5358231"/>
                  </a:lnTo>
                  <a:lnTo>
                    <a:pt x="1022765" y="5358125"/>
                  </a:lnTo>
                  <a:lnTo>
                    <a:pt x="1035088" y="5357898"/>
                  </a:lnTo>
                  <a:lnTo>
                    <a:pt x="1047410" y="5357470"/>
                  </a:lnTo>
                  <a:lnTo>
                    <a:pt x="1059733" y="5356762"/>
                  </a:lnTo>
                  <a:lnTo>
                    <a:pt x="1072055" y="5355750"/>
                  </a:lnTo>
                  <a:lnTo>
                    <a:pt x="1084378" y="5354523"/>
                  </a:lnTo>
                  <a:lnTo>
                    <a:pt x="1096700" y="5353331"/>
                  </a:lnTo>
                  <a:lnTo>
                    <a:pt x="1109022" y="5352490"/>
                  </a:lnTo>
                  <a:lnTo>
                    <a:pt x="1121345" y="5352244"/>
                  </a:lnTo>
                  <a:lnTo>
                    <a:pt x="1133667" y="5352662"/>
                  </a:lnTo>
                  <a:lnTo>
                    <a:pt x="1145990" y="5353605"/>
                  </a:lnTo>
                  <a:lnTo>
                    <a:pt x="1158312" y="5354797"/>
                  </a:lnTo>
                  <a:lnTo>
                    <a:pt x="1170635" y="5355959"/>
                  </a:lnTo>
                  <a:lnTo>
                    <a:pt x="1182957" y="5356899"/>
                  </a:lnTo>
                  <a:lnTo>
                    <a:pt x="1195280" y="5357549"/>
                  </a:lnTo>
                  <a:lnTo>
                    <a:pt x="1207602" y="5357940"/>
                  </a:lnTo>
                  <a:lnTo>
                    <a:pt x="1219925" y="5358145"/>
                  </a:lnTo>
                  <a:lnTo>
                    <a:pt x="1232247" y="5358239"/>
                  </a:lnTo>
                  <a:lnTo>
                    <a:pt x="1244570" y="5358277"/>
                  </a:lnTo>
                  <a:lnTo>
                    <a:pt x="1256892" y="5358291"/>
                  </a:lnTo>
                  <a:lnTo>
                    <a:pt x="1269215" y="5358295"/>
                  </a:lnTo>
                  <a:lnTo>
                    <a:pt x="1281537" y="5358296"/>
                  </a:lnTo>
                  <a:lnTo>
                    <a:pt x="1293860" y="5358296"/>
                  </a:lnTo>
                  <a:lnTo>
                    <a:pt x="1306182" y="5358296"/>
                  </a:lnTo>
                  <a:lnTo>
                    <a:pt x="1318505" y="5358296"/>
                  </a:lnTo>
                  <a:lnTo>
                    <a:pt x="1330827" y="5358296"/>
                  </a:lnTo>
                  <a:lnTo>
                    <a:pt x="1343150" y="5358296"/>
                  </a:lnTo>
                  <a:lnTo>
                    <a:pt x="1355472" y="5358296"/>
                  </a:lnTo>
                  <a:lnTo>
                    <a:pt x="1367795" y="5358296"/>
                  </a:lnTo>
                  <a:lnTo>
                    <a:pt x="1380117" y="5358296"/>
                  </a:lnTo>
                  <a:lnTo>
                    <a:pt x="1392439" y="5358296"/>
                  </a:lnTo>
                  <a:lnTo>
                    <a:pt x="1404762" y="5358296"/>
                  </a:lnTo>
                  <a:lnTo>
                    <a:pt x="1417084" y="5358296"/>
                  </a:lnTo>
                  <a:lnTo>
                    <a:pt x="1429407" y="5358296"/>
                  </a:lnTo>
                  <a:lnTo>
                    <a:pt x="1441729" y="5358296"/>
                  </a:lnTo>
                  <a:lnTo>
                    <a:pt x="1454052" y="5358296"/>
                  </a:lnTo>
                  <a:lnTo>
                    <a:pt x="1466374" y="5358296"/>
                  </a:lnTo>
                  <a:lnTo>
                    <a:pt x="1478697" y="5358296"/>
                  </a:lnTo>
                  <a:lnTo>
                    <a:pt x="1491019" y="5358296"/>
                  </a:lnTo>
                  <a:lnTo>
                    <a:pt x="1503342" y="5358296"/>
                  </a:lnTo>
                  <a:lnTo>
                    <a:pt x="1515664" y="5358296"/>
                  </a:lnTo>
                  <a:lnTo>
                    <a:pt x="1527987" y="5358296"/>
                  </a:lnTo>
                  <a:lnTo>
                    <a:pt x="1540309" y="5358296"/>
                  </a:lnTo>
                  <a:lnTo>
                    <a:pt x="1552632" y="5358296"/>
                  </a:lnTo>
                  <a:lnTo>
                    <a:pt x="1564954" y="5358296"/>
                  </a:lnTo>
                  <a:lnTo>
                    <a:pt x="1577277" y="5358296"/>
                  </a:lnTo>
                  <a:lnTo>
                    <a:pt x="1589599" y="5358296"/>
                  </a:lnTo>
                  <a:lnTo>
                    <a:pt x="1601922" y="5358296"/>
                  </a:lnTo>
                  <a:lnTo>
                    <a:pt x="1614244" y="5358296"/>
                  </a:lnTo>
                  <a:lnTo>
                    <a:pt x="1626567" y="5358296"/>
                  </a:lnTo>
                  <a:lnTo>
                    <a:pt x="1638889" y="5358296"/>
                  </a:lnTo>
                  <a:lnTo>
                    <a:pt x="1651212" y="5358296"/>
                  </a:lnTo>
                  <a:lnTo>
                    <a:pt x="1663534" y="5358296"/>
                  </a:lnTo>
                  <a:lnTo>
                    <a:pt x="1675856" y="5358296"/>
                  </a:lnTo>
                  <a:lnTo>
                    <a:pt x="1688179" y="5358296"/>
                  </a:lnTo>
                  <a:lnTo>
                    <a:pt x="1700501" y="5358296"/>
                  </a:lnTo>
                  <a:lnTo>
                    <a:pt x="1712824" y="5358296"/>
                  </a:lnTo>
                  <a:lnTo>
                    <a:pt x="1725146" y="5358296"/>
                  </a:lnTo>
                  <a:lnTo>
                    <a:pt x="1737469" y="5358296"/>
                  </a:lnTo>
                  <a:lnTo>
                    <a:pt x="1749791" y="5358296"/>
                  </a:lnTo>
                  <a:lnTo>
                    <a:pt x="1762114" y="5358296"/>
                  </a:lnTo>
                  <a:lnTo>
                    <a:pt x="1774436" y="5358296"/>
                  </a:lnTo>
                  <a:lnTo>
                    <a:pt x="1786759" y="5358296"/>
                  </a:lnTo>
                  <a:lnTo>
                    <a:pt x="1799081" y="5358296"/>
                  </a:lnTo>
                  <a:lnTo>
                    <a:pt x="1811404" y="5358296"/>
                  </a:lnTo>
                  <a:lnTo>
                    <a:pt x="1823726" y="5358296"/>
                  </a:lnTo>
                  <a:lnTo>
                    <a:pt x="1836049" y="5358296"/>
                  </a:lnTo>
                  <a:lnTo>
                    <a:pt x="1848371" y="5358296"/>
                  </a:lnTo>
                  <a:lnTo>
                    <a:pt x="1860694" y="5358296"/>
                  </a:lnTo>
                  <a:lnTo>
                    <a:pt x="1873016" y="5358296"/>
                  </a:lnTo>
                  <a:lnTo>
                    <a:pt x="1885339" y="5358296"/>
                  </a:lnTo>
                  <a:lnTo>
                    <a:pt x="1897661" y="5358296"/>
                  </a:lnTo>
                  <a:lnTo>
                    <a:pt x="1909984" y="5358296"/>
                  </a:lnTo>
                  <a:lnTo>
                    <a:pt x="1922306" y="5358296"/>
                  </a:lnTo>
                  <a:lnTo>
                    <a:pt x="1934629" y="5358296"/>
                  </a:lnTo>
                  <a:lnTo>
                    <a:pt x="1946951" y="5358296"/>
                  </a:lnTo>
                  <a:lnTo>
                    <a:pt x="1959273" y="5358296"/>
                  </a:lnTo>
                  <a:lnTo>
                    <a:pt x="1971596" y="5358296"/>
                  </a:lnTo>
                  <a:lnTo>
                    <a:pt x="1983918" y="5358296"/>
                  </a:lnTo>
                  <a:lnTo>
                    <a:pt x="1996241" y="5358296"/>
                  </a:lnTo>
                  <a:lnTo>
                    <a:pt x="2008563" y="5358296"/>
                  </a:lnTo>
                  <a:lnTo>
                    <a:pt x="2020886" y="5358296"/>
                  </a:lnTo>
                  <a:lnTo>
                    <a:pt x="2033208" y="5358296"/>
                  </a:lnTo>
                  <a:lnTo>
                    <a:pt x="2045531" y="5358296"/>
                  </a:lnTo>
                  <a:lnTo>
                    <a:pt x="2057853" y="5358296"/>
                  </a:lnTo>
                  <a:lnTo>
                    <a:pt x="2070176" y="5358296"/>
                  </a:lnTo>
                  <a:lnTo>
                    <a:pt x="2082498" y="5358296"/>
                  </a:lnTo>
                  <a:lnTo>
                    <a:pt x="2094821" y="5358296"/>
                  </a:lnTo>
                  <a:lnTo>
                    <a:pt x="2107143" y="5358296"/>
                  </a:lnTo>
                  <a:lnTo>
                    <a:pt x="2119466" y="5358296"/>
                  </a:lnTo>
                  <a:lnTo>
                    <a:pt x="2131788" y="5358296"/>
                  </a:lnTo>
                  <a:lnTo>
                    <a:pt x="2144111" y="5358296"/>
                  </a:lnTo>
                  <a:lnTo>
                    <a:pt x="2156433" y="5358296"/>
                  </a:lnTo>
                  <a:lnTo>
                    <a:pt x="2168756" y="5358296"/>
                  </a:lnTo>
                  <a:lnTo>
                    <a:pt x="2181078" y="5358296"/>
                  </a:lnTo>
                  <a:lnTo>
                    <a:pt x="2193401" y="5358296"/>
                  </a:lnTo>
                  <a:lnTo>
                    <a:pt x="2205723" y="5358296"/>
                  </a:lnTo>
                  <a:lnTo>
                    <a:pt x="2218045" y="5358296"/>
                  </a:lnTo>
                  <a:lnTo>
                    <a:pt x="2230368" y="5358296"/>
                  </a:lnTo>
                  <a:lnTo>
                    <a:pt x="2242690" y="5358296"/>
                  </a:lnTo>
                  <a:lnTo>
                    <a:pt x="2255013" y="5358296"/>
                  </a:lnTo>
                  <a:lnTo>
                    <a:pt x="2267335" y="5358295"/>
                  </a:lnTo>
                  <a:lnTo>
                    <a:pt x="2279658" y="5358292"/>
                  </a:lnTo>
                  <a:lnTo>
                    <a:pt x="2291980" y="5358279"/>
                  </a:lnTo>
                  <a:lnTo>
                    <a:pt x="2304303" y="5358228"/>
                  </a:lnTo>
                  <a:lnTo>
                    <a:pt x="2316625" y="5358061"/>
                  </a:lnTo>
                  <a:lnTo>
                    <a:pt x="2328948" y="5357594"/>
                  </a:lnTo>
                  <a:lnTo>
                    <a:pt x="2341270" y="5356452"/>
                  </a:lnTo>
                  <a:lnTo>
                    <a:pt x="2353593" y="5354040"/>
                  </a:lnTo>
                  <a:lnTo>
                    <a:pt x="2365915" y="5349650"/>
                  </a:lnTo>
                  <a:lnTo>
                    <a:pt x="2378238" y="5342806"/>
                  </a:lnTo>
                  <a:lnTo>
                    <a:pt x="2390560" y="5333779"/>
                  </a:lnTo>
                  <a:lnTo>
                    <a:pt x="2402883" y="5323963"/>
                  </a:lnTo>
                  <a:lnTo>
                    <a:pt x="2415205" y="5315714"/>
                  </a:lnTo>
                  <a:lnTo>
                    <a:pt x="2427528" y="5311498"/>
                  </a:lnTo>
                  <a:lnTo>
                    <a:pt x="2439850" y="5312729"/>
                  </a:lnTo>
                  <a:lnTo>
                    <a:pt x="2452173" y="5319017"/>
                  </a:lnTo>
                  <a:lnTo>
                    <a:pt x="2464495" y="5328362"/>
                  </a:lnTo>
                  <a:lnTo>
                    <a:pt x="2476818" y="5338164"/>
                  </a:lnTo>
                  <a:lnTo>
                    <a:pt x="2489140" y="5346372"/>
                  </a:lnTo>
                  <a:lnTo>
                    <a:pt x="2501462" y="5352088"/>
                  </a:lnTo>
                  <a:lnTo>
                    <a:pt x="2513785" y="5355462"/>
                  </a:lnTo>
                  <a:lnTo>
                    <a:pt x="2526107" y="5357163"/>
                  </a:lnTo>
                  <a:lnTo>
                    <a:pt x="2538430" y="5357900"/>
                  </a:lnTo>
                  <a:lnTo>
                    <a:pt x="2550752" y="5358176"/>
                  </a:lnTo>
                  <a:lnTo>
                    <a:pt x="2563075" y="5358263"/>
                  </a:lnTo>
                  <a:lnTo>
                    <a:pt x="2575397" y="5358288"/>
                  </a:lnTo>
                  <a:lnTo>
                    <a:pt x="2587720" y="5358294"/>
                  </a:lnTo>
                  <a:lnTo>
                    <a:pt x="2600042" y="5358296"/>
                  </a:lnTo>
                  <a:lnTo>
                    <a:pt x="2612365" y="5358296"/>
                  </a:lnTo>
                  <a:lnTo>
                    <a:pt x="2624687" y="5358296"/>
                  </a:lnTo>
                  <a:lnTo>
                    <a:pt x="2637010" y="5358296"/>
                  </a:lnTo>
                  <a:lnTo>
                    <a:pt x="2649332" y="5358296"/>
                  </a:lnTo>
                  <a:lnTo>
                    <a:pt x="2661655" y="5358296"/>
                  </a:lnTo>
                  <a:lnTo>
                    <a:pt x="2673977" y="5358296"/>
                  </a:lnTo>
                  <a:lnTo>
                    <a:pt x="2686300" y="5358296"/>
                  </a:lnTo>
                  <a:lnTo>
                    <a:pt x="2698622" y="5358296"/>
                  </a:lnTo>
                  <a:lnTo>
                    <a:pt x="2710945" y="5358296"/>
                  </a:lnTo>
                  <a:lnTo>
                    <a:pt x="2723267" y="5358296"/>
                  </a:lnTo>
                  <a:lnTo>
                    <a:pt x="2735590" y="5358296"/>
                  </a:lnTo>
                  <a:lnTo>
                    <a:pt x="2747912" y="5358296"/>
                  </a:lnTo>
                  <a:lnTo>
                    <a:pt x="2760235" y="5358296"/>
                  </a:lnTo>
                  <a:lnTo>
                    <a:pt x="2772557" y="5358296"/>
                  </a:lnTo>
                  <a:lnTo>
                    <a:pt x="2784879" y="5358296"/>
                  </a:lnTo>
                  <a:lnTo>
                    <a:pt x="2797202" y="5358296"/>
                  </a:lnTo>
                  <a:lnTo>
                    <a:pt x="2809524" y="5358296"/>
                  </a:lnTo>
                  <a:lnTo>
                    <a:pt x="2821847" y="5358296"/>
                  </a:lnTo>
                  <a:lnTo>
                    <a:pt x="2834169" y="5358296"/>
                  </a:lnTo>
                  <a:lnTo>
                    <a:pt x="2846492" y="5358296"/>
                  </a:lnTo>
                  <a:lnTo>
                    <a:pt x="2858814" y="5358296"/>
                  </a:lnTo>
                  <a:lnTo>
                    <a:pt x="2871137" y="5358296"/>
                  </a:lnTo>
                  <a:lnTo>
                    <a:pt x="2883459" y="5358296"/>
                  </a:lnTo>
                  <a:lnTo>
                    <a:pt x="2895782" y="5358296"/>
                  </a:lnTo>
                  <a:lnTo>
                    <a:pt x="2908104" y="5358296"/>
                  </a:lnTo>
                  <a:lnTo>
                    <a:pt x="2920427" y="5358296"/>
                  </a:lnTo>
                  <a:lnTo>
                    <a:pt x="2932749" y="5358296"/>
                  </a:lnTo>
                  <a:lnTo>
                    <a:pt x="2945072" y="5358296"/>
                  </a:lnTo>
                  <a:lnTo>
                    <a:pt x="2957394" y="5358296"/>
                  </a:lnTo>
                  <a:lnTo>
                    <a:pt x="2969717" y="5358296"/>
                  </a:lnTo>
                  <a:lnTo>
                    <a:pt x="2982039" y="5358296"/>
                  </a:lnTo>
                  <a:lnTo>
                    <a:pt x="2994362" y="5358296"/>
                  </a:lnTo>
                  <a:lnTo>
                    <a:pt x="3006684" y="5358296"/>
                  </a:lnTo>
                  <a:lnTo>
                    <a:pt x="3019007" y="5358296"/>
                  </a:lnTo>
                  <a:lnTo>
                    <a:pt x="3031329" y="5358296"/>
                  </a:lnTo>
                  <a:lnTo>
                    <a:pt x="3043652" y="5358296"/>
                  </a:lnTo>
                  <a:lnTo>
                    <a:pt x="3055974" y="5358296"/>
                  </a:lnTo>
                  <a:lnTo>
                    <a:pt x="3068296" y="5358296"/>
                  </a:lnTo>
                  <a:lnTo>
                    <a:pt x="3080619" y="5358296"/>
                  </a:lnTo>
                  <a:lnTo>
                    <a:pt x="3092941" y="5358296"/>
                  </a:lnTo>
                  <a:lnTo>
                    <a:pt x="3105264" y="5358296"/>
                  </a:lnTo>
                  <a:lnTo>
                    <a:pt x="3117586" y="5358296"/>
                  </a:lnTo>
                  <a:lnTo>
                    <a:pt x="3129909" y="5358296"/>
                  </a:lnTo>
                  <a:lnTo>
                    <a:pt x="3142231" y="5358296"/>
                  </a:lnTo>
                  <a:lnTo>
                    <a:pt x="3154554" y="5358296"/>
                  </a:lnTo>
                  <a:lnTo>
                    <a:pt x="3166876" y="5358296"/>
                  </a:lnTo>
                  <a:lnTo>
                    <a:pt x="3179199" y="5358296"/>
                  </a:lnTo>
                  <a:lnTo>
                    <a:pt x="3191521" y="5358296"/>
                  </a:lnTo>
                  <a:lnTo>
                    <a:pt x="3203844" y="5358296"/>
                  </a:lnTo>
                  <a:lnTo>
                    <a:pt x="3216166" y="5358296"/>
                  </a:lnTo>
                  <a:lnTo>
                    <a:pt x="3228489" y="5358296"/>
                  </a:lnTo>
                  <a:lnTo>
                    <a:pt x="3240811" y="5358296"/>
                  </a:lnTo>
                  <a:lnTo>
                    <a:pt x="3253134" y="5358296"/>
                  </a:lnTo>
                  <a:lnTo>
                    <a:pt x="3265456" y="5358296"/>
                  </a:lnTo>
                  <a:lnTo>
                    <a:pt x="3277779" y="5358296"/>
                  </a:lnTo>
                  <a:lnTo>
                    <a:pt x="3290101" y="5358296"/>
                  </a:lnTo>
                  <a:lnTo>
                    <a:pt x="3302424" y="5358296"/>
                  </a:lnTo>
                  <a:lnTo>
                    <a:pt x="3314746" y="5358296"/>
                  </a:lnTo>
                  <a:lnTo>
                    <a:pt x="3327068" y="5358296"/>
                  </a:lnTo>
                  <a:lnTo>
                    <a:pt x="3339391" y="5358296"/>
                  </a:lnTo>
                  <a:lnTo>
                    <a:pt x="3351713" y="5358296"/>
                  </a:lnTo>
                  <a:lnTo>
                    <a:pt x="3364036" y="5358296"/>
                  </a:lnTo>
                  <a:lnTo>
                    <a:pt x="3376358" y="5358296"/>
                  </a:lnTo>
                  <a:lnTo>
                    <a:pt x="3388681" y="5358296"/>
                  </a:lnTo>
                  <a:lnTo>
                    <a:pt x="3401003" y="5358296"/>
                  </a:lnTo>
                  <a:lnTo>
                    <a:pt x="3413326" y="5358296"/>
                  </a:lnTo>
                  <a:lnTo>
                    <a:pt x="3425648" y="5358296"/>
                  </a:lnTo>
                  <a:lnTo>
                    <a:pt x="3437971" y="5358296"/>
                  </a:lnTo>
                  <a:lnTo>
                    <a:pt x="3450293" y="5358296"/>
                  </a:lnTo>
                  <a:lnTo>
                    <a:pt x="3462616" y="5358296"/>
                  </a:lnTo>
                  <a:lnTo>
                    <a:pt x="3474938" y="5358296"/>
                  </a:lnTo>
                  <a:lnTo>
                    <a:pt x="3487261" y="5358296"/>
                  </a:lnTo>
                  <a:lnTo>
                    <a:pt x="3499583" y="5358296"/>
                  </a:lnTo>
                  <a:lnTo>
                    <a:pt x="3511906" y="5358296"/>
                  </a:lnTo>
                  <a:lnTo>
                    <a:pt x="3524228" y="5358296"/>
                  </a:lnTo>
                  <a:lnTo>
                    <a:pt x="3536551" y="5358296"/>
                  </a:lnTo>
                  <a:lnTo>
                    <a:pt x="3548873" y="5358296"/>
                  </a:lnTo>
                  <a:lnTo>
                    <a:pt x="3561196" y="5358296"/>
                  </a:lnTo>
                  <a:lnTo>
                    <a:pt x="3573518" y="5358296"/>
                  </a:lnTo>
                  <a:lnTo>
                    <a:pt x="3585841" y="5358296"/>
                  </a:lnTo>
                  <a:lnTo>
                    <a:pt x="3598163" y="5358296"/>
                  </a:lnTo>
                  <a:lnTo>
                    <a:pt x="3610485" y="5358296"/>
                  </a:lnTo>
                  <a:lnTo>
                    <a:pt x="3622808" y="5358296"/>
                  </a:lnTo>
                  <a:lnTo>
                    <a:pt x="3635130" y="5358296"/>
                  </a:lnTo>
                  <a:lnTo>
                    <a:pt x="3647453" y="5358296"/>
                  </a:lnTo>
                  <a:lnTo>
                    <a:pt x="3659775" y="5358296"/>
                  </a:lnTo>
                  <a:lnTo>
                    <a:pt x="3672098" y="5358296"/>
                  </a:lnTo>
                  <a:lnTo>
                    <a:pt x="3684420" y="5358296"/>
                  </a:lnTo>
                  <a:lnTo>
                    <a:pt x="3696743" y="5358296"/>
                  </a:lnTo>
                  <a:lnTo>
                    <a:pt x="3709065" y="5358296"/>
                  </a:lnTo>
                  <a:lnTo>
                    <a:pt x="3721388" y="5358296"/>
                  </a:lnTo>
                  <a:lnTo>
                    <a:pt x="3733710" y="5358296"/>
                  </a:lnTo>
                  <a:lnTo>
                    <a:pt x="3746033" y="5358296"/>
                  </a:lnTo>
                  <a:lnTo>
                    <a:pt x="3758355" y="5358296"/>
                  </a:lnTo>
                  <a:lnTo>
                    <a:pt x="3770678" y="5358296"/>
                  </a:lnTo>
                  <a:lnTo>
                    <a:pt x="3783000" y="5358296"/>
                  </a:lnTo>
                  <a:lnTo>
                    <a:pt x="3795323" y="5358296"/>
                  </a:lnTo>
                  <a:lnTo>
                    <a:pt x="3807645" y="5358296"/>
                  </a:lnTo>
                  <a:lnTo>
                    <a:pt x="3819968" y="5358296"/>
                  </a:lnTo>
                  <a:lnTo>
                    <a:pt x="3832290" y="5358296"/>
                  </a:lnTo>
                  <a:lnTo>
                    <a:pt x="3844613" y="5358296"/>
                  </a:lnTo>
                  <a:lnTo>
                    <a:pt x="3856935" y="5358296"/>
                  </a:lnTo>
                  <a:lnTo>
                    <a:pt x="3869258" y="5358296"/>
                  </a:lnTo>
                  <a:lnTo>
                    <a:pt x="3881580" y="5358296"/>
                  </a:lnTo>
                  <a:lnTo>
                    <a:pt x="3893902" y="5358296"/>
                  </a:lnTo>
                  <a:lnTo>
                    <a:pt x="3906225" y="5358296"/>
                  </a:lnTo>
                  <a:lnTo>
                    <a:pt x="3918547" y="5358296"/>
                  </a:lnTo>
                  <a:lnTo>
                    <a:pt x="3930870" y="5358296"/>
                  </a:lnTo>
                  <a:lnTo>
                    <a:pt x="3943192" y="5358296"/>
                  </a:lnTo>
                  <a:lnTo>
                    <a:pt x="3955515" y="5358296"/>
                  </a:lnTo>
                  <a:lnTo>
                    <a:pt x="3967837" y="5358296"/>
                  </a:lnTo>
                  <a:lnTo>
                    <a:pt x="3980160" y="5358296"/>
                  </a:lnTo>
                  <a:lnTo>
                    <a:pt x="3992482" y="5358296"/>
                  </a:lnTo>
                  <a:lnTo>
                    <a:pt x="4004805" y="5358296"/>
                  </a:lnTo>
                  <a:lnTo>
                    <a:pt x="4017127" y="5358296"/>
                  </a:lnTo>
                  <a:lnTo>
                    <a:pt x="4029450" y="5358296"/>
                  </a:lnTo>
                  <a:lnTo>
                    <a:pt x="4041772" y="5358296"/>
                  </a:lnTo>
                  <a:lnTo>
                    <a:pt x="4054095" y="5358296"/>
                  </a:lnTo>
                  <a:lnTo>
                    <a:pt x="4066417" y="5358296"/>
                  </a:lnTo>
                  <a:lnTo>
                    <a:pt x="4078740" y="5358296"/>
                  </a:lnTo>
                  <a:lnTo>
                    <a:pt x="4091062" y="5358296"/>
                  </a:lnTo>
                  <a:lnTo>
                    <a:pt x="4103385" y="5358296"/>
                  </a:lnTo>
                  <a:lnTo>
                    <a:pt x="4115707" y="5358296"/>
                  </a:lnTo>
                  <a:lnTo>
                    <a:pt x="4128030" y="5358296"/>
                  </a:lnTo>
                  <a:lnTo>
                    <a:pt x="4140352" y="5358296"/>
                  </a:lnTo>
                  <a:lnTo>
                    <a:pt x="4152675" y="5358296"/>
                  </a:lnTo>
                  <a:lnTo>
                    <a:pt x="4164997" y="5358296"/>
                  </a:lnTo>
                  <a:lnTo>
                    <a:pt x="4177319" y="5358296"/>
                  </a:lnTo>
                  <a:lnTo>
                    <a:pt x="4189642" y="5358296"/>
                  </a:lnTo>
                  <a:lnTo>
                    <a:pt x="4201964" y="5358296"/>
                  </a:lnTo>
                  <a:lnTo>
                    <a:pt x="4214287" y="5358296"/>
                  </a:lnTo>
                  <a:lnTo>
                    <a:pt x="4226609" y="5358296"/>
                  </a:lnTo>
                  <a:lnTo>
                    <a:pt x="4238932" y="5358296"/>
                  </a:lnTo>
                  <a:lnTo>
                    <a:pt x="4251254" y="5358296"/>
                  </a:lnTo>
                  <a:lnTo>
                    <a:pt x="4263577" y="5358296"/>
                  </a:lnTo>
                  <a:lnTo>
                    <a:pt x="4275899" y="5358296"/>
                  </a:lnTo>
                  <a:lnTo>
                    <a:pt x="4288222" y="5358296"/>
                  </a:lnTo>
                  <a:lnTo>
                    <a:pt x="4300544" y="5358296"/>
                  </a:lnTo>
                  <a:lnTo>
                    <a:pt x="4312867" y="5358296"/>
                  </a:lnTo>
                  <a:lnTo>
                    <a:pt x="4325189" y="5358296"/>
                  </a:lnTo>
                  <a:lnTo>
                    <a:pt x="4337512" y="5358296"/>
                  </a:lnTo>
                  <a:lnTo>
                    <a:pt x="4349834" y="5358296"/>
                  </a:lnTo>
                  <a:lnTo>
                    <a:pt x="4362157" y="5358296"/>
                  </a:lnTo>
                  <a:lnTo>
                    <a:pt x="4374479" y="5358296"/>
                  </a:lnTo>
                  <a:lnTo>
                    <a:pt x="4386802" y="5358296"/>
                  </a:lnTo>
                  <a:lnTo>
                    <a:pt x="4399124" y="5358296"/>
                  </a:lnTo>
                  <a:lnTo>
                    <a:pt x="4411447" y="5358296"/>
                  </a:lnTo>
                  <a:lnTo>
                    <a:pt x="4423769" y="5358296"/>
                  </a:lnTo>
                  <a:lnTo>
                    <a:pt x="4436091" y="5358296"/>
                  </a:lnTo>
                  <a:lnTo>
                    <a:pt x="4448414" y="5358296"/>
                  </a:lnTo>
                  <a:lnTo>
                    <a:pt x="4460736" y="5358296"/>
                  </a:lnTo>
                  <a:lnTo>
                    <a:pt x="4473059" y="5358296"/>
                  </a:lnTo>
                  <a:lnTo>
                    <a:pt x="4485381" y="5358296"/>
                  </a:lnTo>
                  <a:lnTo>
                    <a:pt x="4497704" y="5358296"/>
                  </a:lnTo>
                  <a:lnTo>
                    <a:pt x="4510026" y="5358296"/>
                  </a:lnTo>
                  <a:lnTo>
                    <a:pt x="4522349" y="5358296"/>
                  </a:lnTo>
                  <a:lnTo>
                    <a:pt x="4534671" y="5358296"/>
                  </a:lnTo>
                  <a:lnTo>
                    <a:pt x="4546994" y="5358296"/>
                  </a:lnTo>
                  <a:lnTo>
                    <a:pt x="4559316" y="5358296"/>
                  </a:lnTo>
                  <a:lnTo>
                    <a:pt x="4571639" y="5358296"/>
                  </a:lnTo>
                  <a:lnTo>
                    <a:pt x="4583961" y="5358296"/>
                  </a:lnTo>
                  <a:lnTo>
                    <a:pt x="4596284" y="5358296"/>
                  </a:lnTo>
                  <a:lnTo>
                    <a:pt x="4608606" y="5358296"/>
                  </a:lnTo>
                  <a:lnTo>
                    <a:pt x="4620929" y="5358296"/>
                  </a:lnTo>
                  <a:lnTo>
                    <a:pt x="4633251" y="5358296"/>
                  </a:lnTo>
                  <a:lnTo>
                    <a:pt x="4645574" y="5358296"/>
                  </a:lnTo>
                  <a:lnTo>
                    <a:pt x="4657896" y="5358296"/>
                  </a:lnTo>
                  <a:lnTo>
                    <a:pt x="4670219" y="5358296"/>
                  </a:lnTo>
                  <a:lnTo>
                    <a:pt x="4682541" y="5358296"/>
                  </a:lnTo>
                  <a:lnTo>
                    <a:pt x="4694864" y="5358296"/>
                  </a:lnTo>
                  <a:lnTo>
                    <a:pt x="4707186" y="5358296"/>
                  </a:lnTo>
                  <a:lnTo>
                    <a:pt x="4719508" y="5358296"/>
                  </a:lnTo>
                  <a:lnTo>
                    <a:pt x="4731831" y="5358296"/>
                  </a:lnTo>
                  <a:lnTo>
                    <a:pt x="4744153" y="5358296"/>
                  </a:lnTo>
                  <a:lnTo>
                    <a:pt x="4756476" y="5358296"/>
                  </a:lnTo>
                  <a:lnTo>
                    <a:pt x="4768798" y="5358296"/>
                  </a:lnTo>
                  <a:lnTo>
                    <a:pt x="4781121" y="5358296"/>
                  </a:lnTo>
                  <a:lnTo>
                    <a:pt x="4793443" y="5358296"/>
                  </a:lnTo>
                  <a:lnTo>
                    <a:pt x="4805766" y="5358296"/>
                  </a:lnTo>
                  <a:lnTo>
                    <a:pt x="4818088" y="5358296"/>
                  </a:lnTo>
                  <a:lnTo>
                    <a:pt x="4830411" y="5358296"/>
                  </a:lnTo>
                  <a:lnTo>
                    <a:pt x="4842733" y="5358296"/>
                  </a:lnTo>
                  <a:lnTo>
                    <a:pt x="4855056" y="5358296"/>
                  </a:lnTo>
                  <a:lnTo>
                    <a:pt x="4867378" y="5358296"/>
                  </a:lnTo>
                  <a:lnTo>
                    <a:pt x="4879701" y="5358296"/>
                  </a:lnTo>
                  <a:lnTo>
                    <a:pt x="4892023" y="5358296"/>
                  </a:lnTo>
                  <a:lnTo>
                    <a:pt x="4904346" y="5358296"/>
                  </a:lnTo>
                  <a:lnTo>
                    <a:pt x="4916668" y="5358296"/>
                  </a:lnTo>
                  <a:lnTo>
                    <a:pt x="4928991" y="5358296"/>
                  </a:lnTo>
                  <a:lnTo>
                    <a:pt x="4941313" y="5358296"/>
                  </a:lnTo>
                  <a:lnTo>
                    <a:pt x="4953636" y="5358296"/>
                  </a:lnTo>
                  <a:lnTo>
                    <a:pt x="4965958" y="5358296"/>
                  </a:lnTo>
                  <a:lnTo>
                    <a:pt x="4978281" y="5358296"/>
                  </a:lnTo>
                  <a:lnTo>
                    <a:pt x="4990603" y="5358296"/>
                  </a:lnTo>
                  <a:lnTo>
                    <a:pt x="5002925" y="5358296"/>
                  </a:lnTo>
                  <a:lnTo>
                    <a:pt x="5015248" y="5358296"/>
                  </a:lnTo>
                  <a:lnTo>
                    <a:pt x="5027570" y="5358296"/>
                  </a:lnTo>
                  <a:lnTo>
                    <a:pt x="5039893" y="5358296"/>
                  </a:lnTo>
                  <a:lnTo>
                    <a:pt x="5052215" y="5358296"/>
                  </a:lnTo>
                  <a:lnTo>
                    <a:pt x="5064538" y="5358296"/>
                  </a:lnTo>
                  <a:lnTo>
                    <a:pt x="5076860" y="5358296"/>
                  </a:lnTo>
                  <a:lnTo>
                    <a:pt x="5089183" y="5358296"/>
                  </a:lnTo>
                  <a:lnTo>
                    <a:pt x="5101505" y="5358296"/>
                  </a:lnTo>
                  <a:lnTo>
                    <a:pt x="5113828" y="5358296"/>
                  </a:lnTo>
                  <a:lnTo>
                    <a:pt x="5126150" y="5358296"/>
                  </a:lnTo>
                  <a:lnTo>
                    <a:pt x="5138473" y="5358296"/>
                  </a:lnTo>
                  <a:lnTo>
                    <a:pt x="5150795" y="5358296"/>
                  </a:lnTo>
                  <a:lnTo>
                    <a:pt x="5163118" y="5358296"/>
                  </a:lnTo>
                  <a:lnTo>
                    <a:pt x="5175440" y="5358296"/>
                  </a:lnTo>
                  <a:lnTo>
                    <a:pt x="5187763" y="5358296"/>
                  </a:lnTo>
                  <a:lnTo>
                    <a:pt x="5200085" y="5358296"/>
                  </a:lnTo>
                  <a:lnTo>
                    <a:pt x="5212408" y="5358296"/>
                  </a:lnTo>
                  <a:lnTo>
                    <a:pt x="5224730" y="5358296"/>
                  </a:lnTo>
                  <a:lnTo>
                    <a:pt x="5237053" y="5358296"/>
                  </a:lnTo>
                  <a:lnTo>
                    <a:pt x="5249375" y="5358296"/>
                  </a:lnTo>
                  <a:lnTo>
                    <a:pt x="5261698" y="5358296"/>
                  </a:lnTo>
                  <a:lnTo>
                    <a:pt x="5274020" y="5358296"/>
                  </a:lnTo>
                  <a:lnTo>
                    <a:pt x="5286342" y="5358296"/>
                  </a:lnTo>
                  <a:lnTo>
                    <a:pt x="5298665" y="5358296"/>
                  </a:lnTo>
                  <a:lnTo>
                    <a:pt x="5310987" y="5358296"/>
                  </a:lnTo>
                  <a:lnTo>
                    <a:pt x="5323310" y="5358296"/>
                  </a:lnTo>
                  <a:lnTo>
                    <a:pt x="5335632" y="5358296"/>
                  </a:lnTo>
                  <a:lnTo>
                    <a:pt x="5347955" y="5358296"/>
                  </a:lnTo>
                  <a:lnTo>
                    <a:pt x="5360277" y="5358296"/>
                  </a:lnTo>
                  <a:lnTo>
                    <a:pt x="5372600" y="5358296"/>
                  </a:lnTo>
                  <a:lnTo>
                    <a:pt x="5384922" y="5358296"/>
                  </a:lnTo>
                  <a:lnTo>
                    <a:pt x="5397245" y="5358296"/>
                  </a:lnTo>
                  <a:lnTo>
                    <a:pt x="5409567" y="5358296"/>
                  </a:lnTo>
                  <a:lnTo>
                    <a:pt x="5421890" y="5358296"/>
                  </a:lnTo>
                  <a:lnTo>
                    <a:pt x="5434212" y="5358296"/>
                  </a:lnTo>
                  <a:lnTo>
                    <a:pt x="5446535" y="5358296"/>
                  </a:lnTo>
                  <a:lnTo>
                    <a:pt x="5458857" y="5358296"/>
                  </a:lnTo>
                  <a:lnTo>
                    <a:pt x="5471180" y="5358296"/>
                  </a:lnTo>
                  <a:lnTo>
                    <a:pt x="5483502" y="5358296"/>
                  </a:lnTo>
                  <a:lnTo>
                    <a:pt x="5495825" y="5358296"/>
                  </a:lnTo>
                  <a:lnTo>
                    <a:pt x="5508147" y="5358296"/>
                  </a:lnTo>
                  <a:lnTo>
                    <a:pt x="5520470" y="5358296"/>
                  </a:lnTo>
                  <a:lnTo>
                    <a:pt x="5532792" y="5358296"/>
                  </a:lnTo>
                  <a:lnTo>
                    <a:pt x="5545114" y="5358296"/>
                  </a:lnTo>
                  <a:lnTo>
                    <a:pt x="5557437" y="5358296"/>
                  </a:lnTo>
                  <a:lnTo>
                    <a:pt x="5569759" y="5358296"/>
                  </a:lnTo>
                  <a:lnTo>
                    <a:pt x="5582082" y="5358296"/>
                  </a:lnTo>
                  <a:lnTo>
                    <a:pt x="5594404" y="5358296"/>
                  </a:lnTo>
                  <a:lnTo>
                    <a:pt x="5606727" y="5358296"/>
                  </a:lnTo>
                  <a:lnTo>
                    <a:pt x="5619049" y="5358296"/>
                  </a:lnTo>
                  <a:lnTo>
                    <a:pt x="5631372" y="5358296"/>
                  </a:lnTo>
                  <a:lnTo>
                    <a:pt x="5643694" y="5358296"/>
                  </a:lnTo>
                  <a:lnTo>
                    <a:pt x="5656017" y="5358296"/>
                  </a:lnTo>
                  <a:lnTo>
                    <a:pt x="5668339" y="5358296"/>
                  </a:lnTo>
                  <a:lnTo>
                    <a:pt x="5680662" y="5358296"/>
                  </a:lnTo>
                  <a:lnTo>
                    <a:pt x="5692984" y="5358296"/>
                  </a:lnTo>
                  <a:lnTo>
                    <a:pt x="5705307" y="5358296"/>
                  </a:lnTo>
                  <a:lnTo>
                    <a:pt x="5717629" y="5358296"/>
                  </a:lnTo>
                  <a:lnTo>
                    <a:pt x="5729952" y="5358296"/>
                  </a:lnTo>
                  <a:lnTo>
                    <a:pt x="5742274" y="5358296"/>
                  </a:lnTo>
                  <a:lnTo>
                    <a:pt x="5754597" y="5358296"/>
                  </a:lnTo>
                  <a:lnTo>
                    <a:pt x="5766919" y="5358296"/>
                  </a:lnTo>
                  <a:lnTo>
                    <a:pt x="5779242" y="5358296"/>
                  </a:lnTo>
                  <a:lnTo>
                    <a:pt x="5791564" y="5358296"/>
                  </a:lnTo>
                  <a:lnTo>
                    <a:pt x="5803887" y="5358296"/>
                  </a:lnTo>
                  <a:lnTo>
                    <a:pt x="5816209" y="5358296"/>
                  </a:lnTo>
                  <a:lnTo>
                    <a:pt x="5828531" y="5358296"/>
                  </a:lnTo>
                  <a:lnTo>
                    <a:pt x="5840854" y="5358296"/>
                  </a:lnTo>
                  <a:lnTo>
                    <a:pt x="5853176" y="5358296"/>
                  </a:lnTo>
                  <a:lnTo>
                    <a:pt x="5865499" y="5358296"/>
                  </a:lnTo>
                  <a:lnTo>
                    <a:pt x="5877821" y="5358296"/>
                  </a:lnTo>
                  <a:lnTo>
                    <a:pt x="5890144" y="5358296"/>
                  </a:lnTo>
                  <a:lnTo>
                    <a:pt x="5902466" y="5358296"/>
                  </a:lnTo>
                  <a:lnTo>
                    <a:pt x="5914789" y="5358296"/>
                  </a:lnTo>
                  <a:lnTo>
                    <a:pt x="5927111" y="5358296"/>
                  </a:lnTo>
                  <a:lnTo>
                    <a:pt x="5939434" y="5358296"/>
                  </a:lnTo>
                  <a:lnTo>
                    <a:pt x="5951756" y="5358296"/>
                  </a:lnTo>
                  <a:lnTo>
                    <a:pt x="5964079" y="5358296"/>
                  </a:lnTo>
                  <a:lnTo>
                    <a:pt x="5976401" y="5358296"/>
                  </a:lnTo>
                  <a:lnTo>
                    <a:pt x="5988724" y="5358296"/>
                  </a:lnTo>
                  <a:lnTo>
                    <a:pt x="6001046" y="5358296"/>
                  </a:lnTo>
                  <a:lnTo>
                    <a:pt x="6013369" y="5358296"/>
                  </a:lnTo>
                  <a:lnTo>
                    <a:pt x="6025691" y="5358296"/>
                  </a:lnTo>
                  <a:lnTo>
                    <a:pt x="6038014" y="5358296"/>
                  </a:lnTo>
                  <a:lnTo>
                    <a:pt x="6050336" y="5358296"/>
                  </a:lnTo>
                  <a:lnTo>
                    <a:pt x="6062659" y="5358296"/>
                  </a:lnTo>
                  <a:lnTo>
                    <a:pt x="6074981" y="5358296"/>
                  </a:lnTo>
                  <a:lnTo>
                    <a:pt x="6087304" y="5358296"/>
                  </a:lnTo>
                  <a:lnTo>
                    <a:pt x="6099626" y="5358296"/>
                  </a:lnTo>
                  <a:lnTo>
                    <a:pt x="6111948" y="5358296"/>
                  </a:lnTo>
                  <a:lnTo>
                    <a:pt x="6124271" y="5358296"/>
                  </a:lnTo>
                  <a:lnTo>
                    <a:pt x="6136593" y="5358296"/>
                  </a:lnTo>
                  <a:lnTo>
                    <a:pt x="6148916" y="5358296"/>
                  </a:lnTo>
                  <a:lnTo>
                    <a:pt x="6161238" y="5358296"/>
                  </a:lnTo>
                  <a:lnTo>
                    <a:pt x="6173561" y="5358296"/>
                  </a:lnTo>
                  <a:lnTo>
                    <a:pt x="6185883" y="5358296"/>
                  </a:lnTo>
                  <a:lnTo>
                    <a:pt x="6198206" y="5358296"/>
                  </a:lnTo>
                  <a:lnTo>
                    <a:pt x="6210528" y="5358296"/>
                  </a:lnTo>
                  <a:lnTo>
                    <a:pt x="6222851" y="5358296"/>
                  </a:lnTo>
                  <a:lnTo>
                    <a:pt x="6235173" y="5358296"/>
                  </a:lnTo>
                  <a:lnTo>
                    <a:pt x="6247496" y="5358296"/>
                  </a:lnTo>
                  <a:lnTo>
                    <a:pt x="6259818" y="5358296"/>
                  </a:lnTo>
                  <a:lnTo>
                    <a:pt x="6272141" y="5358296"/>
                  </a:lnTo>
                  <a:lnTo>
                    <a:pt x="6284463" y="5358296"/>
                  </a:lnTo>
                  <a:lnTo>
                    <a:pt x="6296786" y="5358296"/>
                  </a:lnTo>
                  <a:lnTo>
                    <a:pt x="6284463" y="5358296"/>
                  </a:lnTo>
                  <a:lnTo>
                    <a:pt x="6272141" y="5358296"/>
                  </a:lnTo>
                  <a:lnTo>
                    <a:pt x="6259818" y="5358296"/>
                  </a:lnTo>
                  <a:lnTo>
                    <a:pt x="6247496" y="5358296"/>
                  </a:lnTo>
                  <a:lnTo>
                    <a:pt x="6235173" y="5358296"/>
                  </a:lnTo>
                  <a:lnTo>
                    <a:pt x="6222851" y="5358296"/>
                  </a:lnTo>
                  <a:lnTo>
                    <a:pt x="6210528" y="5358296"/>
                  </a:lnTo>
                  <a:lnTo>
                    <a:pt x="6198206" y="5358296"/>
                  </a:lnTo>
                  <a:lnTo>
                    <a:pt x="6185883" y="5358296"/>
                  </a:lnTo>
                  <a:lnTo>
                    <a:pt x="6173561" y="5358296"/>
                  </a:lnTo>
                  <a:lnTo>
                    <a:pt x="6161238" y="5358296"/>
                  </a:lnTo>
                  <a:lnTo>
                    <a:pt x="6148916" y="5358296"/>
                  </a:lnTo>
                  <a:lnTo>
                    <a:pt x="6136593" y="5358296"/>
                  </a:lnTo>
                  <a:lnTo>
                    <a:pt x="6124271" y="5358296"/>
                  </a:lnTo>
                  <a:lnTo>
                    <a:pt x="6111948" y="5358296"/>
                  </a:lnTo>
                  <a:lnTo>
                    <a:pt x="6099626" y="5358296"/>
                  </a:lnTo>
                  <a:lnTo>
                    <a:pt x="6087304" y="5358296"/>
                  </a:lnTo>
                  <a:lnTo>
                    <a:pt x="6074981" y="5358296"/>
                  </a:lnTo>
                  <a:lnTo>
                    <a:pt x="6062659" y="5358296"/>
                  </a:lnTo>
                  <a:lnTo>
                    <a:pt x="6050336" y="5358296"/>
                  </a:lnTo>
                  <a:lnTo>
                    <a:pt x="6038014" y="5358296"/>
                  </a:lnTo>
                  <a:lnTo>
                    <a:pt x="6025691" y="5358296"/>
                  </a:lnTo>
                  <a:lnTo>
                    <a:pt x="6013369" y="5358296"/>
                  </a:lnTo>
                  <a:lnTo>
                    <a:pt x="6001046" y="5358296"/>
                  </a:lnTo>
                  <a:lnTo>
                    <a:pt x="5988724" y="5358296"/>
                  </a:lnTo>
                  <a:lnTo>
                    <a:pt x="5976401" y="5358296"/>
                  </a:lnTo>
                  <a:lnTo>
                    <a:pt x="5964079" y="5358296"/>
                  </a:lnTo>
                  <a:lnTo>
                    <a:pt x="5951756" y="5358296"/>
                  </a:lnTo>
                  <a:lnTo>
                    <a:pt x="5939434" y="5358296"/>
                  </a:lnTo>
                  <a:lnTo>
                    <a:pt x="5927111" y="5358296"/>
                  </a:lnTo>
                  <a:lnTo>
                    <a:pt x="5914789" y="5358296"/>
                  </a:lnTo>
                  <a:lnTo>
                    <a:pt x="5902466" y="5358296"/>
                  </a:lnTo>
                  <a:lnTo>
                    <a:pt x="5890144" y="5358296"/>
                  </a:lnTo>
                  <a:lnTo>
                    <a:pt x="5877821" y="5358296"/>
                  </a:lnTo>
                  <a:lnTo>
                    <a:pt x="5865499" y="5358296"/>
                  </a:lnTo>
                  <a:lnTo>
                    <a:pt x="5853176" y="5358296"/>
                  </a:lnTo>
                  <a:lnTo>
                    <a:pt x="5840854" y="5358296"/>
                  </a:lnTo>
                  <a:lnTo>
                    <a:pt x="5828531" y="5358296"/>
                  </a:lnTo>
                  <a:lnTo>
                    <a:pt x="5816209" y="5358296"/>
                  </a:lnTo>
                  <a:lnTo>
                    <a:pt x="5803887" y="5358296"/>
                  </a:lnTo>
                  <a:lnTo>
                    <a:pt x="5791564" y="5358296"/>
                  </a:lnTo>
                  <a:lnTo>
                    <a:pt x="5779242" y="5358296"/>
                  </a:lnTo>
                  <a:lnTo>
                    <a:pt x="5766919" y="5358296"/>
                  </a:lnTo>
                  <a:lnTo>
                    <a:pt x="5754597" y="5358296"/>
                  </a:lnTo>
                  <a:lnTo>
                    <a:pt x="5742274" y="5358296"/>
                  </a:lnTo>
                  <a:lnTo>
                    <a:pt x="5729952" y="5358296"/>
                  </a:lnTo>
                  <a:lnTo>
                    <a:pt x="5717629" y="5358296"/>
                  </a:lnTo>
                  <a:lnTo>
                    <a:pt x="5705307" y="5358296"/>
                  </a:lnTo>
                  <a:lnTo>
                    <a:pt x="5692984" y="5358296"/>
                  </a:lnTo>
                  <a:lnTo>
                    <a:pt x="5680662" y="5358296"/>
                  </a:lnTo>
                  <a:lnTo>
                    <a:pt x="5668339" y="5358296"/>
                  </a:lnTo>
                  <a:lnTo>
                    <a:pt x="5656017" y="5358296"/>
                  </a:lnTo>
                  <a:lnTo>
                    <a:pt x="5643694" y="5358296"/>
                  </a:lnTo>
                  <a:lnTo>
                    <a:pt x="5631372" y="5358296"/>
                  </a:lnTo>
                  <a:lnTo>
                    <a:pt x="5619049" y="5358296"/>
                  </a:lnTo>
                  <a:lnTo>
                    <a:pt x="5606727" y="5358296"/>
                  </a:lnTo>
                  <a:lnTo>
                    <a:pt x="5594404" y="5358296"/>
                  </a:lnTo>
                  <a:lnTo>
                    <a:pt x="5582082" y="5358296"/>
                  </a:lnTo>
                  <a:lnTo>
                    <a:pt x="5569759" y="5358296"/>
                  </a:lnTo>
                  <a:lnTo>
                    <a:pt x="5557437" y="5358296"/>
                  </a:lnTo>
                  <a:lnTo>
                    <a:pt x="5545114" y="5358296"/>
                  </a:lnTo>
                  <a:lnTo>
                    <a:pt x="5532792" y="5358296"/>
                  </a:lnTo>
                  <a:lnTo>
                    <a:pt x="5520470" y="5358296"/>
                  </a:lnTo>
                  <a:lnTo>
                    <a:pt x="5508147" y="5358296"/>
                  </a:lnTo>
                  <a:lnTo>
                    <a:pt x="5495825" y="5358296"/>
                  </a:lnTo>
                  <a:lnTo>
                    <a:pt x="5483502" y="5358296"/>
                  </a:lnTo>
                  <a:lnTo>
                    <a:pt x="5471180" y="5358296"/>
                  </a:lnTo>
                  <a:lnTo>
                    <a:pt x="5458857" y="5358296"/>
                  </a:lnTo>
                  <a:lnTo>
                    <a:pt x="5446535" y="5358296"/>
                  </a:lnTo>
                  <a:lnTo>
                    <a:pt x="5434212" y="5358296"/>
                  </a:lnTo>
                  <a:lnTo>
                    <a:pt x="5421890" y="5358296"/>
                  </a:lnTo>
                  <a:lnTo>
                    <a:pt x="5409567" y="5358296"/>
                  </a:lnTo>
                  <a:lnTo>
                    <a:pt x="5397245" y="5358296"/>
                  </a:lnTo>
                  <a:lnTo>
                    <a:pt x="5384922" y="5358296"/>
                  </a:lnTo>
                  <a:lnTo>
                    <a:pt x="5372600" y="5358296"/>
                  </a:lnTo>
                  <a:lnTo>
                    <a:pt x="5360277" y="5358296"/>
                  </a:lnTo>
                  <a:lnTo>
                    <a:pt x="5347955" y="5358296"/>
                  </a:lnTo>
                  <a:lnTo>
                    <a:pt x="5335632" y="5358296"/>
                  </a:lnTo>
                  <a:lnTo>
                    <a:pt x="5323310" y="5358296"/>
                  </a:lnTo>
                  <a:lnTo>
                    <a:pt x="5310987" y="5358296"/>
                  </a:lnTo>
                  <a:lnTo>
                    <a:pt x="5298665" y="5358296"/>
                  </a:lnTo>
                  <a:lnTo>
                    <a:pt x="5286342" y="5358296"/>
                  </a:lnTo>
                  <a:lnTo>
                    <a:pt x="5274020" y="5358296"/>
                  </a:lnTo>
                  <a:lnTo>
                    <a:pt x="5261698" y="5358296"/>
                  </a:lnTo>
                  <a:lnTo>
                    <a:pt x="5249375" y="5358296"/>
                  </a:lnTo>
                  <a:lnTo>
                    <a:pt x="5237053" y="5358296"/>
                  </a:lnTo>
                  <a:lnTo>
                    <a:pt x="5224730" y="5358296"/>
                  </a:lnTo>
                  <a:lnTo>
                    <a:pt x="5212408" y="5358296"/>
                  </a:lnTo>
                  <a:lnTo>
                    <a:pt x="5200085" y="5358296"/>
                  </a:lnTo>
                  <a:lnTo>
                    <a:pt x="5187763" y="5358296"/>
                  </a:lnTo>
                  <a:lnTo>
                    <a:pt x="5175440" y="5358296"/>
                  </a:lnTo>
                  <a:lnTo>
                    <a:pt x="5163118" y="5358296"/>
                  </a:lnTo>
                  <a:lnTo>
                    <a:pt x="5150795" y="5358296"/>
                  </a:lnTo>
                  <a:lnTo>
                    <a:pt x="5138473" y="5358296"/>
                  </a:lnTo>
                  <a:lnTo>
                    <a:pt x="5126150" y="5358296"/>
                  </a:lnTo>
                  <a:lnTo>
                    <a:pt x="5113828" y="5358296"/>
                  </a:lnTo>
                  <a:lnTo>
                    <a:pt x="5101505" y="5358296"/>
                  </a:lnTo>
                  <a:lnTo>
                    <a:pt x="5089183" y="5358296"/>
                  </a:lnTo>
                  <a:lnTo>
                    <a:pt x="5076860" y="5358296"/>
                  </a:lnTo>
                  <a:lnTo>
                    <a:pt x="5064538" y="5358296"/>
                  </a:lnTo>
                  <a:lnTo>
                    <a:pt x="5052215" y="5358296"/>
                  </a:lnTo>
                  <a:lnTo>
                    <a:pt x="5039893" y="5358296"/>
                  </a:lnTo>
                  <a:lnTo>
                    <a:pt x="5027570" y="5358296"/>
                  </a:lnTo>
                  <a:lnTo>
                    <a:pt x="5015248" y="5358296"/>
                  </a:lnTo>
                  <a:lnTo>
                    <a:pt x="5002925" y="5358296"/>
                  </a:lnTo>
                  <a:lnTo>
                    <a:pt x="4990603" y="5358296"/>
                  </a:lnTo>
                  <a:lnTo>
                    <a:pt x="4978281" y="5358296"/>
                  </a:lnTo>
                  <a:lnTo>
                    <a:pt x="4965958" y="5358296"/>
                  </a:lnTo>
                  <a:lnTo>
                    <a:pt x="4953636" y="5358296"/>
                  </a:lnTo>
                  <a:lnTo>
                    <a:pt x="4941313" y="5358296"/>
                  </a:lnTo>
                  <a:lnTo>
                    <a:pt x="4928991" y="5358296"/>
                  </a:lnTo>
                  <a:lnTo>
                    <a:pt x="4916668" y="5358296"/>
                  </a:lnTo>
                  <a:lnTo>
                    <a:pt x="4904346" y="5358296"/>
                  </a:lnTo>
                  <a:lnTo>
                    <a:pt x="4892023" y="5358296"/>
                  </a:lnTo>
                  <a:lnTo>
                    <a:pt x="4879701" y="5358296"/>
                  </a:lnTo>
                  <a:lnTo>
                    <a:pt x="4867378" y="5358296"/>
                  </a:lnTo>
                  <a:lnTo>
                    <a:pt x="4855056" y="5358296"/>
                  </a:lnTo>
                  <a:lnTo>
                    <a:pt x="4842733" y="5358296"/>
                  </a:lnTo>
                  <a:lnTo>
                    <a:pt x="4830411" y="5358296"/>
                  </a:lnTo>
                  <a:lnTo>
                    <a:pt x="4818088" y="5358296"/>
                  </a:lnTo>
                  <a:lnTo>
                    <a:pt x="4805766" y="5358296"/>
                  </a:lnTo>
                  <a:lnTo>
                    <a:pt x="4793443" y="5358296"/>
                  </a:lnTo>
                  <a:lnTo>
                    <a:pt x="4781121" y="5358296"/>
                  </a:lnTo>
                  <a:lnTo>
                    <a:pt x="4768798" y="5358296"/>
                  </a:lnTo>
                  <a:lnTo>
                    <a:pt x="4756476" y="5358296"/>
                  </a:lnTo>
                  <a:lnTo>
                    <a:pt x="4744153" y="5358296"/>
                  </a:lnTo>
                  <a:lnTo>
                    <a:pt x="4731831" y="5358296"/>
                  </a:lnTo>
                  <a:lnTo>
                    <a:pt x="4719508" y="5358296"/>
                  </a:lnTo>
                  <a:lnTo>
                    <a:pt x="4707186" y="5358296"/>
                  </a:lnTo>
                  <a:lnTo>
                    <a:pt x="4694864" y="5358296"/>
                  </a:lnTo>
                  <a:lnTo>
                    <a:pt x="4682541" y="5358296"/>
                  </a:lnTo>
                  <a:lnTo>
                    <a:pt x="4670219" y="5358296"/>
                  </a:lnTo>
                  <a:lnTo>
                    <a:pt x="4657896" y="5358296"/>
                  </a:lnTo>
                  <a:lnTo>
                    <a:pt x="4645574" y="5358296"/>
                  </a:lnTo>
                  <a:lnTo>
                    <a:pt x="4633251" y="5358296"/>
                  </a:lnTo>
                  <a:lnTo>
                    <a:pt x="4620929" y="5358296"/>
                  </a:lnTo>
                  <a:lnTo>
                    <a:pt x="4608606" y="5358296"/>
                  </a:lnTo>
                  <a:lnTo>
                    <a:pt x="4596284" y="5358296"/>
                  </a:lnTo>
                  <a:lnTo>
                    <a:pt x="4583961" y="5358296"/>
                  </a:lnTo>
                  <a:lnTo>
                    <a:pt x="4571639" y="5358296"/>
                  </a:lnTo>
                  <a:lnTo>
                    <a:pt x="4559316" y="5358296"/>
                  </a:lnTo>
                  <a:lnTo>
                    <a:pt x="4546994" y="5358296"/>
                  </a:lnTo>
                  <a:lnTo>
                    <a:pt x="4534671" y="5358296"/>
                  </a:lnTo>
                  <a:lnTo>
                    <a:pt x="4522349" y="5358296"/>
                  </a:lnTo>
                  <a:lnTo>
                    <a:pt x="4510026" y="5358296"/>
                  </a:lnTo>
                  <a:lnTo>
                    <a:pt x="4497704" y="5358296"/>
                  </a:lnTo>
                  <a:lnTo>
                    <a:pt x="4485381" y="5358296"/>
                  </a:lnTo>
                  <a:lnTo>
                    <a:pt x="4473059" y="5358296"/>
                  </a:lnTo>
                  <a:lnTo>
                    <a:pt x="4460736" y="5358296"/>
                  </a:lnTo>
                  <a:lnTo>
                    <a:pt x="4448414" y="5358296"/>
                  </a:lnTo>
                  <a:lnTo>
                    <a:pt x="4436091" y="5358296"/>
                  </a:lnTo>
                  <a:lnTo>
                    <a:pt x="4423769" y="5358296"/>
                  </a:lnTo>
                  <a:lnTo>
                    <a:pt x="4411447" y="5358296"/>
                  </a:lnTo>
                  <a:lnTo>
                    <a:pt x="4399124" y="5358296"/>
                  </a:lnTo>
                  <a:lnTo>
                    <a:pt x="4386802" y="5358296"/>
                  </a:lnTo>
                  <a:lnTo>
                    <a:pt x="4374479" y="5358296"/>
                  </a:lnTo>
                  <a:lnTo>
                    <a:pt x="4362157" y="5358296"/>
                  </a:lnTo>
                  <a:lnTo>
                    <a:pt x="4349834" y="5358296"/>
                  </a:lnTo>
                  <a:lnTo>
                    <a:pt x="4337512" y="5358296"/>
                  </a:lnTo>
                  <a:lnTo>
                    <a:pt x="4325189" y="5358296"/>
                  </a:lnTo>
                  <a:lnTo>
                    <a:pt x="4312867" y="5358296"/>
                  </a:lnTo>
                  <a:lnTo>
                    <a:pt x="4300544" y="5358296"/>
                  </a:lnTo>
                  <a:lnTo>
                    <a:pt x="4288222" y="5358296"/>
                  </a:lnTo>
                  <a:lnTo>
                    <a:pt x="4275899" y="5358296"/>
                  </a:lnTo>
                  <a:lnTo>
                    <a:pt x="4263577" y="5358296"/>
                  </a:lnTo>
                  <a:lnTo>
                    <a:pt x="4251254" y="5358296"/>
                  </a:lnTo>
                  <a:lnTo>
                    <a:pt x="4238932" y="5358296"/>
                  </a:lnTo>
                  <a:lnTo>
                    <a:pt x="4226609" y="5358296"/>
                  </a:lnTo>
                  <a:lnTo>
                    <a:pt x="4214287" y="5358296"/>
                  </a:lnTo>
                  <a:lnTo>
                    <a:pt x="4201964" y="5358296"/>
                  </a:lnTo>
                  <a:lnTo>
                    <a:pt x="4189642" y="5358296"/>
                  </a:lnTo>
                  <a:lnTo>
                    <a:pt x="4177319" y="5358296"/>
                  </a:lnTo>
                  <a:lnTo>
                    <a:pt x="4164997" y="5358296"/>
                  </a:lnTo>
                  <a:lnTo>
                    <a:pt x="4152675" y="5358296"/>
                  </a:lnTo>
                  <a:lnTo>
                    <a:pt x="4140352" y="5358296"/>
                  </a:lnTo>
                  <a:lnTo>
                    <a:pt x="4128030" y="5358296"/>
                  </a:lnTo>
                  <a:lnTo>
                    <a:pt x="4115707" y="5358296"/>
                  </a:lnTo>
                  <a:lnTo>
                    <a:pt x="4103385" y="5358296"/>
                  </a:lnTo>
                  <a:lnTo>
                    <a:pt x="4091062" y="5358296"/>
                  </a:lnTo>
                  <a:lnTo>
                    <a:pt x="4078740" y="5358296"/>
                  </a:lnTo>
                  <a:lnTo>
                    <a:pt x="4066417" y="5358296"/>
                  </a:lnTo>
                  <a:lnTo>
                    <a:pt x="4054095" y="5358296"/>
                  </a:lnTo>
                  <a:lnTo>
                    <a:pt x="4041772" y="5358296"/>
                  </a:lnTo>
                  <a:lnTo>
                    <a:pt x="4029450" y="5358296"/>
                  </a:lnTo>
                  <a:lnTo>
                    <a:pt x="4017127" y="5358296"/>
                  </a:lnTo>
                  <a:lnTo>
                    <a:pt x="4004805" y="5358296"/>
                  </a:lnTo>
                  <a:lnTo>
                    <a:pt x="3992482" y="5358296"/>
                  </a:lnTo>
                  <a:lnTo>
                    <a:pt x="3980160" y="5358296"/>
                  </a:lnTo>
                  <a:lnTo>
                    <a:pt x="3967837" y="5358296"/>
                  </a:lnTo>
                  <a:lnTo>
                    <a:pt x="3955515" y="5358296"/>
                  </a:lnTo>
                  <a:lnTo>
                    <a:pt x="3943192" y="5358296"/>
                  </a:lnTo>
                  <a:lnTo>
                    <a:pt x="3930870" y="5358296"/>
                  </a:lnTo>
                  <a:lnTo>
                    <a:pt x="3918547" y="5358296"/>
                  </a:lnTo>
                  <a:lnTo>
                    <a:pt x="3906225" y="5358296"/>
                  </a:lnTo>
                  <a:lnTo>
                    <a:pt x="3893902" y="5358296"/>
                  </a:lnTo>
                  <a:lnTo>
                    <a:pt x="3881580" y="5358296"/>
                  </a:lnTo>
                  <a:lnTo>
                    <a:pt x="3869258" y="5358296"/>
                  </a:lnTo>
                  <a:lnTo>
                    <a:pt x="3856935" y="5358296"/>
                  </a:lnTo>
                  <a:lnTo>
                    <a:pt x="3844613" y="5358296"/>
                  </a:lnTo>
                  <a:lnTo>
                    <a:pt x="3832290" y="5358296"/>
                  </a:lnTo>
                  <a:lnTo>
                    <a:pt x="3819968" y="5358296"/>
                  </a:lnTo>
                  <a:lnTo>
                    <a:pt x="3807645" y="5358296"/>
                  </a:lnTo>
                  <a:lnTo>
                    <a:pt x="3795323" y="5358296"/>
                  </a:lnTo>
                  <a:lnTo>
                    <a:pt x="3783000" y="5358296"/>
                  </a:lnTo>
                  <a:lnTo>
                    <a:pt x="3770678" y="5358296"/>
                  </a:lnTo>
                  <a:lnTo>
                    <a:pt x="3758355" y="5358296"/>
                  </a:lnTo>
                  <a:lnTo>
                    <a:pt x="3746033" y="5358296"/>
                  </a:lnTo>
                  <a:lnTo>
                    <a:pt x="3733710" y="5358296"/>
                  </a:lnTo>
                  <a:lnTo>
                    <a:pt x="3721388" y="5358296"/>
                  </a:lnTo>
                  <a:lnTo>
                    <a:pt x="3709065" y="5358296"/>
                  </a:lnTo>
                  <a:lnTo>
                    <a:pt x="3696743" y="5358296"/>
                  </a:lnTo>
                  <a:lnTo>
                    <a:pt x="3684420" y="5358296"/>
                  </a:lnTo>
                  <a:lnTo>
                    <a:pt x="3672098" y="5358296"/>
                  </a:lnTo>
                  <a:lnTo>
                    <a:pt x="3659775" y="5358296"/>
                  </a:lnTo>
                  <a:lnTo>
                    <a:pt x="3647453" y="5358296"/>
                  </a:lnTo>
                  <a:lnTo>
                    <a:pt x="3635130" y="5358296"/>
                  </a:lnTo>
                  <a:lnTo>
                    <a:pt x="3622808" y="5358296"/>
                  </a:lnTo>
                  <a:lnTo>
                    <a:pt x="3610485" y="5358296"/>
                  </a:lnTo>
                  <a:lnTo>
                    <a:pt x="3598163" y="5358296"/>
                  </a:lnTo>
                  <a:lnTo>
                    <a:pt x="3585841" y="5358296"/>
                  </a:lnTo>
                  <a:lnTo>
                    <a:pt x="3573518" y="5358296"/>
                  </a:lnTo>
                  <a:lnTo>
                    <a:pt x="3561196" y="5358296"/>
                  </a:lnTo>
                  <a:lnTo>
                    <a:pt x="3548873" y="5358296"/>
                  </a:lnTo>
                  <a:lnTo>
                    <a:pt x="3536551" y="5358296"/>
                  </a:lnTo>
                  <a:lnTo>
                    <a:pt x="3524228" y="5358296"/>
                  </a:lnTo>
                  <a:lnTo>
                    <a:pt x="3511906" y="5358296"/>
                  </a:lnTo>
                  <a:lnTo>
                    <a:pt x="3499583" y="5358296"/>
                  </a:lnTo>
                  <a:lnTo>
                    <a:pt x="3487261" y="5358296"/>
                  </a:lnTo>
                  <a:lnTo>
                    <a:pt x="3474938" y="5358296"/>
                  </a:lnTo>
                  <a:lnTo>
                    <a:pt x="3462616" y="5358296"/>
                  </a:lnTo>
                  <a:lnTo>
                    <a:pt x="3450293" y="5358296"/>
                  </a:lnTo>
                  <a:lnTo>
                    <a:pt x="3437971" y="5358296"/>
                  </a:lnTo>
                  <a:lnTo>
                    <a:pt x="3425648" y="5358296"/>
                  </a:lnTo>
                  <a:lnTo>
                    <a:pt x="3413326" y="5358296"/>
                  </a:lnTo>
                  <a:lnTo>
                    <a:pt x="3401003" y="5358296"/>
                  </a:lnTo>
                  <a:lnTo>
                    <a:pt x="3388681" y="5358296"/>
                  </a:lnTo>
                  <a:lnTo>
                    <a:pt x="3376358" y="5358296"/>
                  </a:lnTo>
                  <a:lnTo>
                    <a:pt x="3364036" y="5358296"/>
                  </a:lnTo>
                  <a:lnTo>
                    <a:pt x="3351713" y="5358296"/>
                  </a:lnTo>
                  <a:lnTo>
                    <a:pt x="3339391" y="5358296"/>
                  </a:lnTo>
                  <a:lnTo>
                    <a:pt x="3327068" y="5358296"/>
                  </a:lnTo>
                  <a:lnTo>
                    <a:pt x="3314746" y="5358296"/>
                  </a:lnTo>
                  <a:lnTo>
                    <a:pt x="3302424" y="5358296"/>
                  </a:lnTo>
                  <a:lnTo>
                    <a:pt x="3290101" y="5358296"/>
                  </a:lnTo>
                  <a:lnTo>
                    <a:pt x="3277779" y="5358296"/>
                  </a:lnTo>
                  <a:lnTo>
                    <a:pt x="3265456" y="5358296"/>
                  </a:lnTo>
                  <a:lnTo>
                    <a:pt x="3253134" y="5358296"/>
                  </a:lnTo>
                  <a:lnTo>
                    <a:pt x="3240811" y="5358296"/>
                  </a:lnTo>
                  <a:lnTo>
                    <a:pt x="3228489" y="5358296"/>
                  </a:lnTo>
                  <a:lnTo>
                    <a:pt x="3216166" y="5358296"/>
                  </a:lnTo>
                  <a:lnTo>
                    <a:pt x="3203844" y="5358296"/>
                  </a:lnTo>
                  <a:lnTo>
                    <a:pt x="3191521" y="5358296"/>
                  </a:lnTo>
                  <a:lnTo>
                    <a:pt x="3179199" y="5358296"/>
                  </a:lnTo>
                  <a:lnTo>
                    <a:pt x="3166876" y="5358296"/>
                  </a:lnTo>
                  <a:lnTo>
                    <a:pt x="3154554" y="5358296"/>
                  </a:lnTo>
                  <a:lnTo>
                    <a:pt x="3142231" y="5358296"/>
                  </a:lnTo>
                  <a:lnTo>
                    <a:pt x="3129909" y="5358296"/>
                  </a:lnTo>
                  <a:lnTo>
                    <a:pt x="3117586" y="5358296"/>
                  </a:lnTo>
                  <a:lnTo>
                    <a:pt x="3105264" y="5358296"/>
                  </a:lnTo>
                  <a:lnTo>
                    <a:pt x="3092941" y="5358296"/>
                  </a:lnTo>
                  <a:lnTo>
                    <a:pt x="3080619" y="5358296"/>
                  </a:lnTo>
                  <a:lnTo>
                    <a:pt x="3068296" y="5358296"/>
                  </a:lnTo>
                  <a:lnTo>
                    <a:pt x="3055974" y="5358296"/>
                  </a:lnTo>
                  <a:lnTo>
                    <a:pt x="3043652" y="5358296"/>
                  </a:lnTo>
                  <a:lnTo>
                    <a:pt x="3031329" y="5358296"/>
                  </a:lnTo>
                  <a:lnTo>
                    <a:pt x="3019007" y="5358296"/>
                  </a:lnTo>
                  <a:lnTo>
                    <a:pt x="3006684" y="5358296"/>
                  </a:lnTo>
                  <a:lnTo>
                    <a:pt x="2994362" y="5358296"/>
                  </a:lnTo>
                  <a:lnTo>
                    <a:pt x="2982039" y="5358296"/>
                  </a:lnTo>
                  <a:lnTo>
                    <a:pt x="2969717" y="5358296"/>
                  </a:lnTo>
                  <a:lnTo>
                    <a:pt x="2957394" y="5358296"/>
                  </a:lnTo>
                  <a:lnTo>
                    <a:pt x="2945072" y="5358296"/>
                  </a:lnTo>
                  <a:lnTo>
                    <a:pt x="2932749" y="5358296"/>
                  </a:lnTo>
                  <a:lnTo>
                    <a:pt x="2920427" y="5358296"/>
                  </a:lnTo>
                  <a:lnTo>
                    <a:pt x="2908104" y="5358296"/>
                  </a:lnTo>
                  <a:lnTo>
                    <a:pt x="2895782" y="5358296"/>
                  </a:lnTo>
                  <a:lnTo>
                    <a:pt x="2883459" y="5358296"/>
                  </a:lnTo>
                  <a:lnTo>
                    <a:pt x="2871137" y="5358296"/>
                  </a:lnTo>
                  <a:lnTo>
                    <a:pt x="2858814" y="5358296"/>
                  </a:lnTo>
                  <a:lnTo>
                    <a:pt x="2846492" y="5358296"/>
                  </a:lnTo>
                  <a:lnTo>
                    <a:pt x="2834169" y="5358296"/>
                  </a:lnTo>
                  <a:lnTo>
                    <a:pt x="2821847" y="5358296"/>
                  </a:lnTo>
                  <a:lnTo>
                    <a:pt x="2809524" y="5358296"/>
                  </a:lnTo>
                  <a:lnTo>
                    <a:pt x="2797202" y="5358296"/>
                  </a:lnTo>
                  <a:lnTo>
                    <a:pt x="2784879" y="5358296"/>
                  </a:lnTo>
                  <a:lnTo>
                    <a:pt x="2772557" y="5358296"/>
                  </a:lnTo>
                  <a:lnTo>
                    <a:pt x="2760235" y="5358296"/>
                  </a:lnTo>
                  <a:lnTo>
                    <a:pt x="2747912" y="5358296"/>
                  </a:lnTo>
                  <a:lnTo>
                    <a:pt x="2735590" y="5358296"/>
                  </a:lnTo>
                  <a:lnTo>
                    <a:pt x="2723267" y="5358296"/>
                  </a:lnTo>
                  <a:lnTo>
                    <a:pt x="2710945" y="5358296"/>
                  </a:lnTo>
                  <a:lnTo>
                    <a:pt x="2698622" y="5358296"/>
                  </a:lnTo>
                  <a:lnTo>
                    <a:pt x="2686300" y="5358296"/>
                  </a:lnTo>
                  <a:lnTo>
                    <a:pt x="2673977" y="5358296"/>
                  </a:lnTo>
                  <a:lnTo>
                    <a:pt x="2661655" y="5358296"/>
                  </a:lnTo>
                  <a:lnTo>
                    <a:pt x="2649332" y="5358296"/>
                  </a:lnTo>
                  <a:lnTo>
                    <a:pt x="2637010" y="5358296"/>
                  </a:lnTo>
                  <a:lnTo>
                    <a:pt x="2624687" y="5358296"/>
                  </a:lnTo>
                  <a:lnTo>
                    <a:pt x="2612365" y="5358296"/>
                  </a:lnTo>
                  <a:lnTo>
                    <a:pt x="2600042" y="5358296"/>
                  </a:lnTo>
                  <a:lnTo>
                    <a:pt x="2587720" y="5358296"/>
                  </a:lnTo>
                  <a:lnTo>
                    <a:pt x="2575397" y="5358296"/>
                  </a:lnTo>
                  <a:lnTo>
                    <a:pt x="2563075" y="5358296"/>
                  </a:lnTo>
                  <a:lnTo>
                    <a:pt x="2550752" y="5358296"/>
                  </a:lnTo>
                  <a:lnTo>
                    <a:pt x="2538430" y="5358296"/>
                  </a:lnTo>
                  <a:lnTo>
                    <a:pt x="2526107" y="5358296"/>
                  </a:lnTo>
                  <a:lnTo>
                    <a:pt x="2513785" y="5358296"/>
                  </a:lnTo>
                  <a:lnTo>
                    <a:pt x="2501462" y="5358296"/>
                  </a:lnTo>
                  <a:lnTo>
                    <a:pt x="2489140" y="5358296"/>
                  </a:lnTo>
                  <a:lnTo>
                    <a:pt x="2476818" y="5358296"/>
                  </a:lnTo>
                  <a:lnTo>
                    <a:pt x="2464495" y="5358296"/>
                  </a:lnTo>
                  <a:lnTo>
                    <a:pt x="2452173" y="5358296"/>
                  </a:lnTo>
                  <a:lnTo>
                    <a:pt x="2439850" y="5358296"/>
                  </a:lnTo>
                  <a:lnTo>
                    <a:pt x="2427528" y="5358296"/>
                  </a:lnTo>
                  <a:lnTo>
                    <a:pt x="2415205" y="5358296"/>
                  </a:lnTo>
                  <a:lnTo>
                    <a:pt x="2402883" y="5358296"/>
                  </a:lnTo>
                  <a:lnTo>
                    <a:pt x="2390560" y="5358296"/>
                  </a:lnTo>
                  <a:lnTo>
                    <a:pt x="2378238" y="5358296"/>
                  </a:lnTo>
                  <a:lnTo>
                    <a:pt x="2365915" y="5358296"/>
                  </a:lnTo>
                  <a:lnTo>
                    <a:pt x="2353593" y="5358296"/>
                  </a:lnTo>
                  <a:lnTo>
                    <a:pt x="2341270" y="5358296"/>
                  </a:lnTo>
                  <a:lnTo>
                    <a:pt x="2328948" y="5358296"/>
                  </a:lnTo>
                  <a:lnTo>
                    <a:pt x="2316625" y="5358296"/>
                  </a:lnTo>
                  <a:lnTo>
                    <a:pt x="2304303" y="5358296"/>
                  </a:lnTo>
                  <a:lnTo>
                    <a:pt x="2291980" y="5358296"/>
                  </a:lnTo>
                  <a:lnTo>
                    <a:pt x="2279658" y="5358296"/>
                  </a:lnTo>
                  <a:lnTo>
                    <a:pt x="2267335" y="5358296"/>
                  </a:lnTo>
                  <a:lnTo>
                    <a:pt x="2255013" y="5358296"/>
                  </a:lnTo>
                  <a:lnTo>
                    <a:pt x="2242690" y="5358296"/>
                  </a:lnTo>
                  <a:lnTo>
                    <a:pt x="2230368" y="5358296"/>
                  </a:lnTo>
                  <a:lnTo>
                    <a:pt x="2218045" y="5358296"/>
                  </a:lnTo>
                  <a:lnTo>
                    <a:pt x="2205723" y="5358296"/>
                  </a:lnTo>
                  <a:lnTo>
                    <a:pt x="2193401" y="5358296"/>
                  </a:lnTo>
                  <a:lnTo>
                    <a:pt x="2181078" y="5358296"/>
                  </a:lnTo>
                  <a:lnTo>
                    <a:pt x="2168756" y="5358296"/>
                  </a:lnTo>
                  <a:lnTo>
                    <a:pt x="2156433" y="5358296"/>
                  </a:lnTo>
                  <a:lnTo>
                    <a:pt x="2144111" y="5358296"/>
                  </a:lnTo>
                  <a:lnTo>
                    <a:pt x="2131788" y="5358296"/>
                  </a:lnTo>
                  <a:lnTo>
                    <a:pt x="2119466" y="5358296"/>
                  </a:lnTo>
                  <a:lnTo>
                    <a:pt x="2107143" y="5358296"/>
                  </a:lnTo>
                  <a:lnTo>
                    <a:pt x="2094821" y="5358296"/>
                  </a:lnTo>
                  <a:lnTo>
                    <a:pt x="2082498" y="5358296"/>
                  </a:lnTo>
                  <a:lnTo>
                    <a:pt x="2070176" y="5358296"/>
                  </a:lnTo>
                  <a:lnTo>
                    <a:pt x="2057853" y="5358296"/>
                  </a:lnTo>
                  <a:lnTo>
                    <a:pt x="2045531" y="5358296"/>
                  </a:lnTo>
                  <a:lnTo>
                    <a:pt x="2033208" y="5358296"/>
                  </a:lnTo>
                  <a:lnTo>
                    <a:pt x="2020886" y="5358296"/>
                  </a:lnTo>
                  <a:lnTo>
                    <a:pt x="2008563" y="5358296"/>
                  </a:lnTo>
                  <a:lnTo>
                    <a:pt x="1996241" y="5358296"/>
                  </a:lnTo>
                  <a:lnTo>
                    <a:pt x="1983918" y="5358296"/>
                  </a:lnTo>
                  <a:lnTo>
                    <a:pt x="1971596" y="5358296"/>
                  </a:lnTo>
                  <a:lnTo>
                    <a:pt x="1959273" y="5358296"/>
                  </a:lnTo>
                  <a:lnTo>
                    <a:pt x="1946951" y="5358296"/>
                  </a:lnTo>
                  <a:lnTo>
                    <a:pt x="1934629" y="5358296"/>
                  </a:lnTo>
                  <a:lnTo>
                    <a:pt x="1922306" y="5358296"/>
                  </a:lnTo>
                  <a:lnTo>
                    <a:pt x="1909984" y="5358296"/>
                  </a:lnTo>
                  <a:lnTo>
                    <a:pt x="1897661" y="5358296"/>
                  </a:lnTo>
                  <a:lnTo>
                    <a:pt x="1885339" y="5358296"/>
                  </a:lnTo>
                  <a:lnTo>
                    <a:pt x="1873016" y="5358296"/>
                  </a:lnTo>
                  <a:lnTo>
                    <a:pt x="1860694" y="5358296"/>
                  </a:lnTo>
                  <a:lnTo>
                    <a:pt x="1848371" y="5358296"/>
                  </a:lnTo>
                  <a:lnTo>
                    <a:pt x="1836049" y="5358296"/>
                  </a:lnTo>
                  <a:lnTo>
                    <a:pt x="1823726" y="5358296"/>
                  </a:lnTo>
                  <a:lnTo>
                    <a:pt x="1811404" y="5358296"/>
                  </a:lnTo>
                  <a:lnTo>
                    <a:pt x="1799081" y="5358296"/>
                  </a:lnTo>
                  <a:lnTo>
                    <a:pt x="1786759" y="5358296"/>
                  </a:lnTo>
                  <a:lnTo>
                    <a:pt x="1774436" y="5358296"/>
                  </a:lnTo>
                  <a:lnTo>
                    <a:pt x="1762114" y="5358296"/>
                  </a:lnTo>
                  <a:lnTo>
                    <a:pt x="1749791" y="5358296"/>
                  </a:lnTo>
                  <a:lnTo>
                    <a:pt x="1737469" y="5358296"/>
                  </a:lnTo>
                  <a:lnTo>
                    <a:pt x="1725146" y="5358296"/>
                  </a:lnTo>
                  <a:lnTo>
                    <a:pt x="1712824" y="5358296"/>
                  </a:lnTo>
                  <a:lnTo>
                    <a:pt x="1700501" y="5358296"/>
                  </a:lnTo>
                  <a:lnTo>
                    <a:pt x="1688179" y="5358296"/>
                  </a:lnTo>
                  <a:lnTo>
                    <a:pt x="1675856" y="5358296"/>
                  </a:lnTo>
                  <a:lnTo>
                    <a:pt x="1663534" y="5358296"/>
                  </a:lnTo>
                  <a:lnTo>
                    <a:pt x="1651212" y="5358296"/>
                  </a:lnTo>
                  <a:lnTo>
                    <a:pt x="1638889" y="5358296"/>
                  </a:lnTo>
                  <a:lnTo>
                    <a:pt x="1626567" y="5358296"/>
                  </a:lnTo>
                  <a:lnTo>
                    <a:pt x="1614244" y="5358296"/>
                  </a:lnTo>
                  <a:lnTo>
                    <a:pt x="1601922" y="5358296"/>
                  </a:lnTo>
                  <a:lnTo>
                    <a:pt x="1589599" y="5358296"/>
                  </a:lnTo>
                  <a:lnTo>
                    <a:pt x="1577277" y="5358296"/>
                  </a:lnTo>
                  <a:lnTo>
                    <a:pt x="1564954" y="5358296"/>
                  </a:lnTo>
                  <a:lnTo>
                    <a:pt x="1552632" y="5358296"/>
                  </a:lnTo>
                  <a:lnTo>
                    <a:pt x="1540309" y="5358296"/>
                  </a:lnTo>
                  <a:lnTo>
                    <a:pt x="1527987" y="5358296"/>
                  </a:lnTo>
                  <a:lnTo>
                    <a:pt x="1515664" y="5358296"/>
                  </a:lnTo>
                  <a:lnTo>
                    <a:pt x="1503342" y="5358296"/>
                  </a:lnTo>
                  <a:lnTo>
                    <a:pt x="1491019" y="5358296"/>
                  </a:lnTo>
                  <a:lnTo>
                    <a:pt x="1478697" y="5358296"/>
                  </a:lnTo>
                  <a:lnTo>
                    <a:pt x="1466374" y="5358296"/>
                  </a:lnTo>
                  <a:lnTo>
                    <a:pt x="1454052" y="5358296"/>
                  </a:lnTo>
                  <a:lnTo>
                    <a:pt x="1441729" y="5358296"/>
                  </a:lnTo>
                  <a:lnTo>
                    <a:pt x="1429407" y="5358296"/>
                  </a:lnTo>
                  <a:lnTo>
                    <a:pt x="1417084" y="5358296"/>
                  </a:lnTo>
                  <a:lnTo>
                    <a:pt x="1404762" y="5358296"/>
                  </a:lnTo>
                  <a:lnTo>
                    <a:pt x="1392439" y="5358296"/>
                  </a:lnTo>
                  <a:lnTo>
                    <a:pt x="1380117" y="5358296"/>
                  </a:lnTo>
                  <a:lnTo>
                    <a:pt x="1367795" y="5358296"/>
                  </a:lnTo>
                  <a:lnTo>
                    <a:pt x="1355472" y="5358296"/>
                  </a:lnTo>
                  <a:lnTo>
                    <a:pt x="1343150" y="5358296"/>
                  </a:lnTo>
                  <a:lnTo>
                    <a:pt x="1330827" y="5358296"/>
                  </a:lnTo>
                  <a:lnTo>
                    <a:pt x="1318505" y="5358296"/>
                  </a:lnTo>
                  <a:lnTo>
                    <a:pt x="1306182" y="5358296"/>
                  </a:lnTo>
                  <a:lnTo>
                    <a:pt x="1293860" y="5358296"/>
                  </a:lnTo>
                  <a:lnTo>
                    <a:pt x="1281537" y="5358296"/>
                  </a:lnTo>
                  <a:lnTo>
                    <a:pt x="1269215" y="5358296"/>
                  </a:lnTo>
                  <a:lnTo>
                    <a:pt x="1256892" y="5358296"/>
                  </a:lnTo>
                  <a:lnTo>
                    <a:pt x="1244570" y="5358296"/>
                  </a:lnTo>
                  <a:lnTo>
                    <a:pt x="1232247" y="5358296"/>
                  </a:lnTo>
                  <a:lnTo>
                    <a:pt x="1219925" y="5358296"/>
                  </a:lnTo>
                  <a:lnTo>
                    <a:pt x="1207602" y="5358296"/>
                  </a:lnTo>
                  <a:lnTo>
                    <a:pt x="1195280" y="5358296"/>
                  </a:lnTo>
                  <a:lnTo>
                    <a:pt x="1182957" y="5358296"/>
                  </a:lnTo>
                  <a:lnTo>
                    <a:pt x="1170635" y="5358296"/>
                  </a:lnTo>
                  <a:lnTo>
                    <a:pt x="1158312" y="5358296"/>
                  </a:lnTo>
                  <a:lnTo>
                    <a:pt x="1145990" y="5358296"/>
                  </a:lnTo>
                  <a:lnTo>
                    <a:pt x="1133667" y="5358296"/>
                  </a:lnTo>
                  <a:lnTo>
                    <a:pt x="1121345" y="5358296"/>
                  </a:lnTo>
                  <a:lnTo>
                    <a:pt x="1109022" y="5358296"/>
                  </a:lnTo>
                  <a:lnTo>
                    <a:pt x="1096700" y="5358296"/>
                  </a:lnTo>
                  <a:lnTo>
                    <a:pt x="1084378" y="5358296"/>
                  </a:lnTo>
                  <a:lnTo>
                    <a:pt x="1072055" y="5358296"/>
                  </a:lnTo>
                  <a:lnTo>
                    <a:pt x="1059733" y="5358296"/>
                  </a:lnTo>
                  <a:lnTo>
                    <a:pt x="1047410" y="5358296"/>
                  </a:lnTo>
                  <a:lnTo>
                    <a:pt x="1035088" y="5358296"/>
                  </a:lnTo>
                  <a:lnTo>
                    <a:pt x="1022765" y="5358296"/>
                  </a:lnTo>
                  <a:lnTo>
                    <a:pt x="1010443" y="5358296"/>
                  </a:lnTo>
                  <a:lnTo>
                    <a:pt x="998120" y="5358296"/>
                  </a:lnTo>
                  <a:lnTo>
                    <a:pt x="985798" y="5358296"/>
                  </a:lnTo>
                  <a:lnTo>
                    <a:pt x="973475" y="5358296"/>
                  </a:lnTo>
                  <a:lnTo>
                    <a:pt x="961153" y="5358296"/>
                  </a:lnTo>
                  <a:lnTo>
                    <a:pt x="948830" y="5358296"/>
                  </a:lnTo>
                  <a:lnTo>
                    <a:pt x="936508" y="5358296"/>
                  </a:lnTo>
                  <a:lnTo>
                    <a:pt x="924185" y="5358296"/>
                  </a:lnTo>
                  <a:lnTo>
                    <a:pt x="911863" y="5358296"/>
                  </a:lnTo>
                  <a:lnTo>
                    <a:pt x="899540" y="5358296"/>
                  </a:lnTo>
                  <a:lnTo>
                    <a:pt x="887218" y="5358296"/>
                  </a:lnTo>
                  <a:lnTo>
                    <a:pt x="874895" y="5358296"/>
                  </a:lnTo>
                  <a:lnTo>
                    <a:pt x="862573" y="5358296"/>
                  </a:lnTo>
                  <a:lnTo>
                    <a:pt x="850250" y="5358296"/>
                  </a:lnTo>
                  <a:lnTo>
                    <a:pt x="837928" y="5358296"/>
                  </a:lnTo>
                  <a:lnTo>
                    <a:pt x="825606" y="5358296"/>
                  </a:lnTo>
                  <a:lnTo>
                    <a:pt x="813283" y="5358296"/>
                  </a:lnTo>
                  <a:lnTo>
                    <a:pt x="800961" y="5358296"/>
                  </a:lnTo>
                  <a:lnTo>
                    <a:pt x="788638" y="5358296"/>
                  </a:lnTo>
                  <a:lnTo>
                    <a:pt x="776316" y="5358296"/>
                  </a:lnTo>
                  <a:lnTo>
                    <a:pt x="763993" y="5358296"/>
                  </a:lnTo>
                  <a:lnTo>
                    <a:pt x="751671" y="5358296"/>
                  </a:lnTo>
                  <a:lnTo>
                    <a:pt x="739348" y="5358296"/>
                  </a:lnTo>
                  <a:lnTo>
                    <a:pt x="727026" y="5358296"/>
                  </a:lnTo>
                  <a:lnTo>
                    <a:pt x="714703" y="5358296"/>
                  </a:lnTo>
                  <a:lnTo>
                    <a:pt x="702381" y="5358296"/>
                  </a:lnTo>
                  <a:lnTo>
                    <a:pt x="690058" y="5358296"/>
                  </a:lnTo>
                  <a:lnTo>
                    <a:pt x="677736" y="5358296"/>
                  </a:lnTo>
                  <a:lnTo>
                    <a:pt x="665413" y="5358296"/>
                  </a:lnTo>
                  <a:lnTo>
                    <a:pt x="653091" y="5358296"/>
                  </a:lnTo>
                  <a:lnTo>
                    <a:pt x="640768" y="5358296"/>
                  </a:lnTo>
                  <a:lnTo>
                    <a:pt x="628446" y="5358296"/>
                  </a:lnTo>
                  <a:lnTo>
                    <a:pt x="616123" y="5358296"/>
                  </a:lnTo>
                  <a:lnTo>
                    <a:pt x="603801" y="5358296"/>
                  </a:lnTo>
                  <a:lnTo>
                    <a:pt x="591478" y="5358296"/>
                  </a:lnTo>
                  <a:lnTo>
                    <a:pt x="579156" y="5358296"/>
                  </a:lnTo>
                  <a:lnTo>
                    <a:pt x="566833" y="5358296"/>
                  </a:lnTo>
                  <a:lnTo>
                    <a:pt x="554511" y="5358296"/>
                  </a:lnTo>
                  <a:lnTo>
                    <a:pt x="542189" y="5358296"/>
                  </a:lnTo>
                  <a:lnTo>
                    <a:pt x="529866" y="5358296"/>
                  </a:lnTo>
                  <a:lnTo>
                    <a:pt x="517544" y="5358296"/>
                  </a:lnTo>
                  <a:lnTo>
                    <a:pt x="505221" y="5358296"/>
                  </a:lnTo>
                  <a:lnTo>
                    <a:pt x="492899" y="5358296"/>
                  </a:lnTo>
                  <a:lnTo>
                    <a:pt x="480576" y="5358296"/>
                  </a:lnTo>
                  <a:lnTo>
                    <a:pt x="468254" y="5358296"/>
                  </a:lnTo>
                  <a:lnTo>
                    <a:pt x="455931" y="5358296"/>
                  </a:lnTo>
                  <a:lnTo>
                    <a:pt x="443609" y="5358296"/>
                  </a:lnTo>
                  <a:lnTo>
                    <a:pt x="431286" y="5358296"/>
                  </a:lnTo>
                  <a:lnTo>
                    <a:pt x="418964" y="5358296"/>
                  </a:lnTo>
                  <a:lnTo>
                    <a:pt x="406641" y="5358296"/>
                  </a:lnTo>
                  <a:lnTo>
                    <a:pt x="394319" y="5358296"/>
                  </a:lnTo>
                  <a:lnTo>
                    <a:pt x="381996" y="5358296"/>
                  </a:lnTo>
                  <a:lnTo>
                    <a:pt x="369674" y="5358296"/>
                  </a:lnTo>
                  <a:lnTo>
                    <a:pt x="357351" y="5358296"/>
                  </a:lnTo>
                  <a:lnTo>
                    <a:pt x="345029" y="5358296"/>
                  </a:lnTo>
                  <a:lnTo>
                    <a:pt x="332706" y="5358296"/>
                  </a:lnTo>
                  <a:lnTo>
                    <a:pt x="320384" y="5358296"/>
                  </a:lnTo>
                  <a:lnTo>
                    <a:pt x="308061" y="5358296"/>
                  </a:lnTo>
                  <a:lnTo>
                    <a:pt x="295739" y="5358296"/>
                  </a:lnTo>
                  <a:lnTo>
                    <a:pt x="283416" y="5358296"/>
                  </a:lnTo>
                  <a:lnTo>
                    <a:pt x="271094" y="5358296"/>
                  </a:lnTo>
                  <a:lnTo>
                    <a:pt x="258772" y="5358296"/>
                  </a:lnTo>
                  <a:lnTo>
                    <a:pt x="246449" y="5358296"/>
                  </a:lnTo>
                  <a:lnTo>
                    <a:pt x="234127" y="5358296"/>
                  </a:lnTo>
                  <a:lnTo>
                    <a:pt x="221804" y="5358296"/>
                  </a:lnTo>
                  <a:lnTo>
                    <a:pt x="209482" y="5358296"/>
                  </a:lnTo>
                  <a:lnTo>
                    <a:pt x="197159" y="5358296"/>
                  </a:lnTo>
                  <a:lnTo>
                    <a:pt x="184837" y="5358296"/>
                  </a:lnTo>
                  <a:lnTo>
                    <a:pt x="172514" y="5358296"/>
                  </a:lnTo>
                  <a:lnTo>
                    <a:pt x="160192" y="5358296"/>
                  </a:lnTo>
                  <a:lnTo>
                    <a:pt x="147869" y="5358296"/>
                  </a:lnTo>
                  <a:lnTo>
                    <a:pt x="135547" y="5358296"/>
                  </a:lnTo>
                  <a:lnTo>
                    <a:pt x="123224" y="5358296"/>
                  </a:lnTo>
                  <a:lnTo>
                    <a:pt x="110902" y="5358296"/>
                  </a:lnTo>
                  <a:lnTo>
                    <a:pt x="98579" y="5358296"/>
                  </a:lnTo>
                  <a:lnTo>
                    <a:pt x="86257" y="5358296"/>
                  </a:lnTo>
                  <a:lnTo>
                    <a:pt x="73934" y="5358296"/>
                  </a:lnTo>
                  <a:lnTo>
                    <a:pt x="61612" y="5358296"/>
                  </a:lnTo>
                  <a:lnTo>
                    <a:pt x="49289" y="5358296"/>
                  </a:lnTo>
                  <a:lnTo>
                    <a:pt x="36967" y="5358296"/>
                  </a:lnTo>
                  <a:lnTo>
                    <a:pt x="24644" y="5358296"/>
                  </a:lnTo>
                  <a:lnTo>
                    <a:pt x="12322" y="5358296"/>
                  </a:lnTo>
                  <a:close/>
                </a:path>
              </a:pathLst>
            </a:custGeom>
            <a:solidFill>
              <a:srgbClr val="FFC0CB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706745" y="797154"/>
              <a:ext cx="6296786" cy="5358296"/>
            </a:xfrm>
            <a:custGeom>
              <a:avLst/>
              <a:pathLst>
                <a:path w="6296786" h="5358296">
                  <a:moveTo>
                    <a:pt x="0" y="5358296"/>
                  </a:moveTo>
                  <a:lnTo>
                    <a:pt x="12322" y="5358296"/>
                  </a:lnTo>
                  <a:lnTo>
                    <a:pt x="24644" y="5358296"/>
                  </a:lnTo>
                  <a:lnTo>
                    <a:pt x="36967" y="5358296"/>
                  </a:lnTo>
                  <a:lnTo>
                    <a:pt x="49289" y="5358296"/>
                  </a:lnTo>
                  <a:lnTo>
                    <a:pt x="61612" y="5358296"/>
                  </a:lnTo>
                  <a:lnTo>
                    <a:pt x="73934" y="5358296"/>
                  </a:lnTo>
                  <a:lnTo>
                    <a:pt x="86257" y="5358296"/>
                  </a:lnTo>
                  <a:lnTo>
                    <a:pt x="98579" y="5358296"/>
                  </a:lnTo>
                  <a:lnTo>
                    <a:pt x="110902" y="5358296"/>
                  </a:lnTo>
                  <a:lnTo>
                    <a:pt x="123224" y="5358293"/>
                  </a:lnTo>
                  <a:lnTo>
                    <a:pt x="135547" y="5358281"/>
                  </a:lnTo>
                  <a:lnTo>
                    <a:pt x="147869" y="5358228"/>
                  </a:lnTo>
                  <a:lnTo>
                    <a:pt x="160192" y="5358011"/>
                  </a:lnTo>
                  <a:lnTo>
                    <a:pt x="172514" y="5357200"/>
                  </a:lnTo>
                  <a:lnTo>
                    <a:pt x="184837" y="5354411"/>
                  </a:lnTo>
                  <a:lnTo>
                    <a:pt x="197159" y="5345140"/>
                  </a:lnTo>
                  <a:lnTo>
                    <a:pt x="209482" y="5317547"/>
                  </a:lnTo>
                  <a:lnTo>
                    <a:pt x="221804" y="5246526"/>
                  </a:lnTo>
                  <a:lnTo>
                    <a:pt x="234127" y="5087715"/>
                  </a:lnTo>
                  <a:lnTo>
                    <a:pt x="246449" y="4780953"/>
                  </a:lnTo>
                  <a:lnTo>
                    <a:pt x="258772" y="4272470"/>
                  </a:lnTo>
                  <a:lnTo>
                    <a:pt x="271094" y="3556451"/>
                  </a:lnTo>
                  <a:lnTo>
                    <a:pt x="283416" y="2715737"/>
                  </a:lnTo>
                  <a:lnTo>
                    <a:pt x="295739" y="1926175"/>
                  </a:lnTo>
                  <a:lnTo>
                    <a:pt x="308061" y="1401974"/>
                  </a:lnTo>
                  <a:lnTo>
                    <a:pt x="320384" y="1301323"/>
                  </a:lnTo>
                  <a:lnTo>
                    <a:pt x="332706" y="1648776"/>
                  </a:lnTo>
                  <a:lnTo>
                    <a:pt x="345029" y="2326013"/>
                  </a:lnTo>
                  <a:lnTo>
                    <a:pt x="357351" y="3135216"/>
                  </a:lnTo>
                  <a:lnTo>
                    <a:pt x="369674" y="3890137"/>
                  </a:lnTo>
                  <a:lnTo>
                    <a:pt x="381996" y="4479437"/>
                  </a:lnTo>
                  <a:lnTo>
                    <a:pt x="394319" y="4877157"/>
                  </a:lnTo>
                  <a:lnTo>
                    <a:pt x="406641" y="5114033"/>
                  </a:lnTo>
                  <a:lnTo>
                    <a:pt x="418964" y="5240051"/>
                  </a:lnTo>
                  <a:lnTo>
                    <a:pt x="431286" y="5299583"/>
                  </a:lnTo>
                  <a:lnTo>
                    <a:pt x="443609" y="5323015"/>
                  </a:lnTo>
                  <a:lnTo>
                    <a:pt x="455931" y="5328465"/>
                  </a:lnTo>
                  <a:lnTo>
                    <a:pt x="468254" y="5326324"/>
                  </a:lnTo>
                  <a:lnTo>
                    <a:pt x="480576" y="5322757"/>
                  </a:lnTo>
                  <a:lnTo>
                    <a:pt x="492899" y="5321471"/>
                  </a:lnTo>
                  <a:lnTo>
                    <a:pt x="505221" y="5323889"/>
                  </a:lnTo>
                  <a:lnTo>
                    <a:pt x="517544" y="5329462"/>
                  </a:lnTo>
                  <a:lnTo>
                    <a:pt x="529866" y="5336622"/>
                  </a:lnTo>
                  <a:lnTo>
                    <a:pt x="542189" y="5343609"/>
                  </a:lnTo>
                  <a:lnTo>
                    <a:pt x="554511" y="5349050"/>
                  </a:lnTo>
                  <a:lnTo>
                    <a:pt x="566833" y="5351894"/>
                  </a:lnTo>
                  <a:lnTo>
                    <a:pt x="579156" y="5350440"/>
                  </a:lnTo>
                  <a:lnTo>
                    <a:pt x="591478" y="5340137"/>
                  </a:lnTo>
                  <a:lnTo>
                    <a:pt x="603801" y="5309550"/>
                  </a:lnTo>
                  <a:lnTo>
                    <a:pt x="616123" y="5234254"/>
                  </a:lnTo>
                  <a:lnTo>
                    <a:pt x="628446" y="5070386"/>
                  </a:lnTo>
                  <a:lnTo>
                    <a:pt x="640768" y="4753775"/>
                  </a:lnTo>
                  <a:lnTo>
                    <a:pt x="653091" y="4214367"/>
                  </a:lnTo>
                  <a:lnTo>
                    <a:pt x="665413" y="3412885"/>
                  </a:lnTo>
                  <a:lnTo>
                    <a:pt x="677736" y="2391736"/>
                  </a:lnTo>
                  <a:lnTo>
                    <a:pt x="690058" y="1310274"/>
                  </a:lnTo>
                  <a:lnTo>
                    <a:pt x="702381" y="425107"/>
                  </a:lnTo>
                  <a:lnTo>
                    <a:pt x="714703" y="0"/>
                  </a:lnTo>
                  <a:lnTo>
                    <a:pt x="727026" y="182009"/>
                  </a:lnTo>
                  <a:lnTo>
                    <a:pt x="739348" y="920499"/>
                  </a:lnTo>
                  <a:lnTo>
                    <a:pt x="751671" y="1988747"/>
                  </a:lnTo>
                  <a:lnTo>
                    <a:pt x="763993" y="3096712"/>
                  </a:lnTo>
                  <a:lnTo>
                    <a:pt x="776316" y="4018632"/>
                  </a:lnTo>
                  <a:lnTo>
                    <a:pt x="788638" y="4651588"/>
                  </a:lnTo>
                  <a:lnTo>
                    <a:pt x="800961" y="5023617"/>
                  </a:lnTo>
                  <a:lnTo>
                    <a:pt x="813283" y="5216325"/>
                  </a:lnTo>
                  <a:lnTo>
                    <a:pt x="825606" y="5304329"/>
                  </a:lnTo>
                  <a:lnTo>
                    <a:pt x="837928" y="5339924"/>
                  </a:lnTo>
                  <a:lnTo>
                    <a:pt x="850250" y="5352702"/>
                  </a:lnTo>
                  <a:lnTo>
                    <a:pt x="862573" y="5356775"/>
                  </a:lnTo>
                  <a:lnTo>
                    <a:pt x="874895" y="5357928"/>
                  </a:lnTo>
                  <a:lnTo>
                    <a:pt x="887218" y="5358217"/>
                  </a:lnTo>
                  <a:lnTo>
                    <a:pt x="899540" y="5358281"/>
                  </a:lnTo>
                  <a:lnTo>
                    <a:pt x="911863" y="5358294"/>
                  </a:lnTo>
                  <a:lnTo>
                    <a:pt x="924185" y="5358296"/>
                  </a:lnTo>
                  <a:lnTo>
                    <a:pt x="936508" y="5358296"/>
                  </a:lnTo>
                  <a:lnTo>
                    <a:pt x="948830" y="5358296"/>
                  </a:lnTo>
                  <a:lnTo>
                    <a:pt x="961153" y="5358296"/>
                  </a:lnTo>
                  <a:lnTo>
                    <a:pt x="973475" y="5358294"/>
                  </a:lnTo>
                  <a:lnTo>
                    <a:pt x="985798" y="5358289"/>
                  </a:lnTo>
                  <a:lnTo>
                    <a:pt x="998120" y="5358274"/>
                  </a:lnTo>
                  <a:lnTo>
                    <a:pt x="1010443" y="5358231"/>
                  </a:lnTo>
                  <a:lnTo>
                    <a:pt x="1022765" y="5358125"/>
                  </a:lnTo>
                  <a:lnTo>
                    <a:pt x="1035088" y="5357898"/>
                  </a:lnTo>
                  <a:lnTo>
                    <a:pt x="1047410" y="5357470"/>
                  </a:lnTo>
                  <a:lnTo>
                    <a:pt x="1059733" y="5356762"/>
                  </a:lnTo>
                  <a:lnTo>
                    <a:pt x="1072055" y="5355750"/>
                  </a:lnTo>
                  <a:lnTo>
                    <a:pt x="1084378" y="5354523"/>
                  </a:lnTo>
                  <a:lnTo>
                    <a:pt x="1096700" y="5353331"/>
                  </a:lnTo>
                  <a:lnTo>
                    <a:pt x="1109022" y="5352490"/>
                  </a:lnTo>
                  <a:lnTo>
                    <a:pt x="1121345" y="5352244"/>
                  </a:lnTo>
                  <a:lnTo>
                    <a:pt x="1133667" y="5352662"/>
                  </a:lnTo>
                  <a:lnTo>
                    <a:pt x="1145990" y="5353605"/>
                  </a:lnTo>
                  <a:lnTo>
                    <a:pt x="1158312" y="5354797"/>
                  </a:lnTo>
                  <a:lnTo>
                    <a:pt x="1170635" y="5355959"/>
                  </a:lnTo>
                  <a:lnTo>
                    <a:pt x="1182957" y="5356899"/>
                  </a:lnTo>
                  <a:lnTo>
                    <a:pt x="1195280" y="5357549"/>
                  </a:lnTo>
                  <a:lnTo>
                    <a:pt x="1207602" y="5357940"/>
                  </a:lnTo>
                  <a:lnTo>
                    <a:pt x="1219925" y="5358145"/>
                  </a:lnTo>
                  <a:lnTo>
                    <a:pt x="1232247" y="5358239"/>
                  </a:lnTo>
                  <a:lnTo>
                    <a:pt x="1244570" y="5358277"/>
                  </a:lnTo>
                  <a:lnTo>
                    <a:pt x="1256892" y="5358291"/>
                  </a:lnTo>
                  <a:lnTo>
                    <a:pt x="1269215" y="5358295"/>
                  </a:lnTo>
                  <a:lnTo>
                    <a:pt x="1281537" y="5358296"/>
                  </a:lnTo>
                  <a:lnTo>
                    <a:pt x="1293860" y="5358296"/>
                  </a:lnTo>
                  <a:lnTo>
                    <a:pt x="1306182" y="5358296"/>
                  </a:lnTo>
                  <a:lnTo>
                    <a:pt x="1318505" y="5358296"/>
                  </a:lnTo>
                  <a:lnTo>
                    <a:pt x="1330827" y="5358296"/>
                  </a:lnTo>
                  <a:lnTo>
                    <a:pt x="1343150" y="5358296"/>
                  </a:lnTo>
                  <a:lnTo>
                    <a:pt x="1355472" y="5358296"/>
                  </a:lnTo>
                  <a:lnTo>
                    <a:pt x="1367795" y="5358296"/>
                  </a:lnTo>
                  <a:lnTo>
                    <a:pt x="1380117" y="5358296"/>
                  </a:lnTo>
                  <a:lnTo>
                    <a:pt x="1392439" y="5358296"/>
                  </a:lnTo>
                  <a:lnTo>
                    <a:pt x="1404762" y="5358296"/>
                  </a:lnTo>
                  <a:lnTo>
                    <a:pt x="1417084" y="5358296"/>
                  </a:lnTo>
                  <a:lnTo>
                    <a:pt x="1429407" y="5358296"/>
                  </a:lnTo>
                  <a:lnTo>
                    <a:pt x="1441729" y="5358296"/>
                  </a:lnTo>
                  <a:lnTo>
                    <a:pt x="1454052" y="5358296"/>
                  </a:lnTo>
                  <a:lnTo>
                    <a:pt x="1466374" y="5358296"/>
                  </a:lnTo>
                  <a:lnTo>
                    <a:pt x="1478697" y="5358296"/>
                  </a:lnTo>
                  <a:lnTo>
                    <a:pt x="1491019" y="5358296"/>
                  </a:lnTo>
                  <a:lnTo>
                    <a:pt x="1503342" y="5358296"/>
                  </a:lnTo>
                  <a:lnTo>
                    <a:pt x="1515664" y="5358296"/>
                  </a:lnTo>
                  <a:lnTo>
                    <a:pt x="1527987" y="5358296"/>
                  </a:lnTo>
                  <a:lnTo>
                    <a:pt x="1540309" y="5358296"/>
                  </a:lnTo>
                  <a:lnTo>
                    <a:pt x="1552632" y="5358296"/>
                  </a:lnTo>
                  <a:lnTo>
                    <a:pt x="1564954" y="5358296"/>
                  </a:lnTo>
                  <a:lnTo>
                    <a:pt x="1577277" y="5358296"/>
                  </a:lnTo>
                  <a:lnTo>
                    <a:pt x="1589599" y="5358296"/>
                  </a:lnTo>
                  <a:lnTo>
                    <a:pt x="1601922" y="5358296"/>
                  </a:lnTo>
                  <a:lnTo>
                    <a:pt x="1614244" y="5358296"/>
                  </a:lnTo>
                  <a:lnTo>
                    <a:pt x="1626567" y="5358296"/>
                  </a:lnTo>
                  <a:lnTo>
                    <a:pt x="1638889" y="5358296"/>
                  </a:lnTo>
                  <a:lnTo>
                    <a:pt x="1651212" y="5358296"/>
                  </a:lnTo>
                  <a:lnTo>
                    <a:pt x="1663534" y="5358296"/>
                  </a:lnTo>
                  <a:lnTo>
                    <a:pt x="1675856" y="5358296"/>
                  </a:lnTo>
                  <a:lnTo>
                    <a:pt x="1688179" y="5358296"/>
                  </a:lnTo>
                  <a:lnTo>
                    <a:pt x="1700501" y="5358296"/>
                  </a:lnTo>
                  <a:lnTo>
                    <a:pt x="1712824" y="5358296"/>
                  </a:lnTo>
                  <a:lnTo>
                    <a:pt x="1725146" y="5358296"/>
                  </a:lnTo>
                  <a:lnTo>
                    <a:pt x="1737469" y="5358296"/>
                  </a:lnTo>
                  <a:lnTo>
                    <a:pt x="1749791" y="5358296"/>
                  </a:lnTo>
                  <a:lnTo>
                    <a:pt x="1762114" y="5358296"/>
                  </a:lnTo>
                  <a:lnTo>
                    <a:pt x="1774436" y="5358296"/>
                  </a:lnTo>
                  <a:lnTo>
                    <a:pt x="1786759" y="5358296"/>
                  </a:lnTo>
                  <a:lnTo>
                    <a:pt x="1799081" y="5358296"/>
                  </a:lnTo>
                  <a:lnTo>
                    <a:pt x="1811404" y="5358296"/>
                  </a:lnTo>
                  <a:lnTo>
                    <a:pt x="1823726" y="5358296"/>
                  </a:lnTo>
                  <a:lnTo>
                    <a:pt x="1836049" y="5358296"/>
                  </a:lnTo>
                  <a:lnTo>
                    <a:pt x="1848371" y="5358296"/>
                  </a:lnTo>
                  <a:lnTo>
                    <a:pt x="1860694" y="5358296"/>
                  </a:lnTo>
                  <a:lnTo>
                    <a:pt x="1873016" y="5358296"/>
                  </a:lnTo>
                  <a:lnTo>
                    <a:pt x="1885339" y="5358296"/>
                  </a:lnTo>
                  <a:lnTo>
                    <a:pt x="1897661" y="5358296"/>
                  </a:lnTo>
                  <a:lnTo>
                    <a:pt x="1909984" y="5358296"/>
                  </a:lnTo>
                  <a:lnTo>
                    <a:pt x="1922306" y="5358296"/>
                  </a:lnTo>
                  <a:lnTo>
                    <a:pt x="1934629" y="5358296"/>
                  </a:lnTo>
                  <a:lnTo>
                    <a:pt x="1946951" y="5358296"/>
                  </a:lnTo>
                  <a:lnTo>
                    <a:pt x="1959273" y="5358296"/>
                  </a:lnTo>
                  <a:lnTo>
                    <a:pt x="1971596" y="5358296"/>
                  </a:lnTo>
                  <a:lnTo>
                    <a:pt x="1983918" y="5358296"/>
                  </a:lnTo>
                  <a:lnTo>
                    <a:pt x="1996241" y="5358296"/>
                  </a:lnTo>
                  <a:lnTo>
                    <a:pt x="2008563" y="5358296"/>
                  </a:lnTo>
                  <a:lnTo>
                    <a:pt x="2020886" y="5358296"/>
                  </a:lnTo>
                  <a:lnTo>
                    <a:pt x="2033208" y="5358296"/>
                  </a:lnTo>
                  <a:lnTo>
                    <a:pt x="2045531" y="5358296"/>
                  </a:lnTo>
                  <a:lnTo>
                    <a:pt x="2057853" y="5358296"/>
                  </a:lnTo>
                  <a:lnTo>
                    <a:pt x="2070176" y="5358296"/>
                  </a:lnTo>
                  <a:lnTo>
                    <a:pt x="2082498" y="5358296"/>
                  </a:lnTo>
                  <a:lnTo>
                    <a:pt x="2094821" y="5358296"/>
                  </a:lnTo>
                  <a:lnTo>
                    <a:pt x="2107143" y="5358296"/>
                  </a:lnTo>
                  <a:lnTo>
                    <a:pt x="2119466" y="5358296"/>
                  </a:lnTo>
                  <a:lnTo>
                    <a:pt x="2131788" y="5358296"/>
                  </a:lnTo>
                  <a:lnTo>
                    <a:pt x="2144111" y="5358296"/>
                  </a:lnTo>
                  <a:lnTo>
                    <a:pt x="2156433" y="5358296"/>
                  </a:lnTo>
                  <a:lnTo>
                    <a:pt x="2168756" y="5358296"/>
                  </a:lnTo>
                  <a:lnTo>
                    <a:pt x="2181078" y="5358296"/>
                  </a:lnTo>
                  <a:lnTo>
                    <a:pt x="2193401" y="5358296"/>
                  </a:lnTo>
                  <a:lnTo>
                    <a:pt x="2205723" y="5358296"/>
                  </a:lnTo>
                  <a:lnTo>
                    <a:pt x="2218045" y="5358296"/>
                  </a:lnTo>
                  <a:lnTo>
                    <a:pt x="2230368" y="5358296"/>
                  </a:lnTo>
                  <a:lnTo>
                    <a:pt x="2242690" y="5358296"/>
                  </a:lnTo>
                  <a:lnTo>
                    <a:pt x="2255013" y="5358296"/>
                  </a:lnTo>
                  <a:lnTo>
                    <a:pt x="2267335" y="5358295"/>
                  </a:lnTo>
                  <a:lnTo>
                    <a:pt x="2279658" y="5358292"/>
                  </a:lnTo>
                  <a:lnTo>
                    <a:pt x="2291980" y="5358279"/>
                  </a:lnTo>
                  <a:lnTo>
                    <a:pt x="2304303" y="5358228"/>
                  </a:lnTo>
                  <a:lnTo>
                    <a:pt x="2316625" y="5358061"/>
                  </a:lnTo>
                  <a:lnTo>
                    <a:pt x="2328948" y="5357594"/>
                  </a:lnTo>
                  <a:lnTo>
                    <a:pt x="2341270" y="5356452"/>
                  </a:lnTo>
                  <a:lnTo>
                    <a:pt x="2353593" y="5354040"/>
                  </a:lnTo>
                  <a:lnTo>
                    <a:pt x="2365915" y="5349650"/>
                  </a:lnTo>
                  <a:lnTo>
                    <a:pt x="2378238" y="5342806"/>
                  </a:lnTo>
                  <a:lnTo>
                    <a:pt x="2390560" y="5333779"/>
                  </a:lnTo>
                  <a:lnTo>
                    <a:pt x="2402883" y="5323963"/>
                  </a:lnTo>
                  <a:lnTo>
                    <a:pt x="2415205" y="5315714"/>
                  </a:lnTo>
                  <a:lnTo>
                    <a:pt x="2427528" y="5311498"/>
                  </a:lnTo>
                  <a:lnTo>
                    <a:pt x="2439850" y="5312729"/>
                  </a:lnTo>
                  <a:lnTo>
                    <a:pt x="2452173" y="5319017"/>
                  </a:lnTo>
                  <a:lnTo>
                    <a:pt x="2464495" y="5328362"/>
                  </a:lnTo>
                  <a:lnTo>
                    <a:pt x="2476818" y="5338164"/>
                  </a:lnTo>
                  <a:lnTo>
                    <a:pt x="2489140" y="5346372"/>
                  </a:lnTo>
                  <a:lnTo>
                    <a:pt x="2501462" y="5352088"/>
                  </a:lnTo>
                  <a:lnTo>
                    <a:pt x="2513785" y="5355462"/>
                  </a:lnTo>
                  <a:lnTo>
                    <a:pt x="2526107" y="5357163"/>
                  </a:lnTo>
                  <a:lnTo>
                    <a:pt x="2538430" y="5357900"/>
                  </a:lnTo>
                  <a:lnTo>
                    <a:pt x="2550752" y="5358176"/>
                  </a:lnTo>
                  <a:lnTo>
                    <a:pt x="2563075" y="5358263"/>
                  </a:lnTo>
                  <a:lnTo>
                    <a:pt x="2575397" y="5358288"/>
                  </a:lnTo>
                  <a:lnTo>
                    <a:pt x="2587720" y="5358294"/>
                  </a:lnTo>
                  <a:lnTo>
                    <a:pt x="2600042" y="5358296"/>
                  </a:lnTo>
                  <a:lnTo>
                    <a:pt x="2612365" y="5358296"/>
                  </a:lnTo>
                  <a:lnTo>
                    <a:pt x="2624687" y="5358296"/>
                  </a:lnTo>
                  <a:lnTo>
                    <a:pt x="2637010" y="5358296"/>
                  </a:lnTo>
                  <a:lnTo>
                    <a:pt x="2649332" y="5358296"/>
                  </a:lnTo>
                  <a:lnTo>
                    <a:pt x="2661655" y="5358296"/>
                  </a:lnTo>
                  <a:lnTo>
                    <a:pt x="2673977" y="5358296"/>
                  </a:lnTo>
                  <a:lnTo>
                    <a:pt x="2686300" y="5358296"/>
                  </a:lnTo>
                  <a:lnTo>
                    <a:pt x="2698622" y="5358296"/>
                  </a:lnTo>
                  <a:lnTo>
                    <a:pt x="2710945" y="5358296"/>
                  </a:lnTo>
                  <a:lnTo>
                    <a:pt x="2723267" y="5358296"/>
                  </a:lnTo>
                  <a:lnTo>
                    <a:pt x="2735590" y="5358296"/>
                  </a:lnTo>
                  <a:lnTo>
                    <a:pt x="2747912" y="5358296"/>
                  </a:lnTo>
                  <a:lnTo>
                    <a:pt x="2760235" y="5358296"/>
                  </a:lnTo>
                  <a:lnTo>
                    <a:pt x="2772557" y="5358296"/>
                  </a:lnTo>
                  <a:lnTo>
                    <a:pt x="2784879" y="5358296"/>
                  </a:lnTo>
                  <a:lnTo>
                    <a:pt x="2797202" y="5358296"/>
                  </a:lnTo>
                  <a:lnTo>
                    <a:pt x="2809524" y="5358296"/>
                  </a:lnTo>
                  <a:lnTo>
                    <a:pt x="2821847" y="5358296"/>
                  </a:lnTo>
                  <a:lnTo>
                    <a:pt x="2834169" y="5358296"/>
                  </a:lnTo>
                  <a:lnTo>
                    <a:pt x="2846492" y="5358296"/>
                  </a:lnTo>
                  <a:lnTo>
                    <a:pt x="2858814" y="5358296"/>
                  </a:lnTo>
                  <a:lnTo>
                    <a:pt x="2871137" y="5358296"/>
                  </a:lnTo>
                  <a:lnTo>
                    <a:pt x="2883459" y="5358296"/>
                  </a:lnTo>
                  <a:lnTo>
                    <a:pt x="2895782" y="5358296"/>
                  </a:lnTo>
                  <a:lnTo>
                    <a:pt x="2908104" y="5358296"/>
                  </a:lnTo>
                  <a:lnTo>
                    <a:pt x="2920427" y="5358296"/>
                  </a:lnTo>
                  <a:lnTo>
                    <a:pt x="2932749" y="5358296"/>
                  </a:lnTo>
                  <a:lnTo>
                    <a:pt x="2945072" y="5358296"/>
                  </a:lnTo>
                  <a:lnTo>
                    <a:pt x="2957394" y="5358296"/>
                  </a:lnTo>
                  <a:lnTo>
                    <a:pt x="2969717" y="5358296"/>
                  </a:lnTo>
                  <a:lnTo>
                    <a:pt x="2982039" y="5358296"/>
                  </a:lnTo>
                  <a:lnTo>
                    <a:pt x="2994362" y="5358296"/>
                  </a:lnTo>
                  <a:lnTo>
                    <a:pt x="3006684" y="5358296"/>
                  </a:lnTo>
                  <a:lnTo>
                    <a:pt x="3019007" y="5358296"/>
                  </a:lnTo>
                  <a:lnTo>
                    <a:pt x="3031329" y="5358296"/>
                  </a:lnTo>
                  <a:lnTo>
                    <a:pt x="3043652" y="5358296"/>
                  </a:lnTo>
                  <a:lnTo>
                    <a:pt x="3055974" y="5358296"/>
                  </a:lnTo>
                  <a:lnTo>
                    <a:pt x="3068296" y="5358296"/>
                  </a:lnTo>
                  <a:lnTo>
                    <a:pt x="3080619" y="5358296"/>
                  </a:lnTo>
                  <a:lnTo>
                    <a:pt x="3092941" y="5358296"/>
                  </a:lnTo>
                  <a:lnTo>
                    <a:pt x="3105264" y="5358296"/>
                  </a:lnTo>
                  <a:lnTo>
                    <a:pt x="3117586" y="5358296"/>
                  </a:lnTo>
                  <a:lnTo>
                    <a:pt x="3129909" y="5358296"/>
                  </a:lnTo>
                  <a:lnTo>
                    <a:pt x="3142231" y="5358296"/>
                  </a:lnTo>
                  <a:lnTo>
                    <a:pt x="3154554" y="5358296"/>
                  </a:lnTo>
                  <a:lnTo>
                    <a:pt x="3166876" y="5358296"/>
                  </a:lnTo>
                  <a:lnTo>
                    <a:pt x="3179199" y="5358296"/>
                  </a:lnTo>
                  <a:lnTo>
                    <a:pt x="3191521" y="5358296"/>
                  </a:lnTo>
                  <a:lnTo>
                    <a:pt x="3203844" y="5358296"/>
                  </a:lnTo>
                  <a:lnTo>
                    <a:pt x="3216166" y="5358296"/>
                  </a:lnTo>
                  <a:lnTo>
                    <a:pt x="3228489" y="5358296"/>
                  </a:lnTo>
                  <a:lnTo>
                    <a:pt x="3240811" y="5358296"/>
                  </a:lnTo>
                  <a:lnTo>
                    <a:pt x="3253134" y="5358296"/>
                  </a:lnTo>
                  <a:lnTo>
                    <a:pt x="3265456" y="5358296"/>
                  </a:lnTo>
                  <a:lnTo>
                    <a:pt x="3277779" y="5358296"/>
                  </a:lnTo>
                  <a:lnTo>
                    <a:pt x="3290101" y="5358296"/>
                  </a:lnTo>
                  <a:lnTo>
                    <a:pt x="3302424" y="5358296"/>
                  </a:lnTo>
                  <a:lnTo>
                    <a:pt x="3314746" y="5358296"/>
                  </a:lnTo>
                  <a:lnTo>
                    <a:pt x="3327068" y="5358296"/>
                  </a:lnTo>
                  <a:lnTo>
                    <a:pt x="3339391" y="5358296"/>
                  </a:lnTo>
                  <a:lnTo>
                    <a:pt x="3351713" y="5358296"/>
                  </a:lnTo>
                  <a:lnTo>
                    <a:pt x="3364036" y="5358296"/>
                  </a:lnTo>
                  <a:lnTo>
                    <a:pt x="3376358" y="5358296"/>
                  </a:lnTo>
                  <a:lnTo>
                    <a:pt x="3388681" y="5358296"/>
                  </a:lnTo>
                  <a:lnTo>
                    <a:pt x="3401003" y="5358296"/>
                  </a:lnTo>
                  <a:lnTo>
                    <a:pt x="3413326" y="5358296"/>
                  </a:lnTo>
                  <a:lnTo>
                    <a:pt x="3425648" y="5358296"/>
                  </a:lnTo>
                  <a:lnTo>
                    <a:pt x="3437971" y="5358296"/>
                  </a:lnTo>
                  <a:lnTo>
                    <a:pt x="3450293" y="5358296"/>
                  </a:lnTo>
                  <a:lnTo>
                    <a:pt x="3462616" y="5358296"/>
                  </a:lnTo>
                  <a:lnTo>
                    <a:pt x="3474938" y="5358296"/>
                  </a:lnTo>
                  <a:lnTo>
                    <a:pt x="3487261" y="5358296"/>
                  </a:lnTo>
                  <a:lnTo>
                    <a:pt x="3499583" y="5358296"/>
                  </a:lnTo>
                  <a:lnTo>
                    <a:pt x="3511906" y="5358296"/>
                  </a:lnTo>
                  <a:lnTo>
                    <a:pt x="3524228" y="5358296"/>
                  </a:lnTo>
                  <a:lnTo>
                    <a:pt x="3536551" y="5358296"/>
                  </a:lnTo>
                  <a:lnTo>
                    <a:pt x="3548873" y="5358296"/>
                  </a:lnTo>
                  <a:lnTo>
                    <a:pt x="3561196" y="5358296"/>
                  </a:lnTo>
                  <a:lnTo>
                    <a:pt x="3573518" y="5358296"/>
                  </a:lnTo>
                  <a:lnTo>
                    <a:pt x="3585841" y="5358296"/>
                  </a:lnTo>
                  <a:lnTo>
                    <a:pt x="3598163" y="5358296"/>
                  </a:lnTo>
                  <a:lnTo>
                    <a:pt x="3610485" y="5358296"/>
                  </a:lnTo>
                  <a:lnTo>
                    <a:pt x="3622808" y="5358296"/>
                  </a:lnTo>
                  <a:lnTo>
                    <a:pt x="3635130" y="5358296"/>
                  </a:lnTo>
                  <a:lnTo>
                    <a:pt x="3647453" y="5358296"/>
                  </a:lnTo>
                  <a:lnTo>
                    <a:pt x="3659775" y="5358296"/>
                  </a:lnTo>
                  <a:lnTo>
                    <a:pt x="3672098" y="5358296"/>
                  </a:lnTo>
                  <a:lnTo>
                    <a:pt x="3684420" y="5358296"/>
                  </a:lnTo>
                  <a:lnTo>
                    <a:pt x="3696743" y="5358296"/>
                  </a:lnTo>
                  <a:lnTo>
                    <a:pt x="3709065" y="5358296"/>
                  </a:lnTo>
                  <a:lnTo>
                    <a:pt x="3721388" y="5358296"/>
                  </a:lnTo>
                  <a:lnTo>
                    <a:pt x="3733710" y="5358296"/>
                  </a:lnTo>
                  <a:lnTo>
                    <a:pt x="3746033" y="5358296"/>
                  </a:lnTo>
                  <a:lnTo>
                    <a:pt x="3758355" y="5358296"/>
                  </a:lnTo>
                  <a:lnTo>
                    <a:pt x="3770678" y="5358296"/>
                  </a:lnTo>
                  <a:lnTo>
                    <a:pt x="3783000" y="5358296"/>
                  </a:lnTo>
                  <a:lnTo>
                    <a:pt x="3795323" y="5358296"/>
                  </a:lnTo>
                  <a:lnTo>
                    <a:pt x="3807645" y="5358296"/>
                  </a:lnTo>
                  <a:lnTo>
                    <a:pt x="3819968" y="5358296"/>
                  </a:lnTo>
                  <a:lnTo>
                    <a:pt x="3832290" y="5358296"/>
                  </a:lnTo>
                  <a:lnTo>
                    <a:pt x="3844613" y="5358296"/>
                  </a:lnTo>
                  <a:lnTo>
                    <a:pt x="3856935" y="5358296"/>
                  </a:lnTo>
                  <a:lnTo>
                    <a:pt x="3869258" y="5358296"/>
                  </a:lnTo>
                  <a:lnTo>
                    <a:pt x="3881580" y="5358296"/>
                  </a:lnTo>
                  <a:lnTo>
                    <a:pt x="3893902" y="5358296"/>
                  </a:lnTo>
                  <a:lnTo>
                    <a:pt x="3906225" y="5358296"/>
                  </a:lnTo>
                  <a:lnTo>
                    <a:pt x="3918547" y="5358296"/>
                  </a:lnTo>
                  <a:lnTo>
                    <a:pt x="3930870" y="5358296"/>
                  </a:lnTo>
                  <a:lnTo>
                    <a:pt x="3943192" y="5358296"/>
                  </a:lnTo>
                  <a:lnTo>
                    <a:pt x="3955515" y="5358296"/>
                  </a:lnTo>
                  <a:lnTo>
                    <a:pt x="3967837" y="5358296"/>
                  </a:lnTo>
                  <a:lnTo>
                    <a:pt x="3980160" y="5358296"/>
                  </a:lnTo>
                  <a:lnTo>
                    <a:pt x="3992482" y="5358296"/>
                  </a:lnTo>
                  <a:lnTo>
                    <a:pt x="4004805" y="5358296"/>
                  </a:lnTo>
                  <a:lnTo>
                    <a:pt x="4017127" y="5358296"/>
                  </a:lnTo>
                  <a:lnTo>
                    <a:pt x="4029450" y="5358296"/>
                  </a:lnTo>
                  <a:lnTo>
                    <a:pt x="4041772" y="5358296"/>
                  </a:lnTo>
                  <a:lnTo>
                    <a:pt x="4054095" y="5358296"/>
                  </a:lnTo>
                  <a:lnTo>
                    <a:pt x="4066417" y="5358296"/>
                  </a:lnTo>
                  <a:lnTo>
                    <a:pt x="4078740" y="5358296"/>
                  </a:lnTo>
                  <a:lnTo>
                    <a:pt x="4091062" y="5358296"/>
                  </a:lnTo>
                  <a:lnTo>
                    <a:pt x="4103385" y="5358296"/>
                  </a:lnTo>
                  <a:lnTo>
                    <a:pt x="4115707" y="5358296"/>
                  </a:lnTo>
                  <a:lnTo>
                    <a:pt x="4128030" y="5358296"/>
                  </a:lnTo>
                  <a:lnTo>
                    <a:pt x="4140352" y="5358296"/>
                  </a:lnTo>
                  <a:lnTo>
                    <a:pt x="4152675" y="5358296"/>
                  </a:lnTo>
                  <a:lnTo>
                    <a:pt x="4164997" y="5358296"/>
                  </a:lnTo>
                  <a:lnTo>
                    <a:pt x="4177319" y="5358296"/>
                  </a:lnTo>
                  <a:lnTo>
                    <a:pt x="4189642" y="5358296"/>
                  </a:lnTo>
                  <a:lnTo>
                    <a:pt x="4201964" y="5358296"/>
                  </a:lnTo>
                  <a:lnTo>
                    <a:pt x="4214287" y="5358296"/>
                  </a:lnTo>
                  <a:lnTo>
                    <a:pt x="4226609" y="5358296"/>
                  </a:lnTo>
                  <a:lnTo>
                    <a:pt x="4238932" y="5358296"/>
                  </a:lnTo>
                  <a:lnTo>
                    <a:pt x="4251254" y="5358296"/>
                  </a:lnTo>
                  <a:lnTo>
                    <a:pt x="4263577" y="5358296"/>
                  </a:lnTo>
                  <a:lnTo>
                    <a:pt x="4275899" y="5358296"/>
                  </a:lnTo>
                  <a:lnTo>
                    <a:pt x="4288222" y="5358296"/>
                  </a:lnTo>
                  <a:lnTo>
                    <a:pt x="4300544" y="5358296"/>
                  </a:lnTo>
                  <a:lnTo>
                    <a:pt x="4312867" y="5358296"/>
                  </a:lnTo>
                  <a:lnTo>
                    <a:pt x="4325189" y="5358296"/>
                  </a:lnTo>
                  <a:lnTo>
                    <a:pt x="4337512" y="5358296"/>
                  </a:lnTo>
                  <a:lnTo>
                    <a:pt x="4349834" y="5358296"/>
                  </a:lnTo>
                  <a:lnTo>
                    <a:pt x="4362157" y="5358296"/>
                  </a:lnTo>
                  <a:lnTo>
                    <a:pt x="4374479" y="5358296"/>
                  </a:lnTo>
                  <a:lnTo>
                    <a:pt x="4386802" y="5358296"/>
                  </a:lnTo>
                  <a:lnTo>
                    <a:pt x="4399124" y="5358296"/>
                  </a:lnTo>
                  <a:lnTo>
                    <a:pt x="4411447" y="5358296"/>
                  </a:lnTo>
                  <a:lnTo>
                    <a:pt x="4423769" y="5358296"/>
                  </a:lnTo>
                  <a:lnTo>
                    <a:pt x="4436091" y="5358296"/>
                  </a:lnTo>
                  <a:lnTo>
                    <a:pt x="4448414" y="5358296"/>
                  </a:lnTo>
                  <a:lnTo>
                    <a:pt x="4460736" y="5358296"/>
                  </a:lnTo>
                  <a:lnTo>
                    <a:pt x="4473059" y="5358296"/>
                  </a:lnTo>
                  <a:lnTo>
                    <a:pt x="4485381" y="5358296"/>
                  </a:lnTo>
                  <a:lnTo>
                    <a:pt x="4497704" y="5358296"/>
                  </a:lnTo>
                  <a:lnTo>
                    <a:pt x="4510026" y="5358296"/>
                  </a:lnTo>
                  <a:lnTo>
                    <a:pt x="4522349" y="5358296"/>
                  </a:lnTo>
                  <a:lnTo>
                    <a:pt x="4534671" y="5358296"/>
                  </a:lnTo>
                  <a:lnTo>
                    <a:pt x="4546994" y="5358296"/>
                  </a:lnTo>
                  <a:lnTo>
                    <a:pt x="4559316" y="5358296"/>
                  </a:lnTo>
                  <a:lnTo>
                    <a:pt x="4571639" y="5358296"/>
                  </a:lnTo>
                  <a:lnTo>
                    <a:pt x="4583961" y="5358296"/>
                  </a:lnTo>
                  <a:lnTo>
                    <a:pt x="4596284" y="5358296"/>
                  </a:lnTo>
                  <a:lnTo>
                    <a:pt x="4608606" y="5358296"/>
                  </a:lnTo>
                  <a:lnTo>
                    <a:pt x="4620929" y="5358296"/>
                  </a:lnTo>
                  <a:lnTo>
                    <a:pt x="4633251" y="5358296"/>
                  </a:lnTo>
                  <a:lnTo>
                    <a:pt x="4645574" y="5358296"/>
                  </a:lnTo>
                  <a:lnTo>
                    <a:pt x="4657896" y="5358296"/>
                  </a:lnTo>
                  <a:lnTo>
                    <a:pt x="4670219" y="5358296"/>
                  </a:lnTo>
                  <a:lnTo>
                    <a:pt x="4682541" y="5358296"/>
                  </a:lnTo>
                  <a:lnTo>
                    <a:pt x="4694864" y="5358296"/>
                  </a:lnTo>
                  <a:lnTo>
                    <a:pt x="4707186" y="5358296"/>
                  </a:lnTo>
                  <a:lnTo>
                    <a:pt x="4719508" y="5358296"/>
                  </a:lnTo>
                  <a:lnTo>
                    <a:pt x="4731831" y="5358296"/>
                  </a:lnTo>
                  <a:lnTo>
                    <a:pt x="4744153" y="5358296"/>
                  </a:lnTo>
                  <a:lnTo>
                    <a:pt x="4756476" y="5358296"/>
                  </a:lnTo>
                  <a:lnTo>
                    <a:pt x="4768798" y="5358296"/>
                  </a:lnTo>
                  <a:lnTo>
                    <a:pt x="4781121" y="5358296"/>
                  </a:lnTo>
                  <a:lnTo>
                    <a:pt x="4793443" y="5358296"/>
                  </a:lnTo>
                  <a:lnTo>
                    <a:pt x="4805766" y="5358296"/>
                  </a:lnTo>
                  <a:lnTo>
                    <a:pt x="4818088" y="5358296"/>
                  </a:lnTo>
                  <a:lnTo>
                    <a:pt x="4830411" y="5358296"/>
                  </a:lnTo>
                  <a:lnTo>
                    <a:pt x="4842733" y="5358296"/>
                  </a:lnTo>
                  <a:lnTo>
                    <a:pt x="4855056" y="5358296"/>
                  </a:lnTo>
                  <a:lnTo>
                    <a:pt x="4867378" y="5358296"/>
                  </a:lnTo>
                  <a:lnTo>
                    <a:pt x="4879701" y="5358296"/>
                  </a:lnTo>
                  <a:lnTo>
                    <a:pt x="4892023" y="5358296"/>
                  </a:lnTo>
                  <a:lnTo>
                    <a:pt x="4904346" y="5358296"/>
                  </a:lnTo>
                  <a:lnTo>
                    <a:pt x="4916668" y="5358296"/>
                  </a:lnTo>
                  <a:lnTo>
                    <a:pt x="4928991" y="5358296"/>
                  </a:lnTo>
                  <a:lnTo>
                    <a:pt x="4941313" y="5358296"/>
                  </a:lnTo>
                  <a:lnTo>
                    <a:pt x="4953636" y="5358296"/>
                  </a:lnTo>
                  <a:lnTo>
                    <a:pt x="4965958" y="5358296"/>
                  </a:lnTo>
                  <a:lnTo>
                    <a:pt x="4978281" y="5358296"/>
                  </a:lnTo>
                  <a:lnTo>
                    <a:pt x="4990603" y="5358296"/>
                  </a:lnTo>
                  <a:lnTo>
                    <a:pt x="5002925" y="5358296"/>
                  </a:lnTo>
                  <a:lnTo>
                    <a:pt x="5015248" y="5358296"/>
                  </a:lnTo>
                  <a:lnTo>
                    <a:pt x="5027570" y="5358296"/>
                  </a:lnTo>
                  <a:lnTo>
                    <a:pt x="5039893" y="5358296"/>
                  </a:lnTo>
                  <a:lnTo>
                    <a:pt x="5052215" y="5358296"/>
                  </a:lnTo>
                  <a:lnTo>
                    <a:pt x="5064538" y="5358296"/>
                  </a:lnTo>
                  <a:lnTo>
                    <a:pt x="5076860" y="5358296"/>
                  </a:lnTo>
                  <a:lnTo>
                    <a:pt x="5089183" y="5358296"/>
                  </a:lnTo>
                  <a:lnTo>
                    <a:pt x="5101505" y="5358296"/>
                  </a:lnTo>
                  <a:lnTo>
                    <a:pt x="5113828" y="5358296"/>
                  </a:lnTo>
                  <a:lnTo>
                    <a:pt x="5126150" y="5358296"/>
                  </a:lnTo>
                  <a:lnTo>
                    <a:pt x="5138473" y="5358296"/>
                  </a:lnTo>
                  <a:lnTo>
                    <a:pt x="5150795" y="5358296"/>
                  </a:lnTo>
                  <a:lnTo>
                    <a:pt x="5163118" y="5358296"/>
                  </a:lnTo>
                  <a:lnTo>
                    <a:pt x="5175440" y="5358296"/>
                  </a:lnTo>
                  <a:lnTo>
                    <a:pt x="5187763" y="5358296"/>
                  </a:lnTo>
                  <a:lnTo>
                    <a:pt x="5200085" y="5358296"/>
                  </a:lnTo>
                  <a:lnTo>
                    <a:pt x="5212408" y="5358296"/>
                  </a:lnTo>
                  <a:lnTo>
                    <a:pt x="5224730" y="5358296"/>
                  </a:lnTo>
                  <a:lnTo>
                    <a:pt x="5237053" y="5358296"/>
                  </a:lnTo>
                  <a:lnTo>
                    <a:pt x="5249375" y="5358296"/>
                  </a:lnTo>
                  <a:lnTo>
                    <a:pt x="5261698" y="5358296"/>
                  </a:lnTo>
                  <a:lnTo>
                    <a:pt x="5274020" y="5358296"/>
                  </a:lnTo>
                  <a:lnTo>
                    <a:pt x="5286342" y="5358296"/>
                  </a:lnTo>
                  <a:lnTo>
                    <a:pt x="5298665" y="5358296"/>
                  </a:lnTo>
                  <a:lnTo>
                    <a:pt x="5310987" y="5358296"/>
                  </a:lnTo>
                  <a:lnTo>
                    <a:pt x="5323310" y="5358296"/>
                  </a:lnTo>
                  <a:lnTo>
                    <a:pt x="5335632" y="5358296"/>
                  </a:lnTo>
                  <a:lnTo>
                    <a:pt x="5347955" y="5358296"/>
                  </a:lnTo>
                  <a:lnTo>
                    <a:pt x="5360277" y="5358296"/>
                  </a:lnTo>
                  <a:lnTo>
                    <a:pt x="5372600" y="5358296"/>
                  </a:lnTo>
                  <a:lnTo>
                    <a:pt x="5384922" y="5358296"/>
                  </a:lnTo>
                  <a:lnTo>
                    <a:pt x="5397245" y="5358296"/>
                  </a:lnTo>
                  <a:lnTo>
                    <a:pt x="5409567" y="5358296"/>
                  </a:lnTo>
                  <a:lnTo>
                    <a:pt x="5421890" y="5358296"/>
                  </a:lnTo>
                  <a:lnTo>
                    <a:pt x="5434212" y="5358296"/>
                  </a:lnTo>
                  <a:lnTo>
                    <a:pt x="5446535" y="5358296"/>
                  </a:lnTo>
                  <a:lnTo>
                    <a:pt x="5458857" y="5358296"/>
                  </a:lnTo>
                  <a:lnTo>
                    <a:pt x="5471180" y="5358296"/>
                  </a:lnTo>
                  <a:lnTo>
                    <a:pt x="5483502" y="5358296"/>
                  </a:lnTo>
                  <a:lnTo>
                    <a:pt x="5495825" y="5358296"/>
                  </a:lnTo>
                  <a:lnTo>
                    <a:pt x="5508147" y="5358296"/>
                  </a:lnTo>
                  <a:lnTo>
                    <a:pt x="5520470" y="5358296"/>
                  </a:lnTo>
                  <a:lnTo>
                    <a:pt x="5532792" y="5358296"/>
                  </a:lnTo>
                  <a:lnTo>
                    <a:pt x="5545114" y="5358296"/>
                  </a:lnTo>
                  <a:lnTo>
                    <a:pt x="5557437" y="5358296"/>
                  </a:lnTo>
                  <a:lnTo>
                    <a:pt x="5569759" y="5358296"/>
                  </a:lnTo>
                  <a:lnTo>
                    <a:pt x="5582082" y="5358296"/>
                  </a:lnTo>
                  <a:lnTo>
                    <a:pt x="5594404" y="5358296"/>
                  </a:lnTo>
                  <a:lnTo>
                    <a:pt x="5606727" y="5358296"/>
                  </a:lnTo>
                  <a:lnTo>
                    <a:pt x="5619049" y="5358296"/>
                  </a:lnTo>
                  <a:lnTo>
                    <a:pt x="5631372" y="5358296"/>
                  </a:lnTo>
                  <a:lnTo>
                    <a:pt x="5643694" y="5358296"/>
                  </a:lnTo>
                  <a:lnTo>
                    <a:pt x="5656017" y="5358296"/>
                  </a:lnTo>
                  <a:lnTo>
                    <a:pt x="5668339" y="5358296"/>
                  </a:lnTo>
                  <a:lnTo>
                    <a:pt x="5680662" y="5358296"/>
                  </a:lnTo>
                  <a:lnTo>
                    <a:pt x="5692984" y="5358296"/>
                  </a:lnTo>
                  <a:lnTo>
                    <a:pt x="5705307" y="5358296"/>
                  </a:lnTo>
                  <a:lnTo>
                    <a:pt x="5717629" y="5358296"/>
                  </a:lnTo>
                  <a:lnTo>
                    <a:pt x="5729952" y="5358296"/>
                  </a:lnTo>
                  <a:lnTo>
                    <a:pt x="5742274" y="5358296"/>
                  </a:lnTo>
                  <a:lnTo>
                    <a:pt x="5754597" y="5358296"/>
                  </a:lnTo>
                  <a:lnTo>
                    <a:pt x="5766919" y="5358296"/>
                  </a:lnTo>
                  <a:lnTo>
                    <a:pt x="5779242" y="5358296"/>
                  </a:lnTo>
                  <a:lnTo>
                    <a:pt x="5791564" y="5358296"/>
                  </a:lnTo>
                  <a:lnTo>
                    <a:pt x="5803887" y="5358296"/>
                  </a:lnTo>
                  <a:lnTo>
                    <a:pt x="5816209" y="5358296"/>
                  </a:lnTo>
                  <a:lnTo>
                    <a:pt x="5828531" y="5358296"/>
                  </a:lnTo>
                  <a:lnTo>
                    <a:pt x="5840854" y="5358296"/>
                  </a:lnTo>
                  <a:lnTo>
                    <a:pt x="5853176" y="5358296"/>
                  </a:lnTo>
                  <a:lnTo>
                    <a:pt x="5865499" y="5358296"/>
                  </a:lnTo>
                  <a:lnTo>
                    <a:pt x="5877821" y="5358296"/>
                  </a:lnTo>
                  <a:lnTo>
                    <a:pt x="5890144" y="5358296"/>
                  </a:lnTo>
                  <a:lnTo>
                    <a:pt x="5902466" y="5358296"/>
                  </a:lnTo>
                  <a:lnTo>
                    <a:pt x="5914789" y="5358296"/>
                  </a:lnTo>
                  <a:lnTo>
                    <a:pt x="5927111" y="5358296"/>
                  </a:lnTo>
                  <a:lnTo>
                    <a:pt x="5939434" y="5358296"/>
                  </a:lnTo>
                  <a:lnTo>
                    <a:pt x="5951756" y="5358296"/>
                  </a:lnTo>
                  <a:lnTo>
                    <a:pt x="5964079" y="5358296"/>
                  </a:lnTo>
                  <a:lnTo>
                    <a:pt x="5976401" y="5358296"/>
                  </a:lnTo>
                  <a:lnTo>
                    <a:pt x="5988724" y="5358296"/>
                  </a:lnTo>
                  <a:lnTo>
                    <a:pt x="6001046" y="5358296"/>
                  </a:lnTo>
                  <a:lnTo>
                    <a:pt x="6013369" y="5358296"/>
                  </a:lnTo>
                  <a:lnTo>
                    <a:pt x="6025691" y="5358296"/>
                  </a:lnTo>
                  <a:lnTo>
                    <a:pt x="6038014" y="5358296"/>
                  </a:lnTo>
                  <a:lnTo>
                    <a:pt x="6050336" y="5358296"/>
                  </a:lnTo>
                  <a:lnTo>
                    <a:pt x="6062659" y="5358296"/>
                  </a:lnTo>
                  <a:lnTo>
                    <a:pt x="6074981" y="5358296"/>
                  </a:lnTo>
                  <a:lnTo>
                    <a:pt x="6087304" y="5358296"/>
                  </a:lnTo>
                  <a:lnTo>
                    <a:pt x="6099626" y="5358296"/>
                  </a:lnTo>
                  <a:lnTo>
                    <a:pt x="6111948" y="5358296"/>
                  </a:lnTo>
                  <a:lnTo>
                    <a:pt x="6124271" y="5358296"/>
                  </a:lnTo>
                  <a:lnTo>
                    <a:pt x="6136593" y="5358296"/>
                  </a:lnTo>
                  <a:lnTo>
                    <a:pt x="6148916" y="5358296"/>
                  </a:lnTo>
                  <a:lnTo>
                    <a:pt x="6161238" y="5358296"/>
                  </a:lnTo>
                  <a:lnTo>
                    <a:pt x="6173561" y="5358296"/>
                  </a:lnTo>
                  <a:lnTo>
                    <a:pt x="6185883" y="5358296"/>
                  </a:lnTo>
                  <a:lnTo>
                    <a:pt x="6198206" y="5358296"/>
                  </a:lnTo>
                  <a:lnTo>
                    <a:pt x="6210528" y="5358296"/>
                  </a:lnTo>
                  <a:lnTo>
                    <a:pt x="6222851" y="5358296"/>
                  </a:lnTo>
                  <a:lnTo>
                    <a:pt x="6235173" y="5358296"/>
                  </a:lnTo>
                  <a:lnTo>
                    <a:pt x="6247496" y="5358296"/>
                  </a:lnTo>
                  <a:lnTo>
                    <a:pt x="6259818" y="5358296"/>
                  </a:lnTo>
                  <a:lnTo>
                    <a:pt x="6272141" y="5358296"/>
                  </a:lnTo>
                  <a:lnTo>
                    <a:pt x="6284463" y="5358296"/>
                  </a:lnTo>
                  <a:lnTo>
                    <a:pt x="6296786" y="5358296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391905" y="529239"/>
              <a:ext cx="6926464" cy="5894126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7"/>
            <p:cNvSpPr/>
            <p:nvPr/>
          </p:nvSpPr>
          <p:spPr>
            <a:xfrm>
              <a:off x="267120" y="611525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267120" y="4594220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267120" y="3071381"/>
              <a:ext cx="62155" cy="78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267120" y="1546358"/>
              <a:ext cx="62155" cy="804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</a:t>
              </a:r>
            </a:p>
          </p:txBody>
        </p:sp>
        <p:sp>
          <p:nvSpPr>
            <p:cNvPr id="32" name="pl31"/>
            <p:cNvSpPr/>
            <p:nvPr/>
          </p:nvSpPr>
          <p:spPr>
            <a:xfrm>
              <a:off x="357111" y="615545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357111" y="46325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357111" y="310966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57111" y="15867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773925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1911340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3048755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4186171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5323586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6461001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724239" y="6488342"/>
              <a:ext cx="99372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1880262" y="6485886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3017678" y="6488342"/>
              <a:ext cx="62155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4155093" y="6487741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5292508" y="6485777"/>
              <a:ext cx="62155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6429923" y="6487796"/>
              <a:ext cx="62155" cy="78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131466" y="6594091"/>
              <a:ext cx="3447343" cy="131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Pair-level mean temperature anomaly (pair_clim_mean)</a:t>
              </a:r>
            </a:p>
          </p:txBody>
        </p:sp>
        <p:sp>
          <p:nvSpPr>
            <p:cNvPr id="49" name="tx48"/>
            <p:cNvSpPr/>
            <p:nvPr/>
          </p:nvSpPr>
          <p:spPr>
            <a:xfrm rot="-5400000">
              <a:off x="-96562" y="3411227"/>
              <a:ext cx="465825" cy="130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50" name="rc49"/>
            <p:cNvSpPr/>
            <p:nvPr/>
          </p:nvSpPr>
          <p:spPr>
            <a:xfrm>
              <a:off x="7527137" y="2927662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7534337" y="2934862"/>
              <a:ext cx="205056" cy="205056"/>
            </a:xfrm>
            <a:prstGeom prst="rect">
              <a:avLst/>
            </a:prstGeom>
            <a:solidFill>
              <a:srgbClr val="009E73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7527137" y="314711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7534337" y="3154318"/>
              <a:ext cx="205056" cy="205056"/>
            </a:xfrm>
            <a:prstGeom prst="rect">
              <a:avLst/>
            </a:prstGeom>
            <a:solidFill>
              <a:srgbClr val="0072B2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7527137" y="336657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7534337" y="3373774"/>
              <a:ext cx="205056" cy="205056"/>
            </a:xfrm>
            <a:prstGeom prst="rect">
              <a:avLst/>
            </a:prstGeom>
            <a:solidFill>
              <a:srgbClr val="E69F00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7527137" y="358603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7534337" y="3593230"/>
              <a:ext cx="205056" cy="205056"/>
            </a:xfrm>
            <a:prstGeom prst="rect">
              <a:avLst/>
            </a:prstGeom>
            <a:solidFill>
              <a:srgbClr val="D55E00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7527137" y="380548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7534337" y="3812686"/>
              <a:ext cx="205056" cy="205056"/>
            </a:xfrm>
            <a:prstGeom prst="rect">
              <a:avLst/>
            </a:prstGeom>
            <a:solidFill>
              <a:srgbClr val="FFC0CB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59"/>
            <p:cNvSpPr/>
            <p:nvPr/>
          </p:nvSpPr>
          <p:spPr>
            <a:xfrm>
              <a:off x="7816182" y="2972588"/>
              <a:ext cx="931733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 vegetation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7816182" y="3189861"/>
              <a:ext cx="1081092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Secondary vegetation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7816182" y="3411500"/>
              <a:ext cx="801365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Agriculture_Low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7816182" y="3630683"/>
              <a:ext cx="826194" cy="1051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Agriculture_High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7816182" y="3872731"/>
              <a:ext cx="30439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Urban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391905" y="295870"/>
              <a:ext cx="6608328" cy="1328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Support is shared with the compositional analysis, but interpretation here is in ATA-based functional space.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391905" y="63976"/>
              <a:ext cx="4089335" cy="1578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Functional pair support across the climate gradient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2026-03-23T21:29:58Z</dcterms:modified>
  <cp:category/>
</cp:coreProperties>
</file>