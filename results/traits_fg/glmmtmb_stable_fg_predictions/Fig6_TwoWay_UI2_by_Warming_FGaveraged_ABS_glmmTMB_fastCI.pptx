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148528" y="2238751"/>
              <a:ext cx="5326291" cy="32051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1390632" y="3149449"/>
              <a:ext cx="4842083" cy="1578761"/>
            </a:xfrm>
            <a:custGeom>
              <a:avLst/>
              <a:pathLst>
                <a:path w="4842083" h="1578761">
                  <a:moveTo>
                    <a:pt x="0" y="292713"/>
                  </a:moveTo>
                  <a:lnTo>
                    <a:pt x="20259" y="295832"/>
                  </a:lnTo>
                  <a:lnTo>
                    <a:pt x="40519" y="301401"/>
                  </a:lnTo>
                  <a:lnTo>
                    <a:pt x="60779" y="305139"/>
                  </a:lnTo>
                  <a:lnTo>
                    <a:pt x="81039" y="307324"/>
                  </a:lnTo>
                  <a:lnTo>
                    <a:pt x="101298" y="309559"/>
                  </a:lnTo>
                  <a:lnTo>
                    <a:pt x="121558" y="312773"/>
                  </a:lnTo>
                  <a:lnTo>
                    <a:pt x="141818" y="317026"/>
                  </a:lnTo>
                  <a:lnTo>
                    <a:pt x="162078" y="320154"/>
                  </a:lnTo>
                  <a:lnTo>
                    <a:pt x="182337" y="325531"/>
                  </a:lnTo>
                  <a:lnTo>
                    <a:pt x="202597" y="329478"/>
                  </a:lnTo>
                  <a:lnTo>
                    <a:pt x="222857" y="331830"/>
                  </a:lnTo>
                  <a:lnTo>
                    <a:pt x="243117" y="332596"/>
                  </a:lnTo>
                  <a:lnTo>
                    <a:pt x="263376" y="335014"/>
                  </a:lnTo>
                  <a:lnTo>
                    <a:pt x="283636" y="338873"/>
                  </a:lnTo>
                  <a:lnTo>
                    <a:pt x="303896" y="343021"/>
                  </a:lnTo>
                  <a:lnTo>
                    <a:pt x="324156" y="346463"/>
                  </a:lnTo>
                  <a:lnTo>
                    <a:pt x="344415" y="350880"/>
                  </a:lnTo>
                  <a:lnTo>
                    <a:pt x="364675" y="355238"/>
                  </a:lnTo>
                  <a:lnTo>
                    <a:pt x="384935" y="358089"/>
                  </a:lnTo>
                  <a:lnTo>
                    <a:pt x="405195" y="360244"/>
                  </a:lnTo>
                  <a:lnTo>
                    <a:pt x="425455" y="363696"/>
                  </a:lnTo>
                  <a:lnTo>
                    <a:pt x="445714" y="366487"/>
                  </a:lnTo>
                  <a:lnTo>
                    <a:pt x="465974" y="369296"/>
                  </a:lnTo>
                  <a:lnTo>
                    <a:pt x="486234" y="372134"/>
                  </a:lnTo>
                  <a:lnTo>
                    <a:pt x="506494" y="374969"/>
                  </a:lnTo>
                  <a:lnTo>
                    <a:pt x="526753" y="377801"/>
                  </a:lnTo>
                  <a:lnTo>
                    <a:pt x="547013" y="382512"/>
                  </a:lnTo>
                  <a:lnTo>
                    <a:pt x="567273" y="387198"/>
                  </a:lnTo>
                  <a:lnTo>
                    <a:pt x="587533" y="390753"/>
                  </a:lnTo>
                  <a:lnTo>
                    <a:pt x="607792" y="396366"/>
                  </a:lnTo>
                  <a:lnTo>
                    <a:pt x="628052" y="398806"/>
                  </a:lnTo>
                  <a:lnTo>
                    <a:pt x="648312" y="403166"/>
                  </a:lnTo>
                  <a:lnTo>
                    <a:pt x="668572" y="403553"/>
                  </a:lnTo>
                  <a:lnTo>
                    <a:pt x="688831" y="406500"/>
                  </a:lnTo>
                  <a:lnTo>
                    <a:pt x="709091" y="410174"/>
                  </a:lnTo>
                  <a:lnTo>
                    <a:pt x="729351" y="412279"/>
                  </a:lnTo>
                  <a:lnTo>
                    <a:pt x="749611" y="412797"/>
                  </a:lnTo>
                  <a:lnTo>
                    <a:pt x="769870" y="414999"/>
                  </a:lnTo>
                  <a:lnTo>
                    <a:pt x="790130" y="416320"/>
                  </a:lnTo>
                  <a:lnTo>
                    <a:pt x="810390" y="417705"/>
                  </a:lnTo>
                  <a:lnTo>
                    <a:pt x="830650" y="419072"/>
                  </a:lnTo>
                  <a:lnTo>
                    <a:pt x="850910" y="422900"/>
                  </a:lnTo>
                  <a:lnTo>
                    <a:pt x="871169" y="425822"/>
                  </a:lnTo>
                  <a:lnTo>
                    <a:pt x="891429" y="427364"/>
                  </a:lnTo>
                  <a:lnTo>
                    <a:pt x="911689" y="430029"/>
                  </a:lnTo>
                  <a:lnTo>
                    <a:pt x="931949" y="431973"/>
                  </a:lnTo>
                  <a:lnTo>
                    <a:pt x="952208" y="432325"/>
                  </a:lnTo>
                  <a:lnTo>
                    <a:pt x="972468" y="433277"/>
                  </a:lnTo>
                  <a:lnTo>
                    <a:pt x="992728" y="436929"/>
                  </a:lnTo>
                  <a:lnTo>
                    <a:pt x="1012988" y="438867"/>
                  </a:lnTo>
                  <a:lnTo>
                    <a:pt x="1033247" y="439194"/>
                  </a:lnTo>
                  <a:lnTo>
                    <a:pt x="1053507" y="441641"/>
                  </a:lnTo>
                  <a:lnTo>
                    <a:pt x="1073767" y="441842"/>
                  </a:lnTo>
                  <a:lnTo>
                    <a:pt x="1094027" y="443954"/>
                  </a:lnTo>
                  <a:lnTo>
                    <a:pt x="1114286" y="448486"/>
                  </a:lnTo>
                  <a:lnTo>
                    <a:pt x="1134546" y="452663"/>
                  </a:lnTo>
                  <a:lnTo>
                    <a:pt x="1154806" y="453771"/>
                  </a:lnTo>
                  <a:lnTo>
                    <a:pt x="1175066" y="455588"/>
                  </a:lnTo>
                  <a:lnTo>
                    <a:pt x="1195326" y="456908"/>
                  </a:lnTo>
                  <a:lnTo>
                    <a:pt x="1215585" y="457104"/>
                  </a:lnTo>
                  <a:lnTo>
                    <a:pt x="1235845" y="461046"/>
                  </a:lnTo>
                  <a:lnTo>
                    <a:pt x="1256105" y="462844"/>
                  </a:lnTo>
                  <a:lnTo>
                    <a:pt x="1276365" y="464207"/>
                  </a:lnTo>
                  <a:lnTo>
                    <a:pt x="1296624" y="465551"/>
                  </a:lnTo>
                  <a:lnTo>
                    <a:pt x="1316884" y="466870"/>
                  </a:lnTo>
                  <a:lnTo>
                    <a:pt x="1337144" y="469493"/>
                  </a:lnTo>
                  <a:lnTo>
                    <a:pt x="1357404" y="472049"/>
                  </a:lnTo>
                  <a:lnTo>
                    <a:pt x="1377663" y="475949"/>
                  </a:lnTo>
                  <a:lnTo>
                    <a:pt x="1397923" y="476884"/>
                  </a:lnTo>
                  <a:lnTo>
                    <a:pt x="1418183" y="478589"/>
                  </a:lnTo>
                  <a:lnTo>
                    <a:pt x="1438443" y="477619"/>
                  </a:lnTo>
                  <a:lnTo>
                    <a:pt x="1458702" y="481762"/>
                  </a:lnTo>
                  <a:lnTo>
                    <a:pt x="1478962" y="482683"/>
                  </a:lnTo>
                  <a:lnTo>
                    <a:pt x="1499222" y="483860"/>
                  </a:lnTo>
                  <a:lnTo>
                    <a:pt x="1519482" y="485746"/>
                  </a:lnTo>
                  <a:lnTo>
                    <a:pt x="1539741" y="488036"/>
                  </a:lnTo>
                  <a:lnTo>
                    <a:pt x="1560001" y="490340"/>
                  </a:lnTo>
                  <a:lnTo>
                    <a:pt x="1580261" y="492603"/>
                  </a:lnTo>
                  <a:lnTo>
                    <a:pt x="1600521" y="492617"/>
                  </a:lnTo>
                  <a:lnTo>
                    <a:pt x="1620781" y="491081"/>
                  </a:lnTo>
                  <a:lnTo>
                    <a:pt x="1641040" y="492630"/>
                  </a:lnTo>
                  <a:lnTo>
                    <a:pt x="1661300" y="493142"/>
                  </a:lnTo>
                  <a:lnTo>
                    <a:pt x="1681560" y="494330"/>
                  </a:lnTo>
                  <a:lnTo>
                    <a:pt x="1701820" y="494998"/>
                  </a:lnTo>
                  <a:lnTo>
                    <a:pt x="1722079" y="496032"/>
                  </a:lnTo>
                  <a:lnTo>
                    <a:pt x="1742339" y="497872"/>
                  </a:lnTo>
                  <a:lnTo>
                    <a:pt x="1762599" y="499014"/>
                  </a:lnTo>
                  <a:lnTo>
                    <a:pt x="1782859" y="500112"/>
                  </a:lnTo>
                  <a:lnTo>
                    <a:pt x="1803118" y="500947"/>
                  </a:lnTo>
                  <a:lnTo>
                    <a:pt x="1823378" y="502857"/>
                  </a:lnTo>
                  <a:lnTo>
                    <a:pt x="1843638" y="503893"/>
                  </a:lnTo>
                  <a:lnTo>
                    <a:pt x="1863898" y="505762"/>
                  </a:lnTo>
                  <a:lnTo>
                    <a:pt x="1884157" y="505938"/>
                  </a:lnTo>
                  <a:lnTo>
                    <a:pt x="1904417" y="505698"/>
                  </a:lnTo>
                  <a:lnTo>
                    <a:pt x="1924677" y="506085"/>
                  </a:lnTo>
                  <a:lnTo>
                    <a:pt x="1944937" y="505146"/>
                  </a:lnTo>
                  <a:lnTo>
                    <a:pt x="1965196" y="503929"/>
                  </a:lnTo>
                  <a:lnTo>
                    <a:pt x="1985456" y="502627"/>
                  </a:lnTo>
                  <a:lnTo>
                    <a:pt x="2005716" y="502737"/>
                  </a:lnTo>
                  <a:lnTo>
                    <a:pt x="2025976" y="503603"/>
                  </a:lnTo>
                  <a:lnTo>
                    <a:pt x="2046236" y="503525"/>
                  </a:lnTo>
                  <a:lnTo>
                    <a:pt x="2066495" y="503681"/>
                  </a:lnTo>
                  <a:lnTo>
                    <a:pt x="2086755" y="503545"/>
                  </a:lnTo>
                  <a:lnTo>
                    <a:pt x="2107015" y="502914"/>
                  </a:lnTo>
                  <a:lnTo>
                    <a:pt x="2127275" y="502640"/>
                  </a:lnTo>
                  <a:lnTo>
                    <a:pt x="2147534" y="503376"/>
                  </a:lnTo>
                  <a:lnTo>
                    <a:pt x="2167794" y="502381"/>
                  </a:lnTo>
                  <a:lnTo>
                    <a:pt x="2188054" y="501589"/>
                  </a:lnTo>
                  <a:lnTo>
                    <a:pt x="2208314" y="499317"/>
                  </a:lnTo>
                  <a:lnTo>
                    <a:pt x="2228573" y="497405"/>
                  </a:lnTo>
                  <a:lnTo>
                    <a:pt x="2248833" y="496638"/>
                  </a:lnTo>
                  <a:lnTo>
                    <a:pt x="2269093" y="495904"/>
                  </a:lnTo>
                  <a:lnTo>
                    <a:pt x="2289353" y="491844"/>
                  </a:lnTo>
                  <a:lnTo>
                    <a:pt x="2309612" y="489836"/>
                  </a:lnTo>
                  <a:lnTo>
                    <a:pt x="2329872" y="489086"/>
                  </a:lnTo>
                  <a:lnTo>
                    <a:pt x="2350132" y="485898"/>
                  </a:lnTo>
                  <a:lnTo>
                    <a:pt x="2370392" y="483792"/>
                  </a:lnTo>
                  <a:lnTo>
                    <a:pt x="2390652" y="481996"/>
                  </a:lnTo>
                  <a:lnTo>
                    <a:pt x="2410911" y="480651"/>
                  </a:lnTo>
                  <a:lnTo>
                    <a:pt x="2431171" y="479653"/>
                  </a:lnTo>
                  <a:lnTo>
                    <a:pt x="2451431" y="479831"/>
                  </a:lnTo>
                  <a:lnTo>
                    <a:pt x="2471691" y="477450"/>
                  </a:lnTo>
                  <a:lnTo>
                    <a:pt x="2491950" y="474844"/>
                  </a:lnTo>
                  <a:lnTo>
                    <a:pt x="2512210" y="473436"/>
                  </a:lnTo>
                  <a:lnTo>
                    <a:pt x="2532470" y="471962"/>
                  </a:lnTo>
                  <a:lnTo>
                    <a:pt x="2552730" y="470516"/>
                  </a:lnTo>
                  <a:lnTo>
                    <a:pt x="2572989" y="464933"/>
                  </a:lnTo>
                  <a:lnTo>
                    <a:pt x="2593249" y="464024"/>
                  </a:lnTo>
                  <a:lnTo>
                    <a:pt x="2613509" y="461077"/>
                  </a:lnTo>
                  <a:lnTo>
                    <a:pt x="2633769" y="459552"/>
                  </a:lnTo>
                  <a:lnTo>
                    <a:pt x="2654028" y="458161"/>
                  </a:lnTo>
                  <a:lnTo>
                    <a:pt x="2674288" y="455243"/>
                  </a:lnTo>
                  <a:lnTo>
                    <a:pt x="2694548" y="453348"/>
                  </a:lnTo>
                  <a:lnTo>
                    <a:pt x="2714808" y="451422"/>
                  </a:lnTo>
                  <a:lnTo>
                    <a:pt x="2735067" y="449481"/>
                  </a:lnTo>
                  <a:lnTo>
                    <a:pt x="2755327" y="447309"/>
                  </a:lnTo>
                  <a:lnTo>
                    <a:pt x="2775587" y="447499"/>
                  </a:lnTo>
                  <a:lnTo>
                    <a:pt x="2795847" y="445704"/>
                  </a:lnTo>
                  <a:lnTo>
                    <a:pt x="2816107" y="442429"/>
                  </a:lnTo>
                  <a:lnTo>
                    <a:pt x="2836366" y="439803"/>
                  </a:lnTo>
                  <a:lnTo>
                    <a:pt x="2856626" y="437688"/>
                  </a:lnTo>
                  <a:lnTo>
                    <a:pt x="2876886" y="435456"/>
                  </a:lnTo>
                  <a:lnTo>
                    <a:pt x="2897146" y="432384"/>
                  </a:lnTo>
                  <a:lnTo>
                    <a:pt x="2917405" y="428558"/>
                  </a:lnTo>
                  <a:lnTo>
                    <a:pt x="2937665" y="426229"/>
                  </a:lnTo>
                  <a:lnTo>
                    <a:pt x="2957925" y="421827"/>
                  </a:lnTo>
                  <a:lnTo>
                    <a:pt x="2978185" y="417063"/>
                  </a:lnTo>
                  <a:lnTo>
                    <a:pt x="2998444" y="413206"/>
                  </a:lnTo>
                  <a:lnTo>
                    <a:pt x="3018704" y="409377"/>
                  </a:lnTo>
                  <a:lnTo>
                    <a:pt x="3038964" y="405561"/>
                  </a:lnTo>
                  <a:lnTo>
                    <a:pt x="3059224" y="402356"/>
                  </a:lnTo>
                  <a:lnTo>
                    <a:pt x="3079483" y="398993"/>
                  </a:lnTo>
                  <a:lnTo>
                    <a:pt x="3099743" y="396099"/>
                  </a:lnTo>
                  <a:lnTo>
                    <a:pt x="3120003" y="393191"/>
                  </a:lnTo>
                  <a:lnTo>
                    <a:pt x="3140263" y="390814"/>
                  </a:lnTo>
                  <a:lnTo>
                    <a:pt x="3160522" y="386830"/>
                  </a:lnTo>
                  <a:lnTo>
                    <a:pt x="3180782" y="382238"/>
                  </a:lnTo>
                  <a:lnTo>
                    <a:pt x="3201042" y="378819"/>
                  </a:lnTo>
                  <a:lnTo>
                    <a:pt x="3221302" y="373231"/>
                  </a:lnTo>
                  <a:lnTo>
                    <a:pt x="3241562" y="368050"/>
                  </a:lnTo>
                  <a:lnTo>
                    <a:pt x="3261821" y="363476"/>
                  </a:lnTo>
                  <a:lnTo>
                    <a:pt x="3282081" y="360098"/>
                  </a:lnTo>
                  <a:lnTo>
                    <a:pt x="3302341" y="356887"/>
                  </a:lnTo>
                  <a:lnTo>
                    <a:pt x="3322601" y="355602"/>
                  </a:lnTo>
                  <a:lnTo>
                    <a:pt x="3342860" y="352446"/>
                  </a:lnTo>
                  <a:lnTo>
                    <a:pt x="3363120" y="347799"/>
                  </a:lnTo>
                  <a:lnTo>
                    <a:pt x="3383380" y="345639"/>
                  </a:lnTo>
                  <a:lnTo>
                    <a:pt x="3403640" y="338619"/>
                  </a:lnTo>
                  <a:lnTo>
                    <a:pt x="3423899" y="336175"/>
                  </a:lnTo>
                  <a:lnTo>
                    <a:pt x="3444159" y="332297"/>
                  </a:lnTo>
                  <a:lnTo>
                    <a:pt x="3464419" y="327860"/>
                  </a:lnTo>
                  <a:lnTo>
                    <a:pt x="3484679" y="326031"/>
                  </a:lnTo>
                  <a:lnTo>
                    <a:pt x="3504938" y="321066"/>
                  </a:lnTo>
                  <a:lnTo>
                    <a:pt x="3525198" y="315006"/>
                  </a:lnTo>
                  <a:lnTo>
                    <a:pt x="3545458" y="310904"/>
                  </a:lnTo>
                  <a:lnTo>
                    <a:pt x="3565718" y="307356"/>
                  </a:lnTo>
                  <a:lnTo>
                    <a:pt x="3585978" y="303670"/>
                  </a:lnTo>
                  <a:lnTo>
                    <a:pt x="3606237" y="300750"/>
                  </a:lnTo>
                  <a:lnTo>
                    <a:pt x="3626497" y="297733"/>
                  </a:lnTo>
                  <a:lnTo>
                    <a:pt x="3646757" y="293960"/>
                  </a:lnTo>
                  <a:lnTo>
                    <a:pt x="3667017" y="290563"/>
                  </a:lnTo>
                  <a:lnTo>
                    <a:pt x="3687276" y="287165"/>
                  </a:lnTo>
                  <a:lnTo>
                    <a:pt x="3707536" y="281607"/>
                  </a:lnTo>
                  <a:lnTo>
                    <a:pt x="3727796" y="278316"/>
                  </a:lnTo>
                  <a:lnTo>
                    <a:pt x="3748056" y="274052"/>
                  </a:lnTo>
                  <a:lnTo>
                    <a:pt x="3768315" y="270475"/>
                  </a:lnTo>
                  <a:lnTo>
                    <a:pt x="3788575" y="265277"/>
                  </a:lnTo>
                  <a:lnTo>
                    <a:pt x="3808835" y="260860"/>
                  </a:lnTo>
                  <a:lnTo>
                    <a:pt x="3829095" y="257252"/>
                  </a:lnTo>
                  <a:lnTo>
                    <a:pt x="3849354" y="253330"/>
                  </a:lnTo>
                  <a:lnTo>
                    <a:pt x="3869614" y="247981"/>
                  </a:lnTo>
                  <a:lnTo>
                    <a:pt x="3889874" y="243196"/>
                  </a:lnTo>
                  <a:lnTo>
                    <a:pt x="3910134" y="238416"/>
                  </a:lnTo>
                  <a:lnTo>
                    <a:pt x="3930393" y="235557"/>
                  </a:lnTo>
                  <a:lnTo>
                    <a:pt x="3950653" y="230499"/>
                  </a:lnTo>
                  <a:lnTo>
                    <a:pt x="3970913" y="224520"/>
                  </a:lnTo>
                  <a:lnTo>
                    <a:pt x="3991173" y="220911"/>
                  </a:lnTo>
                  <a:lnTo>
                    <a:pt x="4011433" y="216545"/>
                  </a:lnTo>
                  <a:lnTo>
                    <a:pt x="4031692" y="211409"/>
                  </a:lnTo>
                  <a:lnTo>
                    <a:pt x="4051952" y="206015"/>
                  </a:lnTo>
                  <a:lnTo>
                    <a:pt x="4072212" y="200123"/>
                  </a:lnTo>
                  <a:lnTo>
                    <a:pt x="4092472" y="194850"/>
                  </a:lnTo>
                  <a:lnTo>
                    <a:pt x="4112731" y="190034"/>
                  </a:lnTo>
                  <a:lnTo>
                    <a:pt x="4132991" y="184632"/>
                  </a:lnTo>
                  <a:lnTo>
                    <a:pt x="4153251" y="180398"/>
                  </a:lnTo>
                  <a:lnTo>
                    <a:pt x="4173511" y="177246"/>
                  </a:lnTo>
                  <a:lnTo>
                    <a:pt x="4193770" y="173133"/>
                  </a:lnTo>
                  <a:lnTo>
                    <a:pt x="4214030" y="169399"/>
                  </a:lnTo>
                  <a:lnTo>
                    <a:pt x="4234290" y="166438"/>
                  </a:lnTo>
                  <a:lnTo>
                    <a:pt x="4254550" y="162250"/>
                  </a:lnTo>
                  <a:lnTo>
                    <a:pt x="4274809" y="155977"/>
                  </a:lnTo>
                  <a:lnTo>
                    <a:pt x="4295069" y="147871"/>
                  </a:lnTo>
                  <a:lnTo>
                    <a:pt x="4315329" y="142821"/>
                  </a:lnTo>
                  <a:lnTo>
                    <a:pt x="4335589" y="137854"/>
                  </a:lnTo>
                  <a:lnTo>
                    <a:pt x="4355848" y="132885"/>
                  </a:lnTo>
                  <a:lnTo>
                    <a:pt x="4376108" y="128337"/>
                  </a:lnTo>
                  <a:lnTo>
                    <a:pt x="4396368" y="125103"/>
                  </a:lnTo>
                  <a:lnTo>
                    <a:pt x="4416628" y="121663"/>
                  </a:lnTo>
                  <a:lnTo>
                    <a:pt x="4436888" y="116328"/>
                  </a:lnTo>
                  <a:lnTo>
                    <a:pt x="4457147" y="112287"/>
                  </a:lnTo>
                  <a:lnTo>
                    <a:pt x="4477407" y="105328"/>
                  </a:lnTo>
                  <a:lnTo>
                    <a:pt x="4497667" y="99829"/>
                  </a:lnTo>
                  <a:lnTo>
                    <a:pt x="4517927" y="94379"/>
                  </a:lnTo>
                  <a:lnTo>
                    <a:pt x="4538186" y="88353"/>
                  </a:lnTo>
                  <a:lnTo>
                    <a:pt x="4558446" y="82094"/>
                  </a:lnTo>
                  <a:lnTo>
                    <a:pt x="4578706" y="75191"/>
                  </a:lnTo>
                  <a:lnTo>
                    <a:pt x="4598966" y="67994"/>
                  </a:lnTo>
                  <a:lnTo>
                    <a:pt x="4619225" y="63800"/>
                  </a:lnTo>
                  <a:lnTo>
                    <a:pt x="4639485" y="59806"/>
                  </a:lnTo>
                  <a:lnTo>
                    <a:pt x="4659745" y="53414"/>
                  </a:lnTo>
                  <a:lnTo>
                    <a:pt x="4680005" y="47677"/>
                  </a:lnTo>
                  <a:lnTo>
                    <a:pt x="4700264" y="39354"/>
                  </a:lnTo>
                  <a:lnTo>
                    <a:pt x="4720524" y="31921"/>
                  </a:lnTo>
                  <a:lnTo>
                    <a:pt x="4740784" y="27683"/>
                  </a:lnTo>
                  <a:lnTo>
                    <a:pt x="4761044" y="26607"/>
                  </a:lnTo>
                  <a:lnTo>
                    <a:pt x="4781304" y="19067"/>
                  </a:lnTo>
                  <a:lnTo>
                    <a:pt x="4801563" y="9635"/>
                  </a:lnTo>
                  <a:lnTo>
                    <a:pt x="4821823" y="2877"/>
                  </a:lnTo>
                  <a:lnTo>
                    <a:pt x="4842083" y="0"/>
                  </a:lnTo>
                  <a:lnTo>
                    <a:pt x="4842083" y="1541698"/>
                  </a:lnTo>
                  <a:lnTo>
                    <a:pt x="4821823" y="1539549"/>
                  </a:lnTo>
                  <a:lnTo>
                    <a:pt x="4801563" y="1537397"/>
                  </a:lnTo>
                  <a:lnTo>
                    <a:pt x="4781304" y="1535224"/>
                  </a:lnTo>
                  <a:lnTo>
                    <a:pt x="4761044" y="1533441"/>
                  </a:lnTo>
                  <a:lnTo>
                    <a:pt x="4740784" y="1531126"/>
                  </a:lnTo>
                  <a:lnTo>
                    <a:pt x="4720524" y="1528673"/>
                  </a:lnTo>
                  <a:lnTo>
                    <a:pt x="4700264" y="1526479"/>
                  </a:lnTo>
                  <a:lnTo>
                    <a:pt x="4680005" y="1524020"/>
                  </a:lnTo>
                  <a:lnTo>
                    <a:pt x="4659745" y="1521148"/>
                  </a:lnTo>
                  <a:lnTo>
                    <a:pt x="4639485" y="1518263"/>
                  </a:lnTo>
                  <a:lnTo>
                    <a:pt x="4619225" y="1516747"/>
                  </a:lnTo>
                  <a:lnTo>
                    <a:pt x="4598966" y="1512457"/>
                  </a:lnTo>
                  <a:lnTo>
                    <a:pt x="4578706" y="1510740"/>
                  </a:lnTo>
                  <a:lnTo>
                    <a:pt x="4558446" y="1508219"/>
                  </a:lnTo>
                  <a:lnTo>
                    <a:pt x="4538186" y="1506260"/>
                  </a:lnTo>
                  <a:lnTo>
                    <a:pt x="4517927" y="1503761"/>
                  </a:lnTo>
                  <a:lnTo>
                    <a:pt x="4497667" y="1500152"/>
                  </a:lnTo>
                  <a:lnTo>
                    <a:pt x="4477407" y="1497971"/>
                  </a:lnTo>
                  <a:lnTo>
                    <a:pt x="4457147" y="1496432"/>
                  </a:lnTo>
                  <a:lnTo>
                    <a:pt x="4436888" y="1495286"/>
                  </a:lnTo>
                  <a:lnTo>
                    <a:pt x="4416628" y="1491346"/>
                  </a:lnTo>
                  <a:lnTo>
                    <a:pt x="4396368" y="1488108"/>
                  </a:lnTo>
                  <a:lnTo>
                    <a:pt x="4376108" y="1486923"/>
                  </a:lnTo>
                  <a:lnTo>
                    <a:pt x="4355848" y="1484745"/>
                  </a:lnTo>
                  <a:lnTo>
                    <a:pt x="4335589" y="1482508"/>
                  </a:lnTo>
                  <a:lnTo>
                    <a:pt x="4315329" y="1480261"/>
                  </a:lnTo>
                  <a:lnTo>
                    <a:pt x="4295069" y="1478010"/>
                  </a:lnTo>
                  <a:lnTo>
                    <a:pt x="4274809" y="1475201"/>
                  </a:lnTo>
                  <a:lnTo>
                    <a:pt x="4254550" y="1471381"/>
                  </a:lnTo>
                  <a:lnTo>
                    <a:pt x="4234290" y="1469282"/>
                  </a:lnTo>
                  <a:lnTo>
                    <a:pt x="4214030" y="1466344"/>
                  </a:lnTo>
                  <a:lnTo>
                    <a:pt x="4193770" y="1464214"/>
                  </a:lnTo>
                  <a:lnTo>
                    <a:pt x="4173511" y="1462880"/>
                  </a:lnTo>
                  <a:lnTo>
                    <a:pt x="4153251" y="1462023"/>
                  </a:lnTo>
                  <a:lnTo>
                    <a:pt x="4132991" y="1459985"/>
                  </a:lnTo>
                  <a:lnTo>
                    <a:pt x="4112731" y="1457697"/>
                  </a:lnTo>
                  <a:lnTo>
                    <a:pt x="4092472" y="1455450"/>
                  </a:lnTo>
                  <a:lnTo>
                    <a:pt x="4072212" y="1453144"/>
                  </a:lnTo>
                  <a:lnTo>
                    <a:pt x="4051952" y="1450834"/>
                  </a:lnTo>
                  <a:lnTo>
                    <a:pt x="4031692" y="1447799"/>
                  </a:lnTo>
                  <a:lnTo>
                    <a:pt x="4011433" y="1444965"/>
                  </a:lnTo>
                  <a:lnTo>
                    <a:pt x="3991173" y="1443370"/>
                  </a:lnTo>
                  <a:lnTo>
                    <a:pt x="3970913" y="1441626"/>
                  </a:lnTo>
                  <a:lnTo>
                    <a:pt x="3950653" y="1439313"/>
                  </a:lnTo>
                  <a:lnTo>
                    <a:pt x="3930393" y="1437028"/>
                  </a:lnTo>
                  <a:lnTo>
                    <a:pt x="3910134" y="1437424"/>
                  </a:lnTo>
                  <a:lnTo>
                    <a:pt x="3889874" y="1435681"/>
                  </a:lnTo>
                  <a:lnTo>
                    <a:pt x="3869614" y="1432527"/>
                  </a:lnTo>
                  <a:lnTo>
                    <a:pt x="3849354" y="1428865"/>
                  </a:lnTo>
                  <a:lnTo>
                    <a:pt x="3829095" y="1427002"/>
                  </a:lnTo>
                  <a:lnTo>
                    <a:pt x="3808835" y="1425876"/>
                  </a:lnTo>
                  <a:lnTo>
                    <a:pt x="3788575" y="1423809"/>
                  </a:lnTo>
                  <a:lnTo>
                    <a:pt x="3768315" y="1422238"/>
                  </a:lnTo>
                  <a:lnTo>
                    <a:pt x="3748056" y="1419852"/>
                  </a:lnTo>
                  <a:lnTo>
                    <a:pt x="3727796" y="1418979"/>
                  </a:lnTo>
                  <a:lnTo>
                    <a:pt x="3707536" y="1416420"/>
                  </a:lnTo>
                  <a:lnTo>
                    <a:pt x="3687276" y="1415197"/>
                  </a:lnTo>
                  <a:lnTo>
                    <a:pt x="3667017" y="1412429"/>
                  </a:lnTo>
                  <a:lnTo>
                    <a:pt x="3646757" y="1412578"/>
                  </a:lnTo>
                  <a:lnTo>
                    <a:pt x="3626497" y="1410961"/>
                  </a:lnTo>
                  <a:lnTo>
                    <a:pt x="3606237" y="1408134"/>
                  </a:lnTo>
                  <a:lnTo>
                    <a:pt x="3585978" y="1403883"/>
                  </a:lnTo>
                  <a:lnTo>
                    <a:pt x="3565718" y="1400143"/>
                  </a:lnTo>
                  <a:lnTo>
                    <a:pt x="3545458" y="1396905"/>
                  </a:lnTo>
                  <a:lnTo>
                    <a:pt x="3525198" y="1395149"/>
                  </a:lnTo>
                  <a:lnTo>
                    <a:pt x="3504938" y="1394105"/>
                  </a:lnTo>
                  <a:lnTo>
                    <a:pt x="3484679" y="1392108"/>
                  </a:lnTo>
                  <a:lnTo>
                    <a:pt x="3464419" y="1389926"/>
                  </a:lnTo>
                  <a:lnTo>
                    <a:pt x="3444159" y="1388892"/>
                  </a:lnTo>
                  <a:lnTo>
                    <a:pt x="3423899" y="1387863"/>
                  </a:lnTo>
                  <a:lnTo>
                    <a:pt x="3403640" y="1386830"/>
                  </a:lnTo>
                  <a:lnTo>
                    <a:pt x="3383380" y="1385093"/>
                  </a:lnTo>
                  <a:lnTo>
                    <a:pt x="3363120" y="1384443"/>
                  </a:lnTo>
                  <a:lnTo>
                    <a:pt x="3342860" y="1382976"/>
                  </a:lnTo>
                  <a:lnTo>
                    <a:pt x="3322601" y="1381137"/>
                  </a:lnTo>
                  <a:lnTo>
                    <a:pt x="3302341" y="1378721"/>
                  </a:lnTo>
                  <a:lnTo>
                    <a:pt x="3282081" y="1375928"/>
                  </a:lnTo>
                  <a:lnTo>
                    <a:pt x="3261821" y="1373805"/>
                  </a:lnTo>
                  <a:lnTo>
                    <a:pt x="3241562" y="1374294"/>
                  </a:lnTo>
                  <a:lnTo>
                    <a:pt x="3221302" y="1374716"/>
                  </a:lnTo>
                  <a:lnTo>
                    <a:pt x="3201042" y="1372798"/>
                  </a:lnTo>
                  <a:lnTo>
                    <a:pt x="3180782" y="1369692"/>
                  </a:lnTo>
                  <a:lnTo>
                    <a:pt x="3160522" y="1366536"/>
                  </a:lnTo>
                  <a:lnTo>
                    <a:pt x="3140263" y="1363442"/>
                  </a:lnTo>
                  <a:lnTo>
                    <a:pt x="3120003" y="1360336"/>
                  </a:lnTo>
                  <a:lnTo>
                    <a:pt x="3099743" y="1360580"/>
                  </a:lnTo>
                  <a:lnTo>
                    <a:pt x="3079483" y="1360460"/>
                  </a:lnTo>
                  <a:lnTo>
                    <a:pt x="3059224" y="1358098"/>
                  </a:lnTo>
                  <a:lnTo>
                    <a:pt x="3038964" y="1357279"/>
                  </a:lnTo>
                  <a:lnTo>
                    <a:pt x="3018704" y="1355345"/>
                  </a:lnTo>
                  <a:lnTo>
                    <a:pt x="2998444" y="1354882"/>
                  </a:lnTo>
                  <a:lnTo>
                    <a:pt x="2978185" y="1354514"/>
                  </a:lnTo>
                  <a:lnTo>
                    <a:pt x="2957925" y="1353850"/>
                  </a:lnTo>
                  <a:lnTo>
                    <a:pt x="2937665" y="1354097"/>
                  </a:lnTo>
                  <a:lnTo>
                    <a:pt x="2917405" y="1353668"/>
                  </a:lnTo>
                  <a:lnTo>
                    <a:pt x="2897146" y="1353219"/>
                  </a:lnTo>
                  <a:lnTo>
                    <a:pt x="2876886" y="1351587"/>
                  </a:lnTo>
                  <a:lnTo>
                    <a:pt x="2856626" y="1349857"/>
                  </a:lnTo>
                  <a:lnTo>
                    <a:pt x="2836366" y="1348447"/>
                  </a:lnTo>
                  <a:lnTo>
                    <a:pt x="2816107" y="1348955"/>
                  </a:lnTo>
                  <a:lnTo>
                    <a:pt x="2795847" y="1346879"/>
                  </a:lnTo>
                  <a:lnTo>
                    <a:pt x="2775587" y="1345172"/>
                  </a:lnTo>
                  <a:lnTo>
                    <a:pt x="2755327" y="1345158"/>
                  </a:lnTo>
                  <a:lnTo>
                    <a:pt x="2735067" y="1343861"/>
                  </a:lnTo>
                  <a:lnTo>
                    <a:pt x="2714808" y="1341678"/>
                  </a:lnTo>
                  <a:lnTo>
                    <a:pt x="2694548" y="1341931"/>
                  </a:lnTo>
                  <a:lnTo>
                    <a:pt x="2674288" y="1341200"/>
                  </a:lnTo>
                  <a:lnTo>
                    <a:pt x="2654028" y="1339418"/>
                  </a:lnTo>
                  <a:lnTo>
                    <a:pt x="2633769" y="1339012"/>
                  </a:lnTo>
                  <a:lnTo>
                    <a:pt x="2613509" y="1339028"/>
                  </a:lnTo>
                  <a:lnTo>
                    <a:pt x="2593249" y="1337391"/>
                  </a:lnTo>
                  <a:lnTo>
                    <a:pt x="2572989" y="1337370"/>
                  </a:lnTo>
                  <a:lnTo>
                    <a:pt x="2552730" y="1337294"/>
                  </a:lnTo>
                  <a:lnTo>
                    <a:pt x="2532470" y="1336419"/>
                  </a:lnTo>
                  <a:lnTo>
                    <a:pt x="2512210" y="1336563"/>
                  </a:lnTo>
                  <a:lnTo>
                    <a:pt x="2491950" y="1336488"/>
                  </a:lnTo>
                  <a:lnTo>
                    <a:pt x="2471691" y="1334412"/>
                  </a:lnTo>
                  <a:lnTo>
                    <a:pt x="2451431" y="1334209"/>
                  </a:lnTo>
                  <a:lnTo>
                    <a:pt x="2431171" y="1333146"/>
                  </a:lnTo>
                  <a:lnTo>
                    <a:pt x="2410911" y="1332791"/>
                  </a:lnTo>
                  <a:lnTo>
                    <a:pt x="2390652" y="1332817"/>
                  </a:lnTo>
                  <a:lnTo>
                    <a:pt x="2370392" y="1330795"/>
                  </a:lnTo>
                  <a:lnTo>
                    <a:pt x="2350132" y="1331153"/>
                  </a:lnTo>
                  <a:lnTo>
                    <a:pt x="2329872" y="1331155"/>
                  </a:lnTo>
                  <a:lnTo>
                    <a:pt x="2309612" y="1331131"/>
                  </a:lnTo>
                  <a:lnTo>
                    <a:pt x="2289353" y="1331239"/>
                  </a:lnTo>
                  <a:lnTo>
                    <a:pt x="2269093" y="1331028"/>
                  </a:lnTo>
                  <a:lnTo>
                    <a:pt x="2248833" y="1330664"/>
                  </a:lnTo>
                  <a:lnTo>
                    <a:pt x="2228573" y="1329202"/>
                  </a:lnTo>
                  <a:lnTo>
                    <a:pt x="2208314" y="1328396"/>
                  </a:lnTo>
                  <a:lnTo>
                    <a:pt x="2188054" y="1330229"/>
                  </a:lnTo>
                  <a:lnTo>
                    <a:pt x="2167794" y="1330162"/>
                  </a:lnTo>
                  <a:lnTo>
                    <a:pt x="2147534" y="1330426"/>
                  </a:lnTo>
                  <a:lnTo>
                    <a:pt x="2127275" y="1330686"/>
                  </a:lnTo>
                  <a:lnTo>
                    <a:pt x="2107015" y="1330670"/>
                  </a:lnTo>
                  <a:lnTo>
                    <a:pt x="2086755" y="1331318"/>
                  </a:lnTo>
                  <a:lnTo>
                    <a:pt x="2066495" y="1330594"/>
                  </a:lnTo>
                  <a:lnTo>
                    <a:pt x="2046236" y="1330804"/>
                  </a:lnTo>
                  <a:lnTo>
                    <a:pt x="2025976" y="1331731"/>
                  </a:lnTo>
                  <a:lnTo>
                    <a:pt x="2005716" y="1332410"/>
                  </a:lnTo>
                  <a:lnTo>
                    <a:pt x="1985456" y="1332532"/>
                  </a:lnTo>
                  <a:lnTo>
                    <a:pt x="1965196" y="1334513"/>
                  </a:lnTo>
                  <a:lnTo>
                    <a:pt x="1944937" y="1335015"/>
                  </a:lnTo>
                  <a:lnTo>
                    <a:pt x="1924677" y="1335941"/>
                  </a:lnTo>
                  <a:lnTo>
                    <a:pt x="1904417" y="1339637"/>
                  </a:lnTo>
                  <a:lnTo>
                    <a:pt x="1884157" y="1339559"/>
                  </a:lnTo>
                  <a:lnTo>
                    <a:pt x="1863898" y="1341489"/>
                  </a:lnTo>
                  <a:lnTo>
                    <a:pt x="1843638" y="1343437"/>
                  </a:lnTo>
                  <a:lnTo>
                    <a:pt x="1823378" y="1345408"/>
                  </a:lnTo>
                  <a:lnTo>
                    <a:pt x="1803118" y="1346220"/>
                  </a:lnTo>
                  <a:lnTo>
                    <a:pt x="1782859" y="1348601"/>
                  </a:lnTo>
                  <a:lnTo>
                    <a:pt x="1762599" y="1350461"/>
                  </a:lnTo>
                  <a:lnTo>
                    <a:pt x="1742339" y="1353146"/>
                  </a:lnTo>
                  <a:lnTo>
                    <a:pt x="1722079" y="1353566"/>
                  </a:lnTo>
                  <a:lnTo>
                    <a:pt x="1701820" y="1353144"/>
                  </a:lnTo>
                  <a:lnTo>
                    <a:pt x="1681560" y="1354593"/>
                  </a:lnTo>
                  <a:lnTo>
                    <a:pt x="1661300" y="1356018"/>
                  </a:lnTo>
                  <a:lnTo>
                    <a:pt x="1641040" y="1356407"/>
                  </a:lnTo>
                  <a:lnTo>
                    <a:pt x="1620781" y="1358019"/>
                  </a:lnTo>
                  <a:lnTo>
                    <a:pt x="1600521" y="1359566"/>
                  </a:lnTo>
                  <a:lnTo>
                    <a:pt x="1580261" y="1360618"/>
                  </a:lnTo>
                  <a:lnTo>
                    <a:pt x="1560001" y="1363118"/>
                  </a:lnTo>
                  <a:lnTo>
                    <a:pt x="1539741" y="1364760"/>
                  </a:lnTo>
                  <a:lnTo>
                    <a:pt x="1519482" y="1367580"/>
                  </a:lnTo>
                  <a:lnTo>
                    <a:pt x="1499222" y="1370600"/>
                  </a:lnTo>
                  <a:lnTo>
                    <a:pt x="1478962" y="1371086"/>
                  </a:lnTo>
                  <a:lnTo>
                    <a:pt x="1458702" y="1372153"/>
                  </a:lnTo>
                  <a:lnTo>
                    <a:pt x="1438443" y="1373889"/>
                  </a:lnTo>
                  <a:lnTo>
                    <a:pt x="1418183" y="1375897"/>
                  </a:lnTo>
                  <a:lnTo>
                    <a:pt x="1397923" y="1377426"/>
                  </a:lnTo>
                  <a:lnTo>
                    <a:pt x="1377663" y="1381124"/>
                  </a:lnTo>
                  <a:lnTo>
                    <a:pt x="1357404" y="1383759"/>
                  </a:lnTo>
                  <a:lnTo>
                    <a:pt x="1337144" y="1383749"/>
                  </a:lnTo>
                  <a:lnTo>
                    <a:pt x="1316884" y="1385447"/>
                  </a:lnTo>
                  <a:lnTo>
                    <a:pt x="1296624" y="1386916"/>
                  </a:lnTo>
                  <a:lnTo>
                    <a:pt x="1276365" y="1389115"/>
                  </a:lnTo>
                  <a:lnTo>
                    <a:pt x="1256105" y="1390797"/>
                  </a:lnTo>
                  <a:lnTo>
                    <a:pt x="1235845" y="1392728"/>
                  </a:lnTo>
                  <a:lnTo>
                    <a:pt x="1215585" y="1394691"/>
                  </a:lnTo>
                  <a:lnTo>
                    <a:pt x="1195326" y="1397850"/>
                  </a:lnTo>
                  <a:lnTo>
                    <a:pt x="1175066" y="1401154"/>
                  </a:lnTo>
                  <a:lnTo>
                    <a:pt x="1154806" y="1403278"/>
                  </a:lnTo>
                  <a:lnTo>
                    <a:pt x="1134546" y="1406450"/>
                  </a:lnTo>
                  <a:lnTo>
                    <a:pt x="1114286" y="1408250"/>
                  </a:lnTo>
                  <a:lnTo>
                    <a:pt x="1094027" y="1410061"/>
                  </a:lnTo>
                  <a:lnTo>
                    <a:pt x="1073767" y="1413079"/>
                  </a:lnTo>
                  <a:lnTo>
                    <a:pt x="1053507" y="1415146"/>
                  </a:lnTo>
                  <a:lnTo>
                    <a:pt x="1033247" y="1418136"/>
                  </a:lnTo>
                  <a:lnTo>
                    <a:pt x="1012988" y="1419820"/>
                  </a:lnTo>
                  <a:lnTo>
                    <a:pt x="992728" y="1421523"/>
                  </a:lnTo>
                  <a:lnTo>
                    <a:pt x="972468" y="1425412"/>
                  </a:lnTo>
                  <a:lnTo>
                    <a:pt x="952208" y="1428421"/>
                  </a:lnTo>
                  <a:lnTo>
                    <a:pt x="931949" y="1432397"/>
                  </a:lnTo>
                  <a:lnTo>
                    <a:pt x="911689" y="1432917"/>
                  </a:lnTo>
                  <a:lnTo>
                    <a:pt x="891429" y="1435479"/>
                  </a:lnTo>
                  <a:lnTo>
                    <a:pt x="871169" y="1438840"/>
                  </a:lnTo>
                  <a:lnTo>
                    <a:pt x="850910" y="1442947"/>
                  </a:lnTo>
                  <a:lnTo>
                    <a:pt x="830650" y="1445084"/>
                  </a:lnTo>
                  <a:lnTo>
                    <a:pt x="810390" y="1448392"/>
                  </a:lnTo>
                  <a:lnTo>
                    <a:pt x="790130" y="1450628"/>
                  </a:lnTo>
                  <a:lnTo>
                    <a:pt x="769870" y="1453938"/>
                  </a:lnTo>
                  <a:lnTo>
                    <a:pt x="749611" y="1457159"/>
                  </a:lnTo>
                  <a:lnTo>
                    <a:pt x="729351" y="1460764"/>
                  </a:lnTo>
                  <a:lnTo>
                    <a:pt x="709091" y="1464057"/>
                  </a:lnTo>
                  <a:lnTo>
                    <a:pt x="688831" y="1467468"/>
                  </a:lnTo>
                  <a:lnTo>
                    <a:pt x="668572" y="1470372"/>
                  </a:lnTo>
                  <a:lnTo>
                    <a:pt x="648312" y="1472856"/>
                  </a:lnTo>
                  <a:lnTo>
                    <a:pt x="628052" y="1475354"/>
                  </a:lnTo>
                  <a:lnTo>
                    <a:pt x="607792" y="1477847"/>
                  </a:lnTo>
                  <a:lnTo>
                    <a:pt x="587533" y="1480276"/>
                  </a:lnTo>
                  <a:lnTo>
                    <a:pt x="567273" y="1484537"/>
                  </a:lnTo>
                  <a:lnTo>
                    <a:pt x="547013" y="1486430"/>
                  </a:lnTo>
                  <a:lnTo>
                    <a:pt x="526753" y="1488468"/>
                  </a:lnTo>
                  <a:lnTo>
                    <a:pt x="506494" y="1492002"/>
                  </a:lnTo>
                  <a:lnTo>
                    <a:pt x="486234" y="1495846"/>
                  </a:lnTo>
                  <a:lnTo>
                    <a:pt x="465974" y="1496727"/>
                  </a:lnTo>
                  <a:lnTo>
                    <a:pt x="445714" y="1500280"/>
                  </a:lnTo>
                  <a:lnTo>
                    <a:pt x="425455" y="1503827"/>
                  </a:lnTo>
                  <a:lnTo>
                    <a:pt x="405195" y="1506746"/>
                  </a:lnTo>
                  <a:lnTo>
                    <a:pt x="384935" y="1510531"/>
                  </a:lnTo>
                  <a:lnTo>
                    <a:pt x="364675" y="1514536"/>
                  </a:lnTo>
                  <a:lnTo>
                    <a:pt x="344415" y="1518524"/>
                  </a:lnTo>
                  <a:lnTo>
                    <a:pt x="324156" y="1521632"/>
                  </a:lnTo>
                  <a:lnTo>
                    <a:pt x="303896" y="1525120"/>
                  </a:lnTo>
                  <a:lnTo>
                    <a:pt x="283636" y="1528668"/>
                  </a:lnTo>
                  <a:lnTo>
                    <a:pt x="263376" y="1532646"/>
                  </a:lnTo>
                  <a:lnTo>
                    <a:pt x="243117" y="1536523"/>
                  </a:lnTo>
                  <a:lnTo>
                    <a:pt x="222857" y="1539490"/>
                  </a:lnTo>
                  <a:lnTo>
                    <a:pt x="202597" y="1542976"/>
                  </a:lnTo>
                  <a:lnTo>
                    <a:pt x="182337" y="1548174"/>
                  </a:lnTo>
                  <a:lnTo>
                    <a:pt x="162078" y="1552617"/>
                  </a:lnTo>
                  <a:lnTo>
                    <a:pt x="141818" y="1556634"/>
                  </a:lnTo>
                  <a:lnTo>
                    <a:pt x="121558" y="1560623"/>
                  </a:lnTo>
                  <a:lnTo>
                    <a:pt x="101298" y="1563941"/>
                  </a:lnTo>
                  <a:lnTo>
                    <a:pt x="81039" y="1568467"/>
                  </a:lnTo>
                  <a:lnTo>
                    <a:pt x="60779" y="1571335"/>
                  </a:lnTo>
                  <a:lnTo>
                    <a:pt x="40519" y="1574124"/>
                  </a:lnTo>
                  <a:lnTo>
                    <a:pt x="20259" y="1576303"/>
                  </a:lnTo>
                  <a:lnTo>
                    <a:pt x="0" y="1578761"/>
                  </a:lnTo>
                  <a:close/>
                </a:path>
              </a:pathLst>
            </a:custGeom>
            <a:solidFill>
              <a:srgbClr val="009E73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390632" y="3149449"/>
              <a:ext cx="4842083" cy="506085"/>
            </a:xfrm>
            <a:custGeom>
              <a:avLst/>
              <a:pathLst>
                <a:path w="4842083" h="506085">
                  <a:moveTo>
                    <a:pt x="0" y="292713"/>
                  </a:moveTo>
                  <a:lnTo>
                    <a:pt x="20259" y="295832"/>
                  </a:lnTo>
                  <a:lnTo>
                    <a:pt x="40519" y="301401"/>
                  </a:lnTo>
                  <a:lnTo>
                    <a:pt x="60779" y="305139"/>
                  </a:lnTo>
                  <a:lnTo>
                    <a:pt x="81039" y="307324"/>
                  </a:lnTo>
                  <a:lnTo>
                    <a:pt x="101298" y="309559"/>
                  </a:lnTo>
                  <a:lnTo>
                    <a:pt x="121558" y="312773"/>
                  </a:lnTo>
                  <a:lnTo>
                    <a:pt x="141818" y="317026"/>
                  </a:lnTo>
                  <a:lnTo>
                    <a:pt x="162078" y="320154"/>
                  </a:lnTo>
                  <a:lnTo>
                    <a:pt x="182337" y="325531"/>
                  </a:lnTo>
                  <a:lnTo>
                    <a:pt x="202597" y="329478"/>
                  </a:lnTo>
                  <a:lnTo>
                    <a:pt x="222857" y="331830"/>
                  </a:lnTo>
                  <a:lnTo>
                    <a:pt x="243117" y="332596"/>
                  </a:lnTo>
                  <a:lnTo>
                    <a:pt x="263376" y="335014"/>
                  </a:lnTo>
                  <a:lnTo>
                    <a:pt x="283636" y="338873"/>
                  </a:lnTo>
                  <a:lnTo>
                    <a:pt x="303896" y="343021"/>
                  </a:lnTo>
                  <a:lnTo>
                    <a:pt x="324156" y="346463"/>
                  </a:lnTo>
                  <a:lnTo>
                    <a:pt x="344415" y="350880"/>
                  </a:lnTo>
                  <a:lnTo>
                    <a:pt x="364675" y="355238"/>
                  </a:lnTo>
                  <a:lnTo>
                    <a:pt x="384935" y="358089"/>
                  </a:lnTo>
                  <a:lnTo>
                    <a:pt x="405195" y="360244"/>
                  </a:lnTo>
                  <a:lnTo>
                    <a:pt x="425455" y="363696"/>
                  </a:lnTo>
                  <a:lnTo>
                    <a:pt x="445714" y="366487"/>
                  </a:lnTo>
                  <a:lnTo>
                    <a:pt x="465974" y="369296"/>
                  </a:lnTo>
                  <a:lnTo>
                    <a:pt x="486234" y="372134"/>
                  </a:lnTo>
                  <a:lnTo>
                    <a:pt x="506494" y="374969"/>
                  </a:lnTo>
                  <a:lnTo>
                    <a:pt x="526753" y="377801"/>
                  </a:lnTo>
                  <a:lnTo>
                    <a:pt x="547013" y="382512"/>
                  </a:lnTo>
                  <a:lnTo>
                    <a:pt x="567273" y="387198"/>
                  </a:lnTo>
                  <a:lnTo>
                    <a:pt x="587533" y="390753"/>
                  </a:lnTo>
                  <a:lnTo>
                    <a:pt x="607792" y="396366"/>
                  </a:lnTo>
                  <a:lnTo>
                    <a:pt x="628052" y="398806"/>
                  </a:lnTo>
                  <a:lnTo>
                    <a:pt x="648312" y="403166"/>
                  </a:lnTo>
                  <a:lnTo>
                    <a:pt x="668572" y="403553"/>
                  </a:lnTo>
                  <a:lnTo>
                    <a:pt x="688831" y="406500"/>
                  </a:lnTo>
                  <a:lnTo>
                    <a:pt x="709091" y="410174"/>
                  </a:lnTo>
                  <a:lnTo>
                    <a:pt x="729351" y="412279"/>
                  </a:lnTo>
                  <a:lnTo>
                    <a:pt x="749611" y="412797"/>
                  </a:lnTo>
                  <a:lnTo>
                    <a:pt x="769870" y="414999"/>
                  </a:lnTo>
                  <a:lnTo>
                    <a:pt x="790130" y="416320"/>
                  </a:lnTo>
                  <a:lnTo>
                    <a:pt x="810390" y="417705"/>
                  </a:lnTo>
                  <a:lnTo>
                    <a:pt x="830650" y="419072"/>
                  </a:lnTo>
                  <a:lnTo>
                    <a:pt x="850910" y="422900"/>
                  </a:lnTo>
                  <a:lnTo>
                    <a:pt x="871169" y="425822"/>
                  </a:lnTo>
                  <a:lnTo>
                    <a:pt x="891429" y="427364"/>
                  </a:lnTo>
                  <a:lnTo>
                    <a:pt x="911689" y="430029"/>
                  </a:lnTo>
                  <a:lnTo>
                    <a:pt x="931949" y="431973"/>
                  </a:lnTo>
                  <a:lnTo>
                    <a:pt x="952208" y="432325"/>
                  </a:lnTo>
                  <a:lnTo>
                    <a:pt x="972468" y="433277"/>
                  </a:lnTo>
                  <a:lnTo>
                    <a:pt x="992728" y="436929"/>
                  </a:lnTo>
                  <a:lnTo>
                    <a:pt x="1012988" y="438867"/>
                  </a:lnTo>
                  <a:lnTo>
                    <a:pt x="1033247" y="439194"/>
                  </a:lnTo>
                  <a:lnTo>
                    <a:pt x="1053507" y="441641"/>
                  </a:lnTo>
                  <a:lnTo>
                    <a:pt x="1073767" y="441842"/>
                  </a:lnTo>
                  <a:lnTo>
                    <a:pt x="1094027" y="443954"/>
                  </a:lnTo>
                  <a:lnTo>
                    <a:pt x="1114286" y="448486"/>
                  </a:lnTo>
                  <a:lnTo>
                    <a:pt x="1134546" y="452663"/>
                  </a:lnTo>
                  <a:lnTo>
                    <a:pt x="1154806" y="453771"/>
                  </a:lnTo>
                  <a:lnTo>
                    <a:pt x="1175066" y="455588"/>
                  </a:lnTo>
                  <a:lnTo>
                    <a:pt x="1195326" y="456908"/>
                  </a:lnTo>
                  <a:lnTo>
                    <a:pt x="1215585" y="457104"/>
                  </a:lnTo>
                  <a:lnTo>
                    <a:pt x="1235845" y="461046"/>
                  </a:lnTo>
                  <a:lnTo>
                    <a:pt x="1256105" y="462844"/>
                  </a:lnTo>
                  <a:lnTo>
                    <a:pt x="1276365" y="464207"/>
                  </a:lnTo>
                  <a:lnTo>
                    <a:pt x="1296624" y="465551"/>
                  </a:lnTo>
                  <a:lnTo>
                    <a:pt x="1316884" y="466870"/>
                  </a:lnTo>
                  <a:lnTo>
                    <a:pt x="1337144" y="469493"/>
                  </a:lnTo>
                  <a:lnTo>
                    <a:pt x="1357404" y="472049"/>
                  </a:lnTo>
                  <a:lnTo>
                    <a:pt x="1377663" y="475949"/>
                  </a:lnTo>
                  <a:lnTo>
                    <a:pt x="1397923" y="476884"/>
                  </a:lnTo>
                  <a:lnTo>
                    <a:pt x="1418183" y="478589"/>
                  </a:lnTo>
                  <a:lnTo>
                    <a:pt x="1438443" y="477619"/>
                  </a:lnTo>
                  <a:lnTo>
                    <a:pt x="1458702" y="481762"/>
                  </a:lnTo>
                  <a:lnTo>
                    <a:pt x="1478962" y="482683"/>
                  </a:lnTo>
                  <a:lnTo>
                    <a:pt x="1499222" y="483860"/>
                  </a:lnTo>
                  <a:lnTo>
                    <a:pt x="1519482" y="485746"/>
                  </a:lnTo>
                  <a:lnTo>
                    <a:pt x="1539741" y="488036"/>
                  </a:lnTo>
                  <a:lnTo>
                    <a:pt x="1560001" y="490340"/>
                  </a:lnTo>
                  <a:lnTo>
                    <a:pt x="1580261" y="492603"/>
                  </a:lnTo>
                  <a:lnTo>
                    <a:pt x="1600521" y="492617"/>
                  </a:lnTo>
                  <a:lnTo>
                    <a:pt x="1620781" y="491081"/>
                  </a:lnTo>
                  <a:lnTo>
                    <a:pt x="1641040" y="492630"/>
                  </a:lnTo>
                  <a:lnTo>
                    <a:pt x="1661300" y="493142"/>
                  </a:lnTo>
                  <a:lnTo>
                    <a:pt x="1681560" y="494330"/>
                  </a:lnTo>
                  <a:lnTo>
                    <a:pt x="1701820" y="494998"/>
                  </a:lnTo>
                  <a:lnTo>
                    <a:pt x="1722079" y="496032"/>
                  </a:lnTo>
                  <a:lnTo>
                    <a:pt x="1742339" y="497872"/>
                  </a:lnTo>
                  <a:lnTo>
                    <a:pt x="1762599" y="499014"/>
                  </a:lnTo>
                  <a:lnTo>
                    <a:pt x="1782859" y="500112"/>
                  </a:lnTo>
                  <a:lnTo>
                    <a:pt x="1803118" y="500947"/>
                  </a:lnTo>
                  <a:lnTo>
                    <a:pt x="1823378" y="502857"/>
                  </a:lnTo>
                  <a:lnTo>
                    <a:pt x="1843638" y="503893"/>
                  </a:lnTo>
                  <a:lnTo>
                    <a:pt x="1863898" y="505762"/>
                  </a:lnTo>
                  <a:lnTo>
                    <a:pt x="1884157" y="505938"/>
                  </a:lnTo>
                  <a:lnTo>
                    <a:pt x="1904417" y="505698"/>
                  </a:lnTo>
                  <a:lnTo>
                    <a:pt x="1924677" y="506085"/>
                  </a:lnTo>
                  <a:lnTo>
                    <a:pt x="1944937" y="505146"/>
                  </a:lnTo>
                  <a:lnTo>
                    <a:pt x="1965196" y="503929"/>
                  </a:lnTo>
                  <a:lnTo>
                    <a:pt x="1985456" y="502627"/>
                  </a:lnTo>
                  <a:lnTo>
                    <a:pt x="2005716" y="502737"/>
                  </a:lnTo>
                  <a:lnTo>
                    <a:pt x="2025976" y="503603"/>
                  </a:lnTo>
                  <a:lnTo>
                    <a:pt x="2046236" y="503525"/>
                  </a:lnTo>
                  <a:lnTo>
                    <a:pt x="2066495" y="503681"/>
                  </a:lnTo>
                  <a:lnTo>
                    <a:pt x="2086755" y="503545"/>
                  </a:lnTo>
                  <a:lnTo>
                    <a:pt x="2107015" y="502914"/>
                  </a:lnTo>
                  <a:lnTo>
                    <a:pt x="2127275" y="502640"/>
                  </a:lnTo>
                  <a:lnTo>
                    <a:pt x="2147534" y="503376"/>
                  </a:lnTo>
                  <a:lnTo>
                    <a:pt x="2167794" y="502381"/>
                  </a:lnTo>
                  <a:lnTo>
                    <a:pt x="2188054" y="501589"/>
                  </a:lnTo>
                  <a:lnTo>
                    <a:pt x="2208314" y="499317"/>
                  </a:lnTo>
                  <a:lnTo>
                    <a:pt x="2228573" y="497405"/>
                  </a:lnTo>
                  <a:lnTo>
                    <a:pt x="2248833" y="496638"/>
                  </a:lnTo>
                  <a:lnTo>
                    <a:pt x="2269093" y="495904"/>
                  </a:lnTo>
                  <a:lnTo>
                    <a:pt x="2289353" y="491844"/>
                  </a:lnTo>
                  <a:lnTo>
                    <a:pt x="2309612" y="489836"/>
                  </a:lnTo>
                  <a:lnTo>
                    <a:pt x="2329872" y="489086"/>
                  </a:lnTo>
                  <a:lnTo>
                    <a:pt x="2350132" y="485898"/>
                  </a:lnTo>
                  <a:lnTo>
                    <a:pt x="2370392" y="483792"/>
                  </a:lnTo>
                  <a:lnTo>
                    <a:pt x="2390652" y="481996"/>
                  </a:lnTo>
                  <a:lnTo>
                    <a:pt x="2410911" y="480651"/>
                  </a:lnTo>
                  <a:lnTo>
                    <a:pt x="2431171" y="479653"/>
                  </a:lnTo>
                  <a:lnTo>
                    <a:pt x="2451431" y="479831"/>
                  </a:lnTo>
                  <a:lnTo>
                    <a:pt x="2471691" y="477450"/>
                  </a:lnTo>
                  <a:lnTo>
                    <a:pt x="2491950" y="474844"/>
                  </a:lnTo>
                  <a:lnTo>
                    <a:pt x="2512210" y="473436"/>
                  </a:lnTo>
                  <a:lnTo>
                    <a:pt x="2532470" y="471962"/>
                  </a:lnTo>
                  <a:lnTo>
                    <a:pt x="2552730" y="470516"/>
                  </a:lnTo>
                  <a:lnTo>
                    <a:pt x="2572989" y="464933"/>
                  </a:lnTo>
                  <a:lnTo>
                    <a:pt x="2593249" y="464024"/>
                  </a:lnTo>
                  <a:lnTo>
                    <a:pt x="2613509" y="461077"/>
                  </a:lnTo>
                  <a:lnTo>
                    <a:pt x="2633769" y="459552"/>
                  </a:lnTo>
                  <a:lnTo>
                    <a:pt x="2654028" y="458161"/>
                  </a:lnTo>
                  <a:lnTo>
                    <a:pt x="2674288" y="455243"/>
                  </a:lnTo>
                  <a:lnTo>
                    <a:pt x="2694548" y="453348"/>
                  </a:lnTo>
                  <a:lnTo>
                    <a:pt x="2714808" y="451422"/>
                  </a:lnTo>
                  <a:lnTo>
                    <a:pt x="2735067" y="449481"/>
                  </a:lnTo>
                  <a:lnTo>
                    <a:pt x="2755327" y="447309"/>
                  </a:lnTo>
                  <a:lnTo>
                    <a:pt x="2775587" y="447499"/>
                  </a:lnTo>
                  <a:lnTo>
                    <a:pt x="2795847" y="445704"/>
                  </a:lnTo>
                  <a:lnTo>
                    <a:pt x="2816107" y="442429"/>
                  </a:lnTo>
                  <a:lnTo>
                    <a:pt x="2836366" y="439803"/>
                  </a:lnTo>
                  <a:lnTo>
                    <a:pt x="2856626" y="437688"/>
                  </a:lnTo>
                  <a:lnTo>
                    <a:pt x="2876886" y="435456"/>
                  </a:lnTo>
                  <a:lnTo>
                    <a:pt x="2897146" y="432384"/>
                  </a:lnTo>
                  <a:lnTo>
                    <a:pt x="2917405" y="428558"/>
                  </a:lnTo>
                  <a:lnTo>
                    <a:pt x="2937665" y="426229"/>
                  </a:lnTo>
                  <a:lnTo>
                    <a:pt x="2957925" y="421827"/>
                  </a:lnTo>
                  <a:lnTo>
                    <a:pt x="2978185" y="417063"/>
                  </a:lnTo>
                  <a:lnTo>
                    <a:pt x="2998444" y="413206"/>
                  </a:lnTo>
                  <a:lnTo>
                    <a:pt x="3018704" y="409377"/>
                  </a:lnTo>
                  <a:lnTo>
                    <a:pt x="3038964" y="405561"/>
                  </a:lnTo>
                  <a:lnTo>
                    <a:pt x="3059224" y="402356"/>
                  </a:lnTo>
                  <a:lnTo>
                    <a:pt x="3079483" y="398993"/>
                  </a:lnTo>
                  <a:lnTo>
                    <a:pt x="3099743" y="396099"/>
                  </a:lnTo>
                  <a:lnTo>
                    <a:pt x="3120003" y="393191"/>
                  </a:lnTo>
                  <a:lnTo>
                    <a:pt x="3140263" y="390814"/>
                  </a:lnTo>
                  <a:lnTo>
                    <a:pt x="3160522" y="386830"/>
                  </a:lnTo>
                  <a:lnTo>
                    <a:pt x="3180782" y="382238"/>
                  </a:lnTo>
                  <a:lnTo>
                    <a:pt x="3201042" y="378819"/>
                  </a:lnTo>
                  <a:lnTo>
                    <a:pt x="3221302" y="373231"/>
                  </a:lnTo>
                  <a:lnTo>
                    <a:pt x="3241562" y="368050"/>
                  </a:lnTo>
                  <a:lnTo>
                    <a:pt x="3261821" y="363476"/>
                  </a:lnTo>
                  <a:lnTo>
                    <a:pt x="3282081" y="360098"/>
                  </a:lnTo>
                  <a:lnTo>
                    <a:pt x="3302341" y="356887"/>
                  </a:lnTo>
                  <a:lnTo>
                    <a:pt x="3322601" y="355602"/>
                  </a:lnTo>
                  <a:lnTo>
                    <a:pt x="3342860" y="352446"/>
                  </a:lnTo>
                  <a:lnTo>
                    <a:pt x="3363120" y="347799"/>
                  </a:lnTo>
                  <a:lnTo>
                    <a:pt x="3383380" y="345639"/>
                  </a:lnTo>
                  <a:lnTo>
                    <a:pt x="3403640" y="338619"/>
                  </a:lnTo>
                  <a:lnTo>
                    <a:pt x="3423899" y="336175"/>
                  </a:lnTo>
                  <a:lnTo>
                    <a:pt x="3444159" y="332297"/>
                  </a:lnTo>
                  <a:lnTo>
                    <a:pt x="3464419" y="327860"/>
                  </a:lnTo>
                  <a:lnTo>
                    <a:pt x="3484679" y="326031"/>
                  </a:lnTo>
                  <a:lnTo>
                    <a:pt x="3504938" y="321066"/>
                  </a:lnTo>
                  <a:lnTo>
                    <a:pt x="3525198" y="315006"/>
                  </a:lnTo>
                  <a:lnTo>
                    <a:pt x="3545458" y="310904"/>
                  </a:lnTo>
                  <a:lnTo>
                    <a:pt x="3565718" y="307356"/>
                  </a:lnTo>
                  <a:lnTo>
                    <a:pt x="3585978" y="303670"/>
                  </a:lnTo>
                  <a:lnTo>
                    <a:pt x="3606237" y="300750"/>
                  </a:lnTo>
                  <a:lnTo>
                    <a:pt x="3626497" y="297733"/>
                  </a:lnTo>
                  <a:lnTo>
                    <a:pt x="3646757" y="293960"/>
                  </a:lnTo>
                  <a:lnTo>
                    <a:pt x="3667017" y="290563"/>
                  </a:lnTo>
                  <a:lnTo>
                    <a:pt x="3687276" y="287165"/>
                  </a:lnTo>
                  <a:lnTo>
                    <a:pt x="3707536" y="281607"/>
                  </a:lnTo>
                  <a:lnTo>
                    <a:pt x="3727796" y="278316"/>
                  </a:lnTo>
                  <a:lnTo>
                    <a:pt x="3748056" y="274052"/>
                  </a:lnTo>
                  <a:lnTo>
                    <a:pt x="3768315" y="270475"/>
                  </a:lnTo>
                  <a:lnTo>
                    <a:pt x="3788575" y="265277"/>
                  </a:lnTo>
                  <a:lnTo>
                    <a:pt x="3808835" y="260860"/>
                  </a:lnTo>
                  <a:lnTo>
                    <a:pt x="3829095" y="257252"/>
                  </a:lnTo>
                  <a:lnTo>
                    <a:pt x="3849354" y="253330"/>
                  </a:lnTo>
                  <a:lnTo>
                    <a:pt x="3869614" y="247981"/>
                  </a:lnTo>
                  <a:lnTo>
                    <a:pt x="3889874" y="243196"/>
                  </a:lnTo>
                  <a:lnTo>
                    <a:pt x="3910134" y="238416"/>
                  </a:lnTo>
                  <a:lnTo>
                    <a:pt x="3930393" y="235557"/>
                  </a:lnTo>
                  <a:lnTo>
                    <a:pt x="3950653" y="230499"/>
                  </a:lnTo>
                  <a:lnTo>
                    <a:pt x="3970913" y="224520"/>
                  </a:lnTo>
                  <a:lnTo>
                    <a:pt x="3991173" y="220911"/>
                  </a:lnTo>
                  <a:lnTo>
                    <a:pt x="4011433" y="216545"/>
                  </a:lnTo>
                  <a:lnTo>
                    <a:pt x="4031692" y="211409"/>
                  </a:lnTo>
                  <a:lnTo>
                    <a:pt x="4051952" y="206015"/>
                  </a:lnTo>
                  <a:lnTo>
                    <a:pt x="4072212" y="200123"/>
                  </a:lnTo>
                  <a:lnTo>
                    <a:pt x="4092472" y="194850"/>
                  </a:lnTo>
                  <a:lnTo>
                    <a:pt x="4112731" y="190034"/>
                  </a:lnTo>
                  <a:lnTo>
                    <a:pt x="4132991" y="184632"/>
                  </a:lnTo>
                  <a:lnTo>
                    <a:pt x="4153251" y="180398"/>
                  </a:lnTo>
                  <a:lnTo>
                    <a:pt x="4173511" y="177246"/>
                  </a:lnTo>
                  <a:lnTo>
                    <a:pt x="4193770" y="173133"/>
                  </a:lnTo>
                  <a:lnTo>
                    <a:pt x="4214030" y="169399"/>
                  </a:lnTo>
                  <a:lnTo>
                    <a:pt x="4234290" y="166438"/>
                  </a:lnTo>
                  <a:lnTo>
                    <a:pt x="4254550" y="162250"/>
                  </a:lnTo>
                  <a:lnTo>
                    <a:pt x="4274809" y="155977"/>
                  </a:lnTo>
                  <a:lnTo>
                    <a:pt x="4295069" y="147871"/>
                  </a:lnTo>
                  <a:lnTo>
                    <a:pt x="4315329" y="142821"/>
                  </a:lnTo>
                  <a:lnTo>
                    <a:pt x="4335589" y="137854"/>
                  </a:lnTo>
                  <a:lnTo>
                    <a:pt x="4355848" y="132885"/>
                  </a:lnTo>
                  <a:lnTo>
                    <a:pt x="4376108" y="128337"/>
                  </a:lnTo>
                  <a:lnTo>
                    <a:pt x="4396368" y="125103"/>
                  </a:lnTo>
                  <a:lnTo>
                    <a:pt x="4416628" y="121663"/>
                  </a:lnTo>
                  <a:lnTo>
                    <a:pt x="4436888" y="116328"/>
                  </a:lnTo>
                  <a:lnTo>
                    <a:pt x="4457147" y="112287"/>
                  </a:lnTo>
                  <a:lnTo>
                    <a:pt x="4477407" y="105328"/>
                  </a:lnTo>
                  <a:lnTo>
                    <a:pt x="4497667" y="99829"/>
                  </a:lnTo>
                  <a:lnTo>
                    <a:pt x="4517927" y="94379"/>
                  </a:lnTo>
                  <a:lnTo>
                    <a:pt x="4538186" y="88353"/>
                  </a:lnTo>
                  <a:lnTo>
                    <a:pt x="4558446" y="82094"/>
                  </a:lnTo>
                  <a:lnTo>
                    <a:pt x="4578706" y="75191"/>
                  </a:lnTo>
                  <a:lnTo>
                    <a:pt x="4598966" y="67994"/>
                  </a:lnTo>
                  <a:lnTo>
                    <a:pt x="4619225" y="63800"/>
                  </a:lnTo>
                  <a:lnTo>
                    <a:pt x="4639485" y="59806"/>
                  </a:lnTo>
                  <a:lnTo>
                    <a:pt x="4659745" y="53414"/>
                  </a:lnTo>
                  <a:lnTo>
                    <a:pt x="4680005" y="47677"/>
                  </a:lnTo>
                  <a:lnTo>
                    <a:pt x="4700264" y="39354"/>
                  </a:lnTo>
                  <a:lnTo>
                    <a:pt x="4720524" y="31921"/>
                  </a:lnTo>
                  <a:lnTo>
                    <a:pt x="4740784" y="27683"/>
                  </a:lnTo>
                  <a:lnTo>
                    <a:pt x="4761044" y="26607"/>
                  </a:lnTo>
                  <a:lnTo>
                    <a:pt x="4781304" y="19067"/>
                  </a:lnTo>
                  <a:lnTo>
                    <a:pt x="4801563" y="9635"/>
                  </a:lnTo>
                  <a:lnTo>
                    <a:pt x="4821823" y="2877"/>
                  </a:lnTo>
                  <a:lnTo>
                    <a:pt x="484208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90632" y="4477846"/>
              <a:ext cx="4842083" cy="250365"/>
            </a:xfrm>
            <a:custGeom>
              <a:avLst/>
              <a:pathLst>
                <a:path w="4842083" h="250365">
                  <a:moveTo>
                    <a:pt x="4842083" y="213301"/>
                  </a:moveTo>
                  <a:lnTo>
                    <a:pt x="4821823" y="211153"/>
                  </a:lnTo>
                  <a:lnTo>
                    <a:pt x="4801563" y="209000"/>
                  </a:lnTo>
                  <a:lnTo>
                    <a:pt x="4781304" y="206827"/>
                  </a:lnTo>
                  <a:lnTo>
                    <a:pt x="4761044" y="205045"/>
                  </a:lnTo>
                  <a:lnTo>
                    <a:pt x="4740784" y="202730"/>
                  </a:lnTo>
                  <a:lnTo>
                    <a:pt x="4720524" y="200276"/>
                  </a:lnTo>
                  <a:lnTo>
                    <a:pt x="4700264" y="198082"/>
                  </a:lnTo>
                  <a:lnTo>
                    <a:pt x="4680005" y="195623"/>
                  </a:lnTo>
                  <a:lnTo>
                    <a:pt x="4659745" y="192752"/>
                  </a:lnTo>
                  <a:lnTo>
                    <a:pt x="4639485" y="189866"/>
                  </a:lnTo>
                  <a:lnTo>
                    <a:pt x="4619225" y="188351"/>
                  </a:lnTo>
                  <a:lnTo>
                    <a:pt x="4598966" y="184061"/>
                  </a:lnTo>
                  <a:lnTo>
                    <a:pt x="4578706" y="182343"/>
                  </a:lnTo>
                  <a:lnTo>
                    <a:pt x="4558446" y="179823"/>
                  </a:lnTo>
                  <a:lnTo>
                    <a:pt x="4538186" y="177863"/>
                  </a:lnTo>
                  <a:lnTo>
                    <a:pt x="4517927" y="175365"/>
                  </a:lnTo>
                  <a:lnTo>
                    <a:pt x="4497667" y="171755"/>
                  </a:lnTo>
                  <a:lnTo>
                    <a:pt x="4477407" y="169574"/>
                  </a:lnTo>
                  <a:lnTo>
                    <a:pt x="4457147" y="168036"/>
                  </a:lnTo>
                  <a:lnTo>
                    <a:pt x="4436888" y="166889"/>
                  </a:lnTo>
                  <a:lnTo>
                    <a:pt x="4416628" y="162949"/>
                  </a:lnTo>
                  <a:lnTo>
                    <a:pt x="4396368" y="159711"/>
                  </a:lnTo>
                  <a:lnTo>
                    <a:pt x="4376108" y="158526"/>
                  </a:lnTo>
                  <a:lnTo>
                    <a:pt x="4355848" y="156348"/>
                  </a:lnTo>
                  <a:lnTo>
                    <a:pt x="4335589" y="154111"/>
                  </a:lnTo>
                  <a:lnTo>
                    <a:pt x="4315329" y="151865"/>
                  </a:lnTo>
                  <a:lnTo>
                    <a:pt x="4295069" y="149614"/>
                  </a:lnTo>
                  <a:lnTo>
                    <a:pt x="4274809" y="146805"/>
                  </a:lnTo>
                  <a:lnTo>
                    <a:pt x="4254550" y="142984"/>
                  </a:lnTo>
                  <a:lnTo>
                    <a:pt x="4234290" y="140885"/>
                  </a:lnTo>
                  <a:lnTo>
                    <a:pt x="4214030" y="137947"/>
                  </a:lnTo>
                  <a:lnTo>
                    <a:pt x="4193770" y="135817"/>
                  </a:lnTo>
                  <a:lnTo>
                    <a:pt x="4173511" y="134484"/>
                  </a:lnTo>
                  <a:lnTo>
                    <a:pt x="4153251" y="133626"/>
                  </a:lnTo>
                  <a:lnTo>
                    <a:pt x="4132991" y="131588"/>
                  </a:lnTo>
                  <a:lnTo>
                    <a:pt x="4112731" y="129301"/>
                  </a:lnTo>
                  <a:lnTo>
                    <a:pt x="4092472" y="127053"/>
                  </a:lnTo>
                  <a:lnTo>
                    <a:pt x="4072212" y="124748"/>
                  </a:lnTo>
                  <a:lnTo>
                    <a:pt x="4051952" y="122438"/>
                  </a:lnTo>
                  <a:lnTo>
                    <a:pt x="4031692" y="119402"/>
                  </a:lnTo>
                  <a:lnTo>
                    <a:pt x="4011433" y="116569"/>
                  </a:lnTo>
                  <a:lnTo>
                    <a:pt x="3991173" y="114973"/>
                  </a:lnTo>
                  <a:lnTo>
                    <a:pt x="3970913" y="113230"/>
                  </a:lnTo>
                  <a:lnTo>
                    <a:pt x="3950653" y="110916"/>
                  </a:lnTo>
                  <a:lnTo>
                    <a:pt x="3930393" y="108632"/>
                  </a:lnTo>
                  <a:lnTo>
                    <a:pt x="3910134" y="109027"/>
                  </a:lnTo>
                  <a:lnTo>
                    <a:pt x="3889874" y="107284"/>
                  </a:lnTo>
                  <a:lnTo>
                    <a:pt x="3869614" y="104131"/>
                  </a:lnTo>
                  <a:lnTo>
                    <a:pt x="3849354" y="100468"/>
                  </a:lnTo>
                  <a:lnTo>
                    <a:pt x="3829095" y="98605"/>
                  </a:lnTo>
                  <a:lnTo>
                    <a:pt x="3808835" y="97479"/>
                  </a:lnTo>
                  <a:lnTo>
                    <a:pt x="3788575" y="95412"/>
                  </a:lnTo>
                  <a:lnTo>
                    <a:pt x="3768315" y="93841"/>
                  </a:lnTo>
                  <a:lnTo>
                    <a:pt x="3748056" y="91455"/>
                  </a:lnTo>
                  <a:lnTo>
                    <a:pt x="3727796" y="90582"/>
                  </a:lnTo>
                  <a:lnTo>
                    <a:pt x="3707536" y="88024"/>
                  </a:lnTo>
                  <a:lnTo>
                    <a:pt x="3687276" y="86800"/>
                  </a:lnTo>
                  <a:lnTo>
                    <a:pt x="3667017" y="84033"/>
                  </a:lnTo>
                  <a:lnTo>
                    <a:pt x="3646757" y="84181"/>
                  </a:lnTo>
                  <a:lnTo>
                    <a:pt x="3626497" y="82564"/>
                  </a:lnTo>
                  <a:lnTo>
                    <a:pt x="3606237" y="79738"/>
                  </a:lnTo>
                  <a:lnTo>
                    <a:pt x="3585978" y="75486"/>
                  </a:lnTo>
                  <a:lnTo>
                    <a:pt x="3565718" y="71746"/>
                  </a:lnTo>
                  <a:lnTo>
                    <a:pt x="3545458" y="68509"/>
                  </a:lnTo>
                  <a:lnTo>
                    <a:pt x="3525198" y="66752"/>
                  </a:lnTo>
                  <a:lnTo>
                    <a:pt x="3504938" y="65708"/>
                  </a:lnTo>
                  <a:lnTo>
                    <a:pt x="3484679" y="63711"/>
                  </a:lnTo>
                  <a:lnTo>
                    <a:pt x="3464419" y="61530"/>
                  </a:lnTo>
                  <a:lnTo>
                    <a:pt x="3444159" y="60496"/>
                  </a:lnTo>
                  <a:lnTo>
                    <a:pt x="3423899" y="59467"/>
                  </a:lnTo>
                  <a:lnTo>
                    <a:pt x="3403640" y="58433"/>
                  </a:lnTo>
                  <a:lnTo>
                    <a:pt x="3383380" y="56697"/>
                  </a:lnTo>
                  <a:lnTo>
                    <a:pt x="3363120" y="56047"/>
                  </a:lnTo>
                  <a:lnTo>
                    <a:pt x="3342860" y="54579"/>
                  </a:lnTo>
                  <a:lnTo>
                    <a:pt x="3322601" y="52740"/>
                  </a:lnTo>
                  <a:lnTo>
                    <a:pt x="3302341" y="50324"/>
                  </a:lnTo>
                  <a:lnTo>
                    <a:pt x="3282081" y="47532"/>
                  </a:lnTo>
                  <a:lnTo>
                    <a:pt x="3261821" y="45409"/>
                  </a:lnTo>
                  <a:lnTo>
                    <a:pt x="3241562" y="45897"/>
                  </a:lnTo>
                  <a:lnTo>
                    <a:pt x="3221302" y="46319"/>
                  </a:lnTo>
                  <a:lnTo>
                    <a:pt x="3201042" y="44401"/>
                  </a:lnTo>
                  <a:lnTo>
                    <a:pt x="3180782" y="41296"/>
                  </a:lnTo>
                  <a:lnTo>
                    <a:pt x="3160522" y="38140"/>
                  </a:lnTo>
                  <a:lnTo>
                    <a:pt x="3140263" y="35046"/>
                  </a:lnTo>
                  <a:lnTo>
                    <a:pt x="3120003" y="31940"/>
                  </a:lnTo>
                  <a:lnTo>
                    <a:pt x="3099743" y="32183"/>
                  </a:lnTo>
                  <a:lnTo>
                    <a:pt x="3079483" y="32063"/>
                  </a:lnTo>
                  <a:lnTo>
                    <a:pt x="3059224" y="29702"/>
                  </a:lnTo>
                  <a:lnTo>
                    <a:pt x="3038964" y="28882"/>
                  </a:lnTo>
                  <a:lnTo>
                    <a:pt x="3018704" y="26948"/>
                  </a:lnTo>
                  <a:lnTo>
                    <a:pt x="2998444" y="26486"/>
                  </a:lnTo>
                  <a:lnTo>
                    <a:pt x="2978185" y="26117"/>
                  </a:lnTo>
                  <a:lnTo>
                    <a:pt x="2957925" y="25454"/>
                  </a:lnTo>
                  <a:lnTo>
                    <a:pt x="2937665" y="25700"/>
                  </a:lnTo>
                  <a:lnTo>
                    <a:pt x="2917405" y="25272"/>
                  </a:lnTo>
                  <a:lnTo>
                    <a:pt x="2897146" y="24822"/>
                  </a:lnTo>
                  <a:lnTo>
                    <a:pt x="2876886" y="23191"/>
                  </a:lnTo>
                  <a:lnTo>
                    <a:pt x="2856626" y="21460"/>
                  </a:lnTo>
                  <a:lnTo>
                    <a:pt x="2836366" y="20050"/>
                  </a:lnTo>
                  <a:lnTo>
                    <a:pt x="2816107" y="20559"/>
                  </a:lnTo>
                  <a:lnTo>
                    <a:pt x="2795847" y="18483"/>
                  </a:lnTo>
                  <a:lnTo>
                    <a:pt x="2775587" y="16775"/>
                  </a:lnTo>
                  <a:lnTo>
                    <a:pt x="2755327" y="16761"/>
                  </a:lnTo>
                  <a:lnTo>
                    <a:pt x="2735067" y="15464"/>
                  </a:lnTo>
                  <a:lnTo>
                    <a:pt x="2714808" y="13282"/>
                  </a:lnTo>
                  <a:lnTo>
                    <a:pt x="2694548" y="13535"/>
                  </a:lnTo>
                  <a:lnTo>
                    <a:pt x="2674288" y="12804"/>
                  </a:lnTo>
                  <a:lnTo>
                    <a:pt x="2654028" y="11021"/>
                  </a:lnTo>
                  <a:lnTo>
                    <a:pt x="2633769" y="10615"/>
                  </a:lnTo>
                  <a:lnTo>
                    <a:pt x="2613509" y="10631"/>
                  </a:lnTo>
                  <a:lnTo>
                    <a:pt x="2593249" y="8994"/>
                  </a:lnTo>
                  <a:lnTo>
                    <a:pt x="2572989" y="8974"/>
                  </a:lnTo>
                  <a:lnTo>
                    <a:pt x="2552730" y="8898"/>
                  </a:lnTo>
                  <a:lnTo>
                    <a:pt x="2532470" y="8022"/>
                  </a:lnTo>
                  <a:lnTo>
                    <a:pt x="2512210" y="8166"/>
                  </a:lnTo>
                  <a:lnTo>
                    <a:pt x="2491950" y="8091"/>
                  </a:lnTo>
                  <a:lnTo>
                    <a:pt x="2471691" y="6015"/>
                  </a:lnTo>
                  <a:lnTo>
                    <a:pt x="2451431" y="5813"/>
                  </a:lnTo>
                  <a:lnTo>
                    <a:pt x="2431171" y="4749"/>
                  </a:lnTo>
                  <a:lnTo>
                    <a:pt x="2410911" y="4394"/>
                  </a:lnTo>
                  <a:lnTo>
                    <a:pt x="2390652" y="4421"/>
                  </a:lnTo>
                  <a:lnTo>
                    <a:pt x="2370392" y="2398"/>
                  </a:lnTo>
                  <a:lnTo>
                    <a:pt x="2350132" y="2757"/>
                  </a:lnTo>
                  <a:lnTo>
                    <a:pt x="2329872" y="2758"/>
                  </a:lnTo>
                  <a:lnTo>
                    <a:pt x="2309612" y="2735"/>
                  </a:lnTo>
                  <a:lnTo>
                    <a:pt x="2289353" y="2843"/>
                  </a:lnTo>
                  <a:lnTo>
                    <a:pt x="2269093" y="2632"/>
                  </a:lnTo>
                  <a:lnTo>
                    <a:pt x="2248833" y="2267"/>
                  </a:lnTo>
                  <a:lnTo>
                    <a:pt x="2228573" y="805"/>
                  </a:lnTo>
                  <a:lnTo>
                    <a:pt x="2208314" y="0"/>
                  </a:lnTo>
                  <a:lnTo>
                    <a:pt x="2188054" y="1832"/>
                  </a:lnTo>
                  <a:lnTo>
                    <a:pt x="2167794" y="1765"/>
                  </a:lnTo>
                  <a:lnTo>
                    <a:pt x="2147534" y="2030"/>
                  </a:lnTo>
                  <a:lnTo>
                    <a:pt x="2127275" y="2290"/>
                  </a:lnTo>
                  <a:lnTo>
                    <a:pt x="2107015" y="2273"/>
                  </a:lnTo>
                  <a:lnTo>
                    <a:pt x="2086755" y="2921"/>
                  </a:lnTo>
                  <a:lnTo>
                    <a:pt x="2066495" y="2198"/>
                  </a:lnTo>
                  <a:lnTo>
                    <a:pt x="2046236" y="2408"/>
                  </a:lnTo>
                  <a:lnTo>
                    <a:pt x="2025976" y="3335"/>
                  </a:lnTo>
                  <a:lnTo>
                    <a:pt x="2005716" y="4013"/>
                  </a:lnTo>
                  <a:lnTo>
                    <a:pt x="1985456" y="4136"/>
                  </a:lnTo>
                  <a:lnTo>
                    <a:pt x="1965196" y="6116"/>
                  </a:lnTo>
                  <a:lnTo>
                    <a:pt x="1944937" y="6618"/>
                  </a:lnTo>
                  <a:lnTo>
                    <a:pt x="1924677" y="7544"/>
                  </a:lnTo>
                  <a:lnTo>
                    <a:pt x="1904417" y="11240"/>
                  </a:lnTo>
                  <a:lnTo>
                    <a:pt x="1884157" y="11162"/>
                  </a:lnTo>
                  <a:lnTo>
                    <a:pt x="1863898" y="13092"/>
                  </a:lnTo>
                  <a:lnTo>
                    <a:pt x="1843638" y="15040"/>
                  </a:lnTo>
                  <a:lnTo>
                    <a:pt x="1823378" y="17011"/>
                  </a:lnTo>
                  <a:lnTo>
                    <a:pt x="1803118" y="17823"/>
                  </a:lnTo>
                  <a:lnTo>
                    <a:pt x="1782859" y="20205"/>
                  </a:lnTo>
                  <a:lnTo>
                    <a:pt x="1762599" y="22065"/>
                  </a:lnTo>
                  <a:lnTo>
                    <a:pt x="1742339" y="24749"/>
                  </a:lnTo>
                  <a:lnTo>
                    <a:pt x="1722079" y="25169"/>
                  </a:lnTo>
                  <a:lnTo>
                    <a:pt x="1701820" y="24747"/>
                  </a:lnTo>
                  <a:lnTo>
                    <a:pt x="1681560" y="26196"/>
                  </a:lnTo>
                  <a:lnTo>
                    <a:pt x="1661300" y="27622"/>
                  </a:lnTo>
                  <a:lnTo>
                    <a:pt x="1641040" y="28010"/>
                  </a:lnTo>
                  <a:lnTo>
                    <a:pt x="1620781" y="29622"/>
                  </a:lnTo>
                  <a:lnTo>
                    <a:pt x="1600521" y="31170"/>
                  </a:lnTo>
                  <a:lnTo>
                    <a:pt x="1580261" y="32222"/>
                  </a:lnTo>
                  <a:lnTo>
                    <a:pt x="1560001" y="34721"/>
                  </a:lnTo>
                  <a:lnTo>
                    <a:pt x="1539741" y="36363"/>
                  </a:lnTo>
                  <a:lnTo>
                    <a:pt x="1519482" y="39184"/>
                  </a:lnTo>
                  <a:lnTo>
                    <a:pt x="1499222" y="42204"/>
                  </a:lnTo>
                  <a:lnTo>
                    <a:pt x="1478962" y="42690"/>
                  </a:lnTo>
                  <a:lnTo>
                    <a:pt x="1458702" y="43756"/>
                  </a:lnTo>
                  <a:lnTo>
                    <a:pt x="1438443" y="45493"/>
                  </a:lnTo>
                  <a:lnTo>
                    <a:pt x="1418183" y="47500"/>
                  </a:lnTo>
                  <a:lnTo>
                    <a:pt x="1397923" y="49029"/>
                  </a:lnTo>
                  <a:lnTo>
                    <a:pt x="1377663" y="52727"/>
                  </a:lnTo>
                  <a:lnTo>
                    <a:pt x="1357404" y="55363"/>
                  </a:lnTo>
                  <a:lnTo>
                    <a:pt x="1337144" y="55352"/>
                  </a:lnTo>
                  <a:lnTo>
                    <a:pt x="1316884" y="57050"/>
                  </a:lnTo>
                  <a:lnTo>
                    <a:pt x="1296624" y="58520"/>
                  </a:lnTo>
                  <a:lnTo>
                    <a:pt x="1276365" y="60718"/>
                  </a:lnTo>
                  <a:lnTo>
                    <a:pt x="1256105" y="62400"/>
                  </a:lnTo>
                  <a:lnTo>
                    <a:pt x="1235845" y="64332"/>
                  </a:lnTo>
                  <a:lnTo>
                    <a:pt x="1215585" y="66294"/>
                  </a:lnTo>
                  <a:lnTo>
                    <a:pt x="1195326" y="69454"/>
                  </a:lnTo>
                  <a:lnTo>
                    <a:pt x="1175066" y="72758"/>
                  </a:lnTo>
                  <a:lnTo>
                    <a:pt x="1154806" y="74882"/>
                  </a:lnTo>
                  <a:lnTo>
                    <a:pt x="1134546" y="78054"/>
                  </a:lnTo>
                  <a:lnTo>
                    <a:pt x="1114286" y="79853"/>
                  </a:lnTo>
                  <a:lnTo>
                    <a:pt x="1094027" y="81664"/>
                  </a:lnTo>
                  <a:lnTo>
                    <a:pt x="1073767" y="84683"/>
                  </a:lnTo>
                  <a:lnTo>
                    <a:pt x="1053507" y="86749"/>
                  </a:lnTo>
                  <a:lnTo>
                    <a:pt x="1033247" y="89739"/>
                  </a:lnTo>
                  <a:lnTo>
                    <a:pt x="1012988" y="91423"/>
                  </a:lnTo>
                  <a:lnTo>
                    <a:pt x="992728" y="93126"/>
                  </a:lnTo>
                  <a:lnTo>
                    <a:pt x="972468" y="97016"/>
                  </a:lnTo>
                  <a:lnTo>
                    <a:pt x="952208" y="100024"/>
                  </a:lnTo>
                  <a:lnTo>
                    <a:pt x="931949" y="104001"/>
                  </a:lnTo>
                  <a:lnTo>
                    <a:pt x="911689" y="104521"/>
                  </a:lnTo>
                  <a:lnTo>
                    <a:pt x="891429" y="107082"/>
                  </a:lnTo>
                  <a:lnTo>
                    <a:pt x="871169" y="110444"/>
                  </a:lnTo>
                  <a:lnTo>
                    <a:pt x="850910" y="114550"/>
                  </a:lnTo>
                  <a:lnTo>
                    <a:pt x="830650" y="116688"/>
                  </a:lnTo>
                  <a:lnTo>
                    <a:pt x="810390" y="119996"/>
                  </a:lnTo>
                  <a:lnTo>
                    <a:pt x="790130" y="122231"/>
                  </a:lnTo>
                  <a:lnTo>
                    <a:pt x="769870" y="125542"/>
                  </a:lnTo>
                  <a:lnTo>
                    <a:pt x="749611" y="128762"/>
                  </a:lnTo>
                  <a:lnTo>
                    <a:pt x="729351" y="132368"/>
                  </a:lnTo>
                  <a:lnTo>
                    <a:pt x="709091" y="135660"/>
                  </a:lnTo>
                  <a:lnTo>
                    <a:pt x="688831" y="139071"/>
                  </a:lnTo>
                  <a:lnTo>
                    <a:pt x="668572" y="141976"/>
                  </a:lnTo>
                  <a:lnTo>
                    <a:pt x="648312" y="144460"/>
                  </a:lnTo>
                  <a:lnTo>
                    <a:pt x="628052" y="146958"/>
                  </a:lnTo>
                  <a:lnTo>
                    <a:pt x="607792" y="149450"/>
                  </a:lnTo>
                  <a:lnTo>
                    <a:pt x="587533" y="151879"/>
                  </a:lnTo>
                  <a:lnTo>
                    <a:pt x="567273" y="156140"/>
                  </a:lnTo>
                  <a:lnTo>
                    <a:pt x="547013" y="158033"/>
                  </a:lnTo>
                  <a:lnTo>
                    <a:pt x="526753" y="160072"/>
                  </a:lnTo>
                  <a:lnTo>
                    <a:pt x="506494" y="163606"/>
                  </a:lnTo>
                  <a:lnTo>
                    <a:pt x="486234" y="167449"/>
                  </a:lnTo>
                  <a:lnTo>
                    <a:pt x="465974" y="168330"/>
                  </a:lnTo>
                  <a:lnTo>
                    <a:pt x="445714" y="171883"/>
                  </a:lnTo>
                  <a:lnTo>
                    <a:pt x="425455" y="175430"/>
                  </a:lnTo>
                  <a:lnTo>
                    <a:pt x="405195" y="178349"/>
                  </a:lnTo>
                  <a:lnTo>
                    <a:pt x="384935" y="182135"/>
                  </a:lnTo>
                  <a:lnTo>
                    <a:pt x="364675" y="186139"/>
                  </a:lnTo>
                  <a:lnTo>
                    <a:pt x="344415" y="190127"/>
                  </a:lnTo>
                  <a:lnTo>
                    <a:pt x="324156" y="193235"/>
                  </a:lnTo>
                  <a:lnTo>
                    <a:pt x="303896" y="196723"/>
                  </a:lnTo>
                  <a:lnTo>
                    <a:pt x="283636" y="200271"/>
                  </a:lnTo>
                  <a:lnTo>
                    <a:pt x="263376" y="204249"/>
                  </a:lnTo>
                  <a:lnTo>
                    <a:pt x="243117" y="208126"/>
                  </a:lnTo>
                  <a:lnTo>
                    <a:pt x="222857" y="211093"/>
                  </a:lnTo>
                  <a:lnTo>
                    <a:pt x="202597" y="214579"/>
                  </a:lnTo>
                  <a:lnTo>
                    <a:pt x="182337" y="219778"/>
                  </a:lnTo>
                  <a:lnTo>
                    <a:pt x="162078" y="224221"/>
                  </a:lnTo>
                  <a:lnTo>
                    <a:pt x="141818" y="228238"/>
                  </a:lnTo>
                  <a:lnTo>
                    <a:pt x="121558" y="232227"/>
                  </a:lnTo>
                  <a:lnTo>
                    <a:pt x="101298" y="235545"/>
                  </a:lnTo>
                  <a:lnTo>
                    <a:pt x="81039" y="240070"/>
                  </a:lnTo>
                  <a:lnTo>
                    <a:pt x="60779" y="242938"/>
                  </a:lnTo>
                  <a:lnTo>
                    <a:pt x="40519" y="245728"/>
                  </a:lnTo>
                  <a:lnTo>
                    <a:pt x="20259" y="247906"/>
                  </a:lnTo>
                  <a:lnTo>
                    <a:pt x="0" y="25036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1390632" y="3028504"/>
              <a:ext cx="4842083" cy="1956339"/>
            </a:xfrm>
            <a:custGeom>
              <a:avLst/>
              <a:pathLst>
                <a:path w="4842083" h="1956339">
                  <a:moveTo>
                    <a:pt x="0" y="782361"/>
                  </a:moveTo>
                  <a:lnTo>
                    <a:pt x="20259" y="785165"/>
                  </a:lnTo>
                  <a:lnTo>
                    <a:pt x="40519" y="787343"/>
                  </a:lnTo>
                  <a:lnTo>
                    <a:pt x="60779" y="787735"/>
                  </a:lnTo>
                  <a:lnTo>
                    <a:pt x="81039" y="789630"/>
                  </a:lnTo>
                  <a:lnTo>
                    <a:pt x="101298" y="791611"/>
                  </a:lnTo>
                  <a:lnTo>
                    <a:pt x="121558" y="793739"/>
                  </a:lnTo>
                  <a:lnTo>
                    <a:pt x="141818" y="795869"/>
                  </a:lnTo>
                  <a:lnTo>
                    <a:pt x="162078" y="800014"/>
                  </a:lnTo>
                  <a:lnTo>
                    <a:pt x="182337" y="802525"/>
                  </a:lnTo>
                  <a:lnTo>
                    <a:pt x="202597" y="804667"/>
                  </a:lnTo>
                  <a:lnTo>
                    <a:pt x="222857" y="807085"/>
                  </a:lnTo>
                  <a:lnTo>
                    <a:pt x="243117" y="809204"/>
                  </a:lnTo>
                  <a:lnTo>
                    <a:pt x="263376" y="810978"/>
                  </a:lnTo>
                  <a:lnTo>
                    <a:pt x="283636" y="813095"/>
                  </a:lnTo>
                  <a:lnTo>
                    <a:pt x="303896" y="813420"/>
                  </a:lnTo>
                  <a:lnTo>
                    <a:pt x="324156" y="816369"/>
                  </a:lnTo>
                  <a:lnTo>
                    <a:pt x="344415" y="818126"/>
                  </a:lnTo>
                  <a:lnTo>
                    <a:pt x="364675" y="820072"/>
                  </a:lnTo>
                  <a:lnTo>
                    <a:pt x="384935" y="821389"/>
                  </a:lnTo>
                  <a:lnTo>
                    <a:pt x="405195" y="823483"/>
                  </a:lnTo>
                  <a:lnTo>
                    <a:pt x="425455" y="822881"/>
                  </a:lnTo>
                  <a:lnTo>
                    <a:pt x="445714" y="823406"/>
                  </a:lnTo>
                  <a:lnTo>
                    <a:pt x="465974" y="825209"/>
                  </a:lnTo>
                  <a:lnTo>
                    <a:pt x="486234" y="824551"/>
                  </a:lnTo>
                  <a:lnTo>
                    <a:pt x="506494" y="826145"/>
                  </a:lnTo>
                  <a:lnTo>
                    <a:pt x="526753" y="828638"/>
                  </a:lnTo>
                  <a:lnTo>
                    <a:pt x="547013" y="830285"/>
                  </a:lnTo>
                  <a:lnTo>
                    <a:pt x="567273" y="831431"/>
                  </a:lnTo>
                  <a:lnTo>
                    <a:pt x="587533" y="831375"/>
                  </a:lnTo>
                  <a:lnTo>
                    <a:pt x="607792" y="834187"/>
                  </a:lnTo>
                  <a:lnTo>
                    <a:pt x="628052" y="834926"/>
                  </a:lnTo>
                  <a:lnTo>
                    <a:pt x="648312" y="838100"/>
                  </a:lnTo>
                  <a:lnTo>
                    <a:pt x="668572" y="838831"/>
                  </a:lnTo>
                  <a:lnTo>
                    <a:pt x="688831" y="838761"/>
                  </a:lnTo>
                  <a:lnTo>
                    <a:pt x="709091" y="839508"/>
                  </a:lnTo>
                  <a:lnTo>
                    <a:pt x="729351" y="841816"/>
                  </a:lnTo>
                  <a:lnTo>
                    <a:pt x="749611" y="842597"/>
                  </a:lnTo>
                  <a:lnTo>
                    <a:pt x="769870" y="842923"/>
                  </a:lnTo>
                  <a:lnTo>
                    <a:pt x="790130" y="845313"/>
                  </a:lnTo>
                  <a:lnTo>
                    <a:pt x="810390" y="846163"/>
                  </a:lnTo>
                  <a:lnTo>
                    <a:pt x="830650" y="846661"/>
                  </a:lnTo>
                  <a:lnTo>
                    <a:pt x="850910" y="847863"/>
                  </a:lnTo>
                  <a:lnTo>
                    <a:pt x="871169" y="848594"/>
                  </a:lnTo>
                  <a:lnTo>
                    <a:pt x="891429" y="849516"/>
                  </a:lnTo>
                  <a:lnTo>
                    <a:pt x="911689" y="849266"/>
                  </a:lnTo>
                  <a:lnTo>
                    <a:pt x="931949" y="849585"/>
                  </a:lnTo>
                  <a:lnTo>
                    <a:pt x="952208" y="847359"/>
                  </a:lnTo>
                  <a:lnTo>
                    <a:pt x="972468" y="847888"/>
                  </a:lnTo>
                  <a:lnTo>
                    <a:pt x="992728" y="848413"/>
                  </a:lnTo>
                  <a:lnTo>
                    <a:pt x="1012988" y="849098"/>
                  </a:lnTo>
                  <a:lnTo>
                    <a:pt x="1033247" y="850215"/>
                  </a:lnTo>
                  <a:lnTo>
                    <a:pt x="1053507" y="850530"/>
                  </a:lnTo>
                  <a:lnTo>
                    <a:pt x="1073767" y="850755"/>
                  </a:lnTo>
                  <a:lnTo>
                    <a:pt x="1094027" y="852706"/>
                  </a:lnTo>
                  <a:lnTo>
                    <a:pt x="1114286" y="851607"/>
                  </a:lnTo>
                  <a:lnTo>
                    <a:pt x="1134546" y="851246"/>
                  </a:lnTo>
                  <a:lnTo>
                    <a:pt x="1154806" y="852724"/>
                  </a:lnTo>
                  <a:lnTo>
                    <a:pt x="1175066" y="852202"/>
                  </a:lnTo>
                  <a:lnTo>
                    <a:pt x="1195326" y="850868"/>
                  </a:lnTo>
                  <a:lnTo>
                    <a:pt x="1215585" y="851771"/>
                  </a:lnTo>
                  <a:lnTo>
                    <a:pt x="1235845" y="850358"/>
                  </a:lnTo>
                  <a:lnTo>
                    <a:pt x="1256105" y="850953"/>
                  </a:lnTo>
                  <a:lnTo>
                    <a:pt x="1276365" y="853150"/>
                  </a:lnTo>
                  <a:lnTo>
                    <a:pt x="1296624" y="852256"/>
                  </a:lnTo>
                  <a:lnTo>
                    <a:pt x="1316884" y="853497"/>
                  </a:lnTo>
                  <a:lnTo>
                    <a:pt x="1337144" y="852448"/>
                  </a:lnTo>
                  <a:lnTo>
                    <a:pt x="1357404" y="851381"/>
                  </a:lnTo>
                  <a:lnTo>
                    <a:pt x="1377663" y="850342"/>
                  </a:lnTo>
                  <a:lnTo>
                    <a:pt x="1397923" y="849270"/>
                  </a:lnTo>
                  <a:lnTo>
                    <a:pt x="1418183" y="848095"/>
                  </a:lnTo>
                  <a:lnTo>
                    <a:pt x="1438443" y="846834"/>
                  </a:lnTo>
                  <a:lnTo>
                    <a:pt x="1458702" y="846947"/>
                  </a:lnTo>
                  <a:lnTo>
                    <a:pt x="1478962" y="846964"/>
                  </a:lnTo>
                  <a:lnTo>
                    <a:pt x="1499222" y="846148"/>
                  </a:lnTo>
                  <a:lnTo>
                    <a:pt x="1519482" y="845736"/>
                  </a:lnTo>
                  <a:lnTo>
                    <a:pt x="1539741" y="844713"/>
                  </a:lnTo>
                  <a:lnTo>
                    <a:pt x="1560001" y="840827"/>
                  </a:lnTo>
                  <a:lnTo>
                    <a:pt x="1580261" y="841515"/>
                  </a:lnTo>
                  <a:lnTo>
                    <a:pt x="1600521" y="839470"/>
                  </a:lnTo>
                  <a:lnTo>
                    <a:pt x="1620781" y="839164"/>
                  </a:lnTo>
                  <a:lnTo>
                    <a:pt x="1641040" y="838844"/>
                  </a:lnTo>
                  <a:lnTo>
                    <a:pt x="1661300" y="838440"/>
                  </a:lnTo>
                  <a:lnTo>
                    <a:pt x="1681560" y="839136"/>
                  </a:lnTo>
                  <a:lnTo>
                    <a:pt x="1701820" y="839367"/>
                  </a:lnTo>
                  <a:lnTo>
                    <a:pt x="1722079" y="837589"/>
                  </a:lnTo>
                  <a:lnTo>
                    <a:pt x="1742339" y="835523"/>
                  </a:lnTo>
                  <a:lnTo>
                    <a:pt x="1762599" y="834067"/>
                  </a:lnTo>
                  <a:lnTo>
                    <a:pt x="1782859" y="832836"/>
                  </a:lnTo>
                  <a:lnTo>
                    <a:pt x="1803118" y="828561"/>
                  </a:lnTo>
                  <a:lnTo>
                    <a:pt x="1823378" y="828806"/>
                  </a:lnTo>
                  <a:lnTo>
                    <a:pt x="1843638" y="827364"/>
                  </a:lnTo>
                  <a:lnTo>
                    <a:pt x="1863898" y="824938"/>
                  </a:lnTo>
                  <a:lnTo>
                    <a:pt x="1884157" y="821348"/>
                  </a:lnTo>
                  <a:lnTo>
                    <a:pt x="1904417" y="819206"/>
                  </a:lnTo>
                  <a:lnTo>
                    <a:pt x="1924677" y="817201"/>
                  </a:lnTo>
                  <a:lnTo>
                    <a:pt x="1944937" y="816780"/>
                  </a:lnTo>
                  <a:lnTo>
                    <a:pt x="1965196" y="814797"/>
                  </a:lnTo>
                  <a:lnTo>
                    <a:pt x="1985456" y="813076"/>
                  </a:lnTo>
                  <a:lnTo>
                    <a:pt x="2005716" y="809903"/>
                  </a:lnTo>
                  <a:lnTo>
                    <a:pt x="2025976" y="806009"/>
                  </a:lnTo>
                  <a:lnTo>
                    <a:pt x="2046236" y="804586"/>
                  </a:lnTo>
                  <a:lnTo>
                    <a:pt x="2066495" y="804147"/>
                  </a:lnTo>
                  <a:lnTo>
                    <a:pt x="2086755" y="802074"/>
                  </a:lnTo>
                  <a:lnTo>
                    <a:pt x="2107015" y="799531"/>
                  </a:lnTo>
                  <a:lnTo>
                    <a:pt x="2127275" y="798479"/>
                  </a:lnTo>
                  <a:lnTo>
                    <a:pt x="2147534" y="796329"/>
                  </a:lnTo>
                  <a:lnTo>
                    <a:pt x="2167794" y="792321"/>
                  </a:lnTo>
                  <a:lnTo>
                    <a:pt x="2188054" y="789594"/>
                  </a:lnTo>
                  <a:lnTo>
                    <a:pt x="2208314" y="785905"/>
                  </a:lnTo>
                  <a:lnTo>
                    <a:pt x="2228573" y="784875"/>
                  </a:lnTo>
                  <a:lnTo>
                    <a:pt x="2248833" y="783012"/>
                  </a:lnTo>
                  <a:lnTo>
                    <a:pt x="2269093" y="780510"/>
                  </a:lnTo>
                  <a:lnTo>
                    <a:pt x="2289353" y="778648"/>
                  </a:lnTo>
                  <a:lnTo>
                    <a:pt x="2309612" y="776426"/>
                  </a:lnTo>
                  <a:lnTo>
                    <a:pt x="2329872" y="773405"/>
                  </a:lnTo>
                  <a:lnTo>
                    <a:pt x="2350132" y="768151"/>
                  </a:lnTo>
                  <a:lnTo>
                    <a:pt x="2370392" y="764383"/>
                  </a:lnTo>
                  <a:lnTo>
                    <a:pt x="2390652" y="761090"/>
                  </a:lnTo>
                  <a:lnTo>
                    <a:pt x="2410911" y="755696"/>
                  </a:lnTo>
                  <a:lnTo>
                    <a:pt x="2431171" y="753501"/>
                  </a:lnTo>
                  <a:lnTo>
                    <a:pt x="2451431" y="750846"/>
                  </a:lnTo>
                  <a:lnTo>
                    <a:pt x="2471691" y="746378"/>
                  </a:lnTo>
                  <a:lnTo>
                    <a:pt x="2491950" y="741679"/>
                  </a:lnTo>
                  <a:lnTo>
                    <a:pt x="2512210" y="737319"/>
                  </a:lnTo>
                  <a:lnTo>
                    <a:pt x="2532470" y="731963"/>
                  </a:lnTo>
                  <a:lnTo>
                    <a:pt x="2552730" y="728739"/>
                  </a:lnTo>
                  <a:lnTo>
                    <a:pt x="2572989" y="725105"/>
                  </a:lnTo>
                  <a:lnTo>
                    <a:pt x="2593249" y="720272"/>
                  </a:lnTo>
                  <a:lnTo>
                    <a:pt x="2613509" y="714854"/>
                  </a:lnTo>
                  <a:lnTo>
                    <a:pt x="2633769" y="710938"/>
                  </a:lnTo>
                  <a:lnTo>
                    <a:pt x="2654028" y="706085"/>
                  </a:lnTo>
                  <a:lnTo>
                    <a:pt x="2674288" y="702943"/>
                  </a:lnTo>
                  <a:lnTo>
                    <a:pt x="2694548" y="697372"/>
                  </a:lnTo>
                  <a:lnTo>
                    <a:pt x="2714808" y="691676"/>
                  </a:lnTo>
                  <a:lnTo>
                    <a:pt x="2735067" y="686473"/>
                  </a:lnTo>
                  <a:lnTo>
                    <a:pt x="2755327" y="681600"/>
                  </a:lnTo>
                  <a:lnTo>
                    <a:pt x="2775587" y="675901"/>
                  </a:lnTo>
                  <a:lnTo>
                    <a:pt x="2795847" y="669772"/>
                  </a:lnTo>
                  <a:lnTo>
                    <a:pt x="2816107" y="662889"/>
                  </a:lnTo>
                  <a:lnTo>
                    <a:pt x="2836366" y="657065"/>
                  </a:lnTo>
                  <a:lnTo>
                    <a:pt x="2856626" y="652942"/>
                  </a:lnTo>
                  <a:lnTo>
                    <a:pt x="2876886" y="648741"/>
                  </a:lnTo>
                  <a:lnTo>
                    <a:pt x="2897146" y="644585"/>
                  </a:lnTo>
                  <a:lnTo>
                    <a:pt x="2917405" y="640429"/>
                  </a:lnTo>
                  <a:lnTo>
                    <a:pt x="2937665" y="636910"/>
                  </a:lnTo>
                  <a:lnTo>
                    <a:pt x="2957925" y="632766"/>
                  </a:lnTo>
                  <a:lnTo>
                    <a:pt x="2978185" y="628792"/>
                  </a:lnTo>
                  <a:lnTo>
                    <a:pt x="2998444" y="623662"/>
                  </a:lnTo>
                  <a:lnTo>
                    <a:pt x="3018704" y="618730"/>
                  </a:lnTo>
                  <a:lnTo>
                    <a:pt x="3038964" y="614168"/>
                  </a:lnTo>
                  <a:lnTo>
                    <a:pt x="3059224" y="608676"/>
                  </a:lnTo>
                  <a:lnTo>
                    <a:pt x="3079483" y="603284"/>
                  </a:lnTo>
                  <a:lnTo>
                    <a:pt x="3099743" y="596261"/>
                  </a:lnTo>
                  <a:lnTo>
                    <a:pt x="3120003" y="593249"/>
                  </a:lnTo>
                  <a:lnTo>
                    <a:pt x="3140263" y="586679"/>
                  </a:lnTo>
                  <a:lnTo>
                    <a:pt x="3160522" y="581667"/>
                  </a:lnTo>
                  <a:lnTo>
                    <a:pt x="3180782" y="577458"/>
                  </a:lnTo>
                  <a:lnTo>
                    <a:pt x="3201042" y="572513"/>
                  </a:lnTo>
                  <a:lnTo>
                    <a:pt x="3221302" y="561699"/>
                  </a:lnTo>
                  <a:lnTo>
                    <a:pt x="3241562" y="556201"/>
                  </a:lnTo>
                  <a:lnTo>
                    <a:pt x="3261821" y="553000"/>
                  </a:lnTo>
                  <a:lnTo>
                    <a:pt x="3282081" y="548711"/>
                  </a:lnTo>
                  <a:lnTo>
                    <a:pt x="3302341" y="540042"/>
                  </a:lnTo>
                  <a:lnTo>
                    <a:pt x="3322601" y="534999"/>
                  </a:lnTo>
                  <a:lnTo>
                    <a:pt x="3342860" y="527685"/>
                  </a:lnTo>
                  <a:lnTo>
                    <a:pt x="3363120" y="519036"/>
                  </a:lnTo>
                  <a:lnTo>
                    <a:pt x="3383380" y="511695"/>
                  </a:lnTo>
                  <a:lnTo>
                    <a:pt x="3403640" y="506858"/>
                  </a:lnTo>
                  <a:lnTo>
                    <a:pt x="3423899" y="501426"/>
                  </a:lnTo>
                  <a:lnTo>
                    <a:pt x="3444159" y="496387"/>
                  </a:lnTo>
                  <a:lnTo>
                    <a:pt x="3464419" y="488205"/>
                  </a:lnTo>
                  <a:lnTo>
                    <a:pt x="3484679" y="484664"/>
                  </a:lnTo>
                  <a:lnTo>
                    <a:pt x="3504938" y="478113"/>
                  </a:lnTo>
                  <a:lnTo>
                    <a:pt x="3525198" y="477560"/>
                  </a:lnTo>
                  <a:lnTo>
                    <a:pt x="3545458" y="470166"/>
                  </a:lnTo>
                  <a:lnTo>
                    <a:pt x="3565718" y="462832"/>
                  </a:lnTo>
                  <a:lnTo>
                    <a:pt x="3585978" y="455332"/>
                  </a:lnTo>
                  <a:lnTo>
                    <a:pt x="3606237" y="449829"/>
                  </a:lnTo>
                  <a:lnTo>
                    <a:pt x="3626497" y="446950"/>
                  </a:lnTo>
                  <a:lnTo>
                    <a:pt x="3646757" y="443976"/>
                  </a:lnTo>
                  <a:lnTo>
                    <a:pt x="3667017" y="432986"/>
                  </a:lnTo>
                  <a:lnTo>
                    <a:pt x="3687276" y="426557"/>
                  </a:lnTo>
                  <a:lnTo>
                    <a:pt x="3707536" y="420313"/>
                  </a:lnTo>
                  <a:lnTo>
                    <a:pt x="3727796" y="414792"/>
                  </a:lnTo>
                  <a:lnTo>
                    <a:pt x="3748056" y="409247"/>
                  </a:lnTo>
                  <a:lnTo>
                    <a:pt x="3768315" y="403204"/>
                  </a:lnTo>
                  <a:lnTo>
                    <a:pt x="3788575" y="398127"/>
                  </a:lnTo>
                  <a:lnTo>
                    <a:pt x="3808835" y="391568"/>
                  </a:lnTo>
                  <a:lnTo>
                    <a:pt x="3829095" y="384913"/>
                  </a:lnTo>
                  <a:lnTo>
                    <a:pt x="3849354" y="378367"/>
                  </a:lnTo>
                  <a:lnTo>
                    <a:pt x="3869614" y="371376"/>
                  </a:lnTo>
                  <a:lnTo>
                    <a:pt x="3889874" y="363452"/>
                  </a:lnTo>
                  <a:lnTo>
                    <a:pt x="3910134" y="355561"/>
                  </a:lnTo>
                  <a:lnTo>
                    <a:pt x="3930393" y="349599"/>
                  </a:lnTo>
                  <a:lnTo>
                    <a:pt x="3950653" y="344132"/>
                  </a:lnTo>
                  <a:lnTo>
                    <a:pt x="3970913" y="335738"/>
                  </a:lnTo>
                  <a:lnTo>
                    <a:pt x="3991173" y="330089"/>
                  </a:lnTo>
                  <a:lnTo>
                    <a:pt x="4011433" y="321839"/>
                  </a:lnTo>
                  <a:lnTo>
                    <a:pt x="4031692" y="314689"/>
                  </a:lnTo>
                  <a:lnTo>
                    <a:pt x="4051952" y="309916"/>
                  </a:lnTo>
                  <a:lnTo>
                    <a:pt x="4072212" y="305140"/>
                  </a:lnTo>
                  <a:lnTo>
                    <a:pt x="4092472" y="300391"/>
                  </a:lnTo>
                  <a:lnTo>
                    <a:pt x="4112731" y="295709"/>
                  </a:lnTo>
                  <a:lnTo>
                    <a:pt x="4132991" y="290825"/>
                  </a:lnTo>
                  <a:lnTo>
                    <a:pt x="4153251" y="282889"/>
                  </a:lnTo>
                  <a:lnTo>
                    <a:pt x="4173511" y="274563"/>
                  </a:lnTo>
                  <a:lnTo>
                    <a:pt x="4193770" y="267297"/>
                  </a:lnTo>
                  <a:lnTo>
                    <a:pt x="4214030" y="260869"/>
                  </a:lnTo>
                  <a:lnTo>
                    <a:pt x="4234290" y="252674"/>
                  </a:lnTo>
                  <a:lnTo>
                    <a:pt x="4254550" y="244390"/>
                  </a:lnTo>
                  <a:lnTo>
                    <a:pt x="4274809" y="236072"/>
                  </a:lnTo>
                  <a:lnTo>
                    <a:pt x="4295069" y="227745"/>
                  </a:lnTo>
                  <a:lnTo>
                    <a:pt x="4315329" y="219246"/>
                  </a:lnTo>
                  <a:lnTo>
                    <a:pt x="4335589" y="210144"/>
                  </a:lnTo>
                  <a:lnTo>
                    <a:pt x="4355848" y="201099"/>
                  </a:lnTo>
                  <a:lnTo>
                    <a:pt x="4376108" y="194470"/>
                  </a:lnTo>
                  <a:lnTo>
                    <a:pt x="4396368" y="187359"/>
                  </a:lnTo>
                  <a:lnTo>
                    <a:pt x="4416628" y="177793"/>
                  </a:lnTo>
                  <a:lnTo>
                    <a:pt x="4436888" y="170657"/>
                  </a:lnTo>
                  <a:lnTo>
                    <a:pt x="4457147" y="163648"/>
                  </a:lnTo>
                  <a:lnTo>
                    <a:pt x="4477407" y="155323"/>
                  </a:lnTo>
                  <a:lnTo>
                    <a:pt x="4497667" y="148418"/>
                  </a:lnTo>
                  <a:lnTo>
                    <a:pt x="4517927" y="142552"/>
                  </a:lnTo>
                  <a:lnTo>
                    <a:pt x="4538186" y="134896"/>
                  </a:lnTo>
                  <a:lnTo>
                    <a:pt x="4558446" y="126467"/>
                  </a:lnTo>
                  <a:lnTo>
                    <a:pt x="4578706" y="118030"/>
                  </a:lnTo>
                  <a:lnTo>
                    <a:pt x="4598966" y="109584"/>
                  </a:lnTo>
                  <a:lnTo>
                    <a:pt x="4619225" y="100674"/>
                  </a:lnTo>
                  <a:lnTo>
                    <a:pt x="4639485" y="90111"/>
                  </a:lnTo>
                  <a:lnTo>
                    <a:pt x="4659745" y="79535"/>
                  </a:lnTo>
                  <a:lnTo>
                    <a:pt x="4680005" y="68945"/>
                  </a:lnTo>
                  <a:lnTo>
                    <a:pt x="4700264" y="59749"/>
                  </a:lnTo>
                  <a:lnTo>
                    <a:pt x="4720524" y="51199"/>
                  </a:lnTo>
                  <a:lnTo>
                    <a:pt x="4740784" y="42156"/>
                  </a:lnTo>
                  <a:lnTo>
                    <a:pt x="4761044" y="31833"/>
                  </a:lnTo>
                  <a:lnTo>
                    <a:pt x="4781304" y="25066"/>
                  </a:lnTo>
                  <a:lnTo>
                    <a:pt x="4801563" y="18024"/>
                  </a:lnTo>
                  <a:lnTo>
                    <a:pt x="4821823" y="8626"/>
                  </a:lnTo>
                  <a:lnTo>
                    <a:pt x="4842083" y="0"/>
                  </a:lnTo>
                  <a:lnTo>
                    <a:pt x="4842083" y="1692994"/>
                  </a:lnTo>
                  <a:lnTo>
                    <a:pt x="4821823" y="1691472"/>
                  </a:lnTo>
                  <a:lnTo>
                    <a:pt x="4801563" y="1688699"/>
                  </a:lnTo>
                  <a:lnTo>
                    <a:pt x="4781304" y="1688475"/>
                  </a:lnTo>
                  <a:lnTo>
                    <a:pt x="4761044" y="1688307"/>
                  </a:lnTo>
                  <a:lnTo>
                    <a:pt x="4740784" y="1686473"/>
                  </a:lnTo>
                  <a:lnTo>
                    <a:pt x="4720524" y="1683708"/>
                  </a:lnTo>
                  <a:lnTo>
                    <a:pt x="4700264" y="1681705"/>
                  </a:lnTo>
                  <a:lnTo>
                    <a:pt x="4680005" y="1681649"/>
                  </a:lnTo>
                  <a:lnTo>
                    <a:pt x="4659745" y="1679151"/>
                  </a:lnTo>
                  <a:lnTo>
                    <a:pt x="4639485" y="1676479"/>
                  </a:lnTo>
                  <a:lnTo>
                    <a:pt x="4619225" y="1674157"/>
                  </a:lnTo>
                  <a:lnTo>
                    <a:pt x="4598966" y="1672544"/>
                  </a:lnTo>
                  <a:lnTo>
                    <a:pt x="4578706" y="1671323"/>
                  </a:lnTo>
                  <a:lnTo>
                    <a:pt x="4558446" y="1670102"/>
                  </a:lnTo>
                  <a:lnTo>
                    <a:pt x="4538186" y="1668880"/>
                  </a:lnTo>
                  <a:lnTo>
                    <a:pt x="4517927" y="1666912"/>
                  </a:lnTo>
                  <a:lnTo>
                    <a:pt x="4497667" y="1663938"/>
                  </a:lnTo>
                  <a:lnTo>
                    <a:pt x="4477407" y="1661251"/>
                  </a:lnTo>
                  <a:lnTo>
                    <a:pt x="4457147" y="1659406"/>
                  </a:lnTo>
                  <a:lnTo>
                    <a:pt x="4436888" y="1657460"/>
                  </a:lnTo>
                  <a:lnTo>
                    <a:pt x="4416628" y="1656917"/>
                  </a:lnTo>
                  <a:lnTo>
                    <a:pt x="4396368" y="1656373"/>
                  </a:lnTo>
                  <a:lnTo>
                    <a:pt x="4376108" y="1655874"/>
                  </a:lnTo>
                  <a:lnTo>
                    <a:pt x="4355848" y="1656185"/>
                  </a:lnTo>
                  <a:lnTo>
                    <a:pt x="4335589" y="1655876"/>
                  </a:lnTo>
                  <a:lnTo>
                    <a:pt x="4315329" y="1654619"/>
                  </a:lnTo>
                  <a:lnTo>
                    <a:pt x="4295069" y="1653393"/>
                  </a:lnTo>
                  <a:lnTo>
                    <a:pt x="4274809" y="1651928"/>
                  </a:lnTo>
                  <a:lnTo>
                    <a:pt x="4254550" y="1650609"/>
                  </a:lnTo>
                  <a:lnTo>
                    <a:pt x="4234290" y="1648904"/>
                  </a:lnTo>
                  <a:lnTo>
                    <a:pt x="4214030" y="1647952"/>
                  </a:lnTo>
                  <a:lnTo>
                    <a:pt x="4193770" y="1646441"/>
                  </a:lnTo>
                  <a:lnTo>
                    <a:pt x="4173511" y="1645289"/>
                  </a:lnTo>
                  <a:lnTo>
                    <a:pt x="4153251" y="1643968"/>
                  </a:lnTo>
                  <a:lnTo>
                    <a:pt x="4132991" y="1642640"/>
                  </a:lnTo>
                  <a:lnTo>
                    <a:pt x="4112731" y="1640873"/>
                  </a:lnTo>
                  <a:lnTo>
                    <a:pt x="4092472" y="1638433"/>
                  </a:lnTo>
                  <a:lnTo>
                    <a:pt x="4072212" y="1637392"/>
                  </a:lnTo>
                  <a:lnTo>
                    <a:pt x="4051952" y="1635648"/>
                  </a:lnTo>
                  <a:lnTo>
                    <a:pt x="4031692" y="1633883"/>
                  </a:lnTo>
                  <a:lnTo>
                    <a:pt x="4011433" y="1632104"/>
                  </a:lnTo>
                  <a:lnTo>
                    <a:pt x="3991173" y="1629860"/>
                  </a:lnTo>
                  <a:lnTo>
                    <a:pt x="3970913" y="1627214"/>
                  </a:lnTo>
                  <a:lnTo>
                    <a:pt x="3950653" y="1624713"/>
                  </a:lnTo>
                  <a:lnTo>
                    <a:pt x="3930393" y="1623577"/>
                  </a:lnTo>
                  <a:lnTo>
                    <a:pt x="3910134" y="1622898"/>
                  </a:lnTo>
                  <a:lnTo>
                    <a:pt x="3889874" y="1621584"/>
                  </a:lnTo>
                  <a:lnTo>
                    <a:pt x="3869614" y="1620602"/>
                  </a:lnTo>
                  <a:lnTo>
                    <a:pt x="3849354" y="1620955"/>
                  </a:lnTo>
                  <a:lnTo>
                    <a:pt x="3829095" y="1620662"/>
                  </a:lnTo>
                  <a:lnTo>
                    <a:pt x="3808835" y="1617675"/>
                  </a:lnTo>
                  <a:lnTo>
                    <a:pt x="3788575" y="1618374"/>
                  </a:lnTo>
                  <a:lnTo>
                    <a:pt x="3768315" y="1618187"/>
                  </a:lnTo>
                  <a:lnTo>
                    <a:pt x="3748056" y="1616447"/>
                  </a:lnTo>
                  <a:lnTo>
                    <a:pt x="3727796" y="1615868"/>
                  </a:lnTo>
                  <a:lnTo>
                    <a:pt x="3707536" y="1613463"/>
                  </a:lnTo>
                  <a:lnTo>
                    <a:pt x="3687276" y="1613192"/>
                  </a:lnTo>
                  <a:lnTo>
                    <a:pt x="3667017" y="1611802"/>
                  </a:lnTo>
                  <a:lnTo>
                    <a:pt x="3646757" y="1610463"/>
                  </a:lnTo>
                  <a:lnTo>
                    <a:pt x="3626497" y="1609532"/>
                  </a:lnTo>
                  <a:lnTo>
                    <a:pt x="3606237" y="1608924"/>
                  </a:lnTo>
                  <a:lnTo>
                    <a:pt x="3585978" y="1608112"/>
                  </a:lnTo>
                  <a:lnTo>
                    <a:pt x="3565718" y="1606285"/>
                  </a:lnTo>
                  <a:lnTo>
                    <a:pt x="3545458" y="1604391"/>
                  </a:lnTo>
                  <a:lnTo>
                    <a:pt x="3525198" y="1602487"/>
                  </a:lnTo>
                  <a:lnTo>
                    <a:pt x="3504938" y="1600946"/>
                  </a:lnTo>
                  <a:lnTo>
                    <a:pt x="3484679" y="1598697"/>
                  </a:lnTo>
                  <a:lnTo>
                    <a:pt x="3464419" y="1597787"/>
                  </a:lnTo>
                  <a:lnTo>
                    <a:pt x="3444159" y="1595982"/>
                  </a:lnTo>
                  <a:lnTo>
                    <a:pt x="3423899" y="1594237"/>
                  </a:lnTo>
                  <a:lnTo>
                    <a:pt x="3403640" y="1593832"/>
                  </a:lnTo>
                  <a:lnTo>
                    <a:pt x="3383380" y="1592770"/>
                  </a:lnTo>
                  <a:lnTo>
                    <a:pt x="3363120" y="1594647"/>
                  </a:lnTo>
                  <a:lnTo>
                    <a:pt x="3342860" y="1594078"/>
                  </a:lnTo>
                  <a:lnTo>
                    <a:pt x="3322601" y="1592144"/>
                  </a:lnTo>
                  <a:lnTo>
                    <a:pt x="3302341" y="1590192"/>
                  </a:lnTo>
                  <a:lnTo>
                    <a:pt x="3282081" y="1588340"/>
                  </a:lnTo>
                  <a:lnTo>
                    <a:pt x="3261821" y="1586407"/>
                  </a:lnTo>
                  <a:lnTo>
                    <a:pt x="3241562" y="1587337"/>
                  </a:lnTo>
                  <a:lnTo>
                    <a:pt x="3221302" y="1587827"/>
                  </a:lnTo>
                  <a:lnTo>
                    <a:pt x="3201042" y="1585690"/>
                  </a:lnTo>
                  <a:lnTo>
                    <a:pt x="3180782" y="1585410"/>
                  </a:lnTo>
                  <a:lnTo>
                    <a:pt x="3160522" y="1585326"/>
                  </a:lnTo>
                  <a:lnTo>
                    <a:pt x="3140263" y="1585477"/>
                  </a:lnTo>
                  <a:lnTo>
                    <a:pt x="3120003" y="1585555"/>
                  </a:lnTo>
                  <a:lnTo>
                    <a:pt x="3099743" y="1584173"/>
                  </a:lnTo>
                  <a:lnTo>
                    <a:pt x="3079483" y="1583592"/>
                  </a:lnTo>
                  <a:lnTo>
                    <a:pt x="3059224" y="1581950"/>
                  </a:lnTo>
                  <a:lnTo>
                    <a:pt x="3038964" y="1581348"/>
                  </a:lnTo>
                  <a:lnTo>
                    <a:pt x="3018704" y="1582156"/>
                  </a:lnTo>
                  <a:lnTo>
                    <a:pt x="2998444" y="1581563"/>
                  </a:lnTo>
                  <a:lnTo>
                    <a:pt x="2978185" y="1582067"/>
                  </a:lnTo>
                  <a:lnTo>
                    <a:pt x="2957925" y="1582577"/>
                  </a:lnTo>
                  <a:lnTo>
                    <a:pt x="2937665" y="1581098"/>
                  </a:lnTo>
                  <a:lnTo>
                    <a:pt x="2917405" y="1581640"/>
                  </a:lnTo>
                  <a:lnTo>
                    <a:pt x="2897146" y="1582057"/>
                  </a:lnTo>
                  <a:lnTo>
                    <a:pt x="2876886" y="1583281"/>
                  </a:lnTo>
                  <a:lnTo>
                    <a:pt x="2856626" y="1584149"/>
                  </a:lnTo>
                  <a:lnTo>
                    <a:pt x="2836366" y="1584937"/>
                  </a:lnTo>
                  <a:lnTo>
                    <a:pt x="2816107" y="1585115"/>
                  </a:lnTo>
                  <a:lnTo>
                    <a:pt x="2795847" y="1584989"/>
                  </a:lnTo>
                  <a:lnTo>
                    <a:pt x="2775587" y="1586239"/>
                  </a:lnTo>
                  <a:lnTo>
                    <a:pt x="2755327" y="1586253"/>
                  </a:lnTo>
                  <a:lnTo>
                    <a:pt x="2735067" y="1587213"/>
                  </a:lnTo>
                  <a:lnTo>
                    <a:pt x="2714808" y="1587196"/>
                  </a:lnTo>
                  <a:lnTo>
                    <a:pt x="2694548" y="1587808"/>
                  </a:lnTo>
                  <a:lnTo>
                    <a:pt x="2674288" y="1588987"/>
                  </a:lnTo>
                  <a:lnTo>
                    <a:pt x="2654028" y="1589786"/>
                  </a:lnTo>
                  <a:lnTo>
                    <a:pt x="2633769" y="1590929"/>
                  </a:lnTo>
                  <a:lnTo>
                    <a:pt x="2613509" y="1591868"/>
                  </a:lnTo>
                  <a:lnTo>
                    <a:pt x="2593249" y="1592693"/>
                  </a:lnTo>
                  <a:lnTo>
                    <a:pt x="2572989" y="1592929"/>
                  </a:lnTo>
                  <a:lnTo>
                    <a:pt x="2552730" y="1593833"/>
                  </a:lnTo>
                  <a:lnTo>
                    <a:pt x="2532470" y="1593906"/>
                  </a:lnTo>
                  <a:lnTo>
                    <a:pt x="2512210" y="1595003"/>
                  </a:lnTo>
                  <a:lnTo>
                    <a:pt x="2491950" y="1596774"/>
                  </a:lnTo>
                  <a:lnTo>
                    <a:pt x="2471691" y="1595298"/>
                  </a:lnTo>
                  <a:lnTo>
                    <a:pt x="2451431" y="1596397"/>
                  </a:lnTo>
                  <a:lnTo>
                    <a:pt x="2431171" y="1599235"/>
                  </a:lnTo>
                  <a:lnTo>
                    <a:pt x="2410911" y="1600086"/>
                  </a:lnTo>
                  <a:lnTo>
                    <a:pt x="2390652" y="1600867"/>
                  </a:lnTo>
                  <a:lnTo>
                    <a:pt x="2370392" y="1600891"/>
                  </a:lnTo>
                  <a:lnTo>
                    <a:pt x="2350132" y="1598501"/>
                  </a:lnTo>
                  <a:lnTo>
                    <a:pt x="2329872" y="1599769"/>
                  </a:lnTo>
                  <a:lnTo>
                    <a:pt x="2309612" y="1599974"/>
                  </a:lnTo>
                  <a:lnTo>
                    <a:pt x="2289353" y="1602858"/>
                  </a:lnTo>
                  <a:lnTo>
                    <a:pt x="2269093" y="1605740"/>
                  </a:lnTo>
                  <a:lnTo>
                    <a:pt x="2248833" y="1606520"/>
                  </a:lnTo>
                  <a:lnTo>
                    <a:pt x="2228573" y="1607339"/>
                  </a:lnTo>
                  <a:lnTo>
                    <a:pt x="2208314" y="1608184"/>
                  </a:lnTo>
                  <a:lnTo>
                    <a:pt x="2188054" y="1608872"/>
                  </a:lnTo>
                  <a:lnTo>
                    <a:pt x="2167794" y="1608904"/>
                  </a:lnTo>
                  <a:lnTo>
                    <a:pt x="2147534" y="1611192"/>
                  </a:lnTo>
                  <a:lnTo>
                    <a:pt x="2127275" y="1611869"/>
                  </a:lnTo>
                  <a:lnTo>
                    <a:pt x="2107015" y="1612249"/>
                  </a:lnTo>
                  <a:lnTo>
                    <a:pt x="2086755" y="1613041"/>
                  </a:lnTo>
                  <a:lnTo>
                    <a:pt x="2066495" y="1614118"/>
                  </a:lnTo>
                  <a:lnTo>
                    <a:pt x="2046236" y="1616694"/>
                  </a:lnTo>
                  <a:lnTo>
                    <a:pt x="2025976" y="1617505"/>
                  </a:lnTo>
                  <a:lnTo>
                    <a:pt x="2005716" y="1618319"/>
                  </a:lnTo>
                  <a:lnTo>
                    <a:pt x="1985456" y="1620534"/>
                  </a:lnTo>
                  <a:lnTo>
                    <a:pt x="1965196" y="1623294"/>
                  </a:lnTo>
                  <a:lnTo>
                    <a:pt x="1944937" y="1627567"/>
                  </a:lnTo>
                  <a:lnTo>
                    <a:pt x="1924677" y="1628540"/>
                  </a:lnTo>
                  <a:lnTo>
                    <a:pt x="1904417" y="1631263"/>
                  </a:lnTo>
                  <a:lnTo>
                    <a:pt x="1884157" y="1633919"/>
                  </a:lnTo>
                  <a:lnTo>
                    <a:pt x="1863898" y="1635847"/>
                  </a:lnTo>
                  <a:lnTo>
                    <a:pt x="1843638" y="1639223"/>
                  </a:lnTo>
                  <a:lnTo>
                    <a:pt x="1823378" y="1641881"/>
                  </a:lnTo>
                  <a:lnTo>
                    <a:pt x="1803118" y="1644517"/>
                  </a:lnTo>
                  <a:lnTo>
                    <a:pt x="1782859" y="1646821"/>
                  </a:lnTo>
                  <a:lnTo>
                    <a:pt x="1762599" y="1648596"/>
                  </a:lnTo>
                  <a:lnTo>
                    <a:pt x="1742339" y="1651464"/>
                  </a:lnTo>
                  <a:lnTo>
                    <a:pt x="1722079" y="1655602"/>
                  </a:lnTo>
                  <a:lnTo>
                    <a:pt x="1701820" y="1659575"/>
                  </a:lnTo>
                  <a:lnTo>
                    <a:pt x="1681560" y="1662395"/>
                  </a:lnTo>
                  <a:lnTo>
                    <a:pt x="1661300" y="1665798"/>
                  </a:lnTo>
                  <a:lnTo>
                    <a:pt x="1641040" y="1667863"/>
                  </a:lnTo>
                  <a:lnTo>
                    <a:pt x="1620781" y="1668679"/>
                  </a:lnTo>
                  <a:lnTo>
                    <a:pt x="1600521" y="1670856"/>
                  </a:lnTo>
                  <a:lnTo>
                    <a:pt x="1580261" y="1673708"/>
                  </a:lnTo>
                  <a:lnTo>
                    <a:pt x="1560001" y="1676587"/>
                  </a:lnTo>
                  <a:lnTo>
                    <a:pt x="1539741" y="1680152"/>
                  </a:lnTo>
                  <a:lnTo>
                    <a:pt x="1519482" y="1683332"/>
                  </a:lnTo>
                  <a:lnTo>
                    <a:pt x="1499222" y="1686540"/>
                  </a:lnTo>
                  <a:lnTo>
                    <a:pt x="1478962" y="1688661"/>
                  </a:lnTo>
                  <a:lnTo>
                    <a:pt x="1458702" y="1691196"/>
                  </a:lnTo>
                  <a:lnTo>
                    <a:pt x="1438443" y="1692883"/>
                  </a:lnTo>
                  <a:lnTo>
                    <a:pt x="1418183" y="1695660"/>
                  </a:lnTo>
                  <a:lnTo>
                    <a:pt x="1397923" y="1699383"/>
                  </a:lnTo>
                  <a:lnTo>
                    <a:pt x="1377663" y="1701240"/>
                  </a:lnTo>
                  <a:lnTo>
                    <a:pt x="1357404" y="1705048"/>
                  </a:lnTo>
                  <a:lnTo>
                    <a:pt x="1337144" y="1707977"/>
                  </a:lnTo>
                  <a:lnTo>
                    <a:pt x="1316884" y="1711764"/>
                  </a:lnTo>
                  <a:lnTo>
                    <a:pt x="1296624" y="1713985"/>
                  </a:lnTo>
                  <a:lnTo>
                    <a:pt x="1276365" y="1717482"/>
                  </a:lnTo>
                  <a:lnTo>
                    <a:pt x="1256105" y="1721726"/>
                  </a:lnTo>
                  <a:lnTo>
                    <a:pt x="1235845" y="1725353"/>
                  </a:lnTo>
                  <a:lnTo>
                    <a:pt x="1215585" y="1727670"/>
                  </a:lnTo>
                  <a:lnTo>
                    <a:pt x="1195326" y="1732612"/>
                  </a:lnTo>
                  <a:lnTo>
                    <a:pt x="1175066" y="1736490"/>
                  </a:lnTo>
                  <a:lnTo>
                    <a:pt x="1154806" y="1740097"/>
                  </a:lnTo>
                  <a:lnTo>
                    <a:pt x="1134546" y="1743743"/>
                  </a:lnTo>
                  <a:lnTo>
                    <a:pt x="1114286" y="1747691"/>
                  </a:lnTo>
                  <a:lnTo>
                    <a:pt x="1094027" y="1750619"/>
                  </a:lnTo>
                  <a:lnTo>
                    <a:pt x="1073767" y="1752934"/>
                  </a:lnTo>
                  <a:lnTo>
                    <a:pt x="1053507" y="1756911"/>
                  </a:lnTo>
                  <a:lnTo>
                    <a:pt x="1033247" y="1761009"/>
                  </a:lnTo>
                  <a:lnTo>
                    <a:pt x="1012988" y="1764475"/>
                  </a:lnTo>
                  <a:lnTo>
                    <a:pt x="992728" y="1767506"/>
                  </a:lnTo>
                  <a:lnTo>
                    <a:pt x="972468" y="1768976"/>
                  </a:lnTo>
                  <a:lnTo>
                    <a:pt x="952208" y="1771728"/>
                  </a:lnTo>
                  <a:lnTo>
                    <a:pt x="931949" y="1773916"/>
                  </a:lnTo>
                  <a:lnTo>
                    <a:pt x="911689" y="1777500"/>
                  </a:lnTo>
                  <a:lnTo>
                    <a:pt x="891429" y="1782131"/>
                  </a:lnTo>
                  <a:lnTo>
                    <a:pt x="871169" y="1784631"/>
                  </a:lnTo>
                  <a:lnTo>
                    <a:pt x="850910" y="1790592"/>
                  </a:lnTo>
                  <a:lnTo>
                    <a:pt x="830650" y="1794987"/>
                  </a:lnTo>
                  <a:lnTo>
                    <a:pt x="810390" y="1799305"/>
                  </a:lnTo>
                  <a:lnTo>
                    <a:pt x="790130" y="1803590"/>
                  </a:lnTo>
                  <a:lnTo>
                    <a:pt x="769870" y="1806685"/>
                  </a:lnTo>
                  <a:lnTo>
                    <a:pt x="749611" y="1810740"/>
                  </a:lnTo>
                  <a:lnTo>
                    <a:pt x="729351" y="1814386"/>
                  </a:lnTo>
                  <a:lnTo>
                    <a:pt x="709091" y="1817815"/>
                  </a:lnTo>
                  <a:lnTo>
                    <a:pt x="688831" y="1821215"/>
                  </a:lnTo>
                  <a:lnTo>
                    <a:pt x="668572" y="1824625"/>
                  </a:lnTo>
                  <a:lnTo>
                    <a:pt x="648312" y="1830155"/>
                  </a:lnTo>
                  <a:lnTo>
                    <a:pt x="628052" y="1833742"/>
                  </a:lnTo>
                  <a:lnTo>
                    <a:pt x="607792" y="1836136"/>
                  </a:lnTo>
                  <a:lnTo>
                    <a:pt x="587533" y="1839099"/>
                  </a:lnTo>
                  <a:lnTo>
                    <a:pt x="567273" y="1843784"/>
                  </a:lnTo>
                  <a:lnTo>
                    <a:pt x="547013" y="1847638"/>
                  </a:lnTo>
                  <a:lnTo>
                    <a:pt x="526753" y="1851130"/>
                  </a:lnTo>
                  <a:lnTo>
                    <a:pt x="506494" y="1855337"/>
                  </a:lnTo>
                  <a:lnTo>
                    <a:pt x="486234" y="1859529"/>
                  </a:lnTo>
                  <a:lnTo>
                    <a:pt x="465974" y="1862919"/>
                  </a:lnTo>
                  <a:lnTo>
                    <a:pt x="445714" y="1868175"/>
                  </a:lnTo>
                  <a:lnTo>
                    <a:pt x="425455" y="1872615"/>
                  </a:lnTo>
                  <a:lnTo>
                    <a:pt x="405195" y="1876572"/>
                  </a:lnTo>
                  <a:lnTo>
                    <a:pt x="384935" y="1880964"/>
                  </a:lnTo>
                  <a:lnTo>
                    <a:pt x="364675" y="1884988"/>
                  </a:lnTo>
                  <a:lnTo>
                    <a:pt x="344415" y="1888962"/>
                  </a:lnTo>
                  <a:lnTo>
                    <a:pt x="324156" y="1893192"/>
                  </a:lnTo>
                  <a:lnTo>
                    <a:pt x="303896" y="1897332"/>
                  </a:lnTo>
                  <a:lnTo>
                    <a:pt x="283636" y="1901763"/>
                  </a:lnTo>
                  <a:lnTo>
                    <a:pt x="263376" y="1906161"/>
                  </a:lnTo>
                  <a:lnTo>
                    <a:pt x="243117" y="1910327"/>
                  </a:lnTo>
                  <a:lnTo>
                    <a:pt x="222857" y="1912550"/>
                  </a:lnTo>
                  <a:lnTo>
                    <a:pt x="202597" y="1916861"/>
                  </a:lnTo>
                  <a:lnTo>
                    <a:pt x="182337" y="1919715"/>
                  </a:lnTo>
                  <a:lnTo>
                    <a:pt x="162078" y="1922550"/>
                  </a:lnTo>
                  <a:lnTo>
                    <a:pt x="141818" y="1926628"/>
                  </a:lnTo>
                  <a:lnTo>
                    <a:pt x="121558" y="1929900"/>
                  </a:lnTo>
                  <a:lnTo>
                    <a:pt x="101298" y="1934595"/>
                  </a:lnTo>
                  <a:lnTo>
                    <a:pt x="81039" y="1939104"/>
                  </a:lnTo>
                  <a:lnTo>
                    <a:pt x="60779" y="1942107"/>
                  </a:lnTo>
                  <a:lnTo>
                    <a:pt x="40519" y="1945723"/>
                  </a:lnTo>
                  <a:lnTo>
                    <a:pt x="20259" y="1950766"/>
                  </a:lnTo>
                  <a:lnTo>
                    <a:pt x="0" y="1956339"/>
                  </a:lnTo>
                  <a:close/>
                </a:path>
              </a:pathLst>
            </a:custGeom>
            <a:solidFill>
              <a:srgbClr val="0072B2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390632" y="3028504"/>
              <a:ext cx="4842083" cy="853497"/>
            </a:xfrm>
            <a:custGeom>
              <a:avLst/>
              <a:pathLst>
                <a:path w="4842083" h="853497">
                  <a:moveTo>
                    <a:pt x="0" y="782361"/>
                  </a:moveTo>
                  <a:lnTo>
                    <a:pt x="20259" y="785165"/>
                  </a:lnTo>
                  <a:lnTo>
                    <a:pt x="40519" y="787343"/>
                  </a:lnTo>
                  <a:lnTo>
                    <a:pt x="60779" y="787735"/>
                  </a:lnTo>
                  <a:lnTo>
                    <a:pt x="81039" y="789630"/>
                  </a:lnTo>
                  <a:lnTo>
                    <a:pt x="101298" y="791611"/>
                  </a:lnTo>
                  <a:lnTo>
                    <a:pt x="121558" y="793739"/>
                  </a:lnTo>
                  <a:lnTo>
                    <a:pt x="141818" y="795869"/>
                  </a:lnTo>
                  <a:lnTo>
                    <a:pt x="162078" y="800014"/>
                  </a:lnTo>
                  <a:lnTo>
                    <a:pt x="182337" y="802525"/>
                  </a:lnTo>
                  <a:lnTo>
                    <a:pt x="202597" y="804667"/>
                  </a:lnTo>
                  <a:lnTo>
                    <a:pt x="222857" y="807085"/>
                  </a:lnTo>
                  <a:lnTo>
                    <a:pt x="243117" y="809204"/>
                  </a:lnTo>
                  <a:lnTo>
                    <a:pt x="263376" y="810978"/>
                  </a:lnTo>
                  <a:lnTo>
                    <a:pt x="283636" y="813095"/>
                  </a:lnTo>
                  <a:lnTo>
                    <a:pt x="303896" y="813420"/>
                  </a:lnTo>
                  <a:lnTo>
                    <a:pt x="324156" y="816369"/>
                  </a:lnTo>
                  <a:lnTo>
                    <a:pt x="344415" y="818126"/>
                  </a:lnTo>
                  <a:lnTo>
                    <a:pt x="364675" y="820072"/>
                  </a:lnTo>
                  <a:lnTo>
                    <a:pt x="384935" y="821389"/>
                  </a:lnTo>
                  <a:lnTo>
                    <a:pt x="405195" y="823483"/>
                  </a:lnTo>
                  <a:lnTo>
                    <a:pt x="425455" y="822881"/>
                  </a:lnTo>
                  <a:lnTo>
                    <a:pt x="445714" y="823406"/>
                  </a:lnTo>
                  <a:lnTo>
                    <a:pt x="465974" y="825209"/>
                  </a:lnTo>
                  <a:lnTo>
                    <a:pt x="486234" y="824551"/>
                  </a:lnTo>
                  <a:lnTo>
                    <a:pt x="506494" y="826145"/>
                  </a:lnTo>
                  <a:lnTo>
                    <a:pt x="526753" y="828638"/>
                  </a:lnTo>
                  <a:lnTo>
                    <a:pt x="547013" y="830285"/>
                  </a:lnTo>
                  <a:lnTo>
                    <a:pt x="567273" y="831431"/>
                  </a:lnTo>
                  <a:lnTo>
                    <a:pt x="587533" y="831375"/>
                  </a:lnTo>
                  <a:lnTo>
                    <a:pt x="607792" y="834187"/>
                  </a:lnTo>
                  <a:lnTo>
                    <a:pt x="628052" y="834926"/>
                  </a:lnTo>
                  <a:lnTo>
                    <a:pt x="648312" y="838100"/>
                  </a:lnTo>
                  <a:lnTo>
                    <a:pt x="668572" y="838831"/>
                  </a:lnTo>
                  <a:lnTo>
                    <a:pt x="688831" y="838761"/>
                  </a:lnTo>
                  <a:lnTo>
                    <a:pt x="709091" y="839508"/>
                  </a:lnTo>
                  <a:lnTo>
                    <a:pt x="729351" y="841816"/>
                  </a:lnTo>
                  <a:lnTo>
                    <a:pt x="749611" y="842597"/>
                  </a:lnTo>
                  <a:lnTo>
                    <a:pt x="769870" y="842923"/>
                  </a:lnTo>
                  <a:lnTo>
                    <a:pt x="790130" y="845313"/>
                  </a:lnTo>
                  <a:lnTo>
                    <a:pt x="810390" y="846163"/>
                  </a:lnTo>
                  <a:lnTo>
                    <a:pt x="830650" y="846661"/>
                  </a:lnTo>
                  <a:lnTo>
                    <a:pt x="850910" y="847863"/>
                  </a:lnTo>
                  <a:lnTo>
                    <a:pt x="871169" y="848594"/>
                  </a:lnTo>
                  <a:lnTo>
                    <a:pt x="891429" y="849516"/>
                  </a:lnTo>
                  <a:lnTo>
                    <a:pt x="911689" y="849266"/>
                  </a:lnTo>
                  <a:lnTo>
                    <a:pt x="931949" y="849585"/>
                  </a:lnTo>
                  <a:lnTo>
                    <a:pt x="952208" y="847359"/>
                  </a:lnTo>
                  <a:lnTo>
                    <a:pt x="972468" y="847888"/>
                  </a:lnTo>
                  <a:lnTo>
                    <a:pt x="992728" y="848413"/>
                  </a:lnTo>
                  <a:lnTo>
                    <a:pt x="1012988" y="849098"/>
                  </a:lnTo>
                  <a:lnTo>
                    <a:pt x="1033247" y="850215"/>
                  </a:lnTo>
                  <a:lnTo>
                    <a:pt x="1053507" y="850530"/>
                  </a:lnTo>
                  <a:lnTo>
                    <a:pt x="1073767" y="850755"/>
                  </a:lnTo>
                  <a:lnTo>
                    <a:pt x="1094027" y="852706"/>
                  </a:lnTo>
                  <a:lnTo>
                    <a:pt x="1114286" y="851607"/>
                  </a:lnTo>
                  <a:lnTo>
                    <a:pt x="1134546" y="851246"/>
                  </a:lnTo>
                  <a:lnTo>
                    <a:pt x="1154806" y="852724"/>
                  </a:lnTo>
                  <a:lnTo>
                    <a:pt x="1175066" y="852202"/>
                  </a:lnTo>
                  <a:lnTo>
                    <a:pt x="1195326" y="850868"/>
                  </a:lnTo>
                  <a:lnTo>
                    <a:pt x="1215585" y="851771"/>
                  </a:lnTo>
                  <a:lnTo>
                    <a:pt x="1235845" y="850358"/>
                  </a:lnTo>
                  <a:lnTo>
                    <a:pt x="1256105" y="850953"/>
                  </a:lnTo>
                  <a:lnTo>
                    <a:pt x="1276365" y="853150"/>
                  </a:lnTo>
                  <a:lnTo>
                    <a:pt x="1296624" y="852256"/>
                  </a:lnTo>
                  <a:lnTo>
                    <a:pt x="1316884" y="853497"/>
                  </a:lnTo>
                  <a:lnTo>
                    <a:pt x="1337144" y="852448"/>
                  </a:lnTo>
                  <a:lnTo>
                    <a:pt x="1357404" y="851381"/>
                  </a:lnTo>
                  <a:lnTo>
                    <a:pt x="1377663" y="850342"/>
                  </a:lnTo>
                  <a:lnTo>
                    <a:pt x="1397923" y="849270"/>
                  </a:lnTo>
                  <a:lnTo>
                    <a:pt x="1418183" y="848095"/>
                  </a:lnTo>
                  <a:lnTo>
                    <a:pt x="1438443" y="846834"/>
                  </a:lnTo>
                  <a:lnTo>
                    <a:pt x="1458702" y="846947"/>
                  </a:lnTo>
                  <a:lnTo>
                    <a:pt x="1478962" y="846964"/>
                  </a:lnTo>
                  <a:lnTo>
                    <a:pt x="1499222" y="846148"/>
                  </a:lnTo>
                  <a:lnTo>
                    <a:pt x="1519482" y="845736"/>
                  </a:lnTo>
                  <a:lnTo>
                    <a:pt x="1539741" y="844713"/>
                  </a:lnTo>
                  <a:lnTo>
                    <a:pt x="1560001" y="840827"/>
                  </a:lnTo>
                  <a:lnTo>
                    <a:pt x="1580261" y="841515"/>
                  </a:lnTo>
                  <a:lnTo>
                    <a:pt x="1600521" y="839470"/>
                  </a:lnTo>
                  <a:lnTo>
                    <a:pt x="1620781" y="839164"/>
                  </a:lnTo>
                  <a:lnTo>
                    <a:pt x="1641040" y="838844"/>
                  </a:lnTo>
                  <a:lnTo>
                    <a:pt x="1661300" y="838440"/>
                  </a:lnTo>
                  <a:lnTo>
                    <a:pt x="1681560" y="839136"/>
                  </a:lnTo>
                  <a:lnTo>
                    <a:pt x="1701820" y="839367"/>
                  </a:lnTo>
                  <a:lnTo>
                    <a:pt x="1722079" y="837589"/>
                  </a:lnTo>
                  <a:lnTo>
                    <a:pt x="1742339" y="835523"/>
                  </a:lnTo>
                  <a:lnTo>
                    <a:pt x="1762599" y="834067"/>
                  </a:lnTo>
                  <a:lnTo>
                    <a:pt x="1782859" y="832836"/>
                  </a:lnTo>
                  <a:lnTo>
                    <a:pt x="1803118" y="828561"/>
                  </a:lnTo>
                  <a:lnTo>
                    <a:pt x="1823378" y="828806"/>
                  </a:lnTo>
                  <a:lnTo>
                    <a:pt x="1843638" y="827364"/>
                  </a:lnTo>
                  <a:lnTo>
                    <a:pt x="1863898" y="824938"/>
                  </a:lnTo>
                  <a:lnTo>
                    <a:pt x="1884157" y="821348"/>
                  </a:lnTo>
                  <a:lnTo>
                    <a:pt x="1904417" y="819206"/>
                  </a:lnTo>
                  <a:lnTo>
                    <a:pt x="1924677" y="817201"/>
                  </a:lnTo>
                  <a:lnTo>
                    <a:pt x="1944937" y="816780"/>
                  </a:lnTo>
                  <a:lnTo>
                    <a:pt x="1965196" y="814797"/>
                  </a:lnTo>
                  <a:lnTo>
                    <a:pt x="1985456" y="813076"/>
                  </a:lnTo>
                  <a:lnTo>
                    <a:pt x="2005716" y="809903"/>
                  </a:lnTo>
                  <a:lnTo>
                    <a:pt x="2025976" y="806009"/>
                  </a:lnTo>
                  <a:lnTo>
                    <a:pt x="2046236" y="804586"/>
                  </a:lnTo>
                  <a:lnTo>
                    <a:pt x="2066495" y="804147"/>
                  </a:lnTo>
                  <a:lnTo>
                    <a:pt x="2086755" y="802074"/>
                  </a:lnTo>
                  <a:lnTo>
                    <a:pt x="2107015" y="799531"/>
                  </a:lnTo>
                  <a:lnTo>
                    <a:pt x="2127275" y="798479"/>
                  </a:lnTo>
                  <a:lnTo>
                    <a:pt x="2147534" y="796329"/>
                  </a:lnTo>
                  <a:lnTo>
                    <a:pt x="2167794" y="792321"/>
                  </a:lnTo>
                  <a:lnTo>
                    <a:pt x="2188054" y="789594"/>
                  </a:lnTo>
                  <a:lnTo>
                    <a:pt x="2208314" y="785905"/>
                  </a:lnTo>
                  <a:lnTo>
                    <a:pt x="2228573" y="784875"/>
                  </a:lnTo>
                  <a:lnTo>
                    <a:pt x="2248833" y="783012"/>
                  </a:lnTo>
                  <a:lnTo>
                    <a:pt x="2269093" y="780510"/>
                  </a:lnTo>
                  <a:lnTo>
                    <a:pt x="2289353" y="778648"/>
                  </a:lnTo>
                  <a:lnTo>
                    <a:pt x="2309612" y="776426"/>
                  </a:lnTo>
                  <a:lnTo>
                    <a:pt x="2329872" y="773405"/>
                  </a:lnTo>
                  <a:lnTo>
                    <a:pt x="2350132" y="768151"/>
                  </a:lnTo>
                  <a:lnTo>
                    <a:pt x="2370392" y="764383"/>
                  </a:lnTo>
                  <a:lnTo>
                    <a:pt x="2390652" y="761090"/>
                  </a:lnTo>
                  <a:lnTo>
                    <a:pt x="2410911" y="755696"/>
                  </a:lnTo>
                  <a:lnTo>
                    <a:pt x="2431171" y="753501"/>
                  </a:lnTo>
                  <a:lnTo>
                    <a:pt x="2451431" y="750846"/>
                  </a:lnTo>
                  <a:lnTo>
                    <a:pt x="2471691" y="746378"/>
                  </a:lnTo>
                  <a:lnTo>
                    <a:pt x="2491950" y="741679"/>
                  </a:lnTo>
                  <a:lnTo>
                    <a:pt x="2512210" y="737319"/>
                  </a:lnTo>
                  <a:lnTo>
                    <a:pt x="2532470" y="731963"/>
                  </a:lnTo>
                  <a:lnTo>
                    <a:pt x="2552730" y="728739"/>
                  </a:lnTo>
                  <a:lnTo>
                    <a:pt x="2572989" y="725105"/>
                  </a:lnTo>
                  <a:lnTo>
                    <a:pt x="2593249" y="720272"/>
                  </a:lnTo>
                  <a:lnTo>
                    <a:pt x="2613509" y="714854"/>
                  </a:lnTo>
                  <a:lnTo>
                    <a:pt x="2633769" y="710938"/>
                  </a:lnTo>
                  <a:lnTo>
                    <a:pt x="2654028" y="706085"/>
                  </a:lnTo>
                  <a:lnTo>
                    <a:pt x="2674288" y="702943"/>
                  </a:lnTo>
                  <a:lnTo>
                    <a:pt x="2694548" y="697372"/>
                  </a:lnTo>
                  <a:lnTo>
                    <a:pt x="2714808" y="691676"/>
                  </a:lnTo>
                  <a:lnTo>
                    <a:pt x="2735067" y="686473"/>
                  </a:lnTo>
                  <a:lnTo>
                    <a:pt x="2755327" y="681600"/>
                  </a:lnTo>
                  <a:lnTo>
                    <a:pt x="2775587" y="675901"/>
                  </a:lnTo>
                  <a:lnTo>
                    <a:pt x="2795847" y="669772"/>
                  </a:lnTo>
                  <a:lnTo>
                    <a:pt x="2816107" y="662889"/>
                  </a:lnTo>
                  <a:lnTo>
                    <a:pt x="2836366" y="657065"/>
                  </a:lnTo>
                  <a:lnTo>
                    <a:pt x="2856626" y="652942"/>
                  </a:lnTo>
                  <a:lnTo>
                    <a:pt x="2876886" y="648741"/>
                  </a:lnTo>
                  <a:lnTo>
                    <a:pt x="2897146" y="644585"/>
                  </a:lnTo>
                  <a:lnTo>
                    <a:pt x="2917405" y="640429"/>
                  </a:lnTo>
                  <a:lnTo>
                    <a:pt x="2937665" y="636910"/>
                  </a:lnTo>
                  <a:lnTo>
                    <a:pt x="2957925" y="632766"/>
                  </a:lnTo>
                  <a:lnTo>
                    <a:pt x="2978185" y="628792"/>
                  </a:lnTo>
                  <a:lnTo>
                    <a:pt x="2998444" y="623662"/>
                  </a:lnTo>
                  <a:lnTo>
                    <a:pt x="3018704" y="618730"/>
                  </a:lnTo>
                  <a:lnTo>
                    <a:pt x="3038964" y="614168"/>
                  </a:lnTo>
                  <a:lnTo>
                    <a:pt x="3059224" y="608676"/>
                  </a:lnTo>
                  <a:lnTo>
                    <a:pt x="3079483" y="603284"/>
                  </a:lnTo>
                  <a:lnTo>
                    <a:pt x="3099743" y="596261"/>
                  </a:lnTo>
                  <a:lnTo>
                    <a:pt x="3120003" y="593249"/>
                  </a:lnTo>
                  <a:lnTo>
                    <a:pt x="3140263" y="586679"/>
                  </a:lnTo>
                  <a:lnTo>
                    <a:pt x="3160522" y="581667"/>
                  </a:lnTo>
                  <a:lnTo>
                    <a:pt x="3180782" y="577458"/>
                  </a:lnTo>
                  <a:lnTo>
                    <a:pt x="3201042" y="572513"/>
                  </a:lnTo>
                  <a:lnTo>
                    <a:pt x="3221302" y="561699"/>
                  </a:lnTo>
                  <a:lnTo>
                    <a:pt x="3241562" y="556201"/>
                  </a:lnTo>
                  <a:lnTo>
                    <a:pt x="3261821" y="553000"/>
                  </a:lnTo>
                  <a:lnTo>
                    <a:pt x="3282081" y="548711"/>
                  </a:lnTo>
                  <a:lnTo>
                    <a:pt x="3302341" y="540042"/>
                  </a:lnTo>
                  <a:lnTo>
                    <a:pt x="3322601" y="534999"/>
                  </a:lnTo>
                  <a:lnTo>
                    <a:pt x="3342860" y="527685"/>
                  </a:lnTo>
                  <a:lnTo>
                    <a:pt x="3363120" y="519036"/>
                  </a:lnTo>
                  <a:lnTo>
                    <a:pt x="3383380" y="511695"/>
                  </a:lnTo>
                  <a:lnTo>
                    <a:pt x="3403640" y="506858"/>
                  </a:lnTo>
                  <a:lnTo>
                    <a:pt x="3423899" y="501426"/>
                  </a:lnTo>
                  <a:lnTo>
                    <a:pt x="3444159" y="496387"/>
                  </a:lnTo>
                  <a:lnTo>
                    <a:pt x="3464419" y="488205"/>
                  </a:lnTo>
                  <a:lnTo>
                    <a:pt x="3484679" y="484664"/>
                  </a:lnTo>
                  <a:lnTo>
                    <a:pt x="3504938" y="478113"/>
                  </a:lnTo>
                  <a:lnTo>
                    <a:pt x="3525198" y="477560"/>
                  </a:lnTo>
                  <a:lnTo>
                    <a:pt x="3545458" y="470166"/>
                  </a:lnTo>
                  <a:lnTo>
                    <a:pt x="3565718" y="462832"/>
                  </a:lnTo>
                  <a:lnTo>
                    <a:pt x="3585978" y="455332"/>
                  </a:lnTo>
                  <a:lnTo>
                    <a:pt x="3606237" y="449829"/>
                  </a:lnTo>
                  <a:lnTo>
                    <a:pt x="3626497" y="446950"/>
                  </a:lnTo>
                  <a:lnTo>
                    <a:pt x="3646757" y="443976"/>
                  </a:lnTo>
                  <a:lnTo>
                    <a:pt x="3667017" y="432986"/>
                  </a:lnTo>
                  <a:lnTo>
                    <a:pt x="3687276" y="426557"/>
                  </a:lnTo>
                  <a:lnTo>
                    <a:pt x="3707536" y="420313"/>
                  </a:lnTo>
                  <a:lnTo>
                    <a:pt x="3727796" y="414792"/>
                  </a:lnTo>
                  <a:lnTo>
                    <a:pt x="3748056" y="409247"/>
                  </a:lnTo>
                  <a:lnTo>
                    <a:pt x="3768315" y="403204"/>
                  </a:lnTo>
                  <a:lnTo>
                    <a:pt x="3788575" y="398127"/>
                  </a:lnTo>
                  <a:lnTo>
                    <a:pt x="3808835" y="391568"/>
                  </a:lnTo>
                  <a:lnTo>
                    <a:pt x="3829095" y="384913"/>
                  </a:lnTo>
                  <a:lnTo>
                    <a:pt x="3849354" y="378367"/>
                  </a:lnTo>
                  <a:lnTo>
                    <a:pt x="3869614" y="371376"/>
                  </a:lnTo>
                  <a:lnTo>
                    <a:pt x="3889874" y="363452"/>
                  </a:lnTo>
                  <a:lnTo>
                    <a:pt x="3910134" y="355561"/>
                  </a:lnTo>
                  <a:lnTo>
                    <a:pt x="3930393" y="349599"/>
                  </a:lnTo>
                  <a:lnTo>
                    <a:pt x="3950653" y="344132"/>
                  </a:lnTo>
                  <a:lnTo>
                    <a:pt x="3970913" y="335738"/>
                  </a:lnTo>
                  <a:lnTo>
                    <a:pt x="3991173" y="330089"/>
                  </a:lnTo>
                  <a:lnTo>
                    <a:pt x="4011433" y="321839"/>
                  </a:lnTo>
                  <a:lnTo>
                    <a:pt x="4031692" y="314689"/>
                  </a:lnTo>
                  <a:lnTo>
                    <a:pt x="4051952" y="309916"/>
                  </a:lnTo>
                  <a:lnTo>
                    <a:pt x="4072212" y="305140"/>
                  </a:lnTo>
                  <a:lnTo>
                    <a:pt x="4092472" y="300391"/>
                  </a:lnTo>
                  <a:lnTo>
                    <a:pt x="4112731" y="295709"/>
                  </a:lnTo>
                  <a:lnTo>
                    <a:pt x="4132991" y="290825"/>
                  </a:lnTo>
                  <a:lnTo>
                    <a:pt x="4153251" y="282889"/>
                  </a:lnTo>
                  <a:lnTo>
                    <a:pt x="4173511" y="274563"/>
                  </a:lnTo>
                  <a:lnTo>
                    <a:pt x="4193770" y="267297"/>
                  </a:lnTo>
                  <a:lnTo>
                    <a:pt x="4214030" y="260869"/>
                  </a:lnTo>
                  <a:lnTo>
                    <a:pt x="4234290" y="252674"/>
                  </a:lnTo>
                  <a:lnTo>
                    <a:pt x="4254550" y="244390"/>
                  </a:lnTo>
                  <a:lnTo>
                    <a:pt x="4274809" y="236072"/>
                  </a:lnTo>
                  <a:lnTo>
                    <a:pt x="4295069" y="227745"/>
                  </a:lnTo>
                  <a:lnTo>
                    <a:pt x="4315329" y="219246"/>
                  </a:lnTo>
                  <a:lnTo>
                    <a:pt x="4335589" y="210144"/>
                  </a:lnTo>
                  <a:lnTo>
                    <a:pt x="4355848" y="201099"/>
                  </a:lnTo>
                  <a:lnTo>
                    <a:pt x="4376108" y="194470"/>
                  </a:lnTo>
                  <a:lnTo>
                    <a:pt x="4396368" y="187359"/>
                  </a:lnTo>
                  <a:lnTo>
                    <a:pt x="4416628" y="177793"/>
                  </a:lnTo>
                  <a:lnTo>
                    <a:pt x="4436888" y="170657"/>
                  </a:lnTo>
                  <a:lnTo>
                    <a:pt x="4457147" y="163648"/>
                  </a:lnTo>
                  <a:lnTo>
                    <a:pt x="4477407" y="155323"/>
                  </a:lnTo>
                  <a:lnTo>
                    <a:pt x="4497667" y="148418"/>
                  </a:lnTo>
                  <a:lnTo>
                    <a:pt x="4517927" y="142552"/>
                  </a:lnTo>
                  <a:lnTo>
                    <a:pt x="4538186" y="134896"/>
                  </a:lnTo>
                  <a:lnTo>
                    <a:pt x="4558446" y="126467"/>
                  </a:lnTo>
                  <a:lnTo>
                    <a:pt x="4578706" y="118030"/>
                  </a:lnTo>
                  <a:lnTo>
                    <a:pt x="4598966" y="109584"/>
                  </a:lnTo>
                  <a:lnTo>
                    <a:pt x="4619225" y="100674"/>
                  </a:lnTo>
                  <a:lnTo>
                    <a:pt x="4639485" y="90111"/>
                  </a:lnTo>
                  <a:lnTo>
                    <a:pt x="4659745" y="79535"/>
                  </a:lnTo>
                  <a:lnTo>
                    <a:pt x="4680005" y="68945"/>
                  </a:lnTo>
                  <a:lnTo>
                    <a:pt x="4700264" y="59749"/>
                  </a:lnTo>
                  <a:lnTo>
                    <a:pt x="4720524" y="51199"/>
                  </a:lnTo>
                  <a:lnTo>
                    <a:pt x="4740784" y="42156"/>
                  </a:lnTo>
                  <a:lnTo>
                    <a:pt x="4761044" y="31833"/>
                  </a:lnTo>
                  <a:lnTo>
                    <a:pt x="4781304" y="25066"/>
                  </a:lnTo>
                  <a:lnTo>
                    <a:pt x="4801563" y="18024"/>
                  </a:lnTo>
                  <a:lnTo>
                    <a:pt x="4821823" y="8626"/>
                  </a:lnTo>
                  <a:lnTo>
                    <a:pt x="484208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390632" y="4609602"/>
              <a:ext cx="4842083" cy="375241"/>
            </a:xfrm>
            <a:custGeom>
              <a:avLst/>
              <a:pathLst>
                <a:path w="4842083" h="375241">
                  <a:moveTo>
                    <a:pt x="4842083" y="111896"/>
                  </a:moveTo>
                  <a:lnTo>
                    <a:pt x="4821823" y="110374"/>
                  </a:lnTo>
                  <a:lnTo>
                    <a:pt x="4801563" y="107601"/>
                  </a:lnTo>
                  <a:lnTo>
                    <a:pt x="4781304" y="107377"/>
                  </a:lnTo>
                  <a:lnTo>
                    <a:pt x="4761044" y="107208"/>
                  </a:lnTo>
                  <a:lnTo>
                    <a:pt x="4740784" y="105375"/>
                  </a:lnTo>
                  <a:lnTo>
                    <a:pt x="4720524" y="102610"/>
                  </a:lnTo>
                  <a:lnTo>
                    <a:pt x="4700264" y="100607"/>
                  </a:lnTo>
                  <a:lnTo>
                    <a:pt x="4680005" y="100551"/>
                  </a:lnTo>
                  <a:lnTo>
                    <a:pt x="4659745" y="98053"/>
                  </a:lnTo>
                  <a:lnTo>
                    <a:pt x="4639485" y="95381"/>
                  </a:lnTo>
                  <a:lnTo>
                    <a:pt x="4619225" y="93059"/>
                  </a:lnTo>
                  <a:lnTo>
                    <a:pt x="4598966" y="91445"/>
                  </a:lnTo>
                  <a:lnTo>
                    <a:pt x="4578706" y="90225"/>
                  </a:lnTo>
                  <a:lnTo>
                    <a:pt x="4558446" y="89004"/>
                  </a:lnTo>
                  <a:lnTo>
                    <a:pt x="4538186" y="87782"/>
                  </a:lnTo>
                  <a:lnTo>
                    <a:pt x="4517927" y="85814"/>
                  </a:lnTo>
                  <a:lnTo>
                    <a:pt x="4497667" y="82840"/>
                  </a:lnTo>
                  <a:lnTo>
                    <a:pt x="4477407" y="80153"/>
                  </a:lnTo>
                  <a:lnTo>
                    <a:pt x="4457147" y="78308"/>
                  </a:lnTo>
                  <a:lnTo>
                    <a:pt x="4436888" y="76362"/>
                  </a:lnTo>
                  <a:lnTo>
                    <a:pt x="4416628" y="75818"/>
                  </a:lnTo>
                  <a:lnTo>
                    <a:pt x="4396368" y="75275"/>
                  </a:lnTo>
                  <a:lnTo>
                    <a:pt x="4376108" y="74776"/>
                  </a:lnTo>
                  <a:lnTo>
                    <a:pt x="4355848" y="75087"/>
                  </a:lnTo>
                  <a:lnTo>
                    <a:pt x="4335589" y="74778"/>
                  </a:lnTo>
                  <a:lnTo>
                    <a:pt x="4315329" y="73521"/>
                  </a:lnTo>
                  <a:lnTo>
                    <a:pt x="4295069" y="72295"/>
                  </a:lnTo>
                  <a:lnTo>
                    <a:pt x="4274809" y="70830"/>
                  </a:lnTo>
                  <a:lnTo>
                    <a:pt x="4254550" y="69511"/>
                  </a:lnTo>
                  <a:lnTo>
                    <a:pt x="4234290" y="67805"/>
                  </a:lnTo>
                  <a:lnTo>
                    <a:pt x="4214030" y="66854"/>
                  </a:lnTo>
                  <a:lnTo>
                    <a:pt x="4193770" y="65343"/>
                  </a:lnTo>
                  <a:lnTo>
                    <a:pt x="4173511" y="64190"/>
                  </a:lnTo>
                  <a:lnTo>
                    <a:pt x="4153251" y="62870"/>
                  </a:lnTo>
                  <a:lnTo>
                    <a:pt x="4132991" y="61542"/>
                  </a:lnTo>
                  <a:lnTo>
                    <a:pt x="4112731" y="59775"/>
                  </a:lnTo>
                  <a:lnTo>
                    <a:pt x="4092472" y="57335"/>
                  </a:lnTo>
                  <a:lnTo>
                    <a:pt x="4072212" y="56293"/>
                  </a:lnTo>
                  <a:lnTo>
                    <a:pt x="4051952" y="54550"/>
                  </a:lnTo>
                  <a:lnTo>
                    <a:pt x="4031692" y="52785"/>
                  </a:lnTo>
                  <a:lnTo>
                    <a:pt x="4011433" y="51005"/>
                  </a:lnTo>
                  <a:lnTo>
                    <a:pt x="3991173" y="48762"/>
                  </a:lnTo>
                  <a:lnTo>
                    <a:pt x="3970913" y="46116"/>
                  </a:lnTo>
                  <a:lnTo>
                    <a:pt x="3950653" y="43615"/>
                  </a:lnTo>
                  <a:lnTo>
                    <a:pt x="3930393" y="42479"/>
                  </a:lnTo>
                  <a:lnTo>
                    <a:pt x="3910134" y="41800"/>
                  </a:lnTo>
                  <a:lnTo>
                    <a:pt x="3889874" y="40486"/>
                  </a:lnTo>
                  <a:lnTo>
                    <a:pt x="3869614" y="39504"/>
                  </a:lnTo>
                  <a:lnTo>
                    <a:pt x="3849354" y="39857"/>
                  </a:lnTo>
                  <a:lnTo>
                    <a:pt x="3829095" y="39564"/>
                  </a:lnTo>
                  <a:lnTo>
                    <a:pt x="3808835" y="36577"/>
                  </a:lnTo>
                  <a:lnTo>
                    <a:pt x="3788575" y="37276"/>
                  </a:lnTo>
                  <a:lnTo>
                    <a:pt x="3768315" y="37089"/>
                  </a:lnTo>
                  <a:lnTo>
                    <a:pt x="3748056" y="35349"/>
                  </a:lnTo>
                  <a:lnTo>
                    <a:pt x="3727796" y="34770"/>
                  </a:lnTo>
                  <a:lnTo>
                    <a:pt x="3707536" y="32365"/>
                  </a:lnTo>
                  <a:lnTo>
                    <a:pt x="3687276" y="32093"/>
                  </a:lnTo>
                  <a:lnTo>
                    <a:pt x="3667017" y="30704"/>
                  </a:lnTo>
                  <a:lnTo>
                    <a:pt x="3646757" y="29364"/>
                  </a:lnTo>
                  <a:lnTo>
                    <a:pt x="3626497" y="28433"/>
                  </a:lnTo>
                  <a:lnTo>
                    <a:pt x="3606237" y="27826"/>
                  </a:lnTo>
                  <a:lnTo>
                    <a:pt x="3585978" y="27014"/>
                  </a:lnTo>
                  <a:lnTo>
                    <a:pt x="3565718" y="25187"/>
                  </a:lnTo>
                  <a:lnTo>
                    <a:pt x="3545458" y="23292"/>
                  </a:lnTo>
                  <a:lnTo>
                    <a:pt x="3525198" y="21389"/>
                  </a:lnTo>
                  <a:lnTo>
                    <a:pt x="3504938" y="19848"/>
                  </a:lnTo>
                  <a:lnTo>
                    <a:pt x="3484679" y="17599"/>
                  </a:lnTo>
                  <a:lnTo>
                    <a:pt x="3464419" y="16689"/>
                  </a:lnTo>
                  <a:lnTo>
                    <a:pt x="3444159" y="14884"/>
                  </a:lnTo>
                  <a:lnTo>
                    <a:pt x="3423899" y="13139"/>
                  </a:lnTo>
                  <a:lnTo>
                    <a:pt x="3403640" y="12734"/>
                  </a:lnTo>
                  <a:lnTo>
                    <a:pt x="3383380" y="11672"/>
                  </a:lnTo>
                  <a:lnTo>
                    <a:pt x="3363120" y="13549"/>
                  </a:lnTo>
                  <a:lnTo>
                    <a:pt x="3342860" y="12979"/>
                  </a:lnTo>
                  <a:lnTo>
                    <a:pt x="3322601" y="11045"/>
                  </a:lnTo>
                  <a:lnTo>
                    <a:pt x="3302341" y="9094"/>
                  </a:lnTo>
                  <a:lnTo>
                    <a:pt x="3282081" y="7241"/>
                  </a:lnTo>
                  <a:lnTo>
                    <a:pt x="3261821" y="5309"/>
                  </a:lnTo>
                  <a:lnTo>
                    <a:pt x="3241562" y="6239"/>
                  </a:lnTo>
                  <a:lnTo>
                    <a:pt x="3221302" y="6729"/>
                  </a:lnTo>
                  <a:lnTo>
                    <a:pt x="3201042" y="4592"/>
                  </a:lnTo>
                  <a:lnTo>
                    <a:pt x="3180782" y="4311"/>
                  </a:lnTo>
                  <a:lnTo>
                    <a:pt x="3160522" y="4227"/>
                  </a:lnTo>
                  <a:lnTo>
                    <a:pt x="3140263" y="4379"/>
                  </a:lnTo>
                  <a:lnTo>
                    <a:pt x="3120003" y="4457"/>
                  </a:lnTo>
                  <a:lnTo>
                    <a:pt x="3099743" y="3075"/>
                  </a:lnTo>
                  <a:lnTo>
                    <a:pt x="3079483" y="2494"/>
                  </a:lnTo>
                  <a:lnTo>
                    <a:pt x="3059224" y="852"/>
                  </a:lnTo>
                  <a:lnTo>
                    <a:pt x="3038964" y="249"/>
                  </a:lnTo>
                  <a:lnTo>
                    <a:pt x="3018704" y="1058"/>
                  </a:lnTo>
                  <a:lnTo>
                    <a:pt x="2998444" y="465"/>
                  </a:lnTo>
                  <a:lnTo>
                    <a:pt x="2978185" y="968"/>
                  </a:lnTo>
                  <a:lnTo>
                    <a:pt x="2957925" y="1479"/>
                  </a:lnTo>
                  <a:lnTo>
                    <a:pt x="2937665" y="0"/>
                  </a:lnTo>
                  <a:lnTo>
                    <a:pt x="2917405" y="542"/>
                  </a:lnTo>
                  <a:lnTo>
                    <a:pt x="2897146" y="959"/>
                  </a:lnTo>
                  <a:lnTo>
                    <a:pt x="2876886" y="2183"/>
                  </a:lnTo>
                  <a:lnTo>
                    <a:pt x="2856626" y="3051"/>
                  </a:lnTo>
                  <a:lnTo>
                    <a:pt x="2836366" y="3839"/>
                  </a:lnTo>
                  <a:lnTo>
                    <a:pt x="2816107" y="4017"/>
                  </a:lnTo>
                  <a:lnTo>
                    <a:pt x="2795847" y="3890"/>
                  </a:lnTo>
                  <a:lnTo>
                    <a:pt x="2775587" y="5141"/>
                  </a:lnTo>
                  <a:lnTo>
                    <a:pt x="2755327" y="5154"/>
                  </a:lnTo>
                  <a:lnTo>
                    <a:pt x="2735067" y="6115"/>
                  </a:lnTo>
                  <a:lnTo>
                    <a:pt x="2714808" y="6098"/>
                  </a:lnTo>
                  <a:lnTo>
                    <a:pt x="2694548" y="6710"/>
                  </a:lnTo>
                  <a:lnTo>
                    <a:pt x="2674288" y="7889"/>
                  </a:lnTo>
                  <a:lnTo>
                    <a:pt x="2654028" y="8688"/>
                  </a:lnTo>
                  <a:lnTo>
                    <a:pt x="2633769" y="9831"/>
                  </a:lnTo>
                  <a:lnTo>
                    <a:pt x="2613509" y="10770"/>
                  </a:lnTo>
                  <a:lnTo>
                    <a:pt x="2593249" y="11595"/>
                  </a:lnTo>
                  <a:lnTo>
                    <a:pt x="2572989" y="11831"/>
                  </a:lnTo>
                  <a:lnTo>
                    <a:pt x="2552730" y="12735"/>
                  </a:lnTo>
                  <a:lnTo>
                    <a:pt x="2532470" y="12808"/>
                  </a:lnTo>
                  <a:lnTo>
                    <a:pt x="2512210" y="13905"/>
                  </a:lnTo>
                  <a:lnTo>
                    <a:pt x="2491950" y="15675"/>
                  </a:lnTo>
                  <a:lnTo>
                    <a:pt x="2471691" y="14200"/>
                  </a:lnTo>
                  <a:lnTo>
                    <a:pt x="2451431" y="15298"/>
                  </a:lnTo>
                  <a:lnTo>
                    <a:pt x="2431171" y="18137"/>
                  </a:lnTo>
                  <a:lnTo>
                    <a:pt x="2410911" y="18988"/>
                  </a:lnTo>
                  <a:lnTo>
                    <a:pt x="2390652" y="19768"/>
                  </a:lnTo>
                  <a:lnTo>
                    <a:pt x="2370392" y="19793"/>
                  </a:lnTo>
                  <a:lnTo>
                    <a:pt x="2350132" y="17402"/>
                  </a:lnTo>
                  <a:lnTo>
                    <a:pt x="2329872" y="18671"/>
                  </a:lnTo>
                  <a:lnTo>
                    <a:pt x="2309612" y="18876"/>
                  </a:lnTo>
                  <a:lnTo>
                    <a:pt x="2289353" y="21760"/>
                  </a:lnTo>
                  <a:lnTo>
                    <a:pt x="2269093" y="24642"/>
                  </a:lnTo>
                  <a:lnTo>
                    <a:pt x="2248833" y="25422"/>
                  </a:lnTo>
                  <a:lnTo>
                    <a:pt x="2228573" y="26241"/>
                  </a:lnTo>
                  <a:lnTo>
                    <a:pt x="2208314" y="27086"/>
                  </a:lnTo>
                  <a:lnTo>
                    <a:pt x="2188054" y="27773"/>
                  </a:lnTo>
                  <a:lnTo>
                    <a:pt x="2167794" y="27806"/>
                  </a:lnTo>
                  <a:lnTo>
                    <a:pt x="2147534" y="30094"/>
                  </a:lnTo>
                  <a:lnTo>
                    <a:pt x="2127275" y="30770"/>
                  </a:lnTo>
                  <a:lnTo>
                    <a:pt x="2107015" y="31151"/>
                  </a:lnTo>
                  <a:lnTo>
                    <a:pt x="2086755" y="31943"/>
                  </a:lnTo>
                  <a:lnTo>
                    <a:pt x="2066495" y="33020"/>
                  </a:lnTo>
                  <a:lnTo>
                    <a:pt x="2046236" y="35596"/>
                  </a:lnTo>
                  <a:lnTo>
                    <a:pt x="2025976" y="36407"/>
                  </a:lnTo>
                  <a:lnTo>
                    <a:pt x="2005716" y="37220"/>
                  </a:lnTo>
                  <a:lnTo>
                    <a:pt x="1985456" y="39436"/>
                  </a:lnTo>
                  <a:lnTo>
                    <a:pt x="1965196" y="42196"/>
                  </a:lnTo>
                  <a:lnTo>
                    <a:pt x="1944937" y="46469"/>
                  </a:lnTo>
                  <a:lnTo>
                    <a:pt x="1924677" y="47442"/>
                  </a:lnTo>
                  <a:lnTo>
                    <a:pt x="1904417" y="50164"/>
                  </a:lnTo>
                  <a:lnTo>
                    <a:pt x="1884157" y="52821"/>
                  </a:lnTo>
                  <a:lnTo>
                    <a:pt x="1863898" y="54749"/>
                  </a:lnTo>
                  <a:lnTo>
                    <a:pt x="1843638" y="58124"/>
                  </a:lnTo>
                  <a:lnTo>
                    <a:pt x="1823378" y="60783"/>
                  </a:lnTo>
                  <a:lnTo>
                    <a:pt x="1803118" y="63419"/>
                  </a:lnTo>
                  <a:lnTo>
                    <a:pt x="1782859" y="65723"/>
                  </a:lnTo>
                  <a:lnTo>
                    <a:pt x="1762599" y="67497"/>
                  </a:lnTo>
                  <a:lnTo>
                    <a:pt x="1742339" y="70365"/>
                  </a:lnTo>
                  <a:lnTo>
                    <a:pt x="1722079" y="74504"/>
                  </a:lnTo>
                  <a:lnTo>
                    <a:pt x="1701820" y="78477"/>
                  </a:lnTo>
                  <a:lnTo>
                    <a:pt x="1681560" y="81297"/>
                  </a:lnTo>
                  <a:lnTo>
                    <a:pt x="1661300" y="84700"/>
                  </a:lnTo>
                  <a:lnTo>
                    <a:pt x="1641040" y="86765"/>
                  </a:lnTo>
                  <a:lnTo>
                    <a:pt x="1620781" y="87581"/>
                  </a:lnTo>
                  <a:lnTo>
                    <a:pt x="1600521" y="89758"/>
                  </a:lnTo>
                  <a:lnTo>
                    <a:pt x="1580261" y="92610"/>
                  </a:lnTo>
                  <a:lnTo>
                    <a:pt x="1560001" y="95489"/>
                  </a:lnTo>
                  <a:lnTo>
                    <a:pt x="1539741" y="99054"/>
                  </a:lnTo>
                  <a:lnTo>
                    <a:pt x="1519482" y="102234"/>
                  </a:lnTo>
                  <a:lnTo>
                    <a:pt x="1499222" y="105442"/>
                  </a:lnTo>
                  <a:lnTo>
                    <a:pt x="1478962" y="107563"/>
                  </a:lnTo>
                  <a:lnTo>
                    <a:pt x="1458702" y="110098"/>
                  </a:lnTo>
                  <a:lnTo>
                    <a:pt x="1438443" y="111785"/>
                  </a:lnTo>
                  <a:lnTo>
                    <a:pt x="1418183" y="114562"/>
                  </a:lnTo>
                  <a:lnTo>
                    <a:pt x="1397923" y="118285"/>
                  </a:lnTo>
                  <a:lnTo>
                    <a:pt x="1377663" y="120142"/>
                  </a:lnTo>
                  <a:lnTo>
                    <a:pt x="1357404" y="123950"/>
                  </a:lnTo>
                  <a:lnTo>
                    <a:pt x="1337144" y="126879"/>
                  </a:lnTo>
                  <a:lnTo>
                    <a:pt x="1316884" y="130666"/>
                  </a:lnTo>
                  <a:lnTo>
                    <a:pt x="1296624" y="132887"/>
                  </a:lnTo>
                  <a:lnTo>
                    <a:pt x="1276365" y="136384"/>
                  </a:lnTo>
                  <a:lnTo>
                    <a:pt x="1256105" y="140628"/>
                  </a:lnTo>
                  <a:lnTo>
                    <a:pt x="1235845" y="144254"/>
                  </a:lnTo>
                  <a:lnTo>
                    <a:pt x="1215585" y="146571"/>
                  </a:lnTo>
                  <a:lnTo>
                    <a:pt x="1195326" y="151514"/>
                  </a:lnTo>
                  <a:lnTo>
                    <a:pt x="1175066" y="155391"/>
                  </a:lnTo>
                  <a:lnTo>
                    <a:pt x="1154806" y="158999"/>
                  </a:lnTo>
                  <a:lnTo>
                    <a:pt x="1134546" y="162645"/>
                  </a:lnTo>
                  <a:lnTo>
                    <a:pt x="1114286" y="166593"/>
                  </a:lnTo>
                  <a:lnTo>
                    <a:pt x="1094027" y="169521"/>
                  </a:lnTo>
                  <a:lnTo>
                    <a:pt x="1073767" y="171836"/>
                  </a:lnTo>
                  <a:lnTo>
                    <a:pt x="1053507" y="175813"/>
                  </a:lnTo>
                  <a:lnTo>
                    <a:pt x="1033247" y="179911"/>
                  </a:lnTo>
                  <a:lnTo>
                    <a:pt x="1012988" y="183377"/>
                  </a:lnTo>
                  <a:lnTo>
                    <a:pt x="992728" y="186408"/>
                  </a:lnTo>
                  <a:lnTo>
                    <a:pt x="972468" y="187877"/>
                  </a:lnTo>
                  <a:lnTo>
                    <a:pt x="952208" y="190630"/>
                  </a:lnTo>
                  <a:lnTo>
                    <a:pt x="931949" y="192818"/>
                  </a:lnTo>
                  <a:lnTo>
                    <a:pt x="911689" y="196402"/>
                  </a:lnTo>
                  <a:lnTo>
                    <a:pt x="891429" y="201033"/>
                  </a:lnTo>
                  <a:lnTo>
                    <a:pt x="871169" y="203532"/>
                  </a:lnTo>
                  <a:lnTo>
                    <a:pt x="850910" y="209494"/>
                  </a:lnTo>
                  <a:lnTo>
                    <a:pt x="830650" y="213889"/>
                  </a:lnTo>
                  <a:lnTo>
                    <a:pt x="810390" y="218207"/>
                  </a:lnTo>
                  <a:lnTo>
                    <a:pt x="790130" y="222491"/>
                  </a:lnTo>
                  <a:lnTo>
                    <a:pt x="769870" y="225586"/>
                  </a:lnTo>
                  <a:lnTo>
                    <a:pt x="749611" y="229641"/>
                  </a:lnTo>
                  <a:lnTo>
                    <a:pt x="729351" y="233288"/>
                  </a:lnTo>
                  <a:lnTo>
                    <a:pt x="709091" y="236717"/>
                  </a:lnTo>
                  <a:lnTo>
                    <a:pt x="688831" y="240117"/>
                  </a:lnTo>
                  <a:lnTo>
                    <a:pt x="668572" y="243527"/>
                  </a:lnTo>
                  <a:lnTo>
                    <a:pt x="648312" y="249057"/>
                  </a:lnTo>
                  <a:lnTo>
                    <a:pt x="628052" y="252644"/>
                  </a:lnTo>
                  <a:lnTo>
                    <a:pt x="607792" y="255038"/>
                  </a:lnTo>
                  <a:lnTo>
                    <a:pt x="587533" y="258001"/>
                  </a:lnTo>
                  <a:lnTo>
                    <a:pt x="567273" y="262685"/>
                  </a:lnTo>
                  <a:lnTo>
                    <a:pt x="547013" y="266540"/>
                  </a:lnTo>
                  <a:lnTo>
                    <a:pt x="526753" y="270032"/>
                  </a:lnTo>
                  <a:lnTo>
                    <a:pt x="506494" y="274239"/>
                  </a:lnTo>
                  <a:lnTo>
                    <a:pt x="486234" y="278431"/>
                  </a:lnTo>
                  <a:lnTo>
                    <a:pt x="465974" y="281821"/>
                  </a:lnTo>
                  <a:lnTo>
                    <a:pt x="445714" y="287077"/>
                  </a:lnTo>
                  <a:lnTo>
                    <a:pt x="425455" y="291517"/>
                  </a:lnTo>
                  <a:lnTo>
                    <a:pt x="405195" y="295473"/>
                  </a:lnTo>
                  <a:lnTo>
                    <a:pt x="384935" y="299865"/>
                  </a:lnTo>
                  <a:lnTo>
                    <a:pt x="364675" y="303890"/>
                  </a:lnTo>
                  <a:lnTo>
                    <a:pt x="344415" y="307864"/>
                  </a:lnTo>
                  <a:lnTo>
                    <a:pt x="324156" y="312094"/>
                  </a:lnTo>
                  <a:lnTo>
                    <a:pt x="303896" y="316234"/>
                  </a:lnTo>
                  <a:lnTo>
                    <a:pt x="283636" y="320665"/>
                  </a:lnTo>
                  <a:lnTo>
                    <a:pt x="263376" y="325063"/>
                  </a:lnTo>
                  <a:lnTo>
                    <a:pt x="243117" y="329229"/>
                  </a:lnTo>
                  <a:lnTo>
                    <a:pt x="222857" y="331452"/>
                  </a:lnTo>
                  <a:lnTo>
                    <a:pt x="202597" y="335763"/>
                  </a:lnTo>
                  <a:lnTo>
                    <a:pt x="182337" y="338616"/>
                  </a:lnTo>
                  <a:lnTo>
                    <a:pt x="162078" y="341452"/>
                  </a:lnTo>
                  <a:lnTo>
                    <a:pt x="141818" y="345530"/>
                  </a:lnTo>
                  <a:lnTo>
                    <a:pt x="121558" y="348802"/>
                  </a:lnTo>
                  <a:lnTo>
                    <a:pt x="101298" y="353497"/>
                  </a:lnTo>
                  <a:lnTo>
                    <a:pt x="81039" y="358006"/>
                  </a:lnTo>
                  <a:lnTo>
                    <a:pt x="60779" y="361008"/>
                  </a:lnTo>
                  <a:lnTo>
                    <a:pt x="40519" y="364625"/>
                  </a:lnTo>
                  <a:lnTo>
                    <a:pt x="20259" y="369668"/>
                  </a:lnTo>
                  <a:lnTo>
                    <a:pt x="0" y="37524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1390632" y="2384439"/>
              <a:ext cx="4842083" cy="2913752"/>
            </a:xfrm>
            <a:custGeom>
              <a:avLst/>
              <a:pathLst>
                <a:path w="4842083" h="2913752">
                  <a:moveTo>
                    <a:pt x="0" y="1980355"/>
                  </a:moveTo>
                  <a:lnTo>
                    <a:pt x="20259" y="1978839"/>
                  </a:lnTo>
                  <a:lnTo>
                    <a:pt x="40519" y="1974311"/>
                  </a:lnTo>
                  <a:lnTo>
                    <a:pt x="60779" y="1971283"/>
                  </a:lnTo>
                  <a:lnTo>
                    <a:pt x="81039" y="1968488"/>
                  </a:lnTo>
                  <a:lnTo>
                    <a:pt x="101298" y="1966085"/>
                  </a:lnTo>
                  <a:lnTo>
                    <a:pt x="121558" y="1963678"/>
                  </a:lnTo>
                  <a:lnTo>
                    <a:pt x="141818" y="1961270"/>
                  </a:lnTo>
                  <a:lnTo>
                    <a:pt x="162078" y="1958864"/>
                  </a:lnTo>
                  <a:lnTo>
                    <a:pt x="182337" y="1956453"/>
                  </a:lnTo>
                  <a:lnTo>
                    <a:pt x="202597" y="1952377"/>
                  </a:lnTo>
                  <a:lnTo>
                    <a:pt x="222857" y="1948751"/>
                  </a:lnTo>
                  <a:lnTo>
                    <a:pt x="243117" y="1946237"/>
                  </a:lnTo>
                  <a:lnTo>
                    <a:pt x="263376" y="1943702"/>
                  </a:lnTo>
                  <a:lnTo>
                    <a:pt x="283636" y="1941159"/>
                  </a:lnTo>
                  <a:lnTo>
                    <a:pt x="303896" y="1938587"/>
                  </a:lnTo>
                  <a:lnTo>
                    <a:pt x="324156" y="1935338"/>
                  </a:lnTo>
                  <a:lnTo>
                    <a:pt x="344415" y="1930347"/>
                  </a:lnTo>
                  <a:lnTo>
                    <a:pt x="364675" y="1926503"/>
                  </a:lnTo>
                  <a:lnTo>
                    <a:pt x="384935" y="1922677"/>
                  </a:lnTo>
                  <a:lnTo>
                    <a:pt x="405195" y="1921192"/>
                  </a:lnTo>
                  <a:lnTo>
                    <a:pt x="425455" y="1917968"/>
                  </a:lnTo>
                  <a:lnTo>
                    <a:pt x="445714" y="1914946"/>
                  </a:lnTo>
                  <a:lnTo>
                    <a:pt x="465974" y="1910351"/>
                  </a:lnTo>
                  <a:lnTo>
                    <a:pt x="486234" y="1905286"/>
                  </a:lnTo>
                  <a:lnTo>
                    <a:pt x="506494" y="1900229"/>
                  </a:lnTo>
                  <a:lnTo>
                    <a:pt x="526753" y="1895267"/>
                  </a:lnTo>
                  <a:lnTo>
                    <a:pt x="547013" y="1891349"/>
                  </a:lnTo>
                  <a:lnTo>
                    <a:pt x="567273" y="1886977"/>
                  </a:lnTo>
                  <a:lnTo>
                    <a:pt x="587533" y="1881055"/>
                  </a:lnTo>
                  <a:lnTo>
                    <a:pt x="607792" y="1876156"/>
                  </a:lnTo>
                  <a:lnTo>
                    <a:pt x="628052" y="1873366"/>
                  </a:lnTo>
                  <a:lnTo>
                    <a:pt x="648312" y="1871577"/>
                  </a:lnTo>
                  <a:lnTo>
                    <a:pt x="668572" y="1868347"/>
                  </a:lnTo>
                  <a:lnTo>
                    <a:pt x="688831" y="1864153"/>
                  </a:lnTo>
                  <a:lnTo>
                    <a:pt x="709091" y="1859890"/>
                  </a:lnTo>
                  <a:lnTo>
                    <a:pt x="729351" y="1856030"/>
                  </a:lnTo>
                  <a:lnTo>
                    <a:pt x="749611" y="1853108"/>
                  </a:lnTo>
                  <a:lnTo>
                    <a:pt x="769870" y="1849060"/>
                  </a:lnTo>
                  <a:lnTo>
                    <a:pt x="790130" y="1846164"/>
                  </a:lnTo>
                  <a:lnTo>
                    <a:pt x="810390" y="1843711"/>
                  </a:lnTo>
                  <a:lnTo>
                    <a:pt x="830650" y="1841078"/>
                  </a:lnTo>
                  <a:lnTo>
                    <a:pt x="850910" y="1837995"/>
                  </a:lnTo>
                  <a:lnTo>
                    <a:pt x="871169" y="1833925"/>
                  </a:lnTo>
                  <a:lnTo>
                    <a:pt x="891429" y="1831559"/>
                  </a:lnTo>
                  <a:lnTo>
                    <a:pt x="911689" y="1826820"/>
                  </a:lnTo>
                  <a:lnTo>
                    <a:pt x="931949" y="1821315"/>
                  </a:lnTo>
                  <a:lnTo>
                    <a:pt x="952208" y="1817317"/>
                  </a:lnTo>
                  <a:lnTo>
                    <a:pt x="972468" y="1813579"/>
                  </a:lnTo>
                  <a:lnTo>
                    <a:pt x="992728" y="1809048"/>
                  </a:lnTo>
                  <a:lnTo>
                    <a:pt x="1012988" y="1807221"/>
                  </a:lnTo>
                  <a:lnTo>
                    <a:pt x="1033247" y="1804446"/>
                  </a:lnTo>
                  <a:lnTo>
                    <a:pt x="1053507" y="1799186"/>
                  </a:lnTo>
                  <a:lnTo>
                    <a:pt x="1073767" y="1795951"/>
                  </a:lnTo>
                  <a:lnTo>
                    <a:pt x="1094027" y="1790742"/>
                  </a:lnTo>
                  <a:lnTo>
                    <a:pt x="1114286" y="1786556"/>
                  </a:lnTo>
                  <a:lnTo>
                    <a:pt x="1134546" y="1781167"/>
                  </a:lnTo>
                  <a:lnTo>
                    <a:pt x="1154806" y="1777624"/>
                  </a:lnTo>
                  <a:lnTo>
                    <a:pt x="1175066" y="1772078"/>
                  </a:lnTo>
                  <a:lnTo>
                    <a:pt x="1195326" y="1766457"/>
                  </a:lnTo>
                  <a:lnTo>
                    <a:pt x="1215585" y="1763331"/>
                  </a:lnTo>
                  <a:lnTo>
                    <a:pt x="1235845" y="1757375"/>
                  </a:lnTo>
                  <a:lnTo>
                    <a:pt x="1256105" y="1752796"/>
                  </a:lnTo>
                  <a:lnTo>
                    <a:pt x="1276365" y="1748703"/>
                  </a:lnTo>
                  <a:lnTo>
                    <a:pt x="1296624" y="1743524"/>
                  </a:lnTo>
                  <a:lnTo>
                    <a:pt x="1316884" y="1738448"/>
                  </a:lnTo>
                  <a:lnTo>
                    <a:pt x="1337144" y="1732835"/>
                  </a:lnTo>
                  <a:lnTo>
                    <a:pt x="1357404" y="1727182"/>
                  </a:lnTo>
                  <a:lnTo>
                    <a:pt x="1377663" y="1723812"/>
                  </a:lnTo>
                  <a:lnTo>
                    <a:pt x="1397923" y="1717828"/>
                  </a:lnTo>
                  <a:lnTo>
                    <a:pt x="1418183" y="1711175"/>
                  </a:lnTo>
                  <a:lnTo>
                    <a:pt x="1438443" y="1706421"/>
                  </a:lnTo>
                  <a:lnTo>
                    <a:pt x="1458702" y="1703578"/>
                  </a:lnTo>
                  <a:lnTo>
                    <a:pt x="1478962" y="1699153"/>
                  </a:lnTo>
                  <a:lnTo>
                    <a:pt x="1499222" y="1693736"/>
                  </a:lnTo>
                  <a:lnTo>
                    <a:pt x="1519482" y="1688595"/>
                  </a:lnTo>
                  <a:lnTo>
                    <a:pt x="1539741" y="1683411"/>
                  </a:lnTo>
                  <a:lnTo>
                    <a:pt x="1560001" y="1680220"/>
                  </a:lnTo>
                  <a:lnTo>
                    <a:pt x="1580261" y="1674830"/>
                  </a:lnTo>
                  <a:lnTo>
                    <a:pt x="1600521" y="1668249"/>
                  </a:lnTo>
                  <a:lnTo>
                    <a:pt x="1620781" y="1663438"/>
                  </a:lnTo>
                  <a:lnTo>
                    <a:pt x="1641040" y="1659296"/>
                  </a:lnTo>
                  <a:lnTo>
                    <a:pt x="1661300" y="1654255"/>
                  </a:lnTo>
                  <a:lnTo>
                    <a:pt x="1681560" y="1649091"/>
                  </a:lnTo>
                  <a:lnTo>
                    <a:pt x="1701820" y="1644355"/>
                  </a:lnTo>
                  <a:lnTo>
                    <a:pt x="1722079" y="1638802"/>
                  </a:lnTo>
                  <a:lnTo>
                    <a:pt x="1742339" y="1632235"/>
                  </a:lnTo>
                  <a:lnTo>
                    <a:pt x="1762599" y="1624578"/>
                  </a:lnTo>
                  <a:lnTo>
                    <a:pt x="1782859" y="1618537"/>
                  </a:lnTo>
                  <a:lnTo>
                    <a:pt x="1803118" y="1610048"/>
                  </a:lnTo>
                  <a:lnTo>
                    <a:pt x="1823378" y="1604954"/>
                  </a:lnTo>
                  <a:lnTo>
                    <a:pt x="1843638" y="1601451"/>
                  </a:lnTo>
                  <a:lnTo>
                    <a:pt x="1863898" y="1598010"/>
                  </a:lnTo>
                  <a:lnTo>
                    <a:pt x="1884157" y="1594058"/>
                  </a:lnTo>
                  <a:lnTo>
                    <a:pt x="1904417" y="1589640"/>
                  </a:lnTo>
                  <a:lnTo>
                    <a:pt x="1924677" y="1583659"/>
                  </a:lnTo>
                  <a:lnTo>
                    <a:pt x="1944937" y="1576622"/>
                  </a:lnTo>
                  <a:lnTo>
                    <a:pt x="1965196" y="1569050"/>
                  </a:lnTo>
                  <a:lnTo>
                    <a:pt x="1985456" y="1561100"/>
                  </a:lnTo>
                  <a:lnTo>
                    <a:pt x="2005716" y="1552451"/>
                  </a:lnTo>
                  <a:lnTo>
                    <a:pt x="2025976" y="1545159"/>
                  </a:lnTo>
                  <a:lnTo>
                    <a:pt x="2046236" y="1537911"/>
                  </a:lnTo>
                  <a:lnTo>
                    <a:pt x="2066495" y="1533571"/>
                  </a:lnTo>
                  <a:lnTo>
                    <a:pt x="2086755" y="1524225"/>
                  </a:lnTo>
                  <a:lnTo>
                    <a:pt x="2107015" y="1515707"/>
                  </a:lnTo>
                  <a:lnTo>
                    <a:pt x="2127275" y="1509917"/>
                  </a:lnTo>
                  <a:lnTo>
                    <a:pt x="2147534" y="1501496"/>
                  </a:lnTo>
                  <a:lnTo>
                    <a:pt x="2167794" y="1492411"/>
                  </a:lnTo>
                  <a:lnTo>
                    <a:pt x="2188054" y="1487860"/>
                  </a:lnTo>
                  <a:lnTo>
                    <a:pt x="2208314" y="1481610"/>
                  </a:lnTo>
                  <a:lnTo>
                    <a:pt x="2228573" y="1474134"/>
                  </a:lnTo>
                  <a:lnTo>
                    <a:pt x="2248833" y="1465738"/>
                  </a:lnTo>
                  <a:lnTo>
                    <a:pt x="2269093" y="1457476"/>
                  </a:lnTo>
                  <a:lnTo>
                    <a:pt x="2289353" y="1450901"/>
                  </a:lnTo>
                  <a:lnTo>
                    <a:pt x="2309612" y="1444434"/>
                  </a:lnTo>
                  <a:lnTo>
                    <a:pt x="2329872" y="1435308"/>
                  </a:lnTo>
                  <a:lnTo>
                    <a:pt x="2350132" y="1425463"/>
                  </a:lnTo>
                  <a:lnTo>
                    <a:pt x="2370392" y="1417394"/>
                  </a:lnTo>
                  <a:lnTo>
                    <a:pt x="2390652" y="1411032"/>
                  </a:lnTo>
                  <a:lnTo>
                    <a:pt x="2410911" y="1402540"/>
                  </a:lnTo>
                  <a:lnTo>
                    <a:pt x="2431171" y="1395665"/>
                  </a:lnTo>
                  <a:lnTo>
                    <a:pt x="2451431" y="1388997"/>
                  </a:lnTo>
                  <a:lnTo>
                    <a:pt x="2471691" y="1381990"/>
                  </a:lnTo>
                  <a:lnTo>
                    <a:pt x="2491950" y="1375514"/>
                  </a:lnTo>
                  <a:lnTo>
                    <a:pt x="2512210" y="1366556"/>
                  </a:lnTo>
                  <a:lnTo>
                    <a:pt x="2532470" y="1356464"/>
                  </a:lnTo>
                  <a:lnTo>
                    <a:pt x="2552730" y="1348182"/>
                  </a:lnTo>
                  <a:lnTo>
                    <a:pt x="2572989" y="1337340"/>
                  </a:lnTo>
                  <a:lnTo>
                    <a:pt x="2593249" y="1329406"/>
                  </a:lnTo>
                  <a:lnTo>
                    <a:pt x="2613509" y="1318838"/>
                  </a:lnTo>
                  <a:lnTo>
                    <a:pt x="2633769" y="1309404"/>
                  </a:lnTo>
                  <a:lnTo>
                    <a:pt x="2654028" y="1302214"/>
                  </a:lnTo>
                  <a:lnTo>
                    <a:pt x="2674288" y="1292232"/>
                  </a:lnTo>
                  <a:lnTo>
                    <a:pt x="2694548" y="1283619"/>
                  </a:lnTo>
                  <a:lnTo>
                    <a:pt x="2714808" y="1274765"/>
                  </a:lnTo>
                  <a:lnTo>
                    <a:pt x="2735067" y="1266338"/>
                  </a:lnTo>
                  <a:lnTo>
                    <a:pt x="2755327" y="1258900"/>
                  </a:lnTo>
                  <a:lnTo>
                    <a:pt x="2775587" y="1250155"/>
                  </a:lnTo>
                  <a:lnTo>
                    <a:pt x="2795847" y="1240316"/>
                  </a:lnTo>
                  <a:lnTo>
                    <a:pt x="2816107" y="1228495"/>
                  </a:lnTo>
                  <a:lnTo>
                    <a:pt x="2836366" y="1219275"/>
                  </a:lnTo>
                  <a:lnTo>
                    <a:pt x="2856626" y="1211072"/>
                  </a:lnTo>
                  <a:lnTo>
                    <a:pt x="2876886" y="1201243"/>
                  </a:lnTo>
                  <a:lnTo>
                    <a:pt x="2897146" y="1192370"/>
                  </a:lnTo>
                  <a:lnTo>
                    <a:pt x="2917405" y="1183125"/>
                  </a:lnTo>
                  <a:lnTo>
                    <a:pt x="2937665" y="1173338"/>
                  </a:lnTo>
                  <a:lnTo>
                    <a:pt x="2957925" y="1163161"/>
                  </a:lnTo>
                  <a:lnTo>
                    <a:pt x="2978185" y="1154875"/>
                  </a:lnTo>
                  <a:lnTo>
                    <a:pt x="2998444" y="1143082"/>
                  </a:lnTo>
                  <a:lnTo>
                    <a:pt x="3018704" y="1133046"/>
                  </a:lnTo>
                  <a:lnTo>
                    <a:pt x="3038964" y="1121494"/>
                  </a:lnTo>
                  <a:lnTo>
                    <a:pt x="3059224" y="1111372"/>
                  </a:lnTo>
                  <a:lnTo>
                    <a:pt x="3079483" y="1101232"/>
                  </a:lnTo>
                  <a:lnTo>
                    <a:pt x="3099743" y="1088671"/>
                  </a:lnTo>
                  <a:lnTo>
                    <a:pt x="3120003" y="1079215"/>
                  </a:lnTo>
                  <a:lnTo>
                    <a:pt x="3140263" y="1069068"/>
                  </a:lnTo>
                  <a:lnTo>
                    <a:pt x="3160522" y="1057859"/>
                  </a:lnTo>
                  <a:lnTo>
                    <a:pt x="3180782" y="1046666"/>
                  </a:lnTo>
                  <a:lnTo>
                    <a:pt x="3201042" y="1035524"/>
                  </a:lnTo>
                  <a:lnTo>
                    <a:pt x="3221302" y="1025577"/>
                  </a:lnTo>
                  <a:lnTo>
                    <a:pt x="3241562" y="1014344"/>
                  </a:lnTo>
                  <a:lnTo>
                    <a:pt x="3261821" y="1001847"/>
                  </a:lnTo>
                  <a:lnTo>
                    <a:pt x="3282081" y="990528"/>
                  </a:lnTo>
                  <a:lnTo>
                    <a:pt x="3302341" y="978233"/>
                  </a:lnTo>
                  <a:lnTo>
                    <a:pt x="3322601" y="967251"/>
                  </a:lnTo>
                  <a:lnTo>
                    <a:pt x="3342860" y="956581"/>
                  </a:lnTo>
                  <a:lnTo>
                    <a:pt x="3363120" y="946179"/>
                  </a:lnTo>
                  <a:lnTo>
                    <a:pt x="3383380" y="934024"/>
                  </a:lnTo>
                  <a:lnTo>
                    <a:pt x="3403640" y="922456"/>
                  </a:lnTo>
                  <a:lnTo>
                    <a:pt x="3423899" y="909744"/>
                  </a:lnTo>
                  <a:lnTo>
                    <a:pt x="3444159" y="899242"/>
                  </a:lnTo>
                  <a:lnTo>
                    <a:pt x="3464419" y="888056"/>
                  </a:lnTo>
                  <a:lnTo>
                    <a:pt x="3484679" y="876574"/>
                  </a:lnTo>
                  <a:lnTo>
                    <a:pt x="3504938" y="865010"/>
                  </a:lnTo>
                  <a:lnTo>
                    <a:pt x="3525198" y="853677"/>
                  </a:lnTo>
                  <a:lnTo>
                    <a:pt x="3545458" y="843506"/>
                  </a:lnTo>
                  <a:lnTo>
                    <a:pt x="3565718" y="831151"/>
                  </a:lnTo>
                  <a:lnTo>
                    <a:pt x="3585978" y="819043"/>
                  </a:lnTo>
                  <a:lnTo>
                    <a:pt x="3606237" y="806328"/>
                  </a:lnTo>
                  <a:lnTo>
                    <a:pt x="3626497" y="791709"/>
                  </a:lnTo>
                  <a:lnTo>
                    <a:pt x="3646757" y="780684"/>
                  </a:lnTo>
                  <a:lnTo>
                    <a:pt x="3667017" y="769734"/>
                  </a:lnTo>
                  <a:lnTo>
                    <a:pt x="3687276" y="758690"/>
                  </a:lnTo>
                  <a:lnTo>
                    <a:pt x="3707536" y="747631"/>
                  </a:lnTo>
                  <a:lnTo>
                    <a:pt x="3727796" y="736557"/>
                  </a:lnTo>
                  <a:lnTo>
                    <a:pt x="3748056" y="723262"/>
                  </a:lnTo>
                  <a:lnTo>
                    <a:pt x="3768315" y="708620"/>
                  </a:lnTo>
                  <a:lnTo>
                    <a:pt x="3788575" y="695387"/>
                  </a:lnTo>
                  <a:lnTo>
                    <a:pt x="3808835" y="685549"/>
                  </a:lnTo>
                  <a:lnTo>
                    <a:pt x="3829095" y="675318"/>
                  </a:lnTo>
                  <a:lnTo>
                    <a:pt x="3849354" y="662479"/>
                  </a:lnTo>
                  <a:lnTo>
                    <a:pt x="3869614" y="649200"/>
                  </a:lnTo>
                  <a:lnTo>
                    <a:pt x="3889874" y="633898"/>
                  </a:lnTo>
                  <a:lnTo>
                    <a:pt x="3910134" y="620280"/>
                  </a:lnTo>
                  <a:lnTo>
                    <a:pt x="3930393" y="606770"/>
                  </a:lnTo>
                  <a:lnTo>
                    <a:pt x="3950653" y="594361"/>
                  </a:lnTo>
                  <a:lnTo>
                    <a:pt x="3970913" y="582712"/>
                  </a:lnTo>
                  <a:lnTo>
                    <a:pt x="3991173" y="571094"/>
                  </a:lnTo>
                  <a:lnTo>
                    <a:pt x="4011433" y="558296"/>
                  </a:lnTo>
                  <a:lnTo>
                    <a:pt x="4031692" y="544900"/>
                  </a:lnTo>
                  <a:lnTo>
                    <a:pt x="4051952" y="532232"/>
                  </a:lnTo>
                  <a:lnTo>
                    <a:pt x="4072212" y="522008"/>
                  </a:lnTo>
                  <a:lnTo>
                    <a:pt x="4092472" y="510524"/>
                  </a:lnTo>
                  <a:lnTo>
                    <a:pt x="4112731" y="498397"/>
                  </a:lnTo>
                  <a:lnTo>
                    <a:pt x="4132991" y="482772"/>
                  </a:lnTo>
                  <a:lnTo>
                    <a:pt x="4153251" y="467210"/>
                  </a:lnTo>
                  <a:lnTo>
                    <a:pt x="4173511" y="457102"/>
                  </a:lnTo>
                  <a:lnTo>
                    <a:pt x="4193770" y="442387"/>
                  </a:lnTo>
                  <a:lnTo>
                    <a:pt x="4214030" y="427691"/>
                  </a:lnTo>
                  <a:lnTo>
                    <a:pt x="4234290" y="416655"/>
                  </a:lnTo>
                  <a:lnTo>
                    <a:pt x="4254550" y="399856"/>
                  </a:lnTo>
                  <a:lnTo>
                    <a:pt x="4274809" y="386294"/>
                  </a:lnTo>
                  <a:lnTo>
                    <a:pt x="4295069" y="373288"/>
                  </a:lnTo>
                  <a:lnTo>
                    <a:pt x="4315329" y="360369"/>
                  </a:lnTo>
                  <a:lnTo>
                    <a:pt x="4335589" y="347916"/>
                  </a:lnTo>
                  <a:lnTo>
                    <a:pt x="4355848" y="334488"/>
                  </a:lnTo>
                  <a:lnTo>
                    <a:pt x="4376108" y="321281"/>
                  </a:lnTo>
                  <a:lnTo>
                    <a:pt x="4396368" y="308224"/>
                  </a:lnTo>
                  <a:lnTo>
                    <a:pt x="4416628" y="295216"/>
                  </a:lnTo>
                  <a:lnTo>
                    <a:pt x="4436888" y="281931"/>
                  </a:lnTo>
                  <a:lnTo>
                    <a:pt x="4457147" y="268991"/>
                  </a:lnTo>
                  <a:lnTo>
                    <a:pt x="4477407" y="254838"/>
                  </a:lnTo>
                  <a:lnTo>
                    <a:pt x="4497667" y="240674"/>
                  </a:lnTo>
                  <a:lnTo>
                    <a:pt x="4517927" y="226690"/>
                  </a:lnTo>
                  <a:lnTo>
                    <a:pt x="4538186" y="214391"/>
                  </a:lnTo>
                  <a:lnTo>
                    <a:pt x="4558446" y="200214"/>
                  </a:lnTo>
                  <a:lnTo>
                    <a:pt x="4578706" y="184282"/>
                  </a:lnTo>
                  <a:lnTo>
                    <a:pt x="4598966" y="171263"/>
                  </a:lnTo>
                  <a:lnTo>
                    <a:pt x="4619225" y="155294"/>
                  </a:lnTo>
                  <a:lnTo>
                    <a:pt x="4639485" y="140805"/>
                  </a:lnTo>
                  <a:lnTo>
                    <a:pt x="4659745" y="126500"/>
                  </a:lnTo>
                  <a:lnTo>
                    <a:pt x="4680005" y="112186"/>
                  </a:lnTo>
                  <a:lnTo>
                    <a:pt x="4700264" y="99542"/>
                  </a:lnTo>
                  <a:lnTo>
                    <a:pt x="4720524" y="86787"/>
                  </a:lnTo>
                  <a:lnTo>
                    <a:pt x="4740784" y="75180"/>
                  </a:lnTo>
                  <a:lnTo>
                    <a:pt x="4761044" y="61687"/>
                  </a:lnTo>
                  <a:lnTo>
                    <a:pt x="4781304" y="45592"/>
                  </a:lnTo>
                  <a:lnTo>
                    <a:pt x="4801563" y="27397"/>
                  </a:lnTo>
                  <a:lnTo>
                    <a:pt x="4821823" y="12944"/>
                  </a:lnTo>
                  <a:lnTo>
                    <a:pt x="4842083" y="0"/>
                  </a:lnTo>
                  <a:lnTo>
                    <a:pt x="4842083" y="1844121"/>
                  </a:lnTo>
                  <a:lnTo>
                    <a:pt x="4821823" y="1845007"/>
                  </a:lnTo>
                  <a:lnTo>
                    <a:pt x="4801563" y="1847066"/>
                  </a:lnTo>
                  <a:lnTo>
                    <a:pt x="4781304" y="1850416"/>
                  </a:lnTo>
                  <a:lnTo>
                    <a:pt x="4761044" y="1852826"/>
                  </a:lnTo>
                  <a:lnTo>
                    <a:pt x="4740784" y="1855385"/>
                  </a:lnTo>
                  <a:lnTo>
                    <a:pt x="4720524" y="1857381"/>
                  </a:lnTo>
                  <a:lnTo>
                    <a:pt x="4700264" y="1860124"/>
                  </a:lnTo>
                  <a:lnTo>
                    <a:pt x="4680005" y="1861490"/>
                  </a:lnTo>
                  <a:lnTo>
                    <a:pt x="4659745" y="1862854"/>
                  </a:lnTo>
                  <a:lnTo>
                    <a:pt x="4639485" y="1865318"/>
                  </a:lnTo>
                  <a:lnTo>
                    <a:pt x="4619225" y="1867788"/>
                  </a:lnTo>
                  <a:lnTo>
                    <a:pt x="4598966" y="1870593"/>
                  </a:lnTo>
                  <a:lnTo>
                    <a:pt x="4578706" y="1873784"/>
                  </a:lnTo>
                  <a:lnTo>
                    <a:pt x="4558446" y="1875851"/>
                  </a:lnTo>
                  <a:lnTo>
                    <a:pt x="4538186" y="1877693"/>
                  </a:lnTo>
                  <a:lnTo>
                    <a:pt x="4517927" y="1880563"/>
                  </a:lnTo>
                  <a:lnTo>
                    <a:pt x="4497667" y="1882719"/>
                  </a:lnTo>
                  <a:lnTo>
                    <a:pt x="4477407" y="1885227"/>
                  </a:lnTo>
                  <a:lnTo>
                    <a:pt x="4457147" y="1887734"/>
                  </a:lnTo>
                  <a:lnTo>
                    <a:pt x="4436888" y="1891525"/>
                  </a:lnTo>
                  <a:lnTo>
                    <a:pt x="4416628" y="1895405"/>
                  </a:lnTo>
                  <a:lnTo>
                    <a:pt x="4396368" y="1899305"/>
                  </a:lnTo>
                  <a:lnTo>
                    <a:pt x="4376108" y="1902571"/>
                  </a:lnTo>
                  <a:lnTo>
                    <a:pt x="4355848" y="1904849"/>
                  </a:lnTo>
                  <a:lnTo>
                    <a:pt x="4335589" y="1907857"/>
                  </a:lnTo>
                  <a:lnTo>
                    <a:pt x="4315329" y="1910439"/>
                  </a:lnTo>
                  <a:lnTo>
                    <a:pt x="4295069" y="1911260"/>
                  </a:lnTo>
                  <a:lnTo>
                    <a:pt x="4274809" y="1912836"/>
                  </a:lnTo>
                  <a:lnTo>
                    <a:pt x="4254550" y="1915783"/>
                  </a:lnTo>
                  <a:lnTo>
                    <a:pt x="4234290" y="1917211"/>
                  </a:lnTo>
                  <a:lnTo>
                    <a:pt x="4214030" y="1919625"/>
                  </a:lnTo>
                  <a:lnTo>
                    <a:pt x="4193770" y="1921274"/>
                  </a:lnTo>
                  <a:lnTo>
                    <a:pt x="4173511" y="1924330"/>
                  </a:lnTo>
                  <a:lnTo>
                    <a:pt x="4153251" y="1927924"/>
                  </a:lnTo>
                  <a:lnTo>
                    <a:pt x="4132991" y="1930633"/>
                  </a:lnTo>
                  <a:lnTo>
                    <a:pt x="4112731" y="1932928"/>
                  </a:lnTo>
                  <a:lnTo>
                    <a:pt x="4092472" y="1937352"/>
                  </a:lnTo>
                  <a:lnTo>
                    <a:pt x="4072212" y="1941825"/>
                  </a:lnTo>
                  <a:lnTo>
                    <a:pt x="4051952" y="1944986"/>
                  </a:lnTo>
                  <a:lnTo>
                    <a:pt x="4031692" y="1948157"/>
                  </a:lnTo>
                  <a:lnTo>
                    <a:pt x="4011433" y="1949790"/>
                  </a:lnTo>
                  <a:lnTo>
                    <a:pt x="3991173" y="1953315"/>
                  </a:lnTo>
                  <a:lnTo>
                    <a:pt x="3970913" y="1957578"/>
                  </a:lnTo>
                  <a:lnTo>
                    <a:pt x="3950653" y="1961245"/>
                  </a:lnTo>
                  <a:lnTo>
                    <a:pt x="3930393" y="1965898"/>
                  </a:lnTo>
                  <a:lnTo>
                    <a:pt x="3910134" y="1969306"/>
                  </a:lnTo>
                  <a:lnTo>
                    <a:pt x="3889874" y="1972908"/>
                  </a:lnTo>
                  <a:lnTo>
                    <a:pt x="3869614" y="1977383"/>
                  </a:lnTo>
                  <a:lnTo>
                    <a:pt x="3849354" y="1981888"/>
                  </a:lnTo>
                  <a:lnTo>
                    <a:pt x="3829095" y="1987316"/>
                  </a:lnTo>
                  <a:lnTo>
                    <a:pt x="3808835" y="1992082"/>
                  </a:lnTo>
                  <a:lnTo>
                    <a:pt x="3788575" y="1995624"/>
                  </a:lnTo>
                  <a:lnTo>
                    <a:pt x="3768315" y="1997024"/>
                  </a:lnTo>
                  <a:lnTo>
                    <a:pt x="3748056" y="2001081"/>
                  </a:lnTo>
                  <a:lnTo>
                    <a:pt x="3727796" y="2006030"/>
                  </a:lnTo>
                  <a:lnTo>
                    <a:pt x="3707536" y="2010323"/>
                  </a:lnTo>
                  <a:lnTo>
                    <a:pt x="3687276" y="2013442"/>
                  </a:lnTo>
                  <a:lnTo>
                    <a:pt x="3667017" y="2016504"/>
                  </a:lnTo>
                  <a:lnTo>
                    <a:pt x="3646757" y="2019262"/>
                  </a:lnTo>
                  <a:lnTo>
                    <a:pt x="3626497" y="2022529"/>
                  </a:lnTo>
                  <a:lnTo>
                    <a:pt x="3606237" y="2024227"/>
                  </a:lnTo>
                  <a:lnTo>
                    <a:pt x="3585978" y="2026466"/>
                  </a:lnTo>
                  <a:lnTo>
                    <a:pt x="3565718" y="2027556"/>
                  </a:lnTo>
                  <a:lnTo>
                    <a:pt x="3545458" y="2031214"/>
                  </a:lnTo>
                  <a:lnTo>
                    <a:pt x="3525198" y="2035837"/>
                  </a:lnTo>
                  <a:lnTo>
                    <a:pt x="3504938" y="2040106"/>
                  </a:lnTo>
                  <a:lnTo>
                    <a:pt x="3484679" y="2042306"/>
                  </a:lnTo>
                  <a:lnTo>
                    <a:pt x="3464419" y="2043153"/>
                  </a:lnTo>
                  <a:lnTo>
                    <a:pt x="3444159" y="2044016"/>
                  </a:lnTo>
                  <a:lnTo>
                    <a:pt x="3423899" y="2044887"/>
                  </a:lnTo>
                  <a:lnTo>
                    <a:pt x="3403640" y="2049085"/>
                  </a:lnTo>
                  <a:lnTo>
                    <a:pt x="3383380" y="2055112"/>
                  </a:lnTo>
                  <a:lnTo>
                    <a:pt x="3363120" y="2058148"/>
                  </a:lnTo>
                  <a:lnTo>
                    <a:pt x="3342860" y="2063176"/>
                  </a:lnTo>
                  <a:lnTo>
                    <a:pt x="3322601" y="2065782"/>
                  </a:lnTo>
                  <a:lnTo>
                    <a:pt x="3302341" y="2069818"/>
                  </a:lnTo>
                  <a:lnTo>
                    <a:pt x="3282081" y="2074420"/>
                  </a:lnTo>
                  <a:lnTo>
                    <a:pt x="3261821" y="2076142"/>
                  </a:lnTo>
                  <a:lnTo>
                    <a:pt x="3241562" y="2080054"/>
                  </a:lnTo>
                  <a:lnTo>
                    <a:pt x="3221302" y="2083439"/>
                  </a:lnTo>
                  <a:lnTo>
                    <a:pt x="3201042" y="2086427"/>
                  </a:lnTo>
                  <a:lnTo>
                    <a:pt x="3180782" y="2088857"/>
                  </a:lnTo>
                  <a:lnTo>
                    <a:pt x="3160522" y="2091284"/>
                  </a:lnTo>
                  <a:lnTo>
                    <a:pt x="3140263" y="2095210"/>
                  </a:lnTo>
                  <a:lnTo>
                    <a:pt x="3120003" y="2098380"/>
                  </a:lnTo>
                  <a:lnTo>
                    <a:pt x="3099743" y="2099375"/>
                  </a:lnTo>
                  <a:lnTo>
                    <a:pt x="3079483" y="2104178"/>
                  </a:lnTo>
                  <a:lnTo>
                    <a:pt x="3059224" y="2106591"/>
                  </a:lnTo>
                  <a:lnTo>
                    <a:pt x="3038964" y="2109525"/>
                  </a:lnTo>
                  <a:lnTo>
                    <a:pt x="3018704" y="2113288"/>
                  </a:lnTo>
                  <a:lnTo>
                    <a:pt x="2998444" y="2118633"/>
                  </a:lnTo>
                  <a:lnTo>
                    <a:pt x="2978185" y="2123512"/>
                  </a:lnTo>
                  <a:lnTo>
                    <a:pt x="2957925" y="2128039"/>
                  </a:lnTo>
                  <a:lnTo>
                    <a:pt x="2937665" y="2128507"/>
                  </a:lnTo>
                  <a:lnTo>
                    <a:pt x="2917405" y="2132536"/>
                  </a:lnTo>
                  <a:lnTo>
                    <a:pt x="2897146" y="2137910"/>
                  </a:lnTo>
                  <a:lnTo>
                    <a:pt x="2876886" y="2141860"/>
                  </a:lnTo>
                  <a:lnTo>
                    <a:pt x="2856626" y="2144075"/>
                  </a:lnTo>
                  <a:lnTo>
                    <a:pt x="2836366" y="2147477"/>
                  </a:lnTo>
                  <a:lnTo>
                    <a:pt x="2816107" y="2151434"/>
                  </a:lnTo>
                  <a:lnTo>
                    <a:pt x="2795847" y="2157524"/>
                  </a:lnTo>
                  <a:lnTo>
                    <a:pt x="2775587" y="2162682"/>
                  </a:lnTo>
                  <a:lnTo>
                    <a:pt x="2755327" y="2169829"/>
                  </a:lnTo>
                  <a:lnTo>
                    <a:pt x="2735067" y="2174474"/>
                  </a:lnTo>
                  <a:lnTo>
                    <a:pt x="2714808" y="2177258"/>
                  </a:lnTo>
                  <a:lnTo>
                    <a:pt x="2694548" y="2179820"/>
                  </a:lnTo>
                  <a:lnTo>
                    <a:pt x="2674288" y="2182083"/>
                  </a:lnTo>
                  <a:lnTo>
                    <a:pt x="2654028" y="2185799"/>
                  </a:lnTo>
                  <a:lnTo>
                    <a:pt x="2633769" y="2189955"/>
                  </a:lnTo>
                  <a:lnTo>
                    <a:pt x="2613509" y="2196072"/>
                  </a:lnTo>
                  <a:lnTo>
                    <a:pt x="2593249" y="2201392"/>
                  </a:lnTo>
                  <a:lnTo>
                    <a:pt x="2572989" y="2205492"/>
                  </a:lnTo>
                  <a:lnTo>
                    <a:pt x="2552730" y="2208261"/>
                  </a:lnTo>
                  <a:lnTo>
                    <a:pt x="2532470" y="2212278"/>
                  </a:lnTo>
                  <a:lnTo>
                    <a:pt x="2512210" y="2216603"/>
                  </a:lnTo>
                  <a:lnTo>
                    <a:pt x="2491950" y="2219441"/>
                  </a:lnTo>
                  <a:lnTo>
                    <a:pt x="2471691" y="2223619"/>
                  </a:lnTo>
                  <a:lnTo>
                    <a:pt x="2451431" y="2227786"/>
                  </a:lnTo>
                  <a:lnTo>
                    <a:pt x="2431171" y="2231944"/>
                  </a:lnTo>
                  <a:lnTo>
                    <a:pt x="2410911" y="2236089"/>
                  </a:lnTo>
                  <a:lnTo>
                    <a:pt x="2390652" y="2239818"/>
                  </a:lnTo>
                  <a:lnTo>
                    <a:pt x="2370392" y="2245185"/>
                  </a:lnTo>
                  <a:lnTo>
                    <a:pt x="2350132" y="2249049"/>
                  </a:lnTo>
                  <a:lnTo>
                    <a:pt x="2329872" y="2254119"/>
                  </a:lnTo>
                  <a:lnTo>
                    <a:pt x="2309612" y="2259046"/>
                  </a:lnTo>
                  <a:lnTo>
                    <a:pt x="2289353" y="2263498"/>
                  </a:lnTo>
                  <a:lnTo>
                    <a:pt x="2269093" y="2269598"/>
                  </a:lnTo>
                  <a:lnTo>
                    <a:pt x="2248833" y="2276006"/>
                  </a:lnTo>
                  <a:lnTo>
                    <a:pt x="2228573" y="2282397"/>
                  </a:lnTo>
                  <a:lnTo>
                    <a:pt x="2208314" y="2287083"/>
                  </a:lnTo>
                  <a:lnTo>
                    <a:pt x="2188054" y="2290342"/>
                  </a:lnTo>
                  <a:lnTo>
                    <a:pt x="2167794" y="2294369"/>
                  </a:lnTo>
                  <a:lnTo>
                    <a:pt x="2147534" y="2299357"/>
                  </a:lnTo>
                  <a:lnTo>
                    <a:pt x="2127275" y="2305026"/>
                  </a:lnTo>
                  <a:lnTo>
                    <a:pt x="2107015" y="2309157"/>
                  </a:lnTo>
                  <a:lnTo>
                    <a:pt x="2086755" y="2314950"/>
                  </a:lnTo>
                  <a:lnTo>
                    <a:pt x="2066495" y="2320707"/>
                  </a:lnTo>
                  <a:lnTo>
                    <a:pt x="2046236" y="2327472"/>
                  </a:lnTo>
                  <a:lnTo>
                    <a:pt x="2025976" y="2333098"/>
                  </a:lnTo>
                  <a:lnTo>
                    <a:pt x="2005716" y="2339725"/>
                  </a:lnTo>
                  <a:lnTo>
                    <a:pt x="1985456" y="2345770"/>
                  </a:lnTo>
                  <a:lnTo>
                    <a:pt x="1965196" y="2352507"/>
                  </a:lnTo>
                  <a:lnTo>
                    <a:pt x="1944937" y="2358460"/>
                  </a:lnTo>
                  <a:lnTo>
                    <a:pt x="1924677" y="2364281"/>
                  </a:lnTo>
                  <a:lnTo>
                    <a:pt x="1904417" y="2370725"/>
                  </a:lnTo>
                  <a:lnTo>
                    <a:pt x="1884157" y="2375544"/>
                  </a:lnTo>
                  <a:lnTo>
                    <a:pt x="1863898" y="2382639"/>
                  </a:lnTo>
                  <a:lnTo>
                    <a:pt x="1843638" y="2387575"/>
                  </a:lnTo>
                  <a:lnTo>
                    <a:pt x="1823378" y="2392753"/>
                  </a:lnTo>
                  <a:lnTo>
                    <a:pt x="1803118" y="2398030"/>
                  </a:lnTo>
                  <a:lnTo>
                    <a:pt x="1782859" y="2402270"/>
                  </a:lnTo>
                  <a:lnTo>
                    <a:pt x="1762599" y="2409902"/>
                  </a:lnTo>
                  <a:lnTo>
                    <a:pt x="1742339" y="2417322"/>
                  </a:lnTo>
                  <a:lnTo>
                    <a:pt x="1722079" y="2423709"/>
                  </a:lnTo>
                  <a:lnTo>
                    <a:pt x="1701820" y="2430062"/>
                  </a:lnTo>
                  <a:lnTo>
                    <a:pt x="1681560" y="2436048"/>
                  </a:lnTo>
                  <a:lnTo>
                    <a:pt x="1661300" y="2441822"/>
                  </a:lnTo>
                  <a:lnTo>
                    <a:pt x="1641040" y="2447786"/>
                  </a:lnTo>
                  <a:lnTo>
                    <a:pt x="1620781" y="2455010"/>
                  </a:lnTo>
                  <a:lnTo>
                    <a:pt x="1600521" y="2460016"/>
                  </a:lnTo>
                  <a:lnTo>
                    <a:pt x="1580261" y="2467344"/>
                  </a:lnTo>
                  <a:lnTo>
                    <a:pt x="1560001" y="2473173"/>
                  </a:lnTo>
                  <a:lnTo>
                    <a:pt x="1539741" y="2475506"/>
                  </a:lnTo>
                  <a:lnTo>
                    <a:pt x="1519482" y="2479641"/>
                  </a:lnTo>
                  <a:lnTo>
                    <a:pt x="1499222" y="2486099"/>
                  </a:lnTo>
                  <a:lnTo>
                    <a:pt x="1478962" y="2492560"/>
                  </a:lnTo>
                  <a:lnTo>
                    <a:pt x="1458702" y="2498921"/>
                  </a:lnTo>
                  <a:lnTo>
                    <a:pt x="1438443" y="2503981"/>
                  </a:lnTo>
                  <a:lnTo>
                    <a:pt x="1418183" y="2509119"/>
                  </a:lnTo>
                  <a:lnTo>
                    <a:pt x="1397923" y="2514148"/>
                  </a:lnTo>
                  <a:lnTo>
                    <a:pt x="1377663" y="2520019"/>
                  </a:lnTo>
                  <a:lnTo>
                    <a:pt x="1357404" y="2526427"/>
                  </a:lnTo>
                  <a:lnTo>
                    <a:pt x="1337144" y="2532338"/>
                  </a:lnTo>
                  <a:lnTo>
                    <a:pt x="1316884" y="2537274"/>
                  </a:lnTo>
                  <a:lnTo>
                    <a:pt x="1296624" y="2542078"/>
                  </a:lnTo>
                  <a:lnTo>
                    <a:pt x="1276365" y="2549892"/>
                  </a:lnTo>
                  <a:lnTo>
                    <a:pt x="1256105" y="2555760"/>
                  </a:lnTo>
                  <a:lnTo>
                    <a:pt x="1235845" y="2561641"/>
                  </a:lnTo>
                  <a:lnTo>
                    <a:pt x="1215585" y="2567818"/>
                  </a:lnTo>
                  <a:lnTo>
                    <a:pt x="1195326" y="2574591"/>
                  </a:lnTo>
                  <a:lnTo>
                    <a:pt x="1175066" y="2580208"/>
                  </a:lnTo>
                  <a:lnTo>
                    <a:pt x="1154806" y="2585836"/>
                  </a:lnTo>
                  <a:lnTo>
                    <a:pt x="1134546" y="2592361"/>
                  </a:lnTo>
                  <a:lnTo>
                    <a:pt x="1114286" y="2598845"/>
                  </a:lnTo>
                  <a:lnTo>
                    <a:pt x="1094027" y="2604604"/>
                  </a:lnTo>
                  <a:lnTo>
                    <a:pt x="1073767" y="2610866"/>
                  </a:lnTo>
                  <a:lnTo>
                    <a:pt x="1053507" y="2617105"/>
                  </a:lnTo>
                  <a:lnTo>
                    <a:pt x="1033247" y="2623317"/>
                  </a:lnTo>
                  <a:lnTo>
                    <a:pt x="1012988" y="2629513"/>
                  </a:lnTo>
                  <a:lnTo>
                    <a:pt x="992728" y="2636198"/>
                  </a:lnTo>
                  <a:lnTo>
                    <a:pt x="972468" y="2641801"/>
                  </a:lnTo>
                  <a:lnTo>
                    <a:pt x="952208" y="2648003"/>
                  </a:lnTo>
                  <a:lnTo>
                    <a:pt x="931949" y="2655488"/>
                  </a:lnTo>
                  <a:lnTo>
                    <a:pt x="911689" y="2661457"/>
                  </a:lnTo>
                  <a:lnTo>
                    <a:pt x="891429" y="2667895"/>
                  </a:lnTo>
                  <a:lnTo>
                    <a:pt x="871169" y="2674212"/>
                  </a:lnTo>
                  <a:lnTo>
                    <a:pt x="850910" y="2680393"/>
                  </a:lnTo>
                  <a:lnTo>
                    <a:pt x="830650" y="2686544"/>
                  </a:lnTo>
                  <a:lnTo>
                    <a:pt x="810390" y="2692666"/>
                  </a:lnTo>
                  <a:lnTo>
                    <a:pt x="790130" y="2698322"/>
                  </a:lnTo>
                  <a:lnTo>
                    <a:pt x="769870" y="2704191"/>
                  </a:lnTo>
                  <a:lnTo>
                    <a:pt x="749611" y="2708679"/>
                  </a:lnTo>
                  <a:lnTo>
                    <a:pt x="729351" y="2713296"/>
                  </a:lnTo>
                  <a:lnTo>
                    <a:pt x="709091" y="2719628"/>
                  </a:lnTo>
                  <a:lnTo>
                    <a:pt x="688831" y="2726348"/>
                  </a:lnTo>
                  <a:lnTo>
                    <a:pt x="668572" y="2733413"/>
                  </a:lnTo>
                  <a:lnTo>
                    <a:pt x="648312" y="2738404"/>
                  </a:lnTo>
                  <a:lnTo>
                    <a:pt x="628052" y="2743784"/>
                  </a:lnTo>
                  <a:lnTo>
                    <a:pt x="607792" y="2748980"/>
                  </a:lnTo>
                  <a:lnTo>
                    <a:pt x="587533" y="2754430"/>
                  </a:lnTo>
                  <a:lnTo>
                    <a:pt x="567273" y="2761269"/>
                  </a:lnTo>
                  <a:lnTo>
                    <a:pt x="547013" y="2765909"/>
                  </a:lnTo>
                  <a:lnTo>
                    <a:pt x="526753" y="2772259"/>
                  </a:lnTo>
                  <a:lnTo>
                    <a:pt x="506494" y="2777071"/>
                  </a:lnTo>
                  <a:lnTo>
                    <a:pt x="486234" y="2783994"/>
                  </a:lnTo>
                  <a:lnTo>
                    <a:pt x="465974" y="2790663"/>
                  </a:lnTo>
                  <a:lnTo>
                    <a:pt x="445714" y="2795707"/>
                  </a:lnTo>
                  <a:lnTo>
                    <a:pt x="425455" y="2801712"/>
                  </a:lnTo>
                  <a:lnTo>
                    <a:pt x="405195" y="2807840"/>
                  </a:lnTo>
                  <a:lnTo>
                    <a:pt x="384935" y="2813330"/>
                  </a:lnTo>
                  <a:lnTo>
                    <a:pt x="364675" y="2818772"/>
                  </a:lnTo>
                  <a:lnTo>
                    <a:pt x="344415" y="2825688"/>
                  </a:lnTo>
                  <a:lnTo>
                    <a:pt x="324156" y="2831160"/>
                  </a:lnTo>
                  <a:lnTo>
                    <a:pt x="303896" y="2836563"/>
                  </a:lnTo>
                  <a:lnTo>
                    <a:pt x="283636" y="2841196"/>
                  </a:lnTo>
                  <a:lnTo>
                    <a:pt x="263376" y="2846279"/>
                  </a:lnTo>
                  <a:lnTo>
                    <a:pt x="243117" y="2852134"/>
                  </a:lnTo>
                  <a:lnTo>
                    <a:pt x="222857" y="2857241"/>
                  </a:lnTo>
                  <a:lnTo>
                    <a:pt x="202597" y="2863011"/>
                  </a:lnTo>
                  <a:lnTo>
                    <a:pt x="182337" y="2867816"/>
                  </a:lnTo>
                  <a:lnTo>
                    <a:pt x="162078" y="2872592"/>
                  </a:lnTo>
                  <a:lnTo>
                    <a:pt x="141818" y="2878370"/>
                  </a:lnTo>
                  <a:lnTo>
                    <a:pt x="121558" y="2884182"/>
                  </a:lnTo>
                  <a:lnTo>
                    <a:pt x="101298" y="2889360"/>
                  </a:lnTo>
                  <a:lnTo>
                    <a:pt x="81039" y="2894708"/>
                  </a:lnTo>
                  <a:lnTo>
                    <a:pt x="60779" y="2899723"/>
                  </a:lnTo>
                  <a:lnTo>
                    <a:pt x="40519" y="2904414"/>
                  </a:lnTo>
                  <a:lnTo>
                    <a:pt x="20259" y="2909616"/>
                  </a:lnTo>
                  <a:lnTo>
                    <a:pt x="0" y="2913752"/>
                  </a:lnTo>
                  <a:close/>
                </a:path>
              </a:pathLst>
            </a:custGeom>
            <a:solidFill>
              <a:srgbClr val="E69F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390632" y="2384439"/>
              <a:ext cx="4842083" cy="1980355"/>
            </a:xfrm>
            <a:custGeom>
              <a:avLst/>
              <a:pathLst>
                <a:path w="4842083" h="1980355">
                  <a:moveTo>
                    <a:pt x="0" y="1980355"/>
                  </a:moveTo>
                  <a:lnTo>
                    <a:pt x="20259" y="1978839"/>
                  </a:lnTo>
                  <a:lnTo>
                    <a:pt x="40519" y="1974311"/>
                  </a:lnTo>
                  <a:lnTo>
                    <a:pt x="60779" y="1971283"/>
                  </a:lnTo>
                  <a:lnTo>
                    <a:pt x="81039" y="1968488"/>
                  </a:lnTo>
                  <a:lnTo>
                    <a:pt x="101298" y="1966085"/>
                  </a:lnTo>
                  <a:lnTo>
                    <a:pt x="121558" y="1963678"/>
                  </a:lnTo>
                  <a:lnTo>
                    <a:pt x="141818" y="1961270"/>
                  </a:lnTo>
                  <a:lnTo>
                    <a:pt x="162078" y="1958864"/>
                  </a:lnTo>
                  <a:lnTo>
                    <a:pt x="182337" y="1956453"/>
                  </a:lnTo>
                  <a:lnTo>
                    <a:pt x="202597" y="1952377"/>
                  </a:lnTo>
                  <a:lnTo>
                    <a:pt x="222857" y="1948751"/>
                  </a:lnTo>
                  <a:lnTo>
                    <a:pt x="243117" y="1946237"/>
                  </a:lnTo>
                  <a:lnTo>
                    <a:pt x="263376" y="1943702"/>
                  </a:lnTo>
                  <a:lnTo>
                    <a:pt x="283636" y="1941159"/>
                  </a:lnTo>
                  <a:lnTo>
                    <a:pt x="303896" y="1938587"/>
                  </a:lnTo>
                  <a:lnTo>
                    <a:pt x="324156" y="1935338"/>
                  </a:lnTo>
                  <a:lnTo>
                    <a:pt x="344415" y="1930347"/>
                  </a:lnTo>
                  <a:lnTo>
                    <a:pt x="364675" y="1926503"/>
                  </a:lnTo>
                  <a:lnTo>
                    <a:pt x="384935" y="1922677"/>
                  </a:lnTo>
                  <a:lnTo>
                    <a:pt x="405195" y="1921192"/>
                  </a:lnTo>
                  <a:lnTo>
                    <a:pt x="425455" y="1917968"/>
                  </a:lnTo>
                  <a:lnTo>
                    <a:pt x="445714" y="1914946"/>
                  </a:lnTo>
                  <a:lnTo>
                    <a:pt x="465974" y="1910351"/>
                  </a:lnTo>
                  <a:lnTo>
                    <a:pt x="486234" y="1905286"/>
                  </a:lnTo>
                  <a:lnTo>
                    <a:pt x="506494" y="1900229"/>
                  </a:lnTo>
                  <a:lnTo>
                    <a:pt x="526753" y="1895267"/>
                  </a:lnTo>
                  <a:lnTo>
                    <a:pt x="547013" y="1891349"/>
                  </a:lnTo>
                  <a:lnTo>
                    <a:pt x="567273" y="1886977"/>
                  </a:lnTo>
                  <a:lnTo>
                    <a:pt x="587533" y="1881055"/>
                  </a:lnTo>
                  <a:lnTo>
                    <a:pt x="607792" y="1876156"/>
                  </a:lnTo>
                  <a:lnTo>
                    <a:pt x="628052" y="1873366"/>
                  </a:lnTo>
                  <a:lnTo>
                    <a:pt x="648312" y="1871577"/>
                  </a:lnTo>
                  <a:lnTo>
                    <a:pt x="668572" y="1868347"/>
                  </a:lnTo>
                  <a:lnTo>
                    <a:pt x="688831" y="1864153"/>
                  </a:lnTo>
                  <a:lnTo>
                    <a:pt x="709091" y="1859890"/>
                  </a:lnTo>
                  <a:lnTo>
                    <a:pt x="729351" y="1856030"/>
                  </a:lnTo>
                  <a:lnTo>
                    <a:pt x="749611" y="1853108"/>
                  </a:lnTo>
                  <a:lnTo>
                    <a:pt x="769870" y="1849060"/>
                  </a:lnTo>
                  <a:lnTo>
                    <a:pt x="790130" y="1846164"/>
                  </a:lnTo>
                  <a:lnTo>
                    <a:pt x="810390" y="1843711"/>
                  </a:lnTo>
                  <a:lnTo>
                    <a:pt x="830650" y="1841078"/>
                  </a:lnTo>
                  <a:lnTo>
                    <a:pt x="850910" y="1837995"/>
                  </a:lnTo>
                  <a:lnTo>
                    <a:pt x="871169" y="1833925"/>
                  </a:lnTo>
                  <a:lnTo>
                    <a:pt x="891429" y="1831559"/>
                  </a:lnTo>
                  <a:lnTo>
                    <a:pt x="911689" y="1826820"/>
                  </a:lnTo>
                  <a:lnTo>
                    <a:pt x="931949" y="1821315"/>
                  </a:lnTo>
                  <a:lnTo>
                    <a:pt x="952208" y="1817317"/>
                  </a:lnTo>
                  <a:lnTo>
                    <a:pt x="972468" y="1813579"/>
                  </a:lnTo>
                  <a:lnTo>
                    <a:pt x="992728" y="1809048"/>
                  </a:lnTo>
                  <a:lnTo>
                    <a:pt x="1012988" y="1807221"/>
                  </a:lnTo>
                  <a:lnTo>
                    <a:pt x="1033247" y="1804446"/>
                  </a:lnTo>
                  <a:lnTo>
                    <a:pt x="1053507" y="1799186"/>
                  </a:lnTo>
                  <a:lnTo>
                    <a:pt x="1073767" y="1795951"/>
                  </a:lnTo>
                  <a:lnTo>
                    <a:pt x="1094027" y="1790742"/>
                  </a:lnTo>
                  <a:lnTo>
                    <a:pt x="1114286" y="1786556"/>
                  </a:lnTo>
                  <a:lnTo>
                    <a:pt x="1134546" y="1781167"/>
                  </a:lnTo>
                  <a:lnTo>
                    <a:pt x="1154806" y="1777624"/>
                  </a:lnTo>
                  <a:lnTo>
                    <a:pt x="1175066" y="1772078"/>
                  </a:lnTo>
                  <a:lnTo>
                    <a:pt x="1195326" y="1766457"/>
                  </a:lnTo>
                  <a:lnTo>
                    <a:pt x="1215585" y="1763331"/>
                  </a:lnTo>
                  <a:lnTo>
                    <a:pt x="1235845" y="1757375"/>
                  </a:lnTo>
                  <a:lnTo>
                    <a:pt x="1256105" y="1752796"/>
                  </a:lnTo>
                  <a:lnTo>
                    <a:pt x="1276365" y="1748703"/>
                  </a:lnTo>
                  <a:lnTo>
                    <a:pt x="1296624" y="1743524"/>
                  </a:lnTo>
                  <a:lnTo>
                    <a:pt x="1316884" y="1738448"/>
                  </a:lnTo>
                  <a:lnTo>
                    <a:pt x="1337144" y="1732835"/>
                  </a:lnTo>
                  <a:lnTo>
                    <a:pt x="1357404" y="1727182"/>
                  </a:lnTo>
                  <a:lnTo>
                    <a:pt x="1377663" y="1723812"/>
                  </a:lnTo>
                  <a:lnTo>
                    <a:pt x="1397923" y="1717828"/>
                  </a:lnTo>
                  <a:lnTo>
                    <a:pt x="1418183" y="1711175"/>
                  </a:lnTo>
                  <a:lnTo>
                    <a:pt x="1438443" y="1706421"/>
                  </a:lnTo>
                  <a:lnTo>
                    <a:pt x="1458702" y="1703578"/>
                  </a:lnTo>
                  <a:lnTo>
                    <a:pt x="1478962" y="1699153"/>
                  </a:lnTo>
                  <a:lnTo>
                    <a:pt x="1499222" y="1693736"/>
                  </a:lnTo>
                  <a:lnTo>
                    <a:pt x="1519482" y="1688595"/>
                  </a:lnTo>
                  <a:lnTo>
                    <a:pt x="1539741" y="1683411"/>
                  </a:lnTo>
                  <a:lnTo>
                    <a:pt x="1560001" y="1680220"/>
                  </a:lnTo>
                  <a:lnTo>
                    <a:pt x="1580261" y="1674830"/>
                  </a:lnTo>
                  <a:lnTo>
                    <a:pt x="1600521" y="1668249"/>
                  </a:lnTo>
                  <a:lnTo>
                    <a:pt x="1620781" y="1663438"/>
                  </a:lnTo>
                  <a:lnTo>
                    <a:pt x="1641040" y="1659296"/>
                  </a:lnTo>
                  <a:lnTo>
                    <a:pt x="1661300" y="1654255"/>
                  </a:lnTo>
                  <a:lnTo>
                    <a:pt x="1681560" y="1649091"/>
                  </a:lnTo>
                  <a:lnTo>
                    <a:pt x="1701820" y="1644355"/>
                  </a:lnTo>
                  <a:lnTo>
                    <a:pt x="1722079" y="1638802"/>
                  </a:lnTo>
                  <a:lnTo>
                    <a:pt x="1742339" y="1632235"/>
                  </a:lnTo>
                  <a:lnTo>
                    <a:pt x="1762599" y="1624578"/>
                  </a:lnTo>
                  <a:lnTo>
                    <a:pt x="1782859" y="1618537"/>
                  </a:lnTo>
                  <a:lnTo>
                    <a:pt x="1803118" y="1610048"/>
                  </a:lnTo>
                  <a:lnTo>
                    <a:pt x="1823378" y="1604954"/>
                  </a:lnTo>
                  <a:lnTo>
                    <a:pt x="1843638" y="1601451"/>
                  </a:lnTo>
                  <a:lnTo>
                    <a:pt x="1863898" y="1598010"/>
                  </a:lnTo>
                  <a:lnTo>
                    <a:pt x="1884157" y="1594058"/>
                  </a:lnTo>
                  <a:lnTo>
                    <a:pt x="1904417" y="1589640"/>
                  </a:lnTo>
                  <a:lnTo>
                    <a:pt x="1924677" y="1583659"/>
                  </a:lnTo>
                  <a:lnTo>
                    <a:pt x="1944937" y="1576622"/>
                  </a:lnTo>
                  <a:lnTo>
                    <a:pt x="1965196" y="1569050"/>
                  </a:lnTo>
                  <a:lnTo>
                    <a:pt x="1985456" y="1561100"/>
                  </a:lnTo>
                  <a:lnTo>
                    <a:pt x="2005716" y="1552451"/>
                  </a:lnTo>
                  <a:lnTo>
                    <a:pt x="2025976" y="1545159"/>
                  </a:lnTo>
                  <a:lnTo>
                    <a:pt x="2046236" y="1537911"/>
                  </a:lnTo>
                  <a:lnTo>
                    <a:pt x="2066495" y="1533571"/>
                  </a:lnTo>
                  <a:lnTo>
                    <a:pt x="2086755" y="1524225"/>
                  </a:lnTo>
                  <a:lnTo>
                    <a:pt x="2107015" y="1515707"/>
                  </a:lnTo>
                  <a:lnTo>
                    <a:pt x="2127275" y="1509917"/>
                  </a:lnTo>
                  <a:lnTo>
                    <a:pt x="2147534" y="1501496"/>
                  </a:lnTo>
                  <a:lnTo>
                    <a:pt x="2167794" y="1492411"/>
                  </a:lnTo>
                  <a:lnTo>
                    <a:pt x="2188054" y="1487860"/>
                  </a:lnTo>
                  <a:lnTo>
                    <a:pt x="2208314" y="1481610"/>
                  </a:lnTo>
                  <a:lnTo>
                    <a:pt x="2228573" y="1474134"/>
                  </a:lnTo>
                  <a:lnTo>
                    <a:pt x="2248833" y="1465738"/>
                  </a:lnTo>
                  <a:lnTo>
                    <a:pt x="2269093" y="1457476"/>
                  </a:lnTo>
                  <a:lnTo>
                    <a:pt x="2289353" y="1450901"/>
                  </a:lnTo>
                  <a:lnTo>
                    <a:pt x="2309612" y="1444434"/>
                  </a:lnTo>
                  <a:lnTo>
                    <a:pt x="2329872" y="1435308"/>
                  </a:lnTo>
                  <a:lnTo>
                    <a:pt x="2350132" y="1425463"/>
                  </a:lnTo>
                  <a:lnTo>
                    <a:pt x="2370392" y="1417394"/>
                  </a:lnTo>
                  <a:lnTo>
                    <a:pt x="2390652" y="1411032"/>
                  </a:lnTo>
                  <a:lnTo>
                    <a:pt x="2410911" y="1402540"/>
                  </a:lnTo>
                  <a:lnTo>
                    <a:pt x="2431171" y="1395665"/>
                  </a:lnTo>
                  <a:lnTo>
                    <a:pt x="2451431" y="1388997"/>
                  </a:lnTo>
                  <a:lnTo>
                    <a:pt x="2471691" y="1381990"/>
                  </a:lnTo>
                  <a:lnTo>
                    <a:pt x="2491950" y="1375514"/>
                  </a:lnTo>
                  <a:lnTo>
                    <a:pt x="2512210" y="1366556"/>
                  </a:lnTo>
                  <a:lnTo>
                    <a:pt x="2532470" y="1356464"/>
                  </a:lnTo>
                  <a:lnTo>
                    <a:pt x="2552730" y="1348182"/>
                  </a:lnTo>
                  <a:lnTo>
                    <a:pt x="2572989" y="1337340"/>
                  </a:lnTo>
                  <a:lnTo>
                    <a:pt x="2593249" y="1329406"/>
                  </a:lnTo>
                  <a:lnTo>
                    <a:pt x="2613509" y="1318838"/>
                  </a:lnTo>
                  <a:lnTo>
                    <a:pt x="2633769" y="1309404"/>
                  </a:lnTo>
                  <a:lnTo>
                    <a:pt x="2654028" y="1302214"/>
                  </a:lnTo>
                  <a:lnTo>
                    <a:pt x="2674288" y="1292232"/>
                  </a:lnTo>
                  <a:lnTo>
                    <a:pt x="2694548" y="1283619"/>
                  </a:lnTo>
                  <a:lnTo>
                    <a:pt x="2714808" y="1274765"/>
                  </a:lnTo>
                  <a:lnTo>
                    <a:pt x="2735067" y="1266338"/>
                  </a:lnTo>
                  <a:lnTo>
                    <a:pt x="2755327" y="1258900"/>
                  </a:lnTo>
                  <a:lnTo>
                    <a:pt x="2775587" y="1250155"/>
                  </a:lnTo>
                  <a:lnTo>
                    <a:pt x="2795847" y="1240316"/>
                  </a:lnTo>
                  <a:lnTo>
                    <a:pt x="2816107" y="1228495"/>
                  </a:lnTo>
                  <a:lnTo>
                    <a:pt x="2836366" y="1219275"/>
                  </a:lnTo>
                  <a:lnTo>
                    <a:pt x="2856626" y="1211072"/>
                  </a:lnTo>
                  <a:lnTo>
                    <a:pt x="2876886" y="1201243"/>
                  </a:lnTo>
                  <a:lnTo>
                    <a:pt x="2897146" y="1192370"/>
                  </a:lnTo>
                  <a:lnTo>
                    <a:pt x="2917405" y="1183125"/>
                  </a:lnTo>
                  <a:lnTo>
                    <a:pt x="2937665" y="1173338"/>
                  </a:lnTo>
                  <a:lnTo>
                    <a:pt x="2957925" y="1163161"/>
                  </a:lnTo>
                  <a:lnTo>
                    <a:pt x="2978185" y="1154875"/>
                  </a:lnTo>
                  <a:lnTo>
                    <a:pt x="2998444" y="1143082"/>
                  </a:lnTo>
                  <a:lnTo>
                    <a:pt x="3018704" y="1133046"/>
                  </a:lnTo>
                  <a:lnTo>
                    <a:pt x="3038964" y="1121494"/>
                  </a:lnTo>
                  <a:lnTo>
                    <a:pt x="3059224" y="1111372"/>
                  </a:lnTo>
                  <a:lnTo>
                    <a:pt x="3079483" y="1101232"/>
                  </a:lnTo>
                  <a:lnTo>
                    <a:pt x="3099743" y="1088671"/>
                  </a:lnTo>
                  <a:lnTo>
                    <a:pt x="3120003" y="1079215"/>
                  </a:lnTo>
                  <a:lnTo>
                    <a:pt x="3140263" y="1069068"/>
                  </a:lnTo>
                  <a:lnTo>
                    <a:pt x="3160522" y="1057859"/>
                  </a:lnTo>
                  <a:lnTo>
                    <a:pt x="3180782" y="1046666"/>
                  </a:lnTo>
                  <a:lnTo>
                    <a:pt x="3201042" y="1035524"/>
                  </a:lnTo>
                  <a:lnTo>
                    <a:pt x="3221302" y="1025577"/>
                  </a:lnTo>
                  <a:lnTo>
                    <a:pt x="3241562" y="1014344"/>
                  </a:lnTo>
                  <a:lnTo>
                    <a:pt x="3261821" y="1001847"/>
                  </a:lnTo>
                  <a:lnTo>
                    <a:pt x="3282081" y="990528"/>
                  </a:lnTo>
                  <a:lnTo>
                    <a:pt x="3302341" y="978233"/>
                  </a:lnTo>
                  <a:lnTo>
                    <a:pt x="3322601" y="967251"/>
                  </a:lnTo>
                  <a:lnTo>
                    <a:pt x="3342860" y="956581"/>
                  </a:lnTo>
                  <a:lnTo>
                    <a:pt x="3363120" y="946179"/>
                  </a:lnTo>
                  <a:lnTo>
                    <a:pt x="3383380" y="934024"/>
                  </a:lnTo>
                  <a:lnTo>
                    <a:pt x="3403640" y="922456"/>
                  </a:lnTo>
                  <a:lnTo>
                    <a:pt x="3423899" y="909744"/>
                  </a:lnTo>
                  <a:lnTo>
                    <a:pt x="3444159" y="899242"/>
                  </a:lnTo>
                  <a:lnTo>
                    <a:pt x="3464419" y="888056"/>
                  </a:lnTo>
                  <a:lnTo>
                    <a:pt x="3484679" y="876574"/>
                  </a:lnTo>
                  <a:lnTo>
                    <a:pt x="3504938" y="865010"/>
                  </a:lnTo>
                  <a:lnTo>
                    <a:pt x="3525198" y="853677"/>
                  </a:lnTo>
                  <a:lnTo>
                    <a:pt x="3545458" y="843506"/>
                  </a:lnTo>
                  <a:lnTo>
                    <a:pt x="3565718" y="831151"/>
                  </a:lnTo>
                  <a:lnTo>
                    <a:pt x="3585978" y="819043"/>
                  </a:lnTo>
                  <a:lnTo>
                    <a:pt x="3606237" y="806328"/>
                  </a:lnTo>
                  <a:lnTo>
                    <a:pt x="3626497" y="791709"/>
                  </a:lnTo>
                  <a:lnTo>
                    <a:pt x="3646757" y="780684"/>
                  </a:lnTo>
                  <a:lnTo>
                    <a:pt x="3667017" y="769734"/>
                  </a:lnTo>
                  <a:lnTo>
                    <a:pt x="3687276" y="758690"/>
                  </a:lnTo>
                  <a:lnTo>
                    <a:pt x="3707536" y="747631"/>
                  </a:lnTo>
                  <a:lnTo>
                    <a:pt x="3727796" y="736557"/>
                  </a:lnTo>
                  <a:lnTo>
                    <a:pt x="3748056" y="723262"/>
                  </a:lnTo>
                  <a:lnTo>
                    <a:pt x="3768315" y="708620"/>
                  </a:lnTo>
                  <a:lnTo>
                    <a:pt x="3788575" y="695387"/>
                  </a:lnTo>
                  <a:lnTo>
                    <a:pt x="3808835" y="685549"/>
                  </a:lnTo>
                  <a:lnTo>
                    <a:pt x="3829095" y="675318"/>
                  </a:lnTo>
                  <a:lnTo>
                    <a:pt x="3849354" y="662479"/>
                  </a:lnTo>
                  <a:lnTo>
                    <a:pt x="3869614" y="649200"/>
                  </a:lnTo>
                  <a:lnTo>
                    <a:pt x="3889874" y="633898"/>
                  </a:lnTo>
                  <a:lnTo>
                    <a:pt x="3910134" y="620280"/>
                  </a:lnTo>
                  <a:lnTo>
                    <a:pt x="3930393" y="606770"/>
                  </a:lnTo>
                  <a:lnTo>
                    <a:pt x="3950653" y="594361"/>
                  </a:lnTo>
                  <a:lnTo>
                    <a:pt x="3970913" y="582712"/>
                  </a:lnTo>
                  <a:lnTo>
                    <a:pt x="3991173" y="571094"/>
                  </a:lnTo>
                  <a:lnTo>
                    <a:pt x="4011433" y="558296"/>
                  </a:lnTo>
                  <a:lnTo>
                    <a:pt x="4031692" y="544900"/>
                  </a:lnTo>
                  <a:lnTo>
                    <a:pt x="4051952" y="532232"/>
                  </a:lnTo>
                  <a:lnTo>
                    <a:pt x="4072212" y="522008"/>
                  </a:lnTo>
                  <a:lnTo>
                    <a:pt x="4092472" y="510524"/>
                  </a:lnTo>
                  <a:lnTo>
                    <a:pt x="4112731" y="498397"/>
                  </a:lnTo>
                  <a:lnTo>
                    <a:pt x="4132991" y="482772"/>
                  </a:lnTo>
                  <a:lnTo>
                    <a:pt x="4153251" y="467210"/>
                  </a:lnTo>
                  <a:lnTo>
                    <a:pt x="4173511" y="457102"/>
                  </a:lnTo>
                  <a:lnTo>
                    <a:pt x="4193770" y="442387"/>
                  </a:lnTo>
                  <a:lnTo>
                    <a:pt x="4214030" y="427691"/>
                  </a:lnTo>
                  <a:lnTo>
                    <a:pt x="4234290" y="416655"/>
                  </a:lnTo>
                  <a:lnTo>
                    <a:pt x="4254550" y="399856"/>
                  </a:lnTo>
                  <a:lnTo>
                    <a:pt x="4274809" y="386294"/>
                  </a:lnTo>
                  <a:lnTo>
                    <a:pt x="4295069" y="373288"/>
                  </a:lnTo>
                  <a:lnTo>
                    <a:pt x="4315329" y="360369"/>
                  </a:lnTo>
                  <a:lnTo>
                    <a:pt x="4335589" y="347916"/>
                  </a:lnTo>
                  <a:lnTo>
                    <a:pt x="4355848" y="334488"/>
                  </a:lnTo>
                  <a:lnTo>
                    <a:pt x="4376108" y="321281"/>
                  </a:lnTo>
                  <a:lnTo>
                    <a:pt x="4396368" y="308224"/>
                  </a:lnTo>
                  <a:lnTo>
                    <a:pt x="4416628" y="295216"/>
                  </a:lnTo>
                  <a:lnTo>
                    <a:pt x="4436888" y="281931"/>
                  </a:lnTo>
                  <a:lnTo>
                    <a:pt x="4457147" y="268991"/>
                  </a:lnTo>
                  <a:lnTo>
                    <a:pt x="4477407" y="254838"/>
                  </a:lnTo>
                  <a:lnTo>
                    <a:pt x="4497667" y="240674"/>
                  </a:lnTo>
                  <a:lnTo>
                    <a:pt x="4517927" y="226690"/>
                  </a:lnTo>
                  <a:lnTo>
                    <a:pt x="4538186" y="214391"/>
                  </a:lnTo>
                  <a:lnTo>
                    <a:pt x="4558446" y="200214"/>
                  </a:lnTo>
                  <a:lnTo>
                    <a:pt x="4578706" y="184282"/>
                  </a:lnTo>
                  <a:lnTo>
                    <a:pt x="4598966" y="171263"/>
                  </a:lnTo>
                  <a:lnTo>
                    <a:pt x="4619225" y="155294"/>
                  </a:lnTo>
                  <a:lnTo>
                    <a:pt x="4639485" y="140805"/>
                  </a:lnTo>
                  <a:lnTo>
                    <a:pt x="4659745" y="126500"/>
                  </a:lnTo>
                  <a:lnTo>
                    <a:pt x="4680005" y="112186"/>
                  </a:lnTo>
                  <a:lnTo>
                    <a:pt x="4700264" y="99542"/>
                  </a:lnTo>
                  <a:lnTo>
                    <a:pt x="4720524" y="86787"/>
                  </a:lnTo>
                  <a:lnTo>
                    <a:pt x="4740784" y="75180"/>
                  </a:lnTo>
                  <a:lnTo>
                    <a:pt x="4761044" y="61687"/>
                  </a:lnTo>
                  <a:lnTo>
                    <a:pt x="4781304" y="45592"/>
                  </a:lnTo>
                  <a:lnTo>
                    <a:pt x="4801563" y="27397"/>
                  </a:lnTo>
                  <a:lnTo>
                    <a:pt x="4821823" y="12944"/>
                  </a:lnTo>
                  <a:lnTo>
                    <a:pt x="484208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390632" y="4228560"/>
              <a:ext cx="4842083" cy="1069631"/>
            </a:xfrm>
            <a:custGeom>
              <a:avLst/>
              <a:pathLst>
                <a:path w="4842083" h="1069631">
                  <a:moveTo>
                    <a:pt x="4842083" y="0"/>
                  </a:moveTo>
                  <a:lnTo>
                    <a:pt x="4821823" y="885"/>
                  </a:lnTo>
                  <a:lnTo>
                    <a:pt x="4801563" y="2944"/>
                  </a:lnTo>
                  <a:lnTo>
                    <a:pt x="4781304" y="6295"/>
                  </a:lnTo>
                  <a:lnTo>
                    <a:pt x="4761044" y="8705"/>
                  </a:lnTo>
                  <a:lnTo>
                    <a:pt x="4740784" y="11263"/>
                  </a:lnTo>
                  <a:lnTo>
                    <a:pt x="4720524" y="13259"/>
                  </a:lnTo>
                  <a:lnTo>
                    <a:pt x="4700264" y="16003"/>
                  </a:lnTo>
                  <a:lnTo>
                    <a:pt x="4680005" y="17368"/>
                  </a:lnTo>
                  <a:lnTo>
                    <a:pt x="4659745" y="18733"/>
                  </a:lnTo>
                  <a:lnTo>
                    <a:pt x="4639485" y="21197"/>
                  </a:lnTo>
                  <a:lnTo>
                    <a:pt x="4619225" y="23666"/>
                  </a:lnTo>
                  <a:lnTo>
                    <a:pt x="4598966" y="26472"/>
                  </a:lnTo>
                  <a:lnTo>
                    <a:pt x="4578706" y="29663"/>
                  </a:lnTo>
                  <a:lnTo>
                    <a:pt x="4558446" y="31729"/>
                  </a:lnTo>
                  <a:lnTo>
                    <a:pt x="4538186" y="33572"/>
                  </a:lnTo>
                  <a:lnTo>
                    <a:pt x="4517927" y="36442"/>
                  </a:lnTo>
                  <a:lnTo>
                    <a:pt x="4497667" y="38597"/>
                  </a:lnTo>
                  <a:lnTo>
                    <a:pt x="4477407" y="41106"/>
                  </a:lnTo>
                  <a:lnTo>
                    <a:pt x="4457147" y="43612"/>
                  </a:lnTo>
                  <a:lnTo>
                    <a:pt x="4436888" y="47403"/>
                  </a:lnTo>
                  <a:lnTo>
                    <a:pt x="4416628" y="51284"/>
                  </a:lnTo>
                  <a:lnTo>
                    <a:pt x="4396368" y="55184"/>
                  </a:lnTo>
                  <a:lnTo>
                    <a:pt x="4376108" y="58450"/>
                  </a:lnTo>
                  <a:lnTo>
                    <a:pt x="4355848" y="60727"/>
                  </a:lnTo>
                  <a:lnTo>
                    <a:pt x="4335589" y="63735"/>
                  </a:lnTo>
                  <a:lnTo>
                    <a:pt x="4315329" y="66317"/>
                  </a:lnTo>
                  <a:lnTo>
                    <a:pt x="4295069" y="67138"/>
                  </a:lnTo>
                  <a:lnTo>
                    <a:pt x="4274809" y="68714"/>
                  </a:lnTo>
                  <a:lnTo>
                    <a:pt x="4254550" y="71661"/>
                  </a:lnTo>
                  <a:lnTo>
                    <a:pt x="4234290" y="73089"/>
                  </a:lnTo>
                  <a:lnTo>
                    <a:pt x="4214030" y="75504"/>
                  </a:lnTo>
                  <a:lnTo>
                    <a:pt x="4193770" y="77153"/>
                  </a:lnTo>
                  <a:lnTo>
                    <a:pt x="4173511" y="80209"/>
                  </a:lnTo>
                  <a:lnTo>
                    <a:pt x="4153251" y="83803"/>
                  </a:lnTo>
                  <a:lnTo>
                    <a:pt x="4132991" y="86512"/>
                  </a:lnTo>
                  <a:lnTo>
                    <a:pt x="4112731" y="88806"/>
                  </a:lnTo>
                  <a:lnTo>
                    <a:pt x="4092472" y="93231"/>
                  </a:lnTo>
                  <a:lnTo>
                    <a:pt x="4072212" y="97704"/>
                  </a:lnTo>
                  <a:lnTo>
                    <a:pt x="4051952" y="100864"/>
                  </a:lnTo>
                  <a:lnTo>
                    <a:pt x="4031692" y="104035"/>
                  </a:lnTo>
                  <a:lnTo>
                    <a:pt x="4011433" y="105668"/>
                  </a:lnTo>
                  <a:lnTo>
                    <a:pt x="3991173" y="109193"/>
                  </a:lnTo>
                  <a:lnTo>
                    <a:pt x="3970913" y="113456"/>
                  </a:lnTo>
                  <a:lnTo>
                    <a:pt x="3950653" y="117124"/>
                  </a:lnTo>
                  <a:lnTo>
                    <a:pt x="3930393" y="121776"/>
                  </a:lnTo>
                  <a:lnTo>
                    <a:pt x="3910134" y="125185"/>
                  </a:lnTo>
                  <a:lnTo>
                    <a:pt x="3889874" y="128787"/>
                  </a:lnTo>
                  <a:lnTo>
                    <a:pt x="3869614" y="133261"/>
                  </a:lnTo>
                  <a:lnTo>
                    <a:pt x="3849354" y="137767"/>
                  </a:lnTo>
                  <a:lnTo>
                    <a:pt x="3829095" y="143195"/>
                  </a:lnTo>
                  <a:lnTo>
                    <a:pt x="3808835" y="147961"/>
                  </a:lnTo>
                  <a:lnTo>
                    <a:pt x="3788575" y="151503"/>
                  </a:lnTo>
                  <a:lnTo>
                    <a:pt x="3768315" y="152903"/>
                  </a:lnTo>
                  <a:lnTo>
                    <a:pt x="3748056" y="156960"/>
                  </a:lnTo>
                  <a:lnTo>
                    <a:pt x="3727796" y="161908"/>
                  </a:lnTo>
                  <a:lnTo>
                    <a:pt x="3707536" y="166201"/>
                  </a:lnTo>
                  <a:lnTo>
                    <a:pt x="3687276" y="169321"/>
                  </a:lnTo>
                  <a:lnTo>
                    <a:pt x="3667017" y="172383"/>
                  </a:lnTo>
                  <a:lnTo>
                    <a:pt x="3646757" y="175140"/>
                  </a:lnTo>
                  <a:lnTo>
                    <a:pt x="3626497" y="178408"/>
                  </a:lnTo>
                  <a:lnTo>
                    <a:pt x="3606237" y="180105"/>
                  </a:lnTo>
                  <a:lnTo>
                    <a:pt x="3585978" y="182345"/>
                  </a:lnTo>
                  <a:lnTo>
                    <a:pt x="3565718" y="183434"/>
                  </a:lnTo>
                  <a:lnTo>
                    <a:pt x="3545458" y="187092"/>
                  </a:lnTo>
                  <a:lnTo>
                    <a:pt x="3525198" y="191715"/>
                  </a:lnTo>
                  <a:lnTo>
                    <a:pt x="3504938" y="195984"/>
                  </a:lnTo>
                  <a:lnTo>
                    <a:pt x="3484679" y="198184"/>
                  </a:lnTo>
                  <a:lnTo>
                    <a:pt x="3464419" y="199031"/>
                  </a:lnTo>
                  <a:lnTo>
                    <a:pt x="3444159" y="199895"/>
                  </a:lnTo>
                  <a:lnTo>
                    <a:pt x="3423899" y="200765"/>
                  </a:lnTo>
                  <a:lnTo>
                    <a:pt x="3403640" y="204964"/>
                  </a:lnTo>
                  <a:lnTo>
                    <a:pt x="3383380" y="210990"/>
                  </a:lnTo>
                  <a:lnTo>
                    <a:pt x="3363120" y="214026"/>
                  </a:lnTo>
                  <a:lnTo>
                    <a:pt x="3342860" y="219055"/>
                  </a:lnTo>
                  <a:lnTo>
                    <a:pt x="3322601" y="221661"/>
                  </a:lnTo>
                  <a:lnTo>
                    <a:pt x="3302341" y="225697"/>
                  </a:lnTo>
                  <a:lnTo>
                    <a:pt x="3282081" y="230298"/>
                  </a:lnTo>
                  <a:lnTo>
                    <a:pt x="3261821" y="232020"/>
                  </a:lnTo>
                  <a:lnTo>
                    <a:pt x="3241562" y="235932"/>
                  </a:lnTo>
                  <a:lnTo>
                    <a:pt x="3221302" y="239317"/>
                  </a:lnTo>
                  <a:lnTo>
                    <a:pt x="3201042" y="242305"/>
                  </a:lnTo>
                  <a:lnTo>
                    <a:pt x="3180782" y="244735"/>
                  </a:lnTo>
                  <a:lnTo>
                    <a:pt x="3160522" y="247162"/>
                  </a:lnTo>
                  <a:lnTo>
                    <a:pt x="3140263" y="251088"/>
                  </a:lnTo>
                  <a:lnTo>
                    <a:pt x="3120003" y="254258"/>
                  </a:lnTo>
                  <a:lnTo>
                    <a:pt x="3099743" y="255254"/>
                  </a:lnTo>
                  <a:lnTo>
                    <a:pt x="3079483" y="260056"/>
                  </a:lnTo>
                  <a:lnTo>
                    <a:pt x="3059224" y="262469"/>
                  </a:lnTo>
                  <a:lnTo>
                    <a:pt x="3038964" y="265404"/>
                  </a:lnTo>
                  <a:lnTo>
                    <a:pt x="3018704" y="269166"/>
                  </a:lnTo>
                  <a:lnTo>
                    <a:pt x="2998444" y="274512"/>
                  </a:lnTo>
                  <a:lnTo>
                    <a:pt x="2978185" y="279390"/>
                  </a:lnTo>
                  <a:lnTo>
                    <a:pt x="2957925" y="283918"/>
                  </a:lnTo>
                  <a:lnTo>
                    <a:pt x="2937665" y="284386"/>
                  </a:lnTo>
                  <a:lnTo>
                    <a:pt x="2917405" y="288414"/>
                  </a:lnTo>
                  <a:lnTo>
                    <a:pt x="2897146" y="293789"/>
                  </a:lnTo>
                  <a:lnTo>
                    <a:pt x="2876886" y="297738"/>
                  </a:lnTo>
                  <a:lnTo>
                    <a:pt x="2856626" y="299953"/>
                  </a:lnTo>
                  <a:lnTo>
                    <a:pt x="2836366" y="303355"/>
                  </a:lnTo>
                  <a:lnTo>
                    <a:pt x="2816107" y="307313"/>
                  </a:lnTo>
                  <a:lnTo>
                    <a:pt x="2795847" y="313403"/>
                  </a:lnTo>
                  <a:lnTo>
                    <a:pt x="2775587" y="318560"/>
                  </a:lnTo>
                  <a:lnTo>
                    <a:pt x="2755327" y="325708"/>
                  </a:lnTo>
                  <a:lnTo>
                    <a:pt x="2735067" y="330352"/>
                  </a:lnTo>
                  <a:lnTo>
                    <a:pt x="2714808" y="333136"/>
                  </a:lnTo>
                  <a:lnTo>
                    <a:pt x="2694548" y="335699"/>
                  </a:lnTo>
                  <a:lnTo>
                    <a:pt x="2674288" y="337962"/>
                  </a:lnTo>
                  <a:lnTo>
                    <a:pt x="2654028" y="341677"/>
                  </a:lnTo>
                  <a:lnTo>
                    <a:pt x="2633769" y="345834"/>
                  </a:lnTo>
                  <a:lnTo>
                    <a:pt x="2613509" y="351950"/>
                  </a:lnTo>
                  <a:lnTo>
                    <a:pt x="2593249" y="357270"/>
                  </a:lnTo>
                  <a:lnTo>
                    <a:pt x="2572989" y="361370"/>
                  </a:lnTo>
                  <a:lnTo>
                    <a:pt x="2552730" y="364140"/>
                  </a:lnTo>
                  <a:lnTo>
                    <a:pt x="2532470" y="368157"/>
                  </a:lnTo>
                  <a:lnTo>
                    <a:pt x="2512210" y="372481"/>
                  </a:lnTo>
                  <a:lnTo>
                    <a:pt x="2491950" y="375320"/>
                  </a:lnTo>
                  <a:lnTo>
                    <a:pt x="2471691" y="379497"/>
                  </a:lnTo>
                  <a:lnTo>
                    <a:pt x="2451431" y="383664"/>
                  </a:lnTo>
                  <a:lnTo>
                    <a:pt x="2431171" y="387822"/>
                  </a:lnTo>
                  <a:lnTo>
                    <a:pt x="2410911" y="391968"/>
                  </a:lnTo>
                  <a:lnTo>
                    <a:pt x="2390652" y="395696"/>
                  </a:lnTo>
                  <a:lnTo>
                    <a:pt x="2370392" y="401063"/>
                  </a:lnTo>
                  <a:lnTo>
                    <a:pt x="2350132" y="404927"/>
                  </a:lnTo>
                  <a:lnTo>
                    <a:pt x="2329872" y="409997"/>
                  </a:lnTo>
                  <a:lnTo>
                    <a:pt x="2309612" y="414925"/>
                  </a:lnTo>
                  <a:lnTo>
                    <a:pt x="2289353" y="419377"/>
                  </a:lnTo>
                  <a:lnTo>
                    <a:pt x="2269093" y="425476"/>
                  </a:lnTo>
                  <a:lnTo>
                    <a:pt x="2248833" y="431884"/>
                  </a:lnTo>
                  <a:lnTo>
                    <a:pt x="2228573" y="438276"/>
                  </a:lnTo>
                  <a:lnTo>
                    <a:pt x="2208314" y="442961"/>
                  </a:lnTo>
                  <a:lnTo>
                    <a:pt x="2188054" y="446221"/>
                  </a:lnTo>
                  <a:lnTo>
                    <a:pt x="2167794" y="450247"/>
                  </a:lnTo>
                  <a:lnTo>
                    <a:pt x="2147534" y="455235"/>
                  </a:lnTo>
                  <a:lnTo>
                    <a:pt x="2127275" y="460904"/>
                  </a:lnTo>
                  <a:lnTo>
                    <a:pt x="2107015" y="465035"/>
                  </a:lnTo>
                  <a:lnTo>
                    <a:pt x="2086755" y="470829"/>
                  </a:lnTo>
                  <a:lnTo>
                    <a:pt x="2066495" y="476585"/>
                  </a:lnTo>
                  <a:lnTo>
                    <a:pt x="2046236" y="483351"/>
                  </a:lnTo>
                  <a:lnTo>
                    <a:pt x="2025976" y="488976"/>
                  </a:lnTo>
                  <a:lnTo>
                    <a:pt x="2005716" y="495603"/>
                  </a:lnTo>
                  <a:lnTo>
                    <a:pt x="1985456" y="501648"/>
                  </a:lnTo>
                  <a:lnTo>
                    <a:pt x="1965196" y="508386"/>
                  </a:lnTo>
                  <a:lnTo>
                    <a:pt x="1944937" y="514338"/>
                  </a:lnTo>
                  <a:lnTo>
                    <a:pt x="1924677" y="520159"/>
                  </a:lnTo>
                  <a:lnTo>
                    <a:pt x="1904417" y="526603"/>
                  </a:lnTo>
                  <a:lnTo>
                    <a:pt x="1884157" y="531422"/>
                  </a:lnTo>
                  <a:lnTo>
                    <a:pt x="1863898" y="538517"/>
                  </a:lnTo>
                  <a:lnTo>
                    <a:pt x="1843638" y="543454"/>
                  </a:lnTo>
                  <a:lnTo>
                    <a:pt x="1823378" y="548632"/>
                  </a:lnTo>
                  <a:lnTo>
                    <a:pt x="1803118" y="553908"/>
                  </a:lnTo>
                  <a:lnTo>
                    <a:pt x="1782859" y="558148"/>
                  </a:lnTo>
                  <a:lnTo>
                    <a:pt x="1762599" y="565780"/>
                  </a:lnTo>
                  <a:lnTo>
                    <a:pt x="1742339" y="573200"/>
                  </a:lnTo>
                  <a:lnTo>
                    <a:pt x="1722079" y="579587"/>
                  </a:lnTo>
                  <a:lnTo>
                    <a:pt x="1701820" y="585940"/>
                  </a:lnTo>
                  <a:lnTo>
                    <a:pt x="1681560" y="591927"/>
                  </a:lnTo>
                  <a:lnTo>
                    <a:pt x="1661300" y="597701"/>
                  </a:lnTo>
                  <a:lnTo>
                    <a:pt x="1641040" y="603665"/>
                  </a:lnTo>
                  <a:lnTo>
                    <a:pt x="1620781" y="610888"/>
                  </a:lnTo>
                  <a:lnTo>
                    <a:pt x="1600521" y="615894"/>
                  </a:lnTo>
                  <a:lnTo>
                    <a:pt x="1580261" y="623222"/>
                  </a:lnTo>
                  <a:lnTo>
                    <a:pt x="1560001" y="629052"/>
                  </a:lnTo>
                  <a:lnTo>
                    <a:pt x="1539741" y="631384"/>
                  </a:lnTo>
                  <a:lnTo>
                    <a:pt x="1519482" y="635520"/>
                  </a:lnTo>
                  <a:lnTo>
                    <a:pt x="1499222" y="641978"/>
                  </a:lnTo>
                  <a:lnTo>
                    <a:pt x="1478962" y="648438"/>
                  </a:lnTo>
                  <a:lnTo>
                    <a:pt x="1458702" y="654799"/>
                  </a:lnTo>
                  <a:lnTo>
                    <a:pt x="1438443" y="659859"/>
                  </a:lnTo>
                  <a:lnTo>
                    <a:pt x="1418183" y="664997"/>
                  </a:lnTo>
                  <a:lnTo>
                    <a:pt x="1397923" y="670026"/>
                  </a:lnTo>
                  <a:lnTo>
                    <a:pt x="1377663" y="675898"/>
                  </a:lnTo>
                  <a:lnTo>
                    <a:pt x="1357404" y="682305"/>
                  </a:lnTo>
                  <a:lnTo>
                    <a:pt x="1337144" y="688216"/>
                  </a:lnTo>
                  <a:lnTo>
                    <a:pt x="1316884" y="693152"/>
                  </a:lnTo>
                  <a:lnTo>
                    <a:pt x="1296624" y="697956"/>
                  </a:lnTo>
                  <a:lnTo>
                    <a:pt x="1276365" y="705770"/>
                  </a:lnTo>
                  <a:lnTo>
                    <a:pt x="1256105" y="711638"/>
                  </a:lnTo>
                  <a:lnTo>
                    <a:pt x="1235845" y="717520"/>
                  </a:lnTo>
                  <a:lnTo>
                    <a:pt x="1215585" y="723696"/>
                  </a:lnTo>
                  <a:lnTo>
                    <a:pt x="1195326" y="730470"/>
                  </a:lnTo>
                  <a:lnTo>
                    <a:pt x="1175066" y="736086"/>
                  </a:lnTo>
                  <a:lnTo>
                    <a:pt x="1154806" y="741715"/>
                  </a:lnTo>
                  <a:lnTo>
                    <a:pt x="1134546" y="748240"/>
                  </a:lnTo>
                  <a:lnTo>
                    <a:pt x="1114286" y="754723"/>
                  </a:lnTo>
                  <a:lnTo>
                    <a:pt x="1094027" y="760483"/>
                  </a:lnTo>
                  <a:lnTo>
                    <a:pt x="1073767" y="766744"/>
                  </a:lnTo>
                  <a:lnTo>
                    <a:pt x="1053507" y="772983"/>
                  </a:lnTo>
                  <a:lnTo>
                    <a:pt x="1033247" y="779196"/>
                  </a:lnTo>
                  <a:lnTo>
                    <a:pt x="1012988" y="785391"/>
                  </a:lnTo>
                  <a:lnTo>
                    <a:pt x="992728" y="792077"/>
                  </a:lnTo>
                  <a:lnTo>
                    <a:pt x="972468" y="797679"/>
                  </a:lnTo>
                  <a:lnTo>
                    <a:pt x="952208" y="803882"/>
                  </a:lnTo>
                  <a:lnTo>
                    <a:pt x="931949" y="811366"/>
                  </a:lnTo>
                  <a:lnTo>
                    <a:pt x="911689" y="817336"/>
                  </a:lnTo>
                  <a:lnTo>
                    <a:pt x="891429" y="823774"/>
                  </a:lnTo>
                  <a:lnTo>
                    <a:pt x="871169" y="830091"/>
                  </a:lnTo>
                  <a:lnTo>
                    <a:pt x="850910" y="836271"/>
                  </a:lnTo>
                  <a:lnTo>
                    <a:pt x="830650" y="842422"/>
                  </a:lnTo>
                  <a:lnTo>
                    <a:pt x="810390" y="848544"/>
                  </a:lnTo>
                  <a:lnTo>
                    <a:pt x="790130" y="854200"/>
                  </a:lnTo>
                  <a:lnTo>
                    <a:pt x="769870" y="860069"/>
                  </a:lnTo>
                  <a:lnTo>
                    <a:pt x="749611" y="864558"/>
                  </a:lnTo>
                  <a:lnTo>
                    <a:pt x="729351" y="869174"/>
                  </a:lnTo>
                  <a:lnTo>
                    <a:pt x="709091" y="875507"/>
                  </a:lnTo>
                  <a:lnTo>
                    <a:pt x="688831" y="882227"/>
                  </a:lnTo>
                  <a:lnTo>
                    <a:pt x="668572" y="889291"/>
                  </a:lnTo>
                  <a:lnTo>
                    <a:pt x="648312" y="894282"/>
                  </a:lnTo>
                  <a:lnTo>
                    <a:pt x="628052" y="899663"/>
                  </a:lnTo>
                  <a:lnTo>
                    <a:pt x="607792" y="904859"/>
                  </a:lnTo>
                  <a:lnTo>
                    <a:pt x="587533" y="910309"/>
                  </a:lnTo>
                  <a:lnTo>
                    <a:pt x="567273" y="917148"/>
                  </a:lnTo>
                  <a:lnTo>
                    <a:pt x="547013" y="921788"/>
                  </a:lnTo>
                  <a:lnTo>
                    <a:pt x="526753" y="928138"/>
                  </a:lnTo>
                  <a:lnTo>
                    <a:pt x="506494" y="932949"/>
                  </a:lnTo>
                  <a:lnTo>
                    <a:pt x="486234" y="939872"/>
                  </a:lnTo>
                  <a:lnTo>
                    <a:pt x="465974" y="946541"/>
                  </a:lnTo>
                  <a:lnTo>
                    <a:pt x="445714" y="951586"/>
                  </a:lnTo>
                  <a:lnTo>
                    <a:pt x="425455" y="957591"/>
                  </a:lnTo>
                  <a:lnTo>
                    <a:pt x="405195" y="963718"/>
                  </a:lnTo>
                  <a:lnTo>
                    <a:pt x="384935" y="969209"/>
                  </a:lnTo>
                  <a:lnTo>
                    <a:pt x="364675" y="974651"/>
                  </a:lnTo>
                  <a:lnTo>
                    <a:pt x="344415" y="981567"/>
                  </a:lnTo>
                  <a:lnTo>
                    <a:pt x="324156" y="987038"/>
                  </a:lnTo>
                  <a:lnTo>
                    <a:pt x="303896" y="992442"/>
                  </a:lnTo>
                  <a:lnTo>
                    <a:pt x="283636" y="997075"/>
                  </a:lnTo>
                  <a:lnTo>
                    <a:pt x="263376" y="1002158"/>
                  </a:lnTo>
                  <a:lnTo>
                    <a:pt x="243117" y="1008013"/>
                  </a:lnTo>
                  <a:lnTo>
                    <a:pt x="222857" y="1013120"/>
                  </a:lnTo>
                  <a:lnTo>
                    <a:pt x="202597" y="1018889"/>
                  </a:lnTo>
                  <a:lnTo>
                    <a:pt x="182337" y="1023695"/>
                  </a:lnTo>
                  <a:lnTo>
                    <a:pt x="162078" y="1028470"/>
                  </a:lnTo>
                  <a:lnTo>
                    <a:pt x="141818" y="1034248"/>
                  </a:lnTo>
                  <a:lnTo>
                    <a:pt x="121558" y="1040061"/>
                  </a:lnTo>
                  <a:lnTo>
                    <a:pt x="101298" y="1045238"/>
                  </a:lnTo>
                  <a:lnTo>
                    <a:pt x="81039" y="1050587"/>
                  </a:lnTo>
                  <a:lnTo>
                    <a:pt x="60779" y="1055602"/>
                  </a:lnTo>
                  <a:lnTo>
                    <a:pt x="40519" y="1060293"/>
                  </a:lnTo>
                  <a:lnTo>
                    <a:pt x="20259" y="1065495"/>
                  </a:lnTo>
                  <a:lnTo>
                    <a:pt x="0" y="106963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1390632" y="3291165"/>
              <a:ext cx="4842083" cy="1771434"/>
            </a:xfrm>
            <a:custGeom>
              <a:avLst/>
              <a:pathLst>
                <a:path w="4842083" h="1771434">
                  <a:moveTo>
                    <a:pt x="0" y="673484"/>
                  </a:moveTo>
                  <a:lnTo>
                    <a:pt x="20259" y="674728"/>
                  </a:lnTo>
                  <a:lnTo>
                    <a:pt x="40519" y="677191"/>
                  </a:lnTo>
                  <a:lnTo>
                    <a:pt x="60779" y="679305"/>
                  </a:lnTo>
                  <a:lnTo>
                    <a:pt x="81039" y="679698"/>
                  </a:lnTo>
                  <a:lnTo>
                    <a:pt x="101298" y="680090"/>
                  </a:lnTo>
                  <a:lnTo>
                    <a:pt x="121558" y="681879"/>
                  </a:lnTo>
                  <a:lnTo>
                    <a:pt x="141818" y="684034"/>
                  </a:lnTo>
                  <a:lnTo>
                    <a:pt x="162078" y="686072"/>
                  </a:lnTo>
                  <a:lnTo>
                    <a:pt x="182337" y="689176"/>
                  </a:lnTo>
                  <a:lnTo>
                    <a:pt x="202597" y="691289"/>
                  </a:lnTo>
                  <a:lnTo>
                    <a:pt x="222857" y="694610"/>
                  </a:lnTo>
                  <a:lnTo>
                    <a:pt x="243117" y="695250"/>
                  </a:lnTo>
                  <a:lnTo>
                    <a:pt x="263376" y="696299"/>
                  </a:lnTo>
                  <a:lnTo>
                    <a:pt x="283636" y="700526"/>
                  </a:lnTo>
                  <a:lnTo>
                    <a:pt x="303896" y="701155"/>
                  </a:lnTo>
                  <a:lnTo>
                    <a:pt x="324156" y="701787"/>
                  </a:lnTo>
                  <a:lnTo>
                    <a:pt x="344415" y="702595"/>
                  </a:lnTo>
                  <a:lnTo>
                    <a:pt x="364675" y="705469"/>
                  </a:lnTo>
                  <a:lnTo>
                    <a:pt x="384935" y="705366"/>
                  </a:lnTo>
                  <a:lnTo>
                    <a:pt x="405195" y="706633"/>
                  </a:lnTo>
                  <a:lnTo>
                    <a:pt x="425455" y="706906"/>
                  </a:lnTo>
                  <a:lnTo>
                    <a:pt x="445714" y="708184"/>
                  </a:lnTo>
                  <a:lnTo>
                    <a:pt x="465974" y="706708"/>
                  </a:lnTo>
                  <a:lnTo>
                    <a:pt x="486234" y="706888"/>
                  </a:lnTo>
                  <a:lnTo>
                    <a:pt x="506494" y="709170"/>
                  </a:lnTo>
                  <a:lnTo>
                    <a:pt x="526753" y="712619"/>
                  </a:lnTo>
                  <a:lnTo>
                    <a:pt x="547013" y="713750"/>
                  </a:lnTo>
                  <a:lnTo>
                    <a:pt x="567273" y="716036"/>
                  </a:lnTo>
                  <a:lnTo>
                    <a:pt x="587533" y="716743"/>
                  </a:lnTo>
                  <a:lnTo>
                    <a:pt x="607792" y="716903"/>
                  </a:lnTo>
                  <a:lnTo>
                    <a:pt x="628052" y="718219"/>
                  </a:lnTo>
                  <a:lnTo>
                    <a:pt x="648312" y="720755"/>
                  </a:lnTo>
                  <a:lnTo>
                    <a:pt x="668572" y="721601"/>
                  </a:lnTo>
                  <a:lnTo>
                    <a:pt x="688831" y="723204"/>
                  </a:lnTo>
                  <a:lnTo>
                    <a:pt x="709091" y="724652"/>
                  </a:lnTo>
                  <a:lnTo>
                    <a:pt x="729351" y="726366"/>
                  </a:lnTo>
                  <a:lnTo>
                    <a:pt x="749611" y="727215"/>
                  </a:lnTo>
                  <a:lnTo>
                    <a:pt x="769870" y="727958"/>
                  </a:lnTo>
                  <a:lnTo>
                    <a:pt x="790130" y="730077"/>
                  </a:lnTo>
                  <a:lnTo>
                    <a:pt x="810390" y="729695"/>
                  </a:lnTo>
                  <a:lnTo>
                    <a:pt x="830650" y="729903"/>
                  </a:lnTo>
                  <a:lnTo>
                    <a:pt x="850910" y="731881"/>
                  </a:lnTo>
                  <a:lnTo>
                    <a:pt x="871169" y="732188"/>
                  </a:lnTo>
                  <a:lnTo>
                    <a:pt x="891429" y="732007"/>
                  </a:lnTo>
                  <a:lnTo>
                    <a:pt x="911689" y="732781"/>
                  </a:lnTo>
                  <a:lnTo>
                    <a:pt x="931949" y="736055"/>
                  </a:lnTo>
                  <a:lnTo>
                    <a:pt x="952208" y="735825"/>
                  </a:lnTo>
                  <a:lnTo>
                    <a:pt x="972468" y="736259"/>
                  </a:lnTo>
                  <a:lnTo>
                    <a:pt x="992728" y="738370"/>
                  </a:lnTo>
                  <a:lnTo>
                    <a:pt x="1012988" y="738995"/>
                  </a:lnTo>
                  <a:lnTo>
                    <a:pt x="1033247" y="738918"/>
                  </a:lnTo>
                  <a:lnTo>
                    <a:pt x="1053507" y="739222"/>
                  </a:lnTo>
                  <a:lnTo>
                    <a:pt x="1073767" y="738989"/>
                  </a:lnTo>
                  <a:lnTo>
                    <a:pt x="1094027" y="739978"/>
                  </a:lnTo>
                  <a:lnTo>
                    <a:pt x="1114286" y="740651"/>
                  </a:lnTo>
                  <a:lnTo>
                    <a:pt x="1134546" y="742371"/>
                  </a:lnTo>
                  <a:lnTo>
                    <a:pt x="1154806" y="742431"/>
                  </a:lnTo>
                  <a:lnTo>
                    <a:pt x="1175066" y="743610"/>
                  </a:lnTo>
                  <a:lnTo>
                    <a:pt x="1195326" y="742869"/>
                  </a:lnTo>
                  <a:lnTo>
                    <a:pt x="1215585" y="742108"/>
                  </a:lnTo>
                  <a:lnTo>
                    <a:pt x="1235845" y="741372"/>
                  </a:lnTo>
                  <a:lnTo>
                    <a:pt x="1256105" y="742753"/>
                  </a:lnTo>
                  <a:lnTo>
                    <a:pt x="1276365" y="742736"/>
                  </a:lnTo>
                  <a:lnTo>
                    <a:pt x="1296624" y="741076"/>
                  </a:lnTo>
                  <a:lnTo>
                    <a:pt x="1316884" y="740589"/>
                  </a:lnTo>
                  <a:lnTo>
                    <a:pt x="1337144" y="740129"/>
                  </a:lnTo>
                  <a:lnTo>
                    <a:pt x="1357404" y="739157"/>
                  </a:lnTo>
                  <a:lnTo>
                    <a:pt x="1377663" y="738239"/>
                  </a:lnTo>
                  <a:lnTo>
                    <a:pt x="1397923" y="737093"/>
                  </a:lnTo>
                  <a:lnTo>
                    <a:pt x="1418183" y="736677"/>
                  </a:lnTo>
                  <a:lnTo>
                    <a:pt x="1438443" y="735023"/>
                  </a:lnTo>
                  <a:lnTo>
                    <a:pt x="1458702" y="734145"/>
                  </a:lnTo>
                  <a:lnTo>
                    <a:pt x="1478962" y="732973"/>
                  </a:lnTo>
                  <a:lnTo>
                    <a:pt x="1499222" y="734691"/>
                  </a:lnTo>
                  <a:lnTo>
                    <a:pt x="1519482" y="736513"/>
                  </a:lnTo>
                  <a:lnTo>
                    <a:pt x="1539741" y="736955"/>
                  </a:lnTo>
                  <a:lnTo>
                    <a:pt x="1560001" y="737682"/>
                  </a:lnTo>
                  <a:lnTo>
                    <a:pt x="1580261" y="739367"/>
                  </a:lnTo>
                  <a:lnTo>
                    <a:pt x="1600521" y="739353"/>
                  </a:lnTo>
                  <a:lnTo>
                    <a:pt x="1620781" y="739643"/>
                  </a:lnTo>
                  <a:lnTo>
                    <a:pt x="1641040" y="739951"/>
                  </a:lnTo>
                  <a:lnTo>
                    <a:pt x="1661300" y="740106"/>
                  </a:lnTo>
                  <a:lnTo>
                    <a:pt x="1681560" y="740379"/>
                  </a:lnTo>
                  <a:lnTo>
                    <a:pt x="1701820" y="739102"/>
                  </a:lnTo>
                  <a:lnTo>
                    <a:pt x="1722079" y="737113"/>
                  </a:lnTo>
                  <a:lnTo>
                    <a:pt x="1742339" y="734461"/>
                  </a:lnTo>
                  <a:lnTo>
                    <a:pt x="1762599" y="733210"/>
                  </a:lnTo>
                  <a:lnTo>
                    <a:pt x="1782859" y="733019"/>
                  </a:lnTo>
                  <a:lnTo>
                    <a:pt x="1803118" y="730119"/>
                  </a:lnTo>
                  <a:lnTo>
                    <a:pt x="1823378" y="728712"/>
                  </a:lnTo>
                  <a:lnTo>
                    <a:pt x="1843638" y="727442"/>
                  </a:lnTo>
                  <a:lnTo>
                    <a:pt x="1863898" y="724829"/>
                  </a:lnTo>
                  <a:lnTo>
                    <a:pt x="1884157" y="722965"/>
                  </a:lnTo>
                  <a:lnTo>
                    <a:pt x="1904417" y="721835"/>
                  </a:lnTo>
                  <a:lnTo>
                    <a:pt x="1924677" y="718687"/>
                  </a:lnTo>
                  <a:lnTo>
                    <a:pt x="1944937" y="716082"/>
                  </a:lnTo>
                  <a:lnTo>
                    <a:pt x="1965196" y="714105"/>
                  </a:lnTo>
                  <a:lnTo>
                    <a:pt x="1985456" y="712441"/>
                  </a:lnTo>
                  <a:lnTo>
                    <a:pt x="2005716" y="712535"/>
                  </a:lnTo>
                  <a:lnTo>
                    <a:pt x="2025976" y="711763"/>
                  </a:lnTo>
                  <a:lnTo>
                    <a:pt x="2046236" y="710958"/>
                  </a:lnTo>
                  <a:lnTo>
                    <a:pt x="2066495" y="708112"/>
                  </a:lnTo>
                  <a:lnTo>
                    <a:pt x="2086755" y="704383"/>
                  </a:lnTo>
                  <a:lnTo>
                    <a:pt x="2107015" y="702515"/>
                  </a:lnTo>
                  <a:lnTo>
                    <a:pt x="2127275" y="700330"/>
                  </a:lnTo>
                  <a:lnTo>
                    <a:pt x="2147534" y="698729"/>
                  </a:lnTo>
                  <a:lnTo>
                    <a:pt x="2167794" y="697705"/>
                  </a:lnTo>
                  <a:lnTo>
                    <a:pt x="2188054" y="695318"/>
                  </a:lnTo>
                  <a:lnTo>
                    <a:pt x="2208314" y="694333"/>
                  </a:lnTo>
                  <a:lnTo>
                    <a:pt x="2228573" y="693736"/>
                  </a:lnTo>
                  <a:lnTo>
                    <a:pt x="2248833" y="690699"/>
                  </a:lnTo>
                  <a:lnTo>
                    <a:pt x="2269093" y="688443"/>
                  </a:lnTo>
                  <a:lnTo>
                    <a:pt x="2289353" y="683583"/>
                  </a:lnTo>
                  <a:lnTo>
                    <a:pt x="2309612" y="681436"/>
                  </a:lnTo>
                  <a:lnTo>
                    <a:pt x="2329872" y="677863"/>
                  </a:lnTo>
                  <a:lnTo>
                    <a:pt x="2350132" y="677162"/>
                  </a:lnTo>
                  <a:lnTo>
                    <a:pt x="2370392" y="675697"/>
                  </a:lnTo>
                  <a:lnTo>
                    <a:pt x="2390652" y="670345"/>
                  </a:lnTo>
                  <a:lnTo>
                    <a:pt x="2410911" y="666781"/>
                  </a:lnTo>
                  <a:lnTo>
                    <a:pt x="2431171" y="662382"/>
                  </a:lnTo>
                  <a:lnTo>
                    <a:pt x="2451431" y="660723"/>
                  </a:lnTo>
                  <a:lnTo>
                    <a:pt x="2471691" y="659702"/>
                  </a:lnTo>
                  <a:lnTo>
                    <a:pt x="2491950" y="657945"/>
                  </a:lnTo>
                  <a:lnTo>
                    <a:pt x="2512210" y="654968"/>
                  </a:lnTo>
                  <a:lnTo>
                    <a:pt x="2532470" y="650674"/>
                  </a:lnTo>
                  <a:lnTo>
                    <a:pt x="2552730" y="648358"/>
                  </a:lnTo>
                  <a:lnTo>
                    <a:pt x="2572989" y="644217"/>
                  </a:lnTo>
                  <a:lnTo>
                    <a:pt x="2593249" y="640509"/>
                  </a:lnTo>
                  <a:lnTo>
                    <a:pt x="2613509" y="636674"/>
                  </a:lnTo>
                  <a:lnTo>
                    <a:pt x="2633769" y="631003"/>
                  </a:lnTo>
                  <a:lnTo>
                    <a:pt x="2654028" y="625311"/>
                  </a:lnTo>
                  <a:lnTo>
                    <a:pt x="2674288" y="620930"/>
                  </a:lnTo>
                  <a:lnTo>
                    <a:pt x="2694548" y="614773"/>
                  </a:lnTo>
                  <a:lnTo>
                    <a:pt x="2714808" y="611650"/>
                  </a:lnTo>
                  <a:lnTo>
                    <a:pt x="2735067" y="610459"/>
                  </a:lnTo>
                  <a:lnTo>
                    <a:pt x="2755327" y="610104"/>
                  </a:lnTo>
                  <a:lnTo>
                    <a:pt x="2775587" y="604797"/>
                  </a:lnTo>
                  <a:lnTo>
                    <a:pt x="2795847" y="599534"/>
                  </a:lnTo>
                  <a:lnTo>
                    <a:pt x="2816107" y="596119"/>
                  </a:lnTo>
                  <a:lnTo>
                    <a:pt x="2836366" y="592875"/>
                  </a:lnTo>
                  <a:lnTo>
                    <a:pt x="2856626" y="587937"/>
                  </a:lnTo>
                  <a:lnTo>
                    <a:pt x="2876886" y="583470"/>
                  </a:lnTo>
                  <a:lnTo>
                    <a:pt x="2897146" y="579026"/>
                  </a:lnTo>
                  <a:lnTo>
                    <a:pt x="2917405" y="574727"/>
                  </a:lnTo>
                  <a:lnTo>
                    <a:pt x="2937665" y="572126"/>
                  </a:lnTo>
                  <a:lnTo>
                    <a:pt x="2957925" y="569940"/>
                  </a:lnTo>
                  <a:lnTo>
                    <a:pt x="2978185" y="566356"/>
                  </a:lnTo>
                  <a:lnTo>
                    <a:pt x="2998444" y="561498"/>
                  </a:lnTo>
                  <a:lnTo>
                    <a:pt x="3018704" y="557352"/>
                  </a:lnTo>
                  <a:lnTo>
                    <a:pt x="3038964" y="552470"/>
                  </a:lnTo>
                  <a:lnTo>
                    <a:pt x="3059224" y="547885"/>
                  </a:lnTo>
                  <a:lnTo>
                    <a:pt x="3079483" y="542660"/>
                  </a:lnTo>
                  <a:lnTo>
                    <a:pt x="3099743" y="539302"/>
                  </a:lnTo>
                  <a:lnTo>
                    <a:pt x="3120003" y="535983"/>
                  </a:lnTo>
                  <a:lnTo>
                    <a:pt x="3140263" y="532028"/>
                  </a:lnTo>
                  <a:lnTo>
                    <a:pt x="3160522" y="527399"/>
                  </a:lnTo>
                  <a:lnTo>
                    <a:pt x="3180782" y="522676"/>
                  </a:lnTo>
                  <a:lnTo>
                    <a:pt x="3201042" y="517900"/>
                  </a:lnTo>
                  <a:lnTo>
                    <a:pt x="3221302" y="511304"/>
                  </a:lnTo>
                  <a:lnTo>
                    <a:pt x="3241562" y="508333"/>
                  </a:lnTo>
                  <a:lnTo>
                    <a:pt x="3261821" y="501917"/>
                  </a:lnTo>
                  <a:lnTo>
                    <a:pt x="3282081" y="497145"/>
                  </a:lnTo>
                  <a:lnTo>
                    <a:pt x="3302341" y="492375"/>
                  </a:lnTo>
                  <a:lnTo>
                    <a:pt x="3322601" y="485141"/>
                  </a:lnTo>
                  <a:lnTo>
                    <a:pt x="3342860" y="482232"/>
                  </a:lnTo>
                  <a:lnTo>
                    <a:pt x="3363120" y="479563"/>
                  </a:lnTo>
                  <a:lnTo>
                    <a:pt x="3383380" y="474755"/>
                  </a:lnTo>
                  <a:lnTo>
                    <a:pt x="3403640" y="469144"/>
                  </a:lnTo>
                  <a:lnTo>
                    <a:pt x="3423899" y="463011"/>
                  </a:lnTo>
                  <a:lnTo>
                    <a:pt x="3444159" y="456852"/>
                  </a:lnTo>
                  <a:lnTo>
                    <a:pt x="3464419" y="449616"/>
                  </a:lnTo>
                  <a:lnTo>
                    <a:pt x="3484679" y="442929"/>
                  </a:lnTo>
                  <a:lnTo>
                    <a:pt x="3504938" y="437652"/>
                  </a:lnTo>
                  <a:lnTo>
                    <a:pt x="3525198" y="431030"/>
                  </a:lnTo>
                  <a:lnTo>
                    <a:pt x="3545458" y="425773"/>
                  </a:lnTo>
                  <a:lnTo>
                    <a:pt x="3565718" y="419558"/>
                  </a:lnTo>
                  <a:lnTo>
                    <a:pt x="3585978" y="413336"/>
                  </a:lnTo>
                  <a:lnTo>
                    <a:pt x="3606237" y="408003"/>
                  </a:lnTo>
                  <a:lnTo>
                    <a:pt x="3626497" y="402864"/>
                  </a:lnTo>
                  <a:lnTo>
                    <a:pt x="3646757" y="397303"/>
                  </a:lnTo>
                  <a:lnTo>
                    <a:pt x="3667017" y="392703"/>
                  </a:lnTo>
                  <a:lnTo>
                    <a:pt x="3687276" y="387954"/>
                  </a:lnTo>
                  <a:lnTo>
                    <a:pt x="3707536" y="381112"/>
                  </a:lnTo>
                  <a:lnTo>
                    <a:pt x="3727796" y="374328"/>
                  </a:lnTo>
                  <a:lnTo>
                    <a:pt x="3748056" y="369338"/>
                  </a:lnTo>
                  <a:lnTo>
                    <a:pt x="3768315" y="365296"/>
                  </a:lnTo>
                  <a:lnTo>
                    <a:pt x="3788575" y="359424"/>
                  </a:lnTo>
                  <a:lnTo>
                    <a:pt x="3808835" y="353545"/>
                  </a:lnTo>
                  <a:lnTo>
                    <a:pt x="3829095" y="346916"/>
                  </a:lnTo>
                  <a:lnTo>
                    <a:pt x="3849354" y="340773"/>
                  </a:lnTo>
                  <a:lnTo>
                    <a:pt x="3869614" y="334518"/>
                  </a:lnTo>
                  <a:lnTo>
                    <a:pt x="3889874" y="328449"/>
                  </a:lnTo>
                  <a:lnTo>
                    <a:pt x="3910134" y="321798"/>
                  </a:lnTo>
                  <a:lnTo>
                    <a:pt x="3930393" y="314992"/>
                  </a:lnTo>
                  <a:lnTo>
                    <a:pt x="3950653" y="307960"/>
                  </a:lnTo>
                  <a:lnTo>
                    <a:pt x="3970913" y="300732"/>
                  </a:lnTo>
                  <a:lnTo>
                    <a:pt x="3991173" y="295493"/>
                  </a:lnTo>
                  <a:lnTo>
                    <a:pt x="4011433" y="289974"/>
                  </a:lnTo>
                  <a:lnTo>
                    <a:pt x="4031692" y="284400"/>
                  </a:lnTo>
                  <a:lnTo>
                    <a:pt x="4051952" y="278859"/>
                  </a:lnTo>
                  <a:lnTo>
                    <a:pt x="4072212" y="272646"/>
                  </a:lnTo>
                  <a:lnTo>
                    <a:pt x="4092472" y="265017"/>
                  </a:lnTo>
                  <a:lnTo>
                    <a:pt x="4112731" y="256814"/>
                  </a:lnTo>
                  <a:lnTo>
                    <a:pt x="4132991" y="250237"/>
                  </a:lnTo>
                  <a:lnTo>
                    <a:pt x="4153251" y="246418"/>
                  </a:lnTo>
                  <a:lnTo>
                    <a:pt x="4173511" y="238705"/>
                  </a:lnTo>
                  <a:lnTo>
                    <a:pt x="4193770" y="232660"/>
                  </a:lnTo>
                  <a:lnTo>
                    <a:pt x="4214030" y="225320"/>
                  </a:lnTo>
                  <a:lnTo>
                    <a:pt x="4234290" y="221541"/>
                  </a:lnTo>
                  <a:lnTo>
                    <a:pt x="4254550" y="213444"/>
                  </a:lnTo>
                  <a:lnTo>
                    <a:pt x="4274809" y="205031"/>
                  </a:lnTo>
                  <a:lnTo>
                    <a:pt x="4295069" y="199652"/>
                  </a:lnTo>
                  <a:lnTo>
                    <a:pt x="4315329" y="191652"/>
                  </a:lnTo>
                  <a:lnTo>
                    <a:pt x="4335589" y="184867"/>
                  </a:lnTo>
                  <a:lnTo>
                    <a:pt x="4355848" y="178744"/>
                  </a:lnTo>
                  <a:lnTo>
                    <a:pt x="4376108" y="171456"/>
                  </a:lnTo>
                  <a:lnTo>
                    <a:pt x="4396368" y="164198"/>
                  </a:lnTo>
                  <a:lnTo>
                    <a:pt x="4416628" y="156986"/>
                  </a:lnTo>
                  <a:lnTo>
                    <a:pt x="4436888" y="149724"/>
                  </a:lnTo>
                  <a:lnTo>
                    <a:pt x="4457147" y="143065"/>
                  </a:lnTo>
                  <a:lnTo>
                    <a:pt x="4477407" y="135130"/>
                  </a:lnTo>
                  <a:lnTo>
                    <a:pt x="4497667" y="127808"/>
                  </a:lnTo>
                  <a:lnTo>
                    <a:pt x="4517927" y="120478"/>
                  </a:lnTo>
                  <a:lnTo>
                    <a:pt x="4538186" y="113029"/>
                  </a:lnTo>
                  <a:lnTo>
                    <a:pt x="4558446" y="105464"/>
                  </a:lnTo>
                  <a:lnTo>
                    <a:pt x="4578706" y="98521"/>
                  </a:lnTo>
                  <a:lnTo>
                    <a:pt x="4598966" y="91708"/>
                  </a:lnTo>
                  <a:lnTo>
                    <a:pt x="4619225" y="83829"/>
                  </a:lnTo>
                  <a:lnTo>
                    <a:pt x="4639485" y="75831"/>
                  </a:lnTo>
                  <a:lnTo>
                    <a:pt x="4659745" y="66864"/>
                  </a:lnTo>
                  <a:lnTo>
                    <a:pt x="4680005" y="57907"/>
                  </a:lnTo>
                  <a:lnTo>
                    <a:pt x="4700264" y="49337"/>
                  </a:lnTo>
                  <a:lnTo>
                    <a:pt x="4720524" y="41584"/>
                  </a:lnTo>
                  <a:lnTo>
                    <a:pt x="4740784" y="34372"/>
                  </a:lnTo>
                  <a:lnTo>
                    <a:pt x="4761044" y="27799"/>
                  </a:lnTo>
                  <a:lnTo>
                    <a:pt x="4781304" y="22024"/>
                  </a:lnTo>
                  <a:lnTo>
                    <a:pt x="4801563" y="14168"/>
                  </a:lnTo>
                  <a:lnTo>
                    <a:pt x="4821823" y="6904"/>
                  </a:lnTo>
                  <a:lnTo>
                    <a:pt x="4842083" y="0"/>
                  </a:lnTo>
                  <a:lnTo>
                    <a:pt x="4842083" y="1519905"/>
                  </a:lnTo>
                  <a:lnTo>
                    <a:pt x="4821823" y="1518731"/>
                  </a:lnTo>
                  <a:lnTo>
                    <a:pt x="4801563" y="1518415"/>
                  </a:lnTo>
                  <a:lnTo>
                    <a:pt x="4781304" y="1516482"/>
                  </a:lnTo>
                  <a:lnTo>
                    <a:pt x="4761044" y="1514492"/>
                  </a:lnTo>
                  <a:lnTo>
                    <a:pt x="4740784" y="1512500"/>
                  </a:lnTo>
                  <a:lnTo>
                    <a:pt x="4720524" y="1510505"/>
                  </a:lnTo>
                  <a:lnTo>
                    <a:pt x="4700264" y="1508507"/>
                  </a:lnTo>
                  <a:lnTo>
                    <a:pt x="4680005" y="1506506"/>
                  </a:lnTo>
                  <a:lnTo>
                    <a:pt x="4659745" y="1504503"/>
                  </a:lnTo>
                  <a:lnTo>
                    <a:pt x="4639485" y="1502951"/>
                  </a:lnTo>
                  <a:lnTo>
                    <a:pt x="4619225" y="1500489"/>
                  </a:lnTo>
                  <a:lnTo>
                    <a:pt x="4598966" y="1497686"/>
                  </a:lnTo>
                  <a:lnTo>
                    <a:pt x="4578706" y="1494440"/>
                  </a:lnTo>
                  <a:lnTo>
                    <a:pt x="4558446" y="1492154"/>
                  </a:lnTo>
                  <a:lnTo>
                    <a:pt x="4538186" y="1490277"/>
                  </a:lnTo>
                  <a:lnTo>
                    <a:pt x="4517927" y="1489198"/>
                  </a:lnTo>
                  <a:lnTo>
                    <a:pt x="4497667" y="1486927"/>
                  </a:lnTo>
                  <a:lnTo>
                    <a:pt x="4477407" y="1485862"/>
                  </a:lnTo>
                  <a:lnTo>
                    <a:pt x="4457147" y="1483184"/>
                  </a:lnTo>
                  <a:lnTo>
                    <a:pt x="4436888" y="1482489"/>
                  </a:lnTo>
                  <a:lnTo>
                    <a:pt x="4416628" y="1481850"/>
                  </a:lnTo>
                  <a:lnTo>
                    <a:pt x="4396368" y="1481590"/>
                  </a:lnTo>
                  <a:lnTo>
                    <a:pt x="4376108" y="1481700"/>
                  </a:lnTo>
                  <a:lnTo>
                    <a:pt x="4355848" y="1481309"/>
                  </a:lnTo>
                  <a:lnTo>
                    <a:pt x="4335589" y="1479051"/>
                  </a:lnTo>
                  <a:lnTo>
                    <a:pt x="4315329" y="1476818"/>
                  </a:lnTo>
                  <a:lnTo>
                    <a:pt x="4295069" y="1476974"/>
                  </a:lnTo>
                  <a:lnTo>
                    <a:pt x="4274809" y="1475082"/>
                  </a:lnTo>
                  <a:lnTo>
                    <a:pt x="4254550" y="1475070"/>
                  </a:lnTo>
                  <a:lnTo>
                    <a:pt x="4234290" y="1472959"/>
                  </a:lnTo>
                  <a:lnTo>
                    <a:pt x="4214030" y="1472288"/>
                  </a:lnTo>
                  <a:lnTo>
                    <a:pt x="4193770" y="1471607"/>
                  </a:lnTo>
                  <a:lnTo>
                    <a:pt x="4173511" y="1470892"/>
                  </a:lnTo>
                  <a:lnTo>
                    <a:pt x="4153251" y="1471354"/>
                  </a:lnTo>
                  <a:lnTo>
                    <a:pt x="4132991" y="1472057"/>
                  </a:lnTo>
                  <a:lnTo>
                    <a:pt x="4112731" y="1471433"/>
                  </a:lnTo>
                  <a:lnTo>
                    <a:pt x="4092472" y="1470733"/>
                  </a:lnTo>
                  <a:lnTo>
                    <a:pt x="4072212" y="1471365"/>
                  </a:lnTo>
                  <a:lnTo>
                    <a:pt x="4051952" y="1471024"/>
                  </a:lnTo>
                  <a:lnTo>
                    <a:pt x="4031692" y="1471041"/>
                  </a:lnTo>
                  <a:lnTo>
                    <a:pt x="4011433" y="1470444"/>
                  </a:lnTo>
                  <a:lnTo>
                    <a:pt x="3991173" y="1469382"/>
                  </a:lnTo>
                  <a:lnTo>
                    <a:pt x="3970913" y="1468297"/>
                  </a:lnTo>
                  <a:lnTo>
                    <a:pt x="3950653" y="1467228"/>
                  </a:lnTo>
                  <a:lnTo>
                    <a:pt x="3930393" y="1467108"/>
                  </a:lnTo>
                  <a:lnTo>
                    <a:pt x="3910134" y="1468085"/>
                  </a:lnTo>
                  <a:lnTo>
                    <a:pt x="3889874" y="1468446"/>
                  </a:lnTo>
                  <a:lnTo>
                    <a:pt x="3869614" y="1466562"/>
                  </a:lnTo>
                  <a:lnTo>
                    <a:pt x="3849354" y="1463898"/>
                  </a:lnTo>
                  <a:lnTo>
                    <a:pt x="3829095" y="1461690"/>
                  </a:lnTo>
                  <a:lnTo>
                    <a:pt x="3808835" y="1461034"/>
                  </a:lnTo>
                  <a:lnTo>
                    <a:pt x="3788575" y="1462840"/>
                  </a:lnTo>
                  <a:lnTo>
                    <a:pt x="3768315" y="1465085"/>
                  </a:lnTo>
                  <a:lnTo>
                    <a:pt x="3748056" y="1460928"/>
                  </a:lnTo>
                  <a:lnTo>
                    <a:pt x="3727796" y="1459514"/>
                  </a:lnTo>
                  <a:lnTo>
                    <a:pt x="3707536" y="1457900"/>
                  </a:lnTo>
                  <a:lnTo>
                    <a:pt x="3687276" y="1456762"/>
                  </a:lnTo>
                  <a:lnTo>
                    <a:pt x="3667017" y="1456163"/>
                  </a:lnTo>
                  <a:lnTo>
                    <a:pt x="3646757" y="1454974"/>
                  </a:lnTo>
                  <a:lnTo>
                    <a:pt x="3626497" y="1454650"/>
                  </a:lnTo>
                  <a:lnTo>
                    <a:pt x="3606237" y="1452835"/>
                  </a:lnTo>
                  <a:lnTo>
                    <a:pt x="3585978" y="1450815"/>
                  </a:lnTo>
                  <a:lnTo>
                    <a:pt x="3565718" y="1450092"/>
                  </a:lnTo>
                  <a:lnTo>
                    <a:pt x="3545458" y="1449072"/>
                  </a:lnTo>
                  <a:lnTo>
                    <a:pt x="3525198" y="1447583"/>
                  </a:lnTo>
                  <a:lnTo>
                    <a:pt x="3504938" y="1446086"/>
                  </a:lnTo>
                  <a:lnTo>
                    <a:pt x="3484679" y="1444558"/>
                  </a:lnTo>
                  <a:lnTo>
                    <a:pt x="3464419" y="1443560"/>
                  </a:lnTo>
                  <a:lnTo>
                    <a:pt x="3444159" y="1442327"/>
                  </a:lnTo>
                  <a:lnTo>
                    <a:pt x="3423899" y="1441429"/>
                  </a:lnTo>
                  <a:lnTo>
                    <a:pt x="3403640" y="1440409"/>
                  </a:lnTo>
                  <a:lnTo>
                    <a:pt x="3383380" y="1439431"/>
                  </a:lnTo>
                  <a:lnTo>
                    <a:pt x="3363120" y="1438711"/>
                  </a:lnTo>
                  <a:lnTo>
                    <a:pt x="3342860" y="1438112"/>
                  </a:lnTo>
                  <a:lnTo>
                    <a:pt x="3322601" y="1437700"/>
                  </a:lnTo>
                  <a:lnTo>
                    <a:pt x="3302341" y="1437142"/>
                  </a:lnTo>
                  <a:lnTo>
                    <a:pt x="3282081" y="1437209"/>
                  </a:lnTo>
                  <a:lnTo>
                    <a:pt x="3261821" y="1436987"/>
                  </a:lnTo>
                  <a:lnTo>
                    <a:pt x="3241562" y="1435736"/>
                  </a:lnTo>
                  <a:lnTo>
                    <a:pt x="3221302" y="1435987"/>
                  </a:lnTo>
                  <a:lnTo>
                    <a:pt x="3201042" y="1436589"/>
                  </a:lnTo>
                  <a:lnTo>
                    <a:pt x="3180782" y="1436269"/>
                  </a:lnTo>
                  <a:lnTo>
                    <a:pt x="3160522" y="1435322"/>
                  </a:lnTo>
                  <a:lnTo>
                    <a:pt x="3140263" y="1435150"/>
                  </a:lnTo>
                  <a:lnTo>
                    <a:pt x="3120003" y="1433701"/>
                  </a:lnTo>
                  <a:lnTo>
                    <a:pt x="3099743" y="1432362"/>
                  </a:lnTo>
                  <a:lnTo>
                    <a:pt x="3079483" y="1431630"/>
                  </a:lnTo>
                  <a:lnTo>
                    <a:pt x="3059224" y="1432264"/>
                  </a:lnTo>
                  <a:lnTo>
                    <a:pt x="3038964" y="1433189"/>
                  </a:lnTo>
                  <a:lnTo>
                    <a:pt x="3018704" y="1433719"/>
                  </a:lnTo>
                  <a:lnTo>
                    <a:pt x="2998444" y="1432744"/>
                  </a:lnTo>
                  <a:lnTo>
                    <a:pt x="2978185" y="1431888"/>
                  </a:lnTo>
                  <a:lnTo>
                    <a:pt x="2957925" y="1431416"/>
                  </a:lnTo>
                  <a:lnTo>
                    <a:pt x="2937665" y="1432545"/>
                  </a:lnTo>
                  <a:lnTo>
                    <a:pt x="2917405" y="1430731"/>
                  </a:lnTo>
                  <a:lnTo>
                    <a:pt x="2897146" y="1430983"/>
                  </a:lnTo>
                  <a:lnTo>
                    <a:pt x="2876886" y="1429808"/>
                  </a:lnTo>
                  <a:lnTo>
                    <a:pt x="2856626" y="1430359"/>
                  </a:lnTo>
                  <a:lnTo>
                    <a:pt x="2836366" y="1431370"/>
                  </a:lnTo>
                  <a:lnTo>
                    <a:pt x="2816107" y="1432395"/>
                  </a:lnTo>
                  <a:lnTo>
                    <a:pt x="2795847" y="1434752"/>
                  </a:lnTo>
                  <a:lnTo>
                    <a:pt x="2775587" y="1434696"/>
                  </a:lnTo>
                  <a:lnTo>
                    <a:pt x="2755327" y="1435526"/>
                  </a:lnTo>
                  <a:lnTo>
                    <a:pt x="2735067" y="1436517"/>
                  </a:lnTo>
                  <a:lnTo>
                    <a:pt x="2714808" y="1437414"/>
                  </a:lnTo>
                  <a:lnTo>
                    <a:pt x="2694548" y="1438645"/>
                  </a:lnTo>
                  <a:lnTo>
                    <a:pt x="2674288" y="1439738"/>
                  </a:lnTo>
                  <a:lnTo>
                    <a:pt x="2654028" y="1440574"/>
                  </a:lnTo>
                  <a:lnTo>
                    <a:pt x="2633769" y="1440618"/>
                  </a:lnTo>
                  <a:lnTo>
                    <a:pt x="2613509" y="1441628"/>
                  </a:lnTo>
                  <a:lnTo>
                    <a:pt x="2593249" y="1442471"/>
                  </a:lnTo>
                  <a:lnTo>
                    <a:pt x="2572989" y="1443370"/>
                  </a:lnTo>
                  <a:lnTo>
                    <a:pt x="2552730" y="1444033"/>
                  </a:lnTo>
                  <a:lnTo>
                    <a:pt x="2532470" y="1445262"/>
                  </a:lnTo>
                  <a:lnTo>
                    <a:pt x="2512210" y="1446163"/>
                  </a:lnTo>
                  <a:lnTo>
                    <a:pt x="2491950" y="1447043"/>
                  </a:lnTo>
                  <a:lnTo>
                    <a:pt x="2471691" y="1447963"/>
                  </a:lnTo>
                  <a:lnTo>
                    <a:pt x="2451431" y="1448873"/>
                  </a:lnTo>
                  <a:lnTo>
                    <a:pt x="2431171" y="1449788"/>
                  </a:lnTo>
                  <a:lnTo>
                    <a:pt x="2410911" y="1451637"/>
                  </a:lnTo>
                  <a:lnTo>
                    <a:pt x="2390652" y="1451710"/>
                  </a:lnTo>
                  <a:lnTo>
                    <a:pt x="2370392" y="1453961"/>
                  </a:lnTo>
                  <a:lnTo>
                    <a:pt x="2350132" y="1455996"/>
                  </a:lnTo>
                  <a:lnTo>
                    <a:pt x="2329872" y="1457408"/>
                  </a:lnTo>
                  <a:lnTo>
                    <a:pt x="2309612" y="1458520"/>
                  </a:lnTo>
                  <a:lnTo>
                    <a:pt x="2289353" y="1458696"/>
                  </a:lnTo>
                  <a:lnTo>
                    <a:pt x="2269093" y="1459991"/>
                  </a:lnTo>
                  <a:lnTo>
                    <a:pt x="2248833" y="1460655"/>
                  </a:lnTo>
                  <a:lnTo>
                    <a:pt x="2228573" y="1462954"/>
                  </a:lnTo>
                  <a:lnTo>
                    <a:pt x="2208314" y="1464666"/>
                  </a:lnTo>
                  <a:lnTo>
                    <a:pt x="2188054" y="1465959"/>
                  </a:lnTo>
                  <a:lnTo>
                    <a:pt x="2167794" y="1467455"/>
                  </a:lnTo>
                  <a:lnTo>
                    <a:pt x="2147534" y="1468946"/>
                  </a:lnTo>
                  <a:lnTo>
                    <a:pt x="2127275" y="1471065"/>
                  </a:lnTo>
                  <a:lnTo>
                    <a:pt x="2107015" y="1472898"/>
                  </a:lnTo>
                  <a:lnTo>
                    <a:pt x="2086755" y="1474197"/>
                  </a:lnTo>
                  <a:lnTo>
                    <a:pt x="2066495" y="1476131"/>
                  </a:lnTo>
                  <a:lnTo>
                    <a:pt x="2046236" y="1477152"/>
                  </a:lnTo>
                  <a:lnTo>
                    <a:pt x="2025976" y="1478483"/>
                  </a:lnTo>
                  <a:lnTo>
                    <a:pt x="2005716" y="1479893"/>
                  </a:lnTo>
                  <a:lnTo>
                    <a:pt x="1985456" y="1481302"/>
                  </a:lnTo>
                  <a:lnTo>
                    <a:pt x="1965196" y="1482652"/>
                  </a:lnTo>
                  <a:lnTo>
                    <a:pt x="1944937" y="1484043"/>
                  </a:lnTo>
                  <a:lnTo>
                    <a:pt x="1924677" y="1485469"/>
                  </a:lnTo>
                  <a:lnTo>
                    <a:pt x="1904417" y="1487152"/>
                  </a:lnTo>
                  <a:lnTo>
                    <a:pt x="1884157" y="1489445"/>
                  </a:lnTo>
                  <a:lnTo>
                    <a:pt x="1863898" y="1492106"/>
                  </a:lnTo>
                  <a:lnTo>
                    <a:pt x="1843638" y="1494317"/>
                  </a:lnTo>
                  <a:lnTo>
                    <a:pt x="1823378" y="1497344"/>
                  </a:lnTo>
                  <a:lnTo>
                    <a:pt x="1803118" y="1500272"/>
                  </a:lnTo>
                  <a:lnTo>
                    <a:pt x="1782859" y="1502152"/>
                  </a:lnTo>
                  <a:lnTo>
                    <a:pt x="1762599" y="1504924"/>
                  </a:lnTo>
                  <a:lnTo>
                    <a:pt x="1742339" y="1506491"/>
                  </a:lnTo>
                  <a:lnTo>
                    <a:pt x="1722079" y="1507323"/>
                  </a:lnTo>
                  <a:lnTo>
                    <a:pt x="1701820" y="1510740"/>
                  </a:lnTo>
                  <a:lnTo>
                    <a:pt x="1681560" y="1513347"/>
                  </a:lnTo>
                  <a:lnTo>
                    <a:pt x="1661300" y="1513782"/>
                  </a:lnTo>
                  <a:lnTo>
                    <a:pt x="1641040" y="1515150"/>
                  </a:lnTo>
                  <a:lnTo>
                    <a:pt x="1620781" y="1516482"/>
                  </a:lnTo>
                  <a:lnTo>
                    <a:pt x="1600521" y="1518991"/>
                  </a:lnTo>
                  <a:lnTo>
                    <a:pt x="1580261" y="1523590"/>
                  </a:lnTo>
                  <a:lnTo>
                    <a:pt x="1560001" y="1524911"/>
                  </a:lnTo>
                  <a:lnTo>
                    <a:pt x="1539741" y="1528867"/>
                  </a:lnTo>
                  <a:lnTo>
                    <a:pt x="1519482" y="1532876"/>
                  </a:lnTo>
                  <a:lnTo>
                    <a:pt x="1499222" y="1536774"/>
                  </a:lnTo>
                  <a:lnTo>
                    <a:pt x="1478962" y="1538418"/>
                  </a:lnTo>
                  <a:lnTo>
                    <a:pt x="1458702" y="1540080"/>
                  </a:lnTo>
                  <a:lnTo>
                    <a:pt x="1438443" y="1542945"/>
                  </a:lnTo>
                  <a:lnTo>
                    <a:pt x="1418183" y="1546254"/>
                  </a:lnTo>
                  <a:lnTo>
                    <a:pt x="1397923" y="1549958"/>
                  </a:lnTo>
                  <a:lnTo>
                    <a:pt x="1377663" y="1552620"/>
                  </a:lnTo>
                  <a:lnTo>
                    <a:pt x="1357404" y="1554248"/>
                  </a:lnTo>
                  <a:lnTo>
                    <a:pt x="1337144" y="1557270"/>
                  </a:lnTo>
                  <a:lnTo>
                    <a:pt x="1316884" y="1558902"/>
                  </a:lnTo>
                  <a:lnTo>
                    <a:pt x="1296624" y="1561691"/>
                  </a:lnTo>
                  <a:lnTo>
                    <a:pt x="1276365" y="1564441"/>
                  </a:lnTo>
                  <a:lnTo>
                    <a:pt x="1256105" y="1566080"/>
                  </a:lnTo>
                  <a:lnTo>
                    <a:pt x="1235845" y="1568405"/>
                  </a:lnTo>
                  <a:lnTo>
                    <a:pt x="1215585" y="1570211"/>
                  </a:lnTo>
                  <a:lnTo>
                    <a:pt x="1195326" y="1572338"/>
                  </a:lnTo>
                  <a:lnTo>
                    <a:pt x="1175066" y="1576527"/>
                  </a:lnTo>
                  <a:lnTo>
                    <a:pt x="1154806" y="1578964"/>
                  </a:lnTo>
                  <a:lnTo>
                    <a:pt x="1134546" y="1582532"/>
                  </a:lnTo>
                  <a:lnTo>
                    <a:pt x="1114286" y="1586082"/>
                  </a:lnTo>
                  <a:lnTo>
                    <a:pt x="1094027" y="1589625"/>
                  </a:lnTo>
                  <a:lnTo>
                    <a:pt x="1073767" y="1593096"/>
                  </a:lnTo>
                  <a:lnTo>
                    <a:pt x="1053507" y="1596711"/>
                  </a:lnTo>
                  <a:lnTo>
                    <a:pt x="1033247" y="1600265"/>
                  </a:lnTo>
                  <a:lnTo>
                    <a:pt x="1012988" y="1604142"/>
                  </a:lnTo>
                  <a:lnTo>
                    <a:pt x="992728" y="1607049"/>
                  </a:lnTo>
                  <a:lnTo>
                    <a:pt x="972468" y="1610291"/>
                  </a:lnTo>
                  <a:lnTo>
                    <a:pt x="952208" y="1614288"/>
                  </a:lnTo>
                  <a:lnTo>
                    <a:pt x="931949" y="1618020"/>
                  </a:lnTo>
                  <a:lnTo>
                    <a:pt x="911689" y="1622715"/>
                  </a:lnTo>
                  <a:lnTo>
                    <a:pt x="891429" y="1625442"/>
                  </a:lnTo>
                  <a:lnTo>
                    <a:pt x="871169" y="1629518"/>
                  </a:lnTo>
                  <a:lnTo>
                    <a:pt x="850910" y="1633958"/>
                  </a:lnTo>
                  <a:lnTo>
                    <a:pt x="830650" y="1637106"/>
                  </a:lnTo>
                  <a:lnTo>
                    <a:pt x="810390" y="1639777"/>
                  </a:lnTo>
                  <a:lnTo>
                    <a:pt x="790130" y="1642566"/>
                  </a:lnTo>
                  <a:lnTo>
                    <a:pt x="769870" y="1645459"/>
                  </a:lnTo>
                  <a:lnTo>
                    <a:pt x="749611" y="1648863"/>
                  </a:lnTo>
                  <a:lnTo>
                    <a:pt x="729351" y="1653290"/>
                  </a:lnTo>
                  <a:lnTo>
                    <a:pt x="709091" y="1656154"/>
                  </a:lnTo>
                  <a:lnTo>
                    <a:pt x="688831" y="1658945"/>
                  </a:lnTo>
                  <a:lnTo>
                    <a:pt x="668572" y="1662433"/>
                  </a:lnTo>
                  <a:lnTo>
                    <a:pt x="648312" y="1666541"/>
                  </a:lnTo>
                  <a:lnTo>
                    <a:pt x="628052" y="1669800"/>
                  </a:lnTo>
                  <a:lnTo>
                    <a:pt x="607792" y="1674794"/>
                  </a:lnTo>
                  <a:lnTo>
                    <a:pt x="587533" y="1677751"/>
                  </a:lnTo>
                  <a:lnTo>
                    <a:pt x="567273" y="1682164"/>
                  </a:lnTo>
                  <a:lnTo>
                    <a:pt x="547013" y="1686980"/>
                  </a:lnTo>
                  <a:lnTo>
                    <a:pt x="526753" y="1690904"/>
                  </a:lnTo>
                  <a:lnTo>
                    <a:pt x="506494" y="1693794"/>
                  </a:lnTo>
                  <a:lnTo>
                    <a:pt x="486234" y="1697334"/>
                  </a:lnTo>
                  <a:lnTo>
                    <a:pt x="465974" y="1699815"/>
                  </a:lnTo>
                  <a:lnTo>
                    <a:pt x="445714" y="1702453"/>
                  </a:lnTo>
                  <a:lnTo>
                    <a:pt x="425455" y="1706948"/>
                  </a:lnTo>
                  <a:lnTo>
                    <a:pt x="405195" y="1708727"/>
                  </a:lnTo>
                  <a:lnTo>
                    <a:pt x="384935" y="1711212"/>
                  </a:lnTo>
                  <a:lnTo>
                    <a:pt x="364675" y="1715419"/>
                  </a:lnTo>
                  <a:lnTo>
                    <a:pt x="344415" y="1716845"/>
                  </a:lnTo>
                  <a:lnTo>
                    <a:pt x="324156" y="1719862"/>
                  </a:lnTo>
                  <a:lnTo>
                    <a:pt x="303896" y="1722985"/>
                  </a:lnTo>
                  <a:lnTo>
                    <a:pt x="283636" y="1726166"/>
                  </a:lnTo>
                  <a:lnTo>
                    <a:pt x="263376" y="1730993"/>
                  </a:lnTo>
                  <a:lnTo>
                    <a:pt x="243117" y="1733173"/>
                  </a:lnTo>
                  <a:lnTo>
                    <a:pt x="222857" y="1735666"/>
                  </a:lnTo>
                  <a:lnTo>
                    <a:pt x="202597" y="1738557"/>
                  </a:lnTo>
                  <a:lnTo>
                    <a:pt x="182337" y="1741667"/>
                  </a:lnTo>
                  <a:lnTo>
                    <a:pt x="162078" y="1744788"/>
                  </a:lnTo>
                  <a:lnTo>
                    <a:pt x="141818" y="1747904"/>
                  </a:lnTo>
                  <a:lnTo>
                    <a:pt x="121558" y="1750862"/>
                  </a:lnTo>
                  <a:lnTo>
                    <a:pt x="101298" y="1754267"/>
                  </a:lnTo>
                  <a:lnTo>
                    <a:pt x="81039" y="1757426"/>
                  </a:lnTo>
                  <a:lnTo>
                    <a:pt x="60779" y="1760339"/>
                  </a:lnTo>
                  <a:lnTo>
                    <a:pt x="40519" y="1764446"/>
                  </a:lnTo>
                  <a:lnTo>
                    <a:pt x="20259" y="1767679"/>
                  </a:lnTo>
                  <a:lnTo>
                    <a:pt x="0" y="1771434"/>
                  </a:lnTo>
                  <a:close/>
                </a:path>
              </a:pathLst>
            </a:custGeom>
            <a:solidFill>
              <a:srgbClr val="D55E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390632" y="3291165"/>
              <a:ext cx="4842083" cy="743610"/>
            </a:xfrm>
            <a:custGeom>
              <a:avLst/>
              <a:pathLst>
                <a:path w="4842083" h="743610">
                  <a:moveTo>
                    <a:pt x="0" y="673484"/>
                  </a:moveTo>
                  <a:lnTo>
                    <a:pt x="20259" y="674728"/>
                  </a:lnTo>
                  <a:lnTo>
                    <a:pt x="40519" y="677191"/>
                  </a:lnTo>
                  <a:lnTo>
                    <a:pt x="60779" y="679305"/>
                  </a:lnTo>
                  <a:lnTo>
                    <a:pt x="81039" y="679698"/>
                  </a:lnTo>
                  <a:lnTo>
                    <a:pt x="101298" y="680090"/>
                  </a:lnTo>
                  <a:lnTo>
                    <a:pt x="121558" y="681879"/>
                  </a:lnTo>
                  <a:lnTo>
                    <a:pt x="141818" y="684034"/>
                  </a:lnTo>
                  <a:lnTo>
                    <a:pt x="162078" y="686072"/>
                  </a:lnTo>
                  <a:lnTo>
                    <a:pt x="182337" y="689176"/>
                  </a:lnTo>
                  <a:lnTo>
                    <a:pt x="202597" y="691289"/>
                  </a:lnTo>
                  <a:lnTo>
                    <a:pt x="222857" y="694610"/>
                  </a:lnTo>
                  <a:lnTo>
                    <a:pt x="243117" y="695250"/>
                  </a:lnTo>
                  <a:lnTo>
                    <a:pt x="263376" y="696299"/>
                  </a:lnTo>
                  <a:lnTo>
                    <a:pt x="283636" y="700526"/>
                  </a:lnTo>
                  <a:lnTo>
                    <a:pt x="303896" y="701155"/>
                  </a:lnTo>
                  <a:lnTo>
                    <a:pt x="324156" y="701787"/>
                  </a:lnTo>
                  <a:lnTo>
                    <a:pt x="344415" y="702595"/>
                  </a:lnTo>
                  <a:lnTo>
                    <a:pt x="364675" y="705469"/>
                  </a:lnTo>
                  <a:lnTo>
                    <a:pt x="384935" y="705366"/>
                  </a:lnTo>
                  <a:lnTo>
                    <a:pt x="405195" y="706633"/>
                  </a:lnTo>
                  <a:lnTo>
                    <a:pt x="425455" y="706906"/>
                  </a:lnTo>
                  <a:lnTo>
                    <a:pt x="445714" y="708184"/>
                  </a:lnTo>
                  <a:lnTo>
                    <a:pt x="465974" y="706708"/>
                  </a:lnTo>
                  <a:lnTo>
                    <a:pt x="486234" y="706888"/>
                  </a:lnTo>
                  <a:lnTo>
                    <a:pt x="506494" y="709170"/>
                  </a:lnTo>
                  <a:lnTo>
                    <a:pt x="526753" y="712619"/>
                  </a:lnTo>
                  <a:lnTo>
                    <a:pt x="547013" y="713750"/>
                  </a:lnTo>
                  <a:lnTo>
                    <a:pt x="567273" y="716036"/>
                  </a:lnTo>
                  <a:lnTo>
                    <a:pt x="587533" y="716743"/>
                  </a:lnTo>
                  <a:lnTo>
                    <a:pt x="607792" y="716903"/>
                  </a:lnTo>
                  <a:lnTo>
                    <a:pt x="628052" y="718219"/>
                  </a:lnTo>
                  <a:lnTo>
                    <a:pt x="648312" y="720755"/>
                  </a:lnTo>
                  <a:lnTo>
                    <a:pt x="668572" y="721601"/>
                  </a:lnTo>
                  <a:lnTo>
                    <a:pt x="688831" y="723204"/>
                  </a:lnTo>
                  <a:lnTo>
                    <a:pt x="709091" y="724652"/>
                  </a:lnTo>
                  <a:lnTo>
                    <a:pt x="729351" y="726366"/>
                  </a:lnTo>
                  <a:lnTo>
                    <a:pt x="749611" y="727215"/>
                  </a:lnTo>
                  <a:lnTo>
                    <a:pt x="769870" y="727958"/>
                  </a:lnTo>
                  <a:lnTo>
                    <a:pt x="790130" y="730077"/>
                  </a:lnTo>
                  <a:lnTo>
                    <a:pt x="810390" y="729695"/>
                  </a:lnTo>
                  <a:lnTo>
                    <a:pt x="830650" y="729903"/>
                  </a:lnTo>
                  <a:lnTo>
                    <a:pt x="850910" y="731881"/>
                  </a:lnTo>
                  <a:lnTo>
                    <a:pt x="871169" y="732188"/>
                  </a:lnTo>
                  <a:lnTo>
                    <a:pt x="891429" y="732007"/>
                  </a:lnTo>
                  <a:lnTo>
                    <a:pt x="911689" y="732781"/>
                  </a:lnTo>
                  <a:lnTo>
                    <a:pt x="931949" y="736055"/>
                  </a:lnTo>
                  <a:lnTo>
                    <a:pt x="952208" y="735825"/>
                  </a:lnTo>
                  <a:lnTo>
                    <a:pt x="972468" y="736259"/>
                  </a:lnTo>
                  <a:lnTo>
                    <a:pt x="992728" y="738370"/>
                  </a:lnTo>
                  <a:lnTo>
                    <a:pt x="1012988" y="738995"/>
                  </a:lnTo>
                  <a:lnTo>
                    <a:pt x="1033247" y="738918"/>
                  </a:lnTo>
                  <a:lnTo>
                    <a:pt x="1053507" y="739222"/>
                  </a:lnTo>
                  <a:lnTo>
                    <a:pt x="1073767" y="738989"/>
                  </a:lnTo>
                  <a:lnTo>
                    <a:pt x="1094027" y="739978"/>
                  </a:lnTo>
                  <a:lnTo>
                    <a:pt x="1114286" y="740651"/>
                  </a:lnTo>
                  <a:lnTo>
                    <a:pt x="1134546" y="742371"/>
                  </a:lnTo>
                  <a:lnTo>
                    <a:pt x="1154806" y="742431"/>
                  </a:lnTo>
                  <a:lnTo>
                    <a:pt x="1175066" y="743610"/>
                  </a:lnTo>
                  <a:lnTo>
                    <a:pt x="1195326" y="742869"/>
                  </a:lnTo>
                  <a:lnTo>
                    <a:pt x="1215585" y="742108"/>
                  </a:lnTo>
                  <a:lnTo>
                    <a:pt x="1235845" y="741372"/>
                  </a:lnTo>
                  <a:lnTo>
                    <a:pt x="1256105" y="742753"/>
                  </a:lnTo>
                  <a:lnTo>
                    <a:pt x="1276365" y="742736"/>
                  </a:lnTo>
                  <a:lnTo>
                    <a:pt x="1296624" y="741076"/>
                  </a:lnTo>
                  <a:lnTo>
                    <a:pt x="1316884" y="740589"/>
                  </a:lnTo>
                  <a:lnTo>
                    <a:pt x="1337144" y="740129"/>
                  </a:lnTo>
                  <a:lnTo>
                    <a:pt x="1357404" y="739157"/>
                  </a:lnTo>
                  <a:lnTo>
                    <a:pt x="1377663" y="738239"/>
                  </a:lnTo>
                  <a:lnTo>
                    <a:pt x="1397923" y="737093"/>
                  </a:lnTo>
                  <a:lnTo>
                    <a:pt x="1418183" y="736677"/>
                  </a:lnTo>
                  <a:lnTo>
                    <a:pt x="1438443" y="735023"/>
                  </a:lnTo>
                  <a:lnTo>
                    <a:pt x="1458702" y="734145"/>
                  </a:lnTo>
                  <a:lnTo>
                    <a:pt x="1478962" y="732973"/>
                  </a:lnTo>
                  <a:lnTo>
                    <a:pt x="1499222" y="734691"/>
                  </a:lnTo>
                  <a:lnTo>
                    <a:pt x="1519482" y="736513"/>
                  </a:lnTo>
                  <a:lnTo>
                    <a:pt x="1539741" y="736955"/>
                  </a:lnTo>
                  <a:lnTo>
                    <a:pt x="1560001" y="737682"/>
                  </a:lnTo>
                  <a:lnTo>
                    <a:pt x="1580261" y="739367"/>
                  </a:lnTo>
                  <a:lnTo>
                    <a:pt x="1600521" y="739353"/>
                  </a:lnTo>
                  <a:lnTo>
                    <a:pt x="1620781" y="739643"/>
                  </a:lnTo>
                  <a:lnTo>
                    <a:pt x="1641040" y="739951"/>
                  </a:lnTo>
                  <a:lnTo>
                    <a:pt x="1661300" y="740106"/>
                  </a:lnTo>
                  <a:lnTo>
                    <a:pt x="1681560" y="740379"/>
                  </a:lnTo>
                  <a:lnTo>
                    <a:pt x="1701820" y="739102"/>
                  </a:lnTo>
                  <a:lnTo>
                    <a:pt x="1722079" y="737113"/>
                  </a:lnTo>
                  <a:lnTo>
                    <a:pt x="1742339" y="734461"/>
                  </a:lnTo>
                  <a:lnTo>
                    <a:pt x="1762599" y="733210"/>
                  </a:lnTo>
                  <a:lnTo>
                    <a:pt x="1782859" y="733019"/>
                  </a:lnTo>
                  <a:lnTo>
                    <a:pt x="1803118" y="730119"/>
                  </a:lnTo>
                  <a:lnTo>
                    <a:pt x="1823378" y="728712"/>
                  </a:lnTo>
                  <a:lnTo>
                    <a:pt x="1843638" y="727442"/>
                  </a:lnTo>
                  <a:lnTo>
                    <a:pt x="1863898" y="724829"/>
                  </a:lnTo>
                  <a:lnTo>
                    <a:pt x="1884157" y="722965"/>
                  </a:lnTo>
                  <a:lnTo>
                    <a:pt x="1904417" y="721835"/>
                  </a:lnTo>
                  <a:lnTo>
                    <a:pt x="1924677" y="718687"/>
                  </a:lnTo>
                  <a:lnTo>
                    <a:pt x="1944937" y="716082"/>
                  </a:lnTo>
                  <a:lnTo>
                    <a:pt x="1965196" y="714105"/>
                  </a:lnTo>
                  <a:lnTo>
                    <a:pt x="1985456" y="712441"/>
                  </a:lnTo>
                  <a:lnTo>
                    <a:pt x="2005716" y="712535"/>
                  </a:lnTo>
                  <a:lnTo>
                    <a:pt x="2025976" y="711763"/>
                  </a:lnTo>
                  <a:lnTo>
                    <a:pt x="2046236" y="710958"/>
                  </a:lnTo>
                  <a:lnTo>
                    <a:pt x="2066495" y="708112"/>
                  </a:lnTo>
                  <a:lnTo>
                    <a:pt x="2086755" y="704383"/>
                  </a:lnTo>
                  <a:lnTo>
                    <a:pt x="2107015" y="702515"/>
                  </a:lnTo>
                  <a:lnTo>
                    <a:pt x="2127275" y="700330"/>
                  </a:lnTo>
                  <a:lnTo>
                    <a:pt x="2147534" y="698729"/>
                  </a:lnTo>
                  <a:lnTo>
                    <a:pt x="2167794" y="697705"/>
                  </a:lnTo>
                  <a:lnTo>
                    <a:pt x="2188054" y="695318"/>
                  </a:lnTo>
                  <a:lnTo>
                    <a:pt x="2208314" y="694333"/>
                  </a:lnTo>
                  <a:lnTo>
                    <a:pt x="2228573" y="693736"/>
                  </a:lnTo>
                  <a:lnTo>
                    <a:pt x="2248833" y="690699"/>
                  </a:lnTo>
                  <a:lnTo>
                    <a:pt x="2269093" y="688443"/>
                  </a:lnTo>
                  <a:lnTo>
                    <a:pt x="2289353" y="683583"/>
                  </a:lnTo>
                  <a:lnTo>
                    <a:pt x="2309612" y="681436"/>
                  </a:lnTo>
                  <a:lnTo>
                    <a:pt x="2329872" y="677863"/>
                  </a:lnTo>
                  <a:lnTo>
                    <a:pt x="2350132" y="677162"/>
                  </a:lnTo>
                  <a:lnTo>
                    <a:pt x="2370392" y="675697"/>
                  </a:lnTo>
                  <a:lnTo>
                    <a:pt x="2390652" y="670345"/>
                  </a:lnTo>
                  <a:lnTo>
                    <a:pt x="2410911" y="666781"/>
                  </a:lnTo>
                  <a:lnTo>
                    <a:pt x="2431171" y="662382"/>
                  </a:lnTo>
                  <a:lnTo>
                    <a:pt x="2451431" y="660723"/>
                  </a:lnTo>
                  <a:lnTo>
                    <a:pt x="2471691" y="659702"/>
                  </a:lnTo>
                  <a:lnTo>
                    <a:pt x="2491950" y="657945"/>
                  </a:lnTo>
                  <a:lnTo>
                    <a:pt x="2512210" y="654968"/>
                  </a:lnTo>
                  <a:lnTo>
                    <a:pt x="2532470" y="650674"/>
                  </a:lnTo>
                  <a:lnTo>
                    <a:pt x="2552730" y="648358"/>
                  </a:lnTo>
                  <a:lnTo>
                    <a:pt x="2572989" y="644217"/>
                  </a:lnTo>
                  <a:lnTo>
                    <a:pt x="2593249" y="640509"/>
                  </a:lnTo>
                  <a:lnTo>
                    <a:pt x="2613509" y="636674"/>
                  </a:lnTo>
                  <a:lnTo>
                    <a:pt x="2633769" y="631003"/>
                  </a:lnTo>
                  <a:lnTo>
                    <a:pt x="2654028" y="625311"/>
                  </a:lnTo>
                  <a:lnTo>
                    <a:pt x="2674288" y="620930"/>
                  </a:lnTo>
                  <a:lnTo>
                    <a:pt x="2694548" y="614773"/>
                  </a:lnTo>
                  <a:lnTo>
                    <a:pt x="2714808" y="611650"/>
                  </a:lnTo>
                  <a:lnTo>
                    <a:pt x="2735067" y="610459"/>
                  </a:lnTo>
                  <a:lnTo>
                    <a:pt x="2755327" y="610104"/>
                  </a:lnTo>
                  <a:lnTo>
                    <a:pt x="2775587" y="604797"/>
                  </a:lnTo>
                  <a:lnTo>
                    <a:pt x="2795847" y="599534"/>
                  </a:lnTo>
                  <a:lnTo>
                    <a:pt x="2816107" y="596119"/>
                  </a:lnTo>
                  <a:lnTo>
                    <a:pt x="2836366" y="592875"/>
                  </a:lnTo>
                  <a:lnTo>
                    <a:pt x="2856626" y="587937"/>
                  </a:lnTo>
                  <a:lnTo>
                    <a:pt x="2876886" y="583470"/>
                  </a:lnTo>
                  <a:lnTo>
                    <a:pt x="2897146" y="579026"/>
                  </a:lnTo>
                  <a:lnTo>
                    <a:pt x="2917405" y="574727"/>
                  </a:lnTo>
                  <a:lnTo>
                    <a:pt x="2937665" y="572126"/>
                  </a:lnTo>
                  <a:lnTo>
                    <a:pt x="2957925" y="569940"/>
                  </a:lnTo>
                  <a:lnTo>
                    <a:pt x="2978185" y="566356"/>
                  </a:lnTo>
                  <a:lnTo>
                    <a:pt x="2998444" y="561498"/>
                  </a:lnTo>
                  <a:lnTo>
                    <a:pt x="3018704" y="557352"/>
                  </a:lnTo>
                  <a:lnTo>
                    <a:pt x="3038964" y="552470"/>
                  </a:lnTo>
                  <a:lnTo>
                    <a:pt x="3059224" y="547885"/>
                  </a:lnTo>
                  <a:lnTo>
                    <a:pt x="3079483" y="542660"/>
                  </a:lnTo>
                  <a:lnTo>
                    <a:pt x="3099743" y="539302"/>
                  </a:lnTo>
                  <a:lnTo>
                    <a:pt x="3120003" y="535983"/>
                  </a:lnTo>
                  <a:lnTo>
                    <a:pt x="3140263" y="532028"/>
                  </a:lnTo>
                  <a:lnTo>
                    <a:pt x="3160522" y="527399"/>
                  </a:lnTo>
                  <a:lnTo>
                    <a:pt x="3180782" y="522676"/>
                  </a:lnTo>
                  <a:lnTo>
                    <a:pt x="3201042" y="517900"/>
                  </a:lnTo>
                  <a:lnTo>
                    <a:pt x="3221302" y="511304"/>
                  </a:lnTo>
                  <a:lnTo>
                    <a:pt x="3241562" y="508333"/>
                  </a:lnTo>
                  <a:lnTo>
                    <a:pt x="3261821" y="501917"/>
                  </a:lnTo>
                  <a:lnTo>
                    <a:pt x="3282081" y="497145"/>
                  </a:lnTo>
                  <a:lnTo>
                    <a:pt x="3302341" y="492375"/>
                  </a:lnTo>
                  <a:lnTo>
                    <a:pt x="3322601" y="485141"/>
                  </a:lnTo>
                  <a:lnTo>
                    <a:pt x="3342860" y="482232"/>
                  </a:lnTo>
                  <a:lnTo>
                    <a:pt x="3363120" y="479563"/>
                  </a:lnTo>
                  <a:lnTo>
                    <a:pt x="3383380" y="474755"/>
                  </a:lnTo>
                  <a:lnTo>
                    <a:pt x="3403640" y="469144"/>
                  </a:lnTo>
                  <a:lnTo>
                    <a:pt x="3423899" y="463011"/>
                  </a:lnTo>
                  <a:lnTo>
                    <a:pt x="3444159" y="456852"/>
                  </a:lnTo>
                  <a:lnTo>
                    <a:pt x="3464419" y="449616"/>
                  </a:lnTo>
                  <a:lnTo>
                    <a:pt x="3484679" y="442929"/>
                  </a:lnTo>
                  <a:lnTo>
                    <a:pt x="3504938" y="437652"/>
                  </a:lnTo>
                  <a:lnTo>
                    <a:pt x="3525198" y="431030"/>
                  </a:lnTo>
                  <a:lnTo>
                    <a:pt x="3545458" y="425773"/>
                  </a:lnTo>
                  <a:lnTo>
                    <a:pt x="3565718" y="419558"/>
                  </a:lnTo>
                  <a:lnTo>
                    <a:pt x="3585978" y="413336"/>
                  </a:lnTo>
                  <a:lnTo>
                    <a:pt x="3606237" y="408003"/>
                  </a:lnTo>
                  <a:lnTo>
                    <a:pt x="3626497" y="402864"/>
                  </a:lnTo>
                  <a:lnTo>
                    <a:pt x="3646757" y="397303"/>
                  </a:lnTo>
                  <a:lnTo>
                    <a:pt x="3667017" y="392703"/>
                  </a:lnTo>
                  <a:lnTo>
                    <a:pt x="3687276" y="387954"/>
                  </a:lnTo>
                  <a:lnTo>
                    <a:pt x="3707536" y="381112"/>
                  </a:lnTo>
                  <a:lnTo>
                    <a:pt x="3727796" y="374328"/>
                  </a:lnTo>
                  <a:lnTo>
                    <a:pt x="3748056" y="369338"/>
                  </a:lnTo>
                  <a:lnTo>
                    <a:pt x="3768315" y="365296"/>
                  </a:lnTo>
                  <a:lnTo>
                    <a:pt x="3788575" y="359424"/>
                  </a:lnTo>
                  <a:lnTo>
                    <a:pt x="3808835" y="353545"/>
                  </a:lnTo>
                  <a:lnTo>
                    <a:pt x="3829095" y="346916"/>
                  </a:lnTo>
                  <a:lnTo>
                    <a:pt x="3849354" y="340773"/>
                  </a:lnTo>
                  <a:lnTo>
                    <a:pt x="3869614" y="334518"/>
                  </a:lnTo>
                  <a:lnTo>
                    <a:pt x="3889874" y="328449"/>
                  </a:lnTo>
                  <a:lnTo>
                    <a:pt x="3910134" y="321798"/>
                  </a:lnTo>
                  <a:lnTo>
                    <a:pt x="3930393" y="314992"/>
                  </a:lnTo>
                  <a:lnTo>
                    <a:pt x="3950653" y="307960"/>
                  </a:lnTo>
                  <a:lnTo>
                    <a:pt x="3970913" y="300732"/>
                  </a:lnTo>
                  <a:lnTo>
                    <a:pt x="3991173" y="295493"/>
                  </a:lnTo>
                  <a:lnTo>
                    <a:pt x="4011433" y="289974"/>
                  </a:lnTo>
                  <a:lnTo>
                    <a:pt x="4031692" y="284400"/>
                  </a:lnTo>
                  <a:lnTo>
                    <a:pt x="4051952" y="278859"/>
                  </a:lnTo>
                  <a:lnTo>
                    <a:pt x="4072212" y="272646"/>
                  </a:lnTo>
                  <a:lnTo>
                    <a:pt x="4092472" y="265017"/>
                  </a:lnTo>
                  <a:lnTo>
                    <a:pt x="4112731" y="256814"/>
                  </a:lnTo>
                  <a:lnTo>
                    <a:pt x="4132991" y="250237"/>
                  </a:lnTo>
                  <a:lnTo>
                    <a:pt x="4153251" y="246418"/>
                  </a:lnTo>
                  <a:lnTo>
                    <a:pt x="4173511" y="238705"/>
                  </a:lnTo>
                  <a:lnTo>
                    <a:pt x="4193770" y="232660"/>
                  </a:lnTo>
                  <a:lnTo>
                    <a:pt x="4214030" y="225320"/>
                  </a:lnTo>
                  <a:lnTo>
                    <a:pt x="4234290" y="221541"/>
                  </a:lnTo>
                  <a:lnTo>
                    <a:pt x="4254550" y="213444"/>
                  </a:lnTo>
                  <a:lnTo>
                    <a:pt x="4274809" y="205031"/>
                  </a:lnTo>
                  <a:lnTo>
                    <a:pt x="4295069" y="199652"/>
                  </a:lnTo>
                  <a:lnTo>
                    <a:pt x="4315329" y="191652"/>
                  </a:lnTo>
                  <a:lnTo>
                    <a:pt x="4335589" y="184867"/>
                  </a:lnTo>
                  <a:lnTo>
                    <a:pt x="4355848" y="178744"/>
                  </a:lnTo>
                  <a:lnTo>
                    <a:pt x="4376108" y="171456"/>
                  </a:lnTo>
                  <a:lnTo>
                    <a:pt x="4396368" y="164198"/>
                  </a:lnTo>
                  <a:lnTo>
                    <a:pt x="4416628" y="156986"/>
                  </a:lnTo>
                  <a:lnTo>
                    <a:pt x="4436888" y="149724"/>
                  </a:lnTo>
                  <a:lnTo>
                    <a:pt x="4457147" y="143065"/>
                  </a:lnTo>
                  <a:lnTo>
                    <a:pt x="4477407" y="135130"/>
                  </a:lnTo>
                  <a:lnTo>
                    <a:pt x="4497667" y="127808"/>
                  </a:lnTo>
                  <a:lnTo>
                    <a:pt x="4517927" y="120478"/>
                  </a:lnTo>
                  <a:lnTo>
                    <a:pt x="4538186" y="113029"/>
                  </a:lnTo>
                  <a:lnTo>
                    <a:pt x="4558446" y="105464"/>
                  </a:lnTo>
                  <a:lnTo>
                    <a:pt x="4578706" y="98521"/>
                  </a:lnTo>
                  <a:lnTo>
                    <a:pt x="4598966" y="91708"/>
                  </a:lnTo>
                  <a:lnTo>
                    <a:pt x="4619225" y="83829"/>
                  </a:lnTo>
                  <a:lnTo>
                    <a:pt x="4639485" y="75831"/>
                  </a:lnTo>
                  <a:lnTo>
                    <a:pt x="4659745" y="66864"/>
                  </a:lnTo>
                  <a:lnTo>
                    <a:pt x="4680005" y="57907"/>
                  </a:lnTo>
                  <a:lnTo>
                    <a:pt x="4700264" y="49337"/>
                  </a:lnTo>
                  <a:lnTo>
                    <a:pt x="4720524" y="41584"/>
                  </a:lnTo>
                  <a:lnTo>
                    <a:pt x="4740784" y="34372"/>
                  </a:lnTo>
                  <a:lnTo>
                    <a:pt x="4761044" y="27799"/>
                  </a:lnTo>
                  <a:lnTo>
                    <a:pt x="4781304" y="22024"/>
                  </a:lnTo>
                  <a:lnTo>
                    <a:pt x="4801563" y="14168"/>
                  </a:lnTo>
                  <a:lnTo>
                    <a:pt x="4821823" y="6904"/>
                  </a:lnTo>
                  <a:lnTo>
                    <a:pt x="484208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390632" y="4720974"/>
              <a:ext cx="4842083" cy="341626"/>
            </a:xfrm>
            <a:custGeom>
              <a:avLst/>
              <a:pathLst>
                <a:path w="4842083" h="341626">
                  <a:moveTo>
                    <a:pt x="4842083" y="90096"/>
                  </a:moveTo>
                  <a:lnTo>
                    <a:pt x="4821823" y="88922"/>
                  </a:lnTo>
                  <a:lnTo>
                    <a:pt x="4801563" y="88607"/>
                  </a:lnTo>
                  <a:lnTo>
                    <a:pt x="4781304" y="86673"/>
                  </a:lnTo>
                  <a:lnTo>
                    <a:pt x="4761044" y="84683"/>
                  </a:lnTo>
                  <a:lnTo>
                    <a:pt x="4740784" y="82691"/>
                  </a:lnTo>
                  <a:lnTo>
                    <a:pt x="4720524" y="80696"/>
                  </a:lnTo>
                  <a:lnTo>
                    <a:pt x="4700264" y="78698"/>
                  </a:lnTo>
                  <a:lnTo>
                    <a:pt x="4680005" y="76698"/>
                  </a:lnTo>
                  <a:lnTo>
                    <a:pt x="4659745" y="74695"/>
                  </a:lnTo>
                  <a:lnTo>
                    <a:pt x="4639485" y="73142"/>
                  </a:lnTo>
                  <a:lnTo>
                    <a:pt x="4619225" y="70681"/>
                  </a:lnTo>
                  <a:lnTo>
                    <a:pt x="4598966" y="67877"/>
                  </a:lnTo>
                  <a:lnTo>
                    <a:pt x="4578706" y="64631"/>
                  </a:lnTo>
                  <a:lnTo>
                    <a:pt x="4558446" y="62345"/>
                  </a:lnTo>
                  <a:lnTo>
                    <a:pt x="4538186" y="60468"/>
                  </a:lnTo>
                  <a:lnTo>
                    <a:pt x="4517927" y="59389"/>
                  </a:lnTo>
                  <a:lnTo>
                    <a:pt x="4497667" y="57118"/>
                  </a:lnTo>
                  <a:lnTo>
                    <a:pt x="4477407" y="56053"/>
                  </a:lnTo>
                  <a:lnTo>
                    <a:pt x="4457147" y="53376"/>
                  </a:lnTo>
                  <a:lnTo>
                    <a:pt x="4436888" y="52680"/>
                  </a:lnTo>
                  <a:lnTo>
                    <a:pt x="4416628" y="52042"/>
                  </a:lnTo>
                  <a:lnTo>
                    <a:pt x="4396368" y="51782"/>
                  </a:lnTo>
                  <a:lnTo>
                    <a:pt x="4376108" y="51891"/>
                  </a:lnTo>
                  <a:lnTo>
                    <a:pt x="4355848" y="51500"/>
                  </a:lnTo>
                  <a:lnTo>
                    <a:pt x="4335589" y="49243"/>
                  </a:lnTo>
                  <a:lnTo>
                    <a:pt x="4315329" y="47009"/>
                  </a:lnTo>
                  <a:lnTo>
                    <a:pt x="4295069" y="47165"/>
                  </a:lnTo>
                  <a:lnTo>
                    <a:pt x="4274809" y="45273"/>
                  </a:lnTo>
                  <a:lnTo>
                    <a:pt x="4254550" y="45261"/>
                  </a:lnTo>
                  <a:lnTo>
                    <a:pt x="4234290" y="43151"/>
                  </a:lnTo>
                  <a:lnTo>
                    <a:pt x="4214030" y="42479"/>
                  </a:lnTo>
                  <a:lnTo>
                    <a:pt x="4193770" y="41798"/>
                  </a:lnTo>
                  <a:lnTo>
                    <a:pt x="4173511" y="41083"/>
                  </a:lnTo>
                  <a:lnTo>
                    <a:pt x="4153251" y="41545"/>
                  </a:lnTo>
                  <a:lnTo>
                    <a:pt x="4132991" y="42248"/>
                  </a:lnTo>
                  <a:lnTo>
                    <a:pt x="4112731" y="41624"/>
                  </a:lnTo>
                  <a:lnTo>
                    <a:pt x="4092472" y="40924"/>
                  </a:lnTo>
                  <a:lnTo>
                    <a:pt x="4072212" y="41557"/>
                  </a:lnTo>
                  <a:lnTo>
                    <a:pt x="4051952" y="41216"/>
                  </a:lnTo>
                  <a:lnTo>
                    <a:pt x="4031692" y="41232"/>
                  </a:lnTo>
                  <a:lnTo>
                    <a:pt x="4011433" y="40635"/>
                  </a:lnTo>
                  <a:lnTo>
                    <a:pt x="3991173" y="39574"/>
                  </a:lnTo>
                  <a:lnTo>
                    <a:pt x="3970913" y="38488"/>
                  </a:lnTo>
                  <a:lnTo>
                    <a:pt x="3950653" y="37419"/>
                  </a:lnTo>
                  <a:lnTo>
                    <a:pt x="3930393" y="37299"/>
                  </a:lnTo>
                  <a:lnTo>
                    <a:pt x="3910134" y="38276"/>
                  </a:lnTo>
                  <a:lnTo>
                    <a:pt x="3889874" y="38637"/>
                  </a:lnTo>
                  <a:lnTo>
                    <a:pt x="3869614" y="36753"/>
                  </a:lnTo>
                  <a:lnTo>
                    <a:pt x="3849354" y="34089"/>
                  </a:lnTo>
                  <a:lnTo>
                    <a:pt x="3829095" y="31881"/>
                  </a:lnTo>
                  <a:lnTo>
                    <a:pt x="3808835" y="31225"/>
                  </a:lnTo>
                  <a:lnTo>
                    <a:pt x="3788575" y="33031"/>
                  </a:lnTo>
                  <a:lnTo>
                    <a:pt x="3768315" y="35276"/>
                  </a:lnTo>
                  <a:lnTo>
                    <a:pt x="3748056" y="31119"/>
                  </a:lnTo>
                  <a:lnTo>
                    <a:pt x="3727796" y="29706"/>
                  </a:lnTo>
                  <a:lnTo>
                    <a:pt x="3707536" y="28091"/>
                  </a:lnTo>
                  <a:lnTo>
                    <a:pt x="3687276" y="26953"/>
                  </a:lnTo>
                  <a:lnTo>
                    <a:pt x="3667017" y="26354"/>
                  </a:lnTo>
                  <a:lnTo>
                    <a:pt x="3646757" y="25165"/>
                  </a:lnTo>
                  <a:lnTo>
                    <a:pt x="3626497" y="24841"/>
                  </a:lnTo>
                  <a:lnTo>
                    <a:pt x="3606237" y="23026"/>
                  </a:lnTo>
                  <a:lnTo>
                    <a:pt x="3585978" y="21006"/>
                  </a:lnTo>
                  <a:lnTo>
                    <a:pt x="3565718" y="20283"/>
                  </a:lnTo>
                  <a:lnTo>
                    <a:pt x="3545458" y="19263"/>
                  </a:lnTo>
                  <a:lnTo>
                    <a:pt x="3525198" y="17774"/>
                  </a:lnTo>
                  <a:lnTo>
                    <a:pt x="3504938" y="16277"/>
                  </a:lnTo>
                  <a:lnTo>
                    <a:pt x="3484679" y="14749"/>
                  </a:lnTo>
                  <a:lnTo>
                    <a:pt x="3464419" y="13751"/>
                  </a:lnTo>
                  <a:lnTo>
                    <a:pt x="3444159" y="12518"/>
                  </a:lnTo>
                  <a:lnTo>
                    <a:pt x="3423899" y="11620"/>
                  </a:lnTo>
                  <a:lnTo>
                    <a:pt x="3403640" y="10600"/>
                  </a:lnTo>
                  <a:lnTo>
                    <a:pt x="3383380" y="9622"/>
                  </a:lnTo>
                  <a:lnTo>
                    <a:pt x="3363120" y="8903"/>
                  </a:lnTo>
                  <a:lnTo>
                    <a:pt x="3342860" y="8303"/>
                  </a:lnTo>
                  <a:lnTo>
                    <a:pt x="3322601" y="7891"/>
                  </a:lnTo>
                  <a:lnTo>
                    <a:pt x="3302341" y="7333"/>
                  </a:lnTo>
                  <a:lnTo>
                    <a:pt x="3282081" y="7400"/>
                  </a:lnTo>
                  <a:lnTo>
                    <a:pt x="3261821" y="7178"/>
                  </a:lnTo>
                  <a:lnTo>
                    <a:pt x="3241562" y="5927"/>
                  </a:lnTo>
                  <a:lnTo>
                    <a:pt x="3221302" y="6178"/>
                  </a:lnTo>
                  <a:lnTo>
                    <a:pt x="3201042" y="6780"/>
                  </a:lnTo>
                  <a:lnTo>
                    <a:pt x="3180782" y="6460"/>
                  </a:lnTo>
                  <a:lnTo>
                    <a:pt x="3160522" y="5513"/>
                  </a:lnTo>
                  <a:lnTo>
                    <a:pt x="3140263" y="5342"/>
                  </a:lnTo>
                  <a:lnTo>
                    <a:pt x="3120003" y="3892"/>
                  </a:lnTo>
                  <a:lnTo>
                    <a:pt x="3099743" y="2553"/>
                  </a:lnTo>
                  <a:lnTo>
                    <a:pt x="3079483" y="1821"/>
                  </a:lnTo>
                  <a:lnTo>
                    <a:pt x="3059224" y="2455"/>
                  </a:lnTo>
                  <a:lnTo>
                    <a:pt x="3038964" y="3380"/>
                  </a:lnTo>
                  <a:lnTo>
                    <a:pt x="3018704" y="3910"/>
                  </a:lnTo>
                  <a:lnTo>
                    <a:pt x="2998444" y="2935"/>
                  </a:lnTo>
                  <a:lnTo>
                    <a:pt x="2978185" y="2079"/>
                  </a:lnTo>
                  <a:lnTo>
                    <a:pt x="2957925" y="1607"/>
                  </a:lnTo>
                  <a:lnTo>
                    <a:pt x="2937665" y="2736"/>
                  </a:lnTo>
                  <a:lnTo>
                    <a:pt x="2917405" y="922"/>
                  </a:lnTo>
                  <a:lnTo>
                    <a:pt x="2897146" y="1174"/>
                  </a:lnTo>
                  <a:lnTo>
                    <a:pt x="2876886" y="0"/>
                  </a:lnTo>
                  <a:lnTo>
                    <a:pt x="2856626" y="550"/>
                  </a:lnTo>
                  <a:lnTo>
                    <a:pt x="2836366" y="1561"/>
                  </a:lnTo>
                  <a:lnTo>
                    <a:pt x="2816107" y="2587"/>
                  </a:lnTo>
                  <a:lnTo>
                    <a:pt x="2795847" y="4943"/>
                  </a:lnTo>
                  <a:lnTo>
                    <a:pt x="2775587" y="4888"/>
                  </a:lnTo>
                  <a:lnTo>
                    <a:pt x="2755327" y="5717"/>
                  </a:lnTo>
                  <a:lnTo>
                    <a:pt x="2735067" y="6708"/>
                  </a:lnTo>
                  <a:lnTo>
                    <a:pt x="2714808" y="7605"/>
                  </a:lnTo>
                  <a:lnTo>
                    <a:pt x="2694548" y="8836"/>
                  </a:lnTo>
                  <a:lnTo>
                    <a:pt x="2674288" y="9929"/>
                  </a:lnTo>
                  <a:lnTo>
                    <a:pt x="2654028" y="10766"/>
                  </a:lnTo>
                  <a:lnTo>
                    <a:pt x="2633769" y="10810"/>
                  </a:lnTo>
                  <a:lnTo>
                    <a:pt x="2613509" y="11819"/>
                  </a:lnTo>
                  <a:lnTo>
                    <a:pt x="2593249" y="12662"/>
                  </a:lnTo>
                  <a:lnTo>
                    <a:pt x="2572989" y="13561"/>
                  </a:lnTo>
                  <a:lnTo>
                    <a:pt x="2552730" y="14224"/>
                  </a:lnTo>
                  <a:lnTo>
                    <a:pt x="2532470" y="15453"/>
                  </a:lnTo>
                  <a:lnTo>
                    <a:pt x="2512210" y="16355"/>
                  </a:lnTo>
                  <a:lnTo>
                    <a:pt x="2491950" y="17234"/>
                  </a:lnTo>
                  <a:lnTo>
                    <a:pt x="2471691" y="18154"/>
                  </a:lnTo>
                  <a:lnTo>
                    <a:pt x="2451431" y="19064"/>
                  </a:lnTo>
                  <a:lnTo>
                    <a:pt x="2431171" y="19979"/>
                  </a:lnTo>
                  <a:lnTo>
                    <a:pt x="2410911" y="21828"/>
                  </a:lnTo>
                  <a:lnTo>
                    <a:pt x="2390652" y="21901"/>
                  </a:lnTo>
                  <a:lnTo>
                    <a:pt x="2370392" y="24153"/>
                  </a:lnTo>
                  <a:lnTo>
                    <a:pt x="2350132" y="26187"/>
                  </a:lnTo>
                  <a:lnTo>
                    <a:pt x="2329872" y="27599"/>
                  </a:lnTo>
                  <a:lnTo>
                    <a:pt x="2309612" y="28711"/>
                  </a:lnTo>
                  <a:lnTo>
                    <a:pt x="2289353" y="28887"/>
                  </a:lnTo>
                  <a:lnTo>
                    <a:pt x="2269093" y="30182"/>
                  </a:lnTo>
                  <a:lnTo>
                    <a:pt x="2248833" y="30846"/>
                  </a:lnTo>
                  <a:lnTo>
                    <a:pt x="2228573" y="33145"/>
                  </a:lnTo>
                  <a:lnTo>
                    <a:pt x="2208314" y="34857"/>
                  </a:lnTo>
                  <a:lnTo>
                    <a:pt x="2188054" y="36150"/>
                  </a:lnTo>
                  <a:lnTo>
                    <a:pt x="2167794" y="37646"/>
                  </a:lnTo>
                  <a:lnTo>
                    <a:pt x="2147534" y="39137"/>
                  </a:lnTo>
                  <a:lnTo>
                    <a:pt x="2127275" y="41256"/>
                  </a:lnTo>
                  <a:lnTo>
                    <a:pt x="2107015" y="43089"/>
                  </a:lnTo>
                  <a:lnTo>
                    <a:pt x="2086755" y="44388"/>
                  </a:lnTo>
                  <a:lnTo>
                    <a:pt x="2066495" y="46322"/>
                  </a:lnTo>
                  <a:lnTo>
                    <a:pt x="2046236" y="47344"/>
                  </a:lnTo>
                  <a:lnTo>
                    <a:pt x="2025976" y="48674"/>
                  </a:lnTo>
                  <a:lnTo>
                    <a:pt x="2005716" y="50084"/>
                  </a:lnTo>
                  <a:lnTo>
                    <a:pt x="1985456" y="51493"/>
                  </a:lnTo>
                  <a:lnTo>
                    <a:pt x="1965196" y="52843"/>
                  </a:lnTo>
                  <a:lnTo>
                    <a:pt x="1944937" y="54234"/>
                  </a:lnTo>
                  <a:lnTo>
                    <a:pt x="1924677" y="55660"/>
                  </a:lnTo>
                  <a:lnTo>
                    <a:pt x="1904417" y="57344"/>
                  </a:lnTo>
                  <a:lnTo>
                    <a:pt x="1884157" y="59637"/>
                  </a:lnTo>
                  <a:lnTo>
                    <a:pt x="1863898" y="62297"/>
                  </a:lnTo>
                  <a:lnTo>
                    <a:pt x="1843638" y="64508"/>
                  </a:lnTo>
                  <a:lnTo>
                    <a:pt x="1823378" y="67535"/>
                  </a:lnTo>
                  <a:lnTo>
                    <a:pt x="1803118" y="70463"/>
                  </a:lnTo>
                  <a:lnTo>
                    <a:pt x="1782859" y="72343"/>
                  </a:lnTo>
                  <a:lnTo>
                    <a:pt x="1762599" y="75115"/>
                  </a:lnTo>
                  <a:lnTo>
                    <a:pt x="1742339" y="76682"/>
                  </a:lnTo>
                  <a:lnTo>
                    <a:pt x="1722079" y="77514"/>
                  </a:lnTo>
                  <a:lnTo>
                    <a:pt x="1701820" y="80931"/>
                  </a:lnTo>
                  <a:lnTo>
                    <a:pt x="1681560" y="83539"/>
                  </a:lnTo>
                  <a:lnTo>
                    <a:pt x="1661300" y="83973"/>
                  </a:lnTo>
                  <a:lnTo>
                    <a:pt x="1641040" y="85341"/>
                  </a:lnTo>
                  <a:lnTo>
                    <a:pt x="1620781" y="86674"/>
                  </a:lnTo>
                  <a:lnTo>
                    <a:pt x="1600521" y="89182"/>
                  </a:lnTo>
                  <a:lnTo>
                    <a:pt x="1580261" y="93782"/>
                  </a:lnTo>
                  <a:lnTo>
                    <a:pt x="1560001" y="95102"/>
                  </a:lnTo>
                  <a:lnTo>
                    <a:pt x="1539741" y="99058"/>
                  </a:lnTo>
                  <a:lnTo>
                    <a:pt x="1519482" y="103067"/>
                  </a:lnTo>
                  <a:lnTo>
                    <a:pt x="1499222" y="106965"/>
                  </a:lnTo>
                  <a:lnTo>
                    <a:pt x="1478962" y="108609"/>
                  </a:lnTo>
                  <a:lnTo>
                    <a:pt x="1458702" y="110271"/>
                  </a:lnTo>
                  <a:lnTo>
                    <a:pt x="1438443" y="113136"/>
                  </a:lnTo>
                  <a:lnTo>
                    <a:pt x="1418183" y="116445"/>
                  </a:lnTo>
                  <a:lnTo>
                    <a:pt x="1397923" y="120149"/>
                  </a:lnTo>
                  <a:lnTo>
                    <a:pt x="1377663" y="122811"/>
                  </a:lnTo>
                  <a:lnTo>
                    <a:pt x="1357404" y="124439"/>
                  </a:lnTo>
                  <a:lnTo>
                    <a:pt x="1337144" y="127461"/>
                  </a:lnTo>
                  <a:lnTo>
                    <a:pt x="1316884" y="129094"/>
                  </a:lnTo>
                  <a:lnTo>
                    <a:pt x="1296624" y="131882"/>
                  </a:lnTo>
                  <a:lnTo>
                    <a:pt x="1276365" y="134633"/>
                  </a:lnTo>
                  <a:lnTo>
                    <a:pt x="1256105" y="136271"/>
                  </a:lnTo>
                  <a:lnTo>
                    <a:pt x="1235845" y="138596"/>
                  </a:lnTo>
                  <a:lnTo>
                    <a:pt x="1215585" y="140403"/>
                  </a:lnTo>
                  <a:lnTo>
                    <a:pt x="1195326" y="142529"/>
                  </a:lnTo>
                  <a:lnTo>
                    <a:pt x="1175066" y="146719"/>
                  </a:lnTo>
                  <a:lnTo>
                    <a:pt x="1154806" y="149155"/>
                  </a:lnTo>
                  <a:lnTo>
                    <a:pt x="1134546" y="152723"/>
                  </a:lnTo>
                  <a:lnTo>
                    <a:pt x="1114286" y="156274"/>
                  </a:lnTo>
                  <a:lnTo>
                    <a:pt x="1094027" y="159816"/>
                  </a:lnTo>
                  <a:lnTo>
                    <a:pt x="1073767" y="163287"/>
                  </a:lnTo>
                  <a:lnTo>
                    <a:pt x="1053507" y="166902"/>
                  </a:lnTo>
                  <a:lnTo>
                    <a:pt x="1033247" y="170456"/>
                  </a:lnTo>
                  <a:lnTo>
                    <a:pt x="1012988" y="174333"/>
                  </a:lnTo>
                  <a:lnTo>
                    <a:pt x="992728" y="177240"/>
                  </a:lnTo>
                  <a:lnTo>
                    <a:pt x="972468" y="180482"/>
                  </a:lnTo>
                  <a:lnTo>
                    <a:pt x="952208" y="184479"/>
                  </a:lnTo>
                  <a:lnTo>
                    <a:pt x="931949" y="188211"/>
                  </a:lnTo>
                  <a:lnTo>
                    <a:pt x="911689" y="192906"/>
                  </a:lnTo>
                  <a:lnTo>
                    <a:pt x="891429" y="195633"/>
                  </a:lnTo>
                  <a:lnTo>
                    <a:pt x="871169" y="199709"/>
                  </a:lnTo>
                  <a:lnTo>
                    <a:pt x="850910" y="204149"/>
                  </a:lnTo>
                  <a:lnTo>
                    <a:pt x="830650" y="207297"/>
                  </a:lnTo>
                  <a:lnTo>
                    <a:pt x="810390" y="209968"/>
                  </a:lnTo>
                  <a:lnTo>
                    <a:pt x="790130" y="212757"/>
                  </a:lnTo>
                  <a:lnTo>
                    <a:pt x="769870" y="215650"/>
                  </a:lnTo>
                  <a:lnTo>
                    <a:pt x="749611" y="219054"/>
                  </a:lnTo>
                  <a:lnTo>
                    <a:pt x="729351" y="223481"/>
                  </a:lnTo>
                  <a:lnTo>
                    <a:pt x="709091" y="226345"/>
                  </a:lnTo>
                  <a:lnTo>
                    <a:pt x="688831" y="229136"/>
                  </a:lnTo>
                  <a:lnTo>
                    <a:pt x="668572" y="232624"/>
                  </a:lnTo>
                  <a:lnTo>
                    <a:pt x="648312" y="236732"/>
                  </a:lnTo>
                  <a:lnTo>
                    <a:pt x="628052" y="239992"/>
                  </a:lnTo>
                  <a:lnTo>
                    <a:pt x="607792" y="244985"/>
                  </a:lnTo>
                  <a:lnTo>
                    <a:pt x="587533" y="247942"/>
                  </a:lnTo>
                  <a:lnTo>
                    <a:pt x="567273" y="252355"/>
                  </a:lnTo>
                  <a:lnTo>
                    <a:pt x="547013" y="257171"/>
                  </a:lnTo>
                  <a:lnTo>
                    <a:pt x="526753" y="261095"/>
                  </a:lnTo>
                  <a:lnTo>
                    <a:pt x="506494" y="263985"/>
                  </a:lnTo>
                  <a:lnTo>
                    <a:pt x="486234" y="267525"/>
                  </a:lnTo>
                  <a:lnTo>
                    <a:pt x="465974" y="270006"/>
                  </a:lnTo>
                  <a:lnTo>
                    <a:pt x="445714" y="272644"/>
                  </a:lnTo>
                  <a:lnTo>
                    <a:pt x="425455" y="277139"/>
                  </a:lnTo>
                  <a:lnTo>
                    <a:pt x="405195" y="278918"/>
                  </a:lnTo>
                  <a:lnTo>
                    <a:pt x="384935" y="281404"/>
                  </a:lnTo>
                  <a:lnTo>
                    <a:pt x="364675" y="285610"/>
                  </a:lnTo>
                  <a:lnTo>
                    <a:pt x="344415" y="287036"/>
                  </a:lnTo>
                  <a:lnTo>
                    <a:pt x="324156" y="290053"/>
                  </a:lnTo>
                  <a:lnTo>
                    <a:pt x="303896" y="293176"/>
                  </a:lnTo>
                  <a:lnTo>
                    <a:pt x="283636" y="296357"/>
                  </a:lnTo>
                  <a:lnTo>
                    <a:pt x="263376" y="301184"/>
                  </a:lnTo>
                  <a:lnTo>
                    <a:pt x="243117" y="303365"/>
                  </a:lnTo>
                  <a:lnTo>
                    <a:pt x="222857" y="305857"/>
                  </a:lnTo>
                  <a:lnTo>
                    <a:pt x="202597" y="308748"/>
                  </a:lnTo>
                  <a:lnTo>
                    <a:pt x="182337" y="311858"/>
                  </a:lnTo>
                  <a:lnTo>
                    <a:pt x="162078" y="314979"/>
                  </a:lnTo>
                  <a:lnTo>
                    <a:pt x="141818" y="318095"/>
                  </a:lnTo>
                  <a:lnTo>
                    <a:pt x="121558" y="321053"/>
                  </a:lnTo>
                  <a:lnTo>
                    <a:pt x="101298" y="324458"/>
                  </a:lnTo>
                  <a:lnTo>
                    <a:pt x="81039" y="327618"/>
                  </a:lnTo>
                  <a:lnTo>
                    <a:pt x="60779" y="330530"/>
                  </a:lnTo>
                  <a:lnTo>
                    <a:pt x="40519" y="334637"/>
                  </a:lnTo>
                  <a:lnTo>
                    <a:pt x="20259" y="337870"/>
                  </a:lnTo>
                  <a:lnTo>
                    <a:pt x="0" y="3416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1390632" y="2828776"/>
              <a:ext cx="4842083" cy="2314086"/>
            </a:xfrm>
            <a:custGeom>
              <a:avLst/>
              <a:pathLst>
                <a:path w="4842083" h="2314086">
                  <a:moveTo>
                    <a:pt x="0" y="1103163"/>
                  </a:moveTo>
                  <a:lnTo>
                    <a:pt x="20259" y="1111923"/>
                  </a:lnTo>
                  <a:lnTo>
                    <a:pt x="40519" y="1115074"/>
                  </a:lnTo>
                  <a:lnTo>
                    <a:pt x="60779" y="1118690"/>
                  </a:lnTo>
                  <a:lnTo>
                    <a:pt x="81039" y="1127106"/>
                  </a:lnTo>
                  <a:lnTo>
                    <a:pt x="101298" y="1133101"/>
                  </a:lnTo>
                  <a:lnTo>
                    <a:pt x="121558" y="1139065"/>
                  </a:lnTo>
                  <a:lnTo>
                    <a:pt x="141818" y="1145001"/>
                  </a:lnTo>
                  <a:lnTo>
                    <a:pt x="162078" y="1148631"/>
                  </a:lnTo>
                  <a:lnTo>
                    <a:pt x="182337" y="1150502"/>
                  </a:lnTo>
                  <a:lnTo>
                    <a:pt x="202597" y="1153980"/>
                  </a:lnTo>
                  <a:lnTo>
                    <a:pt x="222857" y="1158580"/>
                  </a:lnTo>
                  <a:lnTo>
                    <a:pt x="243117" y="1162544"/>
                  </a:lnTo>
                  <a:lnTo>
                    <a:pt x="263376" y="1167552"/>
                  </a:lnTo>
                  <a:lnTo>
                    <a:pt x="283636" y="1169684"/>
                  </a:lnTo>
                  <a:lnTo>
                    <a:pt x="303896" y="1172573"/>
                  </a:lnTo>
                  <a:lnTo>
                    <a:pt x="324156" y="1175434"/>
                  </a:lnTo>
                  <a:lnTo>
                    <a:pt x="344415" y="1178539"/>
                  </a:lnTo>
                  <a:lnTo>
                    <a:pt x="364675" y="1187524"/>
                  </a:lnTo>
                  <a:lnTo>
                    <a:pt x="384935" y="1195890"/>
                  </a:lnTo>
                  <a:lnTo>
                    <a:pt x="405195" y="1197130"/>
                  </a:lnTo>
                  <a:lnTo>
                    <a:pt x="425455" y="1203074"/>
                  </a:lnTo>
                  <a:lnTo>
                    <a:pt x="445714" y="1207404"/>
                  </a:lnTo>
                  <a:lnTo>
                    <a:pt x="465974" y="1211747"/>
                  </a:lnTo>
                  <a:lnTo>
                    <a:pt x="486234" y="1216469"/>
                  </a:lnTo>
                  <a:lnTo>
                    <a:pt x="506494" y="1220230"/>
                  </a:lnTo>
                  <a:lnTo>
                    <a:pt x="526753" y="1226161"/>
                  </a:lnTo>
                  <a:lnTo>
                    <a:pt x="547013" y="1229490"/>
                  </a:lnTo>
                  <a:lnTo>
                    <a:pt x="567273" y="1233377"/>
                  </a:lnTo>
                  <a:lnTo>
                    <a:pt x="587533" y="1237347"/>
                  </a:lnTo>
                  <a:lnTo>
                    <a:pt x="607792" y="1240544"/>
                  </a:lnTo>
                  <a:lnTo>
                    <a:pt x="628052" y="1243634"/>
                  </a:lnTo>
                  <a:lnTo>
                    <a:pt x="648312" y="1249162"/>
                  </a:lnTo>
                  <a:lnTo>
                    <a:pt x="668572" y="1254760"/>
                  </a:lnTo>
                  <a:lnTo>
                    <a:pt x="688831" y="1259995"/>
                  </a:lnTo>
                  <a:lnTo>
                    <a:pt x="709091" y="1266285"/>
                  </a:lnTo>
                  <a:lnTo>
                    <a:pt x="729351" y="1273368"/>
                  </a:lnTo>
                  <a:lnTo>
                    <a:pt x="749611" y="1276698"/>
                  </a:lnTo>
                  <a:lnTo>
                    <a:pt x="769870" y="1278624"/>
                  </a:lnTo>
                  <a:lnTo>
                    <a:pt x="790130" y="1283410"/>
                  </a:lnTo>
                  <a:lnTo>
                    <a:pt x="810390" y="1288769"/>
                  </a:lnTo>
                  <a:lnTo>
                    <a:pt x="830650" y="1291903"/>
                  </a:lnTo>
                  <a:lnTo>
                    <a:pt x="850910" y="1293860"/>
                  </a:lnTo>
                  <a:lnTo>
                    <a:pt x="871169" y="1296554"/>
                  </a:lnTo>
                  <a:lnTo>
                    <a:pt x="891429" y="1302334"/>
                  </a:lnTo>
                  <a:lnTo>
                    <a:pt x="911689" y="1305009"/>
                  </a:lnTo>
                  <a:lnTo>
                    <a:pt x="931949" y="1308616"/>
                  </a:lnTo>
                  <a:lnTo>
                    <a:pt x="952208" y="1313103"/>
                  </a:lnTo>
                  <a:lnTo>
                    <a:pt x="972468" y="1315906"/>
                  </a:lnTo>
                  <a:lnTo>
                    <a:pt x="992728" y="1322446"/>
                  </a:lnTo>
                  <a:lnTo>
                    <a:pt x="1012988" y="1325258"/>
                  </a:lnTo>
                  <a:lnTo>
                    <a:pt x="1033247" y="1327041"/>
                  </a:lnTo>
                  <a:lnTo>
                    <a:pt x="1053507" y="1330081"/>
                  </a:lnTo>
                  <a:lnTo>
                    <a:pt x="1073767" y="1334490"/>
                  </a:lnTo>
                  <a:lnTo>
                    <a:pt x="1094027" y="1335047"/>
                  </a:lnTo>
                  <a:lnTo>
                    <a:pt x="1114286" y="1338539"/>
                  </a:lnTo>
                  <a:lnTo>
                    <a:pt x="1134546" y="1342270"/>
                  </a:lnTo>
                  <a:lnTo>
                    <a:pt x="1154806" y="1345895"/>
                  </a:lnTo>
                  <a:lnTo>
                    <a:pt x="1175066" y="1346975"/>
                  </a:lnTo>
                  <a:lnTo>
                    <a:pt x="1195326" y="1346294"/>
                  </a:lnTo>
                  <a:lnTo>
                    <a:pt x="1215585" y="1348291"/>
                  </a:lnTo>
                  <a:lnTo>
                    <a:pt x="1235845" y="1349228"/>
                  </a:lnTo>
                  <a:lnTo>
                    <a:pt x="1256105" y="1352468"/>
                  </a:lnTo>
                  <a:lnTo>
                    <a:pt x="1276365" y="1353344"/>
                  </a:lnTo>
                  <a:lnTo>
                    <a:pt x="1296624" y="1353711"/>
                  </a:lnTo>
                  <a:lnTo>
                    <a:pt x="1316884" y="1355847"/>
                  </a:lnTo>
                  <a:lnTo>
                    <a:pt x="1337144" y="1357719"/>
                  </a:lnTo>
                  <a:lnTo>
                    <a:pt x="1357404" y="1357288"/>
                  </a:lnTo>
                  <a:lnTo>
                    <a:pt x="1377663" y="1358465"/>
                  </a:lnTo>
                  <a:lnTo>
                    <a:pt x="1397923" y="1360738"/>
                  </a:lnTo>
                  <a:lnTo>
                    <a:pt x="1418183" y="1361628"/>
                  </a:lnTo>
                  <a:lnTo>
                    <a:pt x="1438443" y="1363416"/>
                  </a:lnTo>
                  <a:lnTo>
                    <a:pt x="1458702" y="1364682"/>
                  </a:lnTo>
                  <a:lnTo>
                    <a:pt x="1478962" y="1362573"/>
                  </a:lnTo>
                  <a:lnTo>
                    <a:pt x="1499222" y="1363816"/>
                  </a:lnTo>
                  <a:lnTo>
                    <a:pt x="1519482" y="1364660"/>
                  </a:lnTo>
                  <a:lnTo>
                    <a:pt x="1539741" y="1365960"/>
                  </a:lnTo>
                  <a:lnTo>
                    <a:pt x="1560001" y="1365723"/>
                  </a:lnTo>
                  <a:lnTo>
                    <a:pt x="1580261" y="1367882"/>
                  </a:lnTo>
                  <a:lnTo>
                    <a:pt x="1600521" y="1366706"/>
                  </a:lnTo>
                  <a:lnTo>
                    <a:pt x="1620781" y="1365425"/>
                  </a:lnTo>
                  <a:lnTo>
                    <a:pt x="1641040" y="1365915"/>
                  </a:lnTo>
                  <a:lnTo>
                    <a:pt x="1661300" y="1364126"/>
                  </a:lnTo>
                  <a:lnTo>
                    <a:pt x="1681560" y="1361346"/>
                  </a:lnTo>
                  <a:lnTo>
                    <a:pt x="1701820" y="1360459"/>
                  </a:lnTo>
                  <a:lnTo>
                    <a:pt x="1722079" y="1358581"/>
                  </a:lnTo>
                  <a:lnTo>
                    <a:pt x="1742339" y="1357054"/>
                  </a:lnTo>
                  <a:lnTo>
                    <a:pt x="1762599" y="1356070"/>
                  </a:lnTo>
                  <a:lnTo>
                    <a:pt x="1782859" y="1358912"/>
                  </a:lnTo>
                  <a:lnTo>
                    <a:pt x="1803118" y="1353293"/>
                  </a:lnTo>
                  <a:lnTo>
                    <a:pt x="1823378" y="1352007"/>
                  </a:lnTo>
                  <a:lnTo>
                    <a:pt x="1843638" y="1350940"/>
                  </a:lnTo>
                  <a:lnTo>
                    <a:pt x="1863898" y="1347738"/>
                  </a:lnTo>
                  <a:lnTo>
                    <a:pt x="1884157" y="1348033"/>
                  </a:lnTo>
                  <a:lnTo>
                    <a:pt x="1904417" y="1345969"/>
                  </a:lnTo>
                  <a:lnTo>
                    <a:pt x="1924677" y="1342743"/>
                  </a:lnTo>
                  <a:lnTo>
                    <a:pt x="1944937" y="1339993"/>
                  </a:lnTo>
                  <a:lnTo>
                    <a:pt x="1965196" y="1337870"/>
                  </a:lnTo>
                  <a:lnTo>
                    <a:pt x="1985456" y="1333121"/>
                  </a:lnTo>
                  <a:lnTo>
                    <a:pt x="2005716" y="1327654"/>
                  </a:lnTo>
                  <a:lnTo>
                    <a:pt x="2025976" y="1325932"/>
                  </a:lnTo>
                  <a:lnTo>
                    <a:pt x="2046236" y="1320926"/>
                  </a:lnTo>
                  <a:lnTo>
                    <a:pt x="2066495" y="1315975"/>
                  </a:lnTo>
                  <a:lnTo>
                    <a:pt x="2086755" y="1311722"/>
                  </a:lnTo>
                  <a:lnTo>
                    <a:pt x="2107015" y="1306694"/>
                  </a:lnTo>
                  <a:lnTo>
                    <a:pt x="2127275" y="1301898"/>
                  </a:lnTo>
                  <a:lnTo>
                    <a:pt x="2147534" y="1295299"/>
                  </a:lnTo>
                  <a:lnTo>
                    <a:pt x="2167794" y="1287354"/>
                  </a:lnTo>
                  <a:lnTo>
                    <a:pt x="2188054" y="1283238"/>
                  </a:lnTo>
                  <a:lnTo>
                    <a:pt x="2208314" y="1280746"/>
                  </a:lnTo>
                  <a:lnTo>
                    <a:pt x="2228573" y="1274787"/>
                  </a:lnTo>
                  <a:lnTo>
                    <a:pt x="2248833" y="1270166"/>
                  </a:lnTo>
                  <a:lnTo>
                    <a:pt x="2269093" y="1268602"/>
                  </a:lnTo>
                  <a:lnTo>
                    <a:pt x="2289353" y="1262381"/>
                  </a:lnTo>
                  <a:lnTo>
                    <a:pt x="2309612" y="1260043"/>
                  </a:lnTo>
                  <a:lnTo>
                    <a:pt x="2329872" y="1256989"/>
                  </a:lnTo>
                  <a:lnTo>
                    <a:pt x="2350132" y="1250866"/>
                  </a:lnTo>
                  <a:lnTo>
                    <a:pt x="2370392" y="1242004"/>
                  </a:lnTo>
                  <a:lnTo>
                    <a:pt x="2390652" y="1234342"/>
                  </a:lnTo>
                  <a:lnTo>
                    <a:pt x="2410911" y="1225945"/>
                  </a:lnTo>
                  <a:lnTo>
                    <a:pt x="2431171" y="1220761"/>
                  </a:lnTo>
                  <a:lnTo>
                    <a:pt x="2451431" y="1213831"/>
                  </a:lnTo>
                  <a:lnTo>
                    <a:pt x="2471691" y="1207980"/>
                  </a:lnTo>
                  <a:lnTo>
                    <a:pt x="2491950" y="1201595"/>
                  </a:lnTo>
                  <a:lnTo>
                    <a:pt x="2512210" y="1194174"/>
                  </a:lnTo>
                  <a:lnTo>
                    <a:pt x="2532470" y="1185680"/>
                  </a:lnTo>
                  <a:lnTo>
                    <a:pt x="2552730" y="1177898"/>
                  </a:lnTo>
                  <a:lnTo>
                    <a:pt x="2572989" y="1171685"/>
                  </a:lnTo>
                  <a:lnTo>
                    <a:pt x="2593249" y="1165149"/>
                  </a:lnTo>
                  <a:lnTo>
                    <a:pt x="2613509" y="1155195"/>
                  </a:lnTo>
                  <a:lnTo>
                    <a:pt x="2633769" y="1147572"/>
                  </a:lnTo>
                  <a:lnTo>
                    <a:pt x="2654028" y="1138905"/>
                  </a:lnTo>
                  <a:lnTo>
                    <a:pt x="2674288" y="1131388"/>
                  </a:lnTo>
                  <a:lnTo>
                    <a:pt x="2694548" y="1124939"/>
                  </a:lnTo>
                  <a:lnTo>
                    <a:pt x="2714808" y="1120429"/>
                  </a:lnTo>
                  <a:lnTo>
                    <a:pt x="2735067" y="1111638"/>
                  </a:lnTo>
                  <a:lnTo>
                    <a:pt x="2755327" y="1105242"/>
                  </a:lnTo>
                  <a:lnTo>
                    <a:pt x="2775587" y="1098853"/>
                  </a:lnTo>
                  <a:lnTo>
                    <a:pt x="2795847" y="1088899"/>
                  </a:lnTo>
                  <a:lnTo>
                    <a:pt x="2816107" y="1079724"/>
                  </a:lnTo>
                  <a:lnTo>
                    <a:pt x="2836366" y="1070000"/>
                  </a:lnTo>
                  <a:lnTo>
                    <a:pt x="2856626" y="1060641"/>
                  </a:lnTo>
                  <a:lnTo>
                    <a:pt x="2876886" y="1051714"/>
                  </a:lnTo>
                  <a:lnTo>
                    <a:pt x="2897146" y="1043406"/>
                  </a:lnTo>
                  <a:lnTo>
                    <a:pt x="2917405" y="1034943"/>
                  </a:lnTo>
                  <a:lnTo>
                    <a:pt x="2937665" y="1026387"/>
                  </a:lnTo>
                  <a:lnTo>
                    <a:pt x="2957925" y="1017300"/>
                  </a:lnTo>
                  <a:lnTo>
                    <a:pt x="2978185" y="1005065"/>
                  </a:lnTo>
                  <a:lnTo>
                    <a:pt x="2998444" y="999273"/>
                  </a:lnTo>
                  <a:lnTo>
                    <a:pt x="3018704" y="990183"/>
                  </a:lnTo>
                  <a:lnTo>
                    <a:pt x="3038964" y="983479"/>
                  </a:lnTo>
                  <a:lnTo>
                    <a:pt x="3059224" y="976504"/>
                  </a:lnTo>
                  <a:lnTo>
                    <a:pt x="3079483" y="968245"/>
                  </a:lnTo>
                  <a:lnTo>
                    <a:pt x="3099743" y="958221"/>
                  </a:lnTo>
                  <a:lnTo>
                    <a:pt x="3120003" y="944441"/>
                  </a:lnTo>
                  <a:lnTo>
                    <a:pt x="3140263" y="930629"/>
                  </a:lnTo>
                  <a:lnTo>
                    <a:pt x="3160522" y="916807"/>
                  </a:lnTo>
                  <a:lnTo>
                    <a:pt x="3180782" y="906728"/>
                  </a:lnTo>
                  <a:lnTo>
                    <a:pt x="3201042" y="898288"/>
                  </a:lnTo>
                  <a:lnTo>
                    <a:pt x="3221302" y="887177"/>
                  </a:lnTo>
                  <a:lnTo>
                    <a:pt x="3241562" y="875329"/>
                  </a:lnTo>
                  <a:lnTo>
                    <a:pt x="3261821" y="862524"/>
                  </a:lnTo>
                  <a:lnTo>
                    <a:pt x="3282081" y="855061"/>
                  </a:lnTo>
                  <a:lnTo>
                    <a:pt x="3302341" y="845182"/>
                  </a:lnTo>
                  <a:lnTo>
                    <a:pt x="3322601" y="835432"/>
                  </a:lnTo>
                  <a:lnTo>
                    <a:pt x="3342860" y="821881"/>
                  </a:lnTo>
                  <a:lnTo>
                    <a:pt x="3363120" y="808264"/>
                  </a:lnTo>
                  <a:lnTo>
                    <a:pt x="3383380" y="795417"/>
                  </a:lnTo>
                  <a:lnTo>
                    <a:pt x="3403640" y="785662"/>
                  </a:lnTo>
                  <a:lnTo>
                    <a:pt x="3423899" y="780615"/>
                  </a:lnTo>
                  <a:lnTo>
                    <a:pt x="3444159" y="768404"/>
                  </a:lnTo>
                  <a:lnTo>
                    <a:pt x="3464419" y="756210"/>
                  </a:lnTo>
                  <a:lnTo>
                    <a:pt x="3484679" y="746231"/>
                  </a:lnTo>
                  <a:lnTo>
                    <a:pt x="3504938" y="736351"/>
                  </a:lnTo>
                  <a:lnTo>
                    <a:pt x="3525198" y="726505"/>
                  </a:lnTo>
                  <a:lnTo>
                    <a:pt x="3545458" y="715840"/>
                  </a:lnTo>
                  <a:lnTo>
                    <a:pt x="3565718" y="705309"/>
                  </a:lnTo>
                  <a:lnTo>
                    <a:pt x="3585978" y="693582"/>
                  </a:lnTo>
                  <a:lnTo>
                    <a:pt x="3606237" y="684493"/>
                  </a:lnTo>
                  <a:lnTo>
                    <a:pt x="3626497" y="673543"/>
                  </a:lnTo>
                  <a:lnTo>
                    <a:pt x="3646757" y="661581"/>
                  </a:lnTo>
                  <a:lnTo>
                    <a:pt x="3667017" y="649662"/>
                  </a:lnTo>
                  <a:lnTo>
                    <a:pt x="3687276" y="637694"/>
                  </a:lnTo>
                  <a:lnTo>
                    <a:pt x="3707536" y="625716"/>
                  </a:lnTo>
                  <a:lnTo>
                    <a:pt x="3727796" y="614641"/>
                  </a:lnTo>
                  <a:lnTo>
                    <a:pt x="3748056" y="603078"/>
                  </a:lnTo>
                  <a:lnTo>
                    <a:pt x="3768315" y="590269"/>
                  </a:lnTo>
                  <a:lnTo>
                    <a:pt x="3788575" y="577850"/>
                  </a:lnTo>
                  <a:lnTo>
                    <a:pt x="3808835" y="565852"/>
                  </a:lnTo>
                  <a:lnTo>
                    <a:pt x="3829095" y="551963"/>
                  </a:lnTo>
                  <a:lnTo>
                    <a:pt x="3849354" y="541869"/>
                  </a:lnTo>
                  <a:lnTo>
                    <a:pt x="3869614" y="529939"/>
                  </a:lnTo>
                  <a:lnTo>
                    <a:pt x="3889874" y="521050"/>
                  </a:lnTo>
                  <a:lnTo>
                    <a:pt x="3910134" y="510272"/>
                  </a:lnTo>
                  <a:lnTo>
                    <a:pt x="3930393" y="498617"/>
                  </a:lnTo>
                  <a:lnTo>
                    <a:pt x="3950653" y="488496"/>
                  </a:lnTo>
                  <a:lnTo>
                    <a:pt x="3970913" y="478524"/>
                  </a:lnTo>
                  <a:lnTo>
                    <a:pt x="3991173" y="468621"/>
                  </a:lnTo>
                  <a:lnTo>
                    <a:pt x="4011433" y="458781"/>
                  </a:lnTo>
                  <a:lnTo>
                    <a:pt x="4031692" y="447820"/>
                  </a:lnTo>
                  <a:lnTo>
                    <a:pt x="4051952" y="436418"/>
                  </a:lnTo>
                  <a:lnTo>
                    <a:pt x="4072212" y="423526"/>
                  </a:lnTo>
                  <a:lnTo>
                    <a:pt x="4092472" y="409701"/>
                  </a:lnTo>
                  <a:lnTo>
                    <a:pt x="4112731" y="395949"/>
                  </a:lnTo>
                  <a:lnTo>
                    <a:pt x="4132991" y="382252"/>
                  </a:lnTo>
                  <a:lnTo>
                    <a:pt x="4153251" y="368612"/>
                  </a:lnTo>
                  <a:lnTo>
                    <a:pt x="4173511" y="355032"/>
                  </a:lnTo>
                  <a:lnTo>
                    <a:pt x="4193770" y="341551"/>
                  </a:lnTo>
                  <a:lnTo>
                    <a:pt x="4214030" y="328139"/>
                  </a:lnTo>
                  <a:lnTo>
                    <a:pt x="4234290" y="316165"/>
                  </a:lnTo>
                  <a:lnTo>
                    <a:pt x="4254550" y="306523"/>
                  </a:lnTo>
                  <a:lnTo>
                    <a:pt x="4274809" y="297540"/>
                  </a:lnTo>
                  <a:lnTo>
                    <a:pt x="4295069" y="288205"/>
                  </a:lnTo>
                  <a:lnTo>
                    <a:pt x="4315329" y="275089"/>
                  </a:lnTo>
                  <a:lnTo>
                    <a:pt x="4335589" y="261998"/>
                  </a:lnTo>
                  <a:lnTo>
                    <a:pt x="4355848" y="250923"/>
                  </a:lnTo>
                  <a:lnTo>
                    <a:pt x="4376108" y="240497"/>
                  </a:lnTo>
                  <a:lnTo>
                    <a:pt x="4396368" y="230098"/>
                  </a:lnTo>
                  <a:lnTo>
                    <a:pt x="4416628" y="219650"/>
                  </a:lnTo>
                  <a:lnTo>
                    <a:pt x="4436888" y="206888"/>
                  </a:lnTo>
                  <a:lnTo>
                    <a:pt x="4457147" y="196920"/>
                  </a:lnTo>
                  <a:lnTo>
                    <a:pt x="4477407" y="187310"/>
                  </a:lnTo>
                  <a:lnTo>
                    <a:pt x="4497667" y="178176"/>
                  </a:lnTo>
                  <a:lnTo>
                    <a:pt x="4517927" y="167776"/>
                  </a:lnTo>
                  <a:lnTo>
                    <a:pt x="4538186" y="156360"/>
                  </a:lnTo>
                  <a:lnTo>
                    <a:pt x="4558446" y="146527"/>
                  </a:lnTo>
                  <a:lnTo>
                    <a:pt x="4578706" y="136802"/>
                  </a:lnTo>
                  <a:lnTo>
                    <a:pt x="4598966" y="124394"/>
                  </a:lnTo>
                  <a:lnTo>
                    <a:pt x="4619225" y="116248"/>
                  </a:lnTo>
                  <a:lnTo>
                    <a:pt x="4639485" y="103965"/>
                  </a:lnTo>
                  <a:lnTo>
                    <a:pt x="4659745" y="90932"/>
                  </a:lnTo>
                  <a:lnTo>
                    <a:pt x="4680005" y="81058"/>
                  </a:lnTo>
                  <a:lnTo>
                    <a:pt x="4700264" y="71246"/>
                  </a:lnTo>
                  <a:lnTo>
                    <a:pt x="4720524" y="61484"/>
                  </a:lnTo>
                  <a:lnTo>
                    <a:pt x="4740784" y="51771"/>
                  </a:lnTo>
                  <a:lnTo>
                    <a:pt x="4761044" y="41233"/>
                  </a:lnTo>
                  <a:lnTo>
                    <a:pt x="4781304" y="29980"/>
                  </a:lnTo>
                  <a:lnTo>
                    <a:pt x="4801563" y="18805"/>
                  </a:lnTo>
                  <a:lnTo>
                    <a:pt x="4821823" y="8916"/>
                  </a:lnTo>
                  <a:lnTo>
                    <a:pt x="4842083" y="0"/>
                  </a:lnTo>
                  <a:lnTo>
                    <a:pt x="4842083" y="2069368"/>
                  </a:lnTo>
                  <a:lnTo>
                    <a:pt x="4821823" y="2069315"/>
                  </a:lnTo>
                  <a:lnTo>
                    <a:pt x="4801563" y="2070355"/>
                  </a:lnTo>
                  <a:lnTo>
                    <a:pt x="4781304" y="2070807"/>
                  </a:lnTo>
                  <a:lnTo>
                    <a:pt x="4761044" y="2071245"/>
                  </a:lnTo>
                  <a:lnTo>
                    <a:pt x="4740784" y="2071486"/>
                  </a:lnTo>
                  <a:lnTo>
                    <a:pt x="4720524" y="2072115"/>
                  </a:lnTo>
                  <a:lnTo>
                    <a:pt x="4700264" y="2072655"/>
                  </a:lnTo>
                  <a:lnTo>
                    <a:pt x="4680005" y="2075528"/>
                  </a:lnTo>
                  <a:lnTo>
                    <a:pt x="4659745" y="2075006"/>
                  </a:lnTo>
                  <a:lnTo>
                    <a:pt x="4639485" y="2073792"/>
                  </a:lnTo>
                  <a:lnTo>
                    <a:pt x="4619225" y="2074455"/>
                  </a:lnTo>
                  <a:lnTo>
                    <a:pt x="4598966" y="2076295"/>
                  </a:lnTo>
                  <a:lnTo>
                    <a:pt x="4578706" y="2078967"/>
                  </a:lnTo>
                  <a:lnTo>
                    <a:pt x="4558446" y="2080734"/>
                  </a:lnTo>
                  <a:lnTo>
                    <a:pt x="4538186" y="2081307"/>
                  </a:lnTo>
                  <a:lnTo>
                    <a:pt x="4517927" y="2083160"/>
                  </a:lnTo>
                  <a:lnTo>
                    <a:pt x="4497667" y="2084970"/>
                  </a:lnTo>
                  <a:lnTo>
                    <a:pt x="4477407" y="2086755"/>
                  </a:lnTo>
                  <a:lnTo>
                    <a:pt x="4457147" y="2089269"/>
                  </a:lnTo>
                  <a:lnTo>
                    <a:pt x="4436888" y="2090251"/>
                  </a:lnTo>
                  <a:lnTo>
                    <a:pt x="4416628" y="2091463"/>
                  </a:lnTo>
                  <a:lnTo>
                    <a:pt x="4396368" y="2093608"/>
                  </a:lnTo>
                  <a:lnTo>
                    <a:pt x="4376108" y="2095362"/>
                  </a:lnTo>
                  <a:lnTo>
                    <a:pt x="4355848" y="2095808"/>
                  </a:lnTo>
                  <a:lnTo>
                    <a:pt x="4335589" y="2095600"/>
                  </a:lnTo>
                  <a:lnTo>
                    <a:pt x="4315329" y="2096573"/>
                  </a:lnTo>
                  <a:lnTo>
                    <a:pt x="4295069" y="2097447"/>
                  </a:lnTo>
                  <a:lnTo>
                    <a:pt x="4274809" y="2096509"/>
                  </a:lnTo>
                  <a:lnTo>
                    <a:pt x="4254550" y="2097649"/>
                  </a:lnTo>
                  <a:lnTo>
                    <a:pt x="4234290" y="2098052"/>
                  </a:lnTo>
                  <a:lnTo>
                    <a:pt x="4214030" y="2097334"/>
                  </a:lnTo>
                  <a:lnTo>
                    <a:pt x="4193770" y="2096145"/>
                  </a:lnTo>
                  <a:lnTo>
                    <a:pt x="4173511" y="2097844"/>
                  </a:lnTo>
                  <a:lnTo>
                    <a:pt x="4153251" y="2097716"/>
                  </a:lnTo>
                  <a:lnTo>
                    <a:pt x="4132991" y="2096764"/>
                  </a:lnTo>
                  <a:lnTo>
                    <a:pt x="4112731" y="2097716"/>
                  </a:lnTo>
                  <a:lnTo>
                    <a:pt x="4092472" y="2098359"/>
                  </a:lnTo>
                  <a:lnTo>
                    <a:pt x="4072212" y="2100013"/>
                  </a:lnTo>
                  <a:lnTo>
                    <a:pt x="4051952" y="2101194"/>
                  </a:lnTo>
                  <a:lnTo>
                    <a:pt x="4031692" y="2102239"/>
                  </a:lnTo>
                  <a:lnTo>
                    <a:pt x="4011433" y="2103224"/>
                  </a:lnTo>
                  <a:lnTo>
                    <a:pt x="3991173" y="2103780"/>
                  </a:lnTo>
                  <a:lnTo>
                    <a:pt x="3970913" y="2105152"/>
                  </a:lnTo>
                  <a:lnTo>
                    <a:pt x="3950653" y="2106108"/>
                  </a:lnTo>
                  <a:lnTo>
                    <a:pt x="3930393" y="2106829"/>
                  </a:lnTo>
                  <a:lnTo>
                    <a:pt x="3910134" y="2106633"/>
                  </a:lnTo>
                  <a:lnTo>
                    <a:pt x="3889874" y="2106402"/>
                  </a:lnTo>
                  <a:lnTo>
                    <a:pt x="3869614" y="2107771"/>
                  </a:lnTo>
                  <a:lnTo>
                    <a:pt x="3849354" y="2109726"/>
                  </a:lnTo>
                  <a:lnTo>
                    <a:pt x="3829095" y="2108728"/>
                  </a:lnTo>
                  <a:lnTo>
                    <a:pt x="3808835" y="2107675"/>
                  </a:lnTo>
                  <a:lnTo>
                    <a:pt x="3788575" y="2106677"/>
                  </a:lnTo>
                  <a:lnTo>
                    <a:pt x="3768315" y="2107648"/>
                  </a:lnTo>
                  <a:lnTo>
                    <a:pt x="3748056" y="2109668"/>
                  </a:lnTo>
                  <a:lnTo>
                    <a:pt x="3727796" y="2110247"/>
                  </a:lnTo>
                  <a:lnTo>
                    <a:pt x="3707536" y="2107189"/>
                  </a:lnTo>
                  <a:lnTo>
                    <a:pt x="3687276" y="2107345"/>
                  </a:lnTo>
                  <a:lnTo>
                    <a:pt x="3667017" y="2108768"/>
                  </a:lnTo>
                  <a:lnTo>
                    <a:pt x="3646757" y="2110955"/>
                  </a:lnTo>
                  <a:lnTo>
                    <a:pt x="3626497" y="2113924"/>
                  </a:lnTo>
                  <a:lnTo>
                    <a:pt x="3606237" y="2112710"/>
                  </a:lnTo>
                  <a:lnTo>
                    <a:pt x="3585978" y="2110699"/>
                  </a:lnTo>
                  <a:lnTo>
                    <a:pt x="3565718" y="2111504"/>
                  </a:lnTo>
                  <a:lnTo>
                    <a:pt x="3545458" y="2113025"/>
                  </a:lnTo>
                  <a:lnTo>
                    <a:pt x="3525198" y="2112158"/>
                  </a:lnTo>
                  <a:lnTo>
                    <a:pt x="3504938" y="2113002"/>
                  </a:lnTo>
                  <a:lnTo>
                    <a:pt x="3484679" y="2112031"/>
                  </a:lnTo>
                  <a:lnTo>
                    <a:pt x="3464419" y="2112864"/>
                  </a:lnTo>
                  <a:lnTo>
                    <a:pt x="3444159" y="2112801"/>
                  </a:lnTo>
                  <a:lnTo>
                    <a:pt x="3423899" y="2112887"/>
                  </a:lnTo>
                  <a:lnTo>
                    <a:pt x="3403640" y="2111096"/>
                  </a:lnTo>
                  <a:lnTo>
                    <a:pt x="3383380" y="2112383"/>
                  </a:lnTo>
                  <a:lnTo>
                    <a:pt x="3363120" y="2112497"/>
                  </a:lnTo>
                  <a:lnTo>
                    <a:pt x="3342860" y="2111340"/>
                  </a:lnTo>
                  <a:lnTo>
                    <a:pt x="3322601" y="2111861"/>
                  </a:lnTo>
                  <a:lnTo>
                    <a:pt x="3302341" y="2111611"/>
                  </a:lnTo>
                  <a:lnTo>
                    <a:pt x="3282081" y="2112839"/>
                  </a:lnTo>
                  <a:lnTo>
                    <a:pt x="3261821" y="2113565"/>
                  </a:lnTo>
                  <a:lnTo>
                    <a:pt x="3241562" y="2114416"/>
                  </a:lnTo>
                  <a:lnTo>
                    <a:pt x="3221302" y="2114395"/>
                  </a:lnTo>
                  <a:lnTo>
                    <a:pt x="3201042" y="2114366"/>
                  </a:lnTo>
                  <a:lnTo>
                    <a:pt x="3180782" y="2114163"/>
                  </a:lnTo>
                  <a:lnTo>
                    <a:pt x="3160522" y="2114742"/>
                  </a:lnTo>
                  <a:lnTo>
                    <a:pt x="3140263" y="2113753"/>
                  </a:lnTo>
                  <a:lnTo>
                    <a:pt x="3120003" y="2113452"/>
                  </a:lnTo>
                  <a:lnTo>
                    <a:pt x="3099743" y="2113175"/>
                  </a:lnTo>
                  <a:lnTo>
                    <a:pt x="3079483" y="2111797"/>
                  </a:lnTo>
                  <a:lnTo>
                    <a:pt x="3059224" y="2112458"/>
                  </a:lnTo>
                  <a:lnTo>
                    <a:pt x="3038964" y="2112069"/>
                  </a:lnTo>
                  <a:lnTo>
                    <a:pt x="3018704" y="2111634"/>
                  </a:lnTo>
                  <a:lnTo>
                    <a:pt x="2998444" y="2111681"/>
                  </a:lnTo>
                  <a:lnTo>
                    <a:pt x="2978185" y="2112835"/>
                  </a:lnTo>
                  <a:lnTo>
                    <a:pt x="2957925" y="2111196"/>
                  </a:lnTo>
                  <a:lnTo>
                    <a:pt x="2937665" y="2110165"/>
                  </a:lnTo>
                  <a:lnTo>
                    <a:pt x="2917405" y="2110417"/>
                  </a:lnTo>
                  <a:lnTo>
                    <a:pt x="2897146" y="2111108"/>
                  </a:lnTo>
                  <a:lnTo>
                    <a:pt x="2876886" y="2111861"/>
                  </a:lnTo>
                  <a:lnTo>
                    <a:pt x="2856626" y="2113711"/>
                  </a:lnTo>
                  <a:lnTo>
                    <a:pt x="2836366" y="2115385"/>
                  </a:lnTo>
                  <a:lnTo>
                    <a:pt x="2816107" y="2117195"/>
                  </a:lnTo>
                  <a:lnTo>
                    <a:pt x="2795847" y="2115880"/>
                  </a:lnTo>
                  <a:lnTo>
                    <a:pt x="2775587" y="2116900"/>
                  </a:lnTo>
                  <a:lnTo>
                    <a:pt x="2755327" y="2116644"/>
                  </a:lnTo>
                  <a:lnTo>
                    <a:pt x="2735067" y="2114193"/>
                  </a:lnTo>
                  <a:lnTo>
                    <a:pt x="2714808" y="2114215"/>
                  </a:lnTo>
                  <a:lnTo>
                    <a:pt x="2694548" y="2114213"/>
                  </a:lnTo>
                  <a:lnTo>
                    <a:pt x="2674288" y="2114130"/>
                  </a:lnTo>
                  <a:lnTo>
                    <a:pt x="2654028" y="2114062"/>
                  </a:lnTo>
                  <a:lnTo>
                    <a:pt x="2633769" y="2115346"/>
                  </a:lnTo>
                  <a:lnTo>
                    <a:pt x="2613509" y="2114351"/>
                  </a:lnTo>
                  <a:lnTo>
                    <a:pt x="2593249" y="2113978"/>
                  </a:lnTo>
                  <a:lnTo>
                    <a:pt x="2572989" y="2114833"/>
                  </a:lnTo>
                  <a:lnTo>
                    <a:pt x="2552730" y="2115457"/>
                  </a:lnTo>
                  <a:lnTo>
                    <a:pt x="2532470" y="2116150"/>
                  </a:lnTo>
                  <a:lnTo>
                    <a:pt x="2512210" y="2117183"/>
                  </a:lnTo>
                  <a:lnTo>
                    <a:pt x="2491950" y="2117483"/>
                  </a:lnTo>
                  <a:lnTo>
                    <a:pt x="2471691" y="2118096"/>
                  </a:lnTo>
                  <a:lnTo>
                    <a:pt x="2451431" y="2119055"/>
                  </a:lnTo>
                  <a:lnTo>
                    <a:pt x="2431171" y="2119241"/>
                  </a:lnTo>
                  <a:lnTo>
                    <a:pt x="2410911" y="2118473"/>
                  </a:lnTo>
                  <a:lnTo>
                    <a:pt x="2390652" y="2117190"/>
                  </a:lnTo>
                  <a:lnTo>
                    <a:pt x="2370392" y="2117018"/>
                  </a:lnTo>
                  <a:lnTo>
                    <a:pt x="2350132" y="2116811"/>
                  </a:lnTo>
                  <a:lnTo>
                    <a:pt x="2329872" y="2117913"/>
                  </a:lnTo>
                  <a:lnTo>
                    <a:pt x="2309612" y="2118954"/>
                  </a:lnTo>
                  <a:lnTo>
                    <a:pt x="2289353" y="2118002"/>
                  </a:lnTo>
                  <a:lnTo>
                    <a:pt x="2269093" y="2118036"/>
                  </a:lnTo>
                  <a:lnTo>
                    <a:pt x="2248833" y="2118709"/>
                  </a:lnTo>
                  <a:lnTo>
                    <a:pt x="2228573" y="2118909"/>
                  </a:lnTo>
                  <a:lnTo>
                    <a:pt x="2208314" y="2118687"/>
                  </a:lnTo>
                  <a:lnTo>
                    <a:pt x="2188054" y="2120006"/>
                  </a:lnTo>
                  <a:lnTo>
                    <a:pt x="2167794" y="2120028"/>
                  </a:lnTo>
                  <a:lnTo>
                    <a:pt x="2147534" y="2120610"/>
                  </a:lnTo>
                  <a:lnTo>
                    <a:pt x="2127275" y="2121182"/>
                  </a:lnTo>
                  <a:lnTo>
                    <a:pt x="2107015" y="2121268"/>
                  </a:lnTo>
                  <a:lnTo>
                    <a:pt x="2086755" y="2122216"/>
                  </a:lnTo>
                  <a:lnTo>
                    <a:pt x="2066495" y="2121882"/>
                  </a:lnTo>
                  <a:lnTo>
                    <a:pt x="2046236" y="2124625"/>
                  </a:lnTo>
                  <a:lnTo>
                    <a:pt x="2025976" y="2123622"/>
                  </a:lnTo>
                  <a:lnTo>
                    <a:pt x="2005716" y="2124478"/>
                  </a:lnTo>
                  <a:lnTo>
                    <a:pt x="1985456" y="2124599"/>
                  </a:lnTo>
                  <a:lnTo>
                    <a:pt x="1965196" y="2124595"/>
                  </a:lnTo>
                  <a:lnTo>
                    <a:pt x="1944937" y="2124508"/>
                  </a:lnTo>
                  <a:lnTo>
                    <a:pt x="1924677" y="2125715"/>
                  </a:lnTo>
                  <a:lnTo>
                    <a:pt x="1904417" y="2125909"/>
                  </a:lnTo>
                  <a:lnTo>
                    <a:pt x="1884157" y="2126308"/>
                  </a:lnTo>
                  <a:lnTo>
                    <a:pt x="1863898" y="2127185"/>
                  </a:lnTo>
                  <a:lnTo>
                    <a:pt x="1843638" y="2128650"/>
                  </a:lnTo>
                  <a:lnTo>
                    <a:pt x="1823378" y="2129464"/>
                  </a:lnTo>
                  <a:lnTo>
                    <a:pt x="1803118" y="2129981"/>
                  </a:lnTo>
                  <a:lnTo>
                    <a:pt x="1782859" y="2129813"/>
                  </a:lnTo>
                  <a:lnTo>
                    <a:pt x="1762599" y="2130095"/>
                  </a:lnTo>
                  <a:lnTo>
                    <a:pt x="1742339" y="2130121"/>
                  </a:lnTo>
                  <a:lnTo>
                    <a:pt x="1722079" y="2131306"/>
                  </a:lnTo>
                  <a:lnTo>
                    <a:pt x="1701820" y="2132882"/>
                  </a:lnTo>
                  <a:lnTo>
                    <a:pt x="1681560" y="2133437"/>
                  </a:lnTo>
                  <a:lnTo>
                    <a:pt x="1661300" y="2133942"/>
                  </a:lnTo>
                  <a:lnTo>
                    <a:pt x="1641040" y="2134155"/>
                  </a:lnTo>
                  <a:lnTo>
                    <a:pt x="1620781" y="2134008"/>
                  </a:lnTo>
                  <a:lnTo>
                    <a:pt x="1600521" y="2136859"/>
                  </a:lnTo>
                  <a:lnTo>
                    <a:pt x="1580261" y="2138262"/>
                  </a:lnTo>
                  <a:lnTo>
                    <a:pt x="1560001" y="2138275"/>
                  </a:lnTo>
                  <a:lnTo>
                    <a:pt x="1539741" y="2139800"/>
                  </a:lnTo>
                  <a:lnTo>
                    <a:pt x="1519482" y="2142026"/>
                  </a:lnTo>
                  <a:lnTo>
                    <a:pt x="1499222" y="2144446"/>
                  </a:lnTo>
                  <a:lnTo>
                    <a:pt x="1478962" y="2145605"/>
                  </a:lnTo>
                  <a:lnTo>
                    <a:pt x="1458702" y="2148330"/>
                  </a:lnTo>
                  <a:lnTo>
                    <a:pt x="1438443" y="2150254"/>
                  </a:lnTo>
                  <a:lnTo>
                    <a:pt x="1418183" y="2150357"/>
                  </a:lnTo>
                  <a:lnTo>
                    <a:pt x="1397923" y="2150371"/>
                  </a:lnTo>
                  <a:lnTo>
                    <a:pt x="1377663" y="2153257"/>
                  </a:lnTo>
                  <a:lnTo>
                    <a:pt x="1357404" y="2155195"/>
                  </a:lnTo>
                  <a:lnTo>
                    <a:pt x="1337144" y="2156998"/>
                  </a:lnTo>
                  <a:lnTo>
                    <a:pt x="1316884" y="2161634"/>
                  </a:lnTo>
                  <a:lnTo>
                    <a:pt x="1296624" y="2165847"/>
                  </a:lnTo>
                  <a:lnTo>
                    <a:pt x="1276365" y="2167623"/>
                  </a:lnTo>
                  <a:lnTo>
                    <a:pt x="1256105" y="2170982"/>
                  </a:lnTo>
                  <a:lnTo>
                    <a:pt x="1235845" y="2171030"/>
                  </a:lnTo>
                  <a:lnTo>
                    <a:pt x="1215585" y="2173446"/>
                  </a:lnTo>
                  <a:lnTo>
                    <a:pt x="1195326" y="2176525"/>
                  </a:lnTo>
                  <a:lnTo>
                    <a:pt x="1175066" y="2177527"/>
                  </a:lnTo>
                  <a:lnTo>
                    <a:pt x="1154806" y="2180651"/>
                  </a:lnTo>
                  <a:lnTo>
                    <a:pt x="1134546" y="2182120"/>
                  </a:lnTo>
                  <a:lnTo>
                    <a:pt x="1114286" y="2185376"/>
                  </a:lnTo>
                  <a:lnTo>
                    <a:pt x="1094027" y="2186549"/>
                  </a:lnTo>
                  <a:lnTo>
                    <a:pt x="1073767" y="2189168"/>
                  </a:lnTo>
                  <a:lnTo>
                    <a:pt x="1053507" y="2191581"/>
                  </a:lnTo>
                  <a:lnTo>
                    <a:pt x="1033247" y="2192731"/>
                  </a:lnTo>
                  <a:lnTo>
                    <a:pt x="1012988" y="2196709"/>
                  </a:lnTo>
                  <a:lnTo>
                    <a:pt x="992728" y="2198457"/>
                  </a:lnTo>
                  <a:lnTo>
                    <a:pt x="972468" y="2202254"/>
                  </a:lnTo>
                  <a:lnTo>
                    <a:pt x="952208" y="2204860"/>
                  </a:lnTo>
                  <a:lnTo>
                    <a:pt x="931949" y="2207456"/>
                  </a:lnTo>
                  <a:lnTo>
                    <a:pt x="911689" y="2210020"/>
                  </a:lnTo>
                  <a:lnTo>
                    <a:pt x="891429" y="2213601"/>
                  </a:lnTo>
                  <a:lnTo>
                    <a:pt x="871169" y="2217336"/>
                  </a:lnTo>
                  <a:lnTo>
                    <a:pt x="850910" y="2220953"/>
                  </a:lnTo>
                  <a:lnTo>
                    <a:pt x="830650" y="2222038"/>
                  </a:lnTo>
                  <a:lnTo>
                    <a:pt x="810390" y="2226453"/>
                  </a:lnTo>
                  <a:lnTo>
                    <a:pt x="790130" y="2228060"/>
                  </a:lnTo>
                  <a:lnTo>
                    <a:pt x="769870" y="2230235"/>
                  </a:lnTo>
                  <a:lnTo>
                    <a:pt x="749611" y="2232062"/>
                  </a:lnTo>
                  <a:lnTo>
                    <a:pt x="729351" y="2234813"/>
                  </a:lnTo>
                  <a:lnTo>
                    <a:pt x="709091" y="2237078"/>
                  </a:lnTo>
                  <a:lnTo>
                    <a:pt x="688831" y="2240176"/>
                  </a:lnTo>
                  <a:lnTo>
                    <a:pt x="668572" y="2243216"/>
                  </a:lnTo>
                  <a:lnTo>
                    <a:pt x="648312" y="2246183"/>
                  </a:lnTo>
                  <a:lnTo>
                    <a:pt x="628052" y="2247904"/>
                  </a:lnTo>
                  <a:lnTo>
                    <a:pt x="607792" y="2248329"/>
                  </a:lnTo>
                  <a:lnTo>
                    <a:pt x="587533" y="2251540"/>
                  </a:lnTo>
                  <a:lnTo>
                    <a:pt x="567273" y="2252437"/>
                  </a:lnTo>
                  <a:lnTo>
                    <a:pt x="547013" y="2254938"/>
                  </a:lnTo>
                  <a:lnTo>
                    <a:pt x="526753" y="2257809"/>
                  </a:lnTo>
                  <a:lnTo>
                    <a:pt x="506494" y="2261760"/>
                  </a:lnTo>
                  <a:lnTo>
                    <a:pt x="486234" y="2262977"/>
                  </a:lnTo>
                  <a:lnTo>
                    <a:pt x="465974" y="2265877"/>
                  </a:lnTo>
                  <a:lnTo>
                    <a:pt x="445714" y="2269525"/>
                  </a:lnTo>
                  <a:lnTo>
                    <a:pt x="425455" y="2270904"/>
                  </a:lnTo>
                  <a:lnTo>
                    <a:pt x="405195" y="2271771"/>
                  </a:lnTo>
                  <a:lnTo>
                    <a:pt x="384935" y="2273226"/>
                  </a:lnTo>
                  <a:lnTo>
                    <a:pt x="364675" y="2274669"/>
                  </a:lnTo>
                  <a:lnTo>
                    <a:pt x="344415" y="2277022"/>
                  </a:lnTo>
                  <a:lnTo>
                    <a:pt x="324156" y="2279374"/>
                  </a:lnTo>
                  <a:lnTo>
                    <a:pt x="303896" y="2281699"/>
                  </a:lnTo>
                  <a:lnTo>
                    <a:pt x="283636" y="2281486"/>
                  </a:lnTo>
                  <a:lnTo>
                    <a:pt x="263376" y="2281295"/>
                  </a:lnTo>
                  <a:lnTo>
                    <a:pt x="243117" y="2282274"/>
                  </a:lnTo>
                  <a:lnTo>
                    <a:pt x="222857" y="2284604"/>
                  </a:lnTo>
                  <a:lnTo>
                    <a:pt x="202597" y="2288000"/>
                  </a:lnTo>
                  <a:lnTo>
                    <a:pt x="182337" y="2291949"/>
                  </a:lnTo>
                  <a:lnTo>
                    <a:pt x="162078" y="2294752"/>
                  </a:lnTo>
                  <a:lnTo>
                    <a:pt x="141818" y="2295795"/>
                  </a:lnTo>
                  <a:lnTo>
                    <a:pt x="121558" y="2296804"/>
                  </a:lnTo>
                  <a:lnTo>
                    <a:pt x="101298" y="2299922"/>
                  </a:lnTo>
                  <a:lnTo>
                    <a:pt x="81039" y="2304927"/>
                  </a:lnTo>
                  <a:lnTo>
                    <a:pt x="60779" y="2307464"/>
                  </a:lnTo>
                  <a:lnTo>
                    <a:pt x="40519" y="2310668"/>
                  </a:lnTo>
                  <a:lnTo>
                    <a:pt x="20259" y="2314086"/>
                  </a:lnTo>
                  <a:lnTo>
                    <a:pt x="0" y="2313747"/>
                  </a:lnTo>
                  <a:close/>
                </a:path>
              </a:pathLst>
            </a:custGeom>
            <a:solidFill>
              <a:srgbClr val="CC79A7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90632" y="2828776"/>
              <a:ext cx="4842083" cy="1367882"/>
            </a:xfrm>
            <a:custGeom>
              <a:avLst/>
              <a:pathLst>
                <a:path w="4842083" h="1367882">
                  <a:moveTo>
                    <a:pt x="0" y="1103163"/>
                  </a:moveTo>
                  <a:lnTo>
                    <a:pt x="20259" y="1111923"/>
                  </a:lnTo>
                  <a:lnTo>
                    <a:pt x="40519" y="1115074"/>
                  </a:lnTo>
                  <a:lnTo>
                    <a:pt x="60779" y="1118690"/>
                  </a:lnTo>
                  <a:lnTo>
                    <a:pt x="81039" y="1127106"/>
                  </a:lnTo>
                  <a:lnTo>
                    <a:pt x="101298" y="1133101"/>
                  </a:lnTo>
                  <a:lnTo>
                    <a:pt x="121558" y="1139065"/>
                  </a:lnTo>
                  <a:lnTo>
                    <a:pt x="141818" y="1145001"/>
                  </a:lnTo>
                  <a:lnTo>
                    <a:pt x="162078" y="1148631"/>
                  </a:lnTo>
                  <a:lnTo>
                    <a:pt x="182337" y="1150502"/>
                  </a:lnTo>
                  <a:lnTo>
                    <a:pt x="202597" y="1153980"/>
                  </a:lnTo>
                  <a:lnTo>
                    <a:pt x="222857" y="1158580"/>
                  </a:lnTo>
                  <a:lnTo>
                    <a:pt x="243117" y="1162544"/>
                  </a:lnTo>
                  <a:lnTo>
                    <a:pt x="263376" y="1167552"/>
                  </a:lnTo>
                  <a:lnTo>
                    <a:pt x="283636" y="1169684"/>
                  </a:lnTo>
                  <a:lnTo>
                    <a:pt x="303896" y="1172573"/>
                  </a:lnTo>
                  <a:lnTo>
                    <a:pt x="324156" y="1175434"/>
                  </a:lnTo>
                  <a:lnTo>
                    <a:pt x="344415" y="1178539"/>
                  </a:lnTo>
                  <a:lnTo>
                    <a:pt x="364675" y="1187524"/>
                  </a:lnTo>
                  <a:lnTo>
                    <a:pt x="384935" y="1195890"/>
                  </a:lnTo>
                  <a:lnTo>
                    <a:pt x="405195" y="1197130"/>
                  </a:lnTo>
                  <a:lnTo>
                    <a:pt x="425455" y="1203074"/>
                  </a:lnTo>
                  <a:lnTo>
                    <a:pt x="445714" y="1207404"/>
                  </a:lnTo>
                  <a:lnTo>
                    <a:pt x="465974" y="1211747"/>
                  </a:lnTo>
                  <a:lnTo>
                    <a:pt x="486234" y="1216469"/>
                  </a:lnTo>
                  <a:lnTo>
                    <a:pt x="506494" y="1220230"/>
                  </a:lnTo>
                  <a:lnTo>
                    <a:pt x="526753" y="1226161"/>
                  </a:lnTo>
                  <a:lnTo>
                    <a:pt x="547013" y="1229490"/>
                  </a:lnTo>
                  <a:lnTo>
                    <a:pt x="567273" y="1233377"/>
                  </a:lnTo>
                  <a:lnTo>
                    <a:pt x="587533" y="1237347"/>
                  </a:lnTo>
                  <a:lnTo>
                    <a:pt x="607792" y="1240544"/>
                  </a:lnTo>
                  <a:lnTo>
                    <a:pt x="628052" y="1243634"/>
                  </a:lnTo>
                  <a:lnTo>
                    <a:pt x="648312" y="1249162"/>
                  </a:lnTo>
                  <a:lnTo>
                    <a:pt x="668572" y="1254760"/>
                  </a:lnTo>
                  <a:lnTo>
                    <a:pt x="688831" y="1259995"/>
                  </a:lnTo>
                  <a:lnTo>
                    <a:pt x="709091" y="1266285"/>
                  </a:lnTo>
                  <a:lnTo>
                    <a:pt x="729351" y="1273368"/>
                  </a:lnTo>
                  <a:lnTo>
                    <a:pt x="749611" y="1276698"/>
                  </a:lnTo>
                  <a:lnTo>
                    <a:pt x="769870" y="1278624"/>
                  </a:lnTo>
                  <a:lnTo>
                    <a:pt x="790130" y="1283410"/>
                  </a:lnTo>
                  <a:lnTo>
                    <a:pt x="810390" y="1288769"/>
                  </a:lnTo>
                  <a:lnTo>
                    <a:pt x="830650" y="1291903"/>
                  </a:lnTo>
                  <a:lnTo>
                    <a:pt x="850910" y="1293860"/>
                  </a:lnTo>
                  <a:lnTo>
                    <a:pt x="871169" y="1296554"/>
                  </a:lnTo>
                  <a:lnTo>
                    <a:pt x="891429" y="1302334"/>
                  </a:lnTo>
                  <a:lnTo>
                    <a:pt x="911689" y="1305009"/>
                  </a:lnTo>
                  <a:lnTo>
                    <a:pt x="931949" y="1308616"/>
                  </a:lnTo>
                  <a:lnTo>
                    <a:pt x="952208" y="1313103"/>
                  </a:lnTo>
                  <a:lnTo>
                    <a:pt x="972468" y="1315906"/>
                  </a:lnTo>
                  <a:lnTo>
                    <a:pt x="992728" y="1322446"/>
                  </a:lnTo>
                  <a:lnTo>
                    <a:pt x="1012988" y="1325258"/>
                  </a:lnTo>
                  <a:lnTo>
                    <a:pt x="1033247" y="1327041"/>
                  </a:lnTo>
                  <a:lnTo>
                    <a:pt x="1053507" y="1330081"/>
                  </a:lnTo>
                  <a:lnTo>
                    <a:pt x="1073767" y="1334490"/>
                  </a:lnTo>
                  <a:lnTo>
                    <a:pt x="1094027" y="1335047"/>
                  </a:lnTo>
                  <a:lnTo>
                    <a:pt x="1114286" y="1338539"/>
                  </a:lnTo>
                  <a:lnTo>
                    <a:pt x="1134546" y="1342270"/>
                  </a:lnTo>
                  <a:lnTo>
                    <a:pt x="1154806" y="1345895"/>
                  </a:lnTo>
                  <a:lnTo>
                    <a:pt x="1175066" y="1346975"/>
                  </a:lnTo>
                  <a:lnTo>
                    <a:pt x="1195326" y="1346294"/>
                  </a:lnTo>
                  <a:lnTo>
                    <a:pt x="1215585" y="1348291"/>
                  </a:lnTo>
                  <a:lnTo>
                    <a:pt x="1235845" y="1349228"/>
                  </a:lnTo>
                  <a:lnTo>
                    <a:pt x="1256105" y="1352468"/>
                  </a:lnTo>
                  <a:lnTo>
                    <a:pt x="1276365" y="1353344"/>
                  </a:lnTo>
                  <a:lnTo>
                    <a:pt x="1296624" y="1353711"/>
                  </a:lnTo>
                  <a:lnTo>
                    <a:pt x="1316884" y="1355847"/>
                  </a:lnTo>
                  <a:lnTo>
                    <a:pt x="1337144" y="1357719"/>
                  </a:lnTo>
                  <a:lnTo>
                    <a:pt x="1357404" y="1357288"/>
                  </a:lnTo>
                  <a:lnTo>
                    <a:pt x="1377663" y="1358465"/>
                  </a:lnTo>
                  <a:lnTo>
                    <a:pt x="1397923" y="1360738"/>
                  </a:lnTo>
                  <a:lnTo>
                    <a:pt x="1418183" y="1361628"/>
                  </a:lnTo>
                  <a:lnTo>
                    <a:pt x="1438443" y="1363416"/>
                  </a:lnTo>
                  <a:lnTo>
                    <a:pt x="1458702" y="1364682"/>
                  </a:lnTo>
                  <a:lnTo>
                    <a:pt x="1478962" y="1362573"/>
                  </a:lnTo>
                  <a:lnTo>
                    <a:pt x="1499222" y="1363816"/>
                  </a:lnTo>
                  <a:lnTo>
                    <a:pt x="1519482" y="1364660"/>
                  </a:lnTo>
                  <a:lnTo>
                    <a:pt x="1539741" y="1365960"/>
                  </a:lnTo>
                  <a:lnTo>
                    <a:pt x="1560001" y="1365723"/>
                  </a:lnTo>
                  <a:lnTo>
                    <a:pt x="1580261" y="1367882"/>
                  </a:lnTo>
                  <a:lnTo>
                    <a:pt x="1600521" y="1366706"/>
                  </a:lnTo>
                  <a:lnTo>
                    <a:pt x="1620781" y="1365425"/>
                  </a:lnTo>
                  <a:lnTo>
                    <a:pt x="1641040" y="1365915"/>
                  </a:lnTo>
                  <a:lnTo>
                    <a:pt x="1661300" y="1364126"/>
                  </a:lnTo>
                  <a:lnTo>
                    <a:pt x="1681560" y="1361346"/>
                  </a:lnTo>
                  <a:lnTo>
                    <a:pt x="1701820" y="1360459"/>
                  </a:lnTo>
                  <a:lnTo>
                    <a:pt x="1722079" y="1358581"/>
                  </a:lnTo>
                  <a:lnTo>
                    <a:pt x="1742339" y="1357054"/>
                  </a:lnTo>
                  <a:lnTo>
                    <a:pt x="1762599" y="1356070"/>
                  </a:lnTo>
                  <a:lnTo>
                    <a:pt x="1782859" y="1358912"/>
                  </a:lnTo>
                  <a:lnTo>
                    <a:pt x="1803118" y="1353293"/>
                  </a:lnTo>
                  <a:lnTo>
                    <a:pt x="1823378" y="1352007"/>
                  </a:lnTo>
                  <a:lnTo>
                    <a:pt x="1843638" y="1350940"/>
                  </a:lnTo>
                  <a:lnTo>
                    <a:pt x="1863898" y="1347738"/>
                  </a:lnTo>
                  <a:lnTo>
                    <a:pt x="1884157" y="1348033"/>
                  </a:lnTo>
                  <a:lnTo>
                    <a:pt x="1904417" y="1345969"/>
                  </a:lnTo>
                  <a:lnTo>
                    <a:pt x="1924677" y="1342743"/>
                  </a:lnTo>
                  <a:lnTo>
                    <a:pt x="1944937" y="1339993"/>
                  </a:lnTo>
                  <a:lnTo>
                    <a:pt x="1965196" y="1337870"/>
                  </a:lnTo>
                  <a:lnTo>
                    <a:pt x="1985456" y="1333121"/>
                  </a:lnTo>
                  <a:lnTo>
                    <a:pt x="2005716" y="1327654"/>
                  </a:lnTo>
                  <a:lnTo>
                    <a:pt x="2025976" y="1325932"/>
                  </a:lnTo>
                  <a:lnTo>
                    <a:pt x="2046236" y="1320926"/>
                  </a:lnTo>
                  <a:lnTo>
                    <a:pt x="2066495" y="1315975"/>
                  </a:lnTo>
                  <a:lnTo>
                    <a:pt x="2086755" y="1311722"/>
                  </a:lnTo>
                  <a:lnTo>
                    <a:pt x="2107015" y="1306694"/>
                  </a:lnTo>
                  <a:lnTo>
                    <a:pt x="2127275" y="1301898"/>
                  </a:lnTo>
                  <a:lnTo>
                    <a:pt x="2147534" y="1295299"/>
                  </a:lnTo>
                  <a:lnTo>
                    <a:pt x="2167794" y="1287354"/>
                  </a:lnTo>
                  <a:lnTo>
                    <a:pt x="2188054" y="1283238"/>
                  </a:lnTo>
                  <a:lnTo>
                    <a:pt x="2208314" y="1280746"/>
                  </a:lnTo>
                  <a:lnTo>
                    <a:pt x="2228573" y="1274787"/>
                  </a:lnTo>
                  <a:lnTo>
                    <a:pt x="2248833" y="1270166"/>
                  </a:lnTo>
                  <a:lnTo>
                    <a:pt x="2269093" y="1268602"/>
                  </a:lnTo>
                  <a:lnTo>
                    <a:pt x="2289353" y="1262381"/>
                  </a:lnTo>
                  <a:lnTo>
                    <a:pt x="2309612" y="1260043"/>
                  </a:lnTo>
                  <a:lnTo>
                    <a:pt x="2329872" y="1256989"/>
                  </a:lnTo>
                  <a:lnTo>
                    <a:pt x="2350132" y="1250866"/>
                  </a:lnTo>
                  <a:lnTo>
                    <a:pt x="2370392" y="1242004"/>
                  </a:lnTo>
                  <a:lnTo>
                    <a:pt x="2390652" y="1234342"/>
                  </a:lnTo>
                  <a:lnTo>
                    <a:pt x="2410911" y="1225945"/>
                  </a:lnTo>
                  <a:lnTo>
                    <a:pt x="2431171" y="1220761"/>
                  </a:lnTo>
                  <a:lnTo>
                    <a:pt x="2451431" y="1213831"/>
                  </a:lnTo>
                  <a:lnTo>
                    <a:pt x="2471691" y="1207980"/>
                  </a:lnTo>
                  <a:lnTo>
                    <a:pt x="2491950" y="1201595"/>
                  </a:lnTo>
                  <a:lnTo>
                    <a:pt x="2512210" y="1194174"/>
                  </a:lnTo>
                  <a:lnTo>
                    <a:pt x="2532470" y="1185680"/>
                  </a:lnTo>
                  <a:lnTo>
                    <a:pt x="2552730" y="1177898"/>
                  </a:lnTo>
                  <a:lnTo>
                    <a:pt x="2572989" y="1171685"/>
                  </a:lnTo>
                  <a:lnTo>
                    <a:pt x="2593249" y="1165149"/>
                  </a:lnTo>
                  <a:lnTo>
                    <a:pt x="2613509" y="1155195"/>
                  </a:lnTo>
                  <a:lnTo>
                    <a:pt x="2633769" y="1147572"/>
                  </a:lnTo>
                  <a:lnTo>
                    <a:pt x="2654028" y="1138905"/>
                  </a:lnTo>
                  <a:lnTo>
                    <a:pt x="2674288" y="1131388"/>
                  </a:lnTo>
                  <a:lnTo>
                    <a:pt x="2694548" y="1124939"/>
                  </a:lnTo>
                  <a:lnTo>
                    <a:pt x="2714808" y="1120429"/>
                  </a:lnTo>
                  <a:lnTo>
                    <a:pt x="2735067" y="1111638"/>
                  </a:lnTo>
                  <a:lnTo>
                    <a:pt x="2755327" y="1105242"/>
                  </a:lnTo>
                  <a:lnTo>
                    <a:pt x="2775587" y="1098853"/>
                  </a:lnTo>
                  <a:lnTo>
                    <a:pt x="2795847" y="1088899"/>
                  </a:lnTo>
                  <a:lnTo>
                    <a:pt x="2816107" y="1079724"/>
                  </a:lnTo>
                  <a:lnTo>
                    <a:pt x="2836366" y="1070000"/>
                  </a:lnTo>
                  <a:lnTo>
                    <a:pt x="2856626" y="1060641"/>
                  </a:lnTo>
                  <a:lnTo>
                    <a:pt x="2876886" y="1051714"/>
                  </a:lnTo>
                  <a:lnTo>
                    <a:pt x="2897146" y="1043406"/>
                  </a:lnTo>
                  <a:lnTo>
                    <a:pt x="2917405" y="1034943"/>
                  </a:lnTo>
                  <a:lnTo>
                    <a:pt x="2937665" y="1026387"/>
                  </a:lnTo>
                  <a:lnTo>
                    <a:pt x="2957925" y="1017300"/>
                  </a:lnTo>
                  <a:lnTo>
                    <a:pt x="2978185" y="1005065"/>
                  </a:lnTo>
                  <a:lnTo>
                    <a:pt x="2998444" y="999273"/>
                  </a:lnTo>
                  <a:lnTo>
                    <a:pt x="3018704" y="990183"/>
                  </a:lnTo>
                  <a:lnTo>
                    <a:pt x="3038964" y="983479"/>
                  </a:lnTo>
                  <a:lnTo>
                    <a:pt x="3059224" y="976504"/>
                  </a:lnTo>
                  <a:lnTo>
                    <a:pt x="3079483" y="968245"/>
                  </a:lnTo>
                  <a:lnTo>
                    <a:pt x="3099743" y="958221"/>
                  </a:lnTo>
                  <a:lnTo>
                    <a:pt x="3120003" y="944441"/>
                  </a:lnTo>
                  <a:lnTo>
                    <a:pt x="3140263" y="930629"/>
                  </a:lnTo>
                  <a:lnTo>
                    <a:pt x="3160522" y="916807"/>
                  </a:lnTo>
                  <a:lnTo>
                    <a:pt x="3180782" y="906728"/>
                  </a:lnTo>
                  <a:lnTo>
                    <a:pt x="3201042" y="898288"/>
                  </a:lnTo>
                  <a:lnTo>
                    <a:pt x="3221302" y="887177"/>
                  </a:lnTo>
                  <a:lnTo>
                    <a:pt x="3241562" y="875329"/>
                  </a:lnTo>
                  <a:lnTo>
                    <a:pt x="3261821" y="862524"/>
                  </a:lnTo>
                  <a:lnTo>
                    <a:pt x="3282081" y="855061"/>
                  </a:lnTo>
                  <a:lnTo>
                    <a:pt x="3302341" y="845182"/>
                  </a:lnTo>
                  <a:lnTo>
                    <a:pt x="3322601" y="835432"/>
                  </a:lnTo>
                  <a:lnTo>
                    <a:pt x="3342860" y="821881"/>
                  </a:lnTo>
                  <a:lnTo>
                    <a:pt x="3363120" y="808264"/>
                  </a:lnTo>
                  <a:lnTo>
                    <a:pt x="3383380" y="795417"/>
                  </a:lnTo>
                  <a:lnTo>
                    <a:pt x="3403640" y="785662"/>
                  </a:lnTo>
                  <a:lnTo>
                    <a:pt x="3423899" y="780615"/>
                  </a:lnTo>
                  <a:lnTo>
                    <a:pt x="3444159" y="768404"/>
                  </a:lnTo>
                  <a:lnTo>
                    <a:pt x="3464419" y="756210"/>
                  </a:lnTo>
                  <a:lnTo>
                    <a:pt x="3484679" y="746231"/>
                  </a:lnTo>
                  <a:lnTo>
                    <a:pt x="3504938" y="736351"/>
                  </a:lnTo>
                  <a:lnTo>
                    <a:pt x="3525198" y="726505"/>
                  </a:lnTo>
                  <a:lnTo>
                    <a:pt x="3545458" y="715840"/>
                  </a:lnTo>
                  <a:lnTo>
                    <a:pt x="3565718" y="705309"/>
                  </a:lnTo>
                  <a:lnTo>
                    <a:pt x="3585978" y="693582"/>
                  </a:lnTo>
                  <a:lnTo>
                    <a:pt x="3606237" y="684493"/>
                  </a:lnTo>
                  <a:lnTo>
                    <a:pt x="3626497" y="673543"/>
                  </a:lnTo>
                  <a:lnTo>
                    <a:pt x="3646757" y="661581"/>
                  </a:lnTo>
                  <a:lnTo>
                    <a:pt x="3667017" y="649662"/>
                  </a:lnTo>
                  <a:lnTo>
                    <a:pt x="3687276" y="637694"/>
                  </a:lnTo>
                  <a:lnTo>
                    <a:pt x="3707536" y="625716"/>
                  </a:lnTo>
                  <a:lnTo>
                    <a:pt x="3727796" y="614641"/>
                  </a:lnTo>
                  <a:lnTo>
                    <a:pt x="3748056" y="603078"/>
                  </a:lnTo>
                  <a:lnTo>
                    <a:pt x="3768315" y="590269"/>
                  </a:lnTo>
                  <a:lnTo>
                    <a:pt x="3788575" y="577850"/>
                  </a:lnTo>
                  <a:lnTo>
                    <a:pt x="3808835" y="565852"/>
                  </a:lnTo>
                  <a:lnTo>
                    <a:pt x="3829095" y="551963"/>
                  </a:lnTo>
                  <a:lnTo>
                    <a:pt x="3849354" y="541869"/>
                  </a:lnTo>
                  <a:lnTo>
                    <a:pt x="3869614" y="529939"/>
                  </a:lnTo>
                  <a:lnTo>
                    <a:pt x="3889874" y="521050"/>
                  </a:lnTo>
                  <a:lnTo>
                    <a:pt x="3910134" y="510272"/>
                  </a:lnTo>
                  <a:lnTo>
                    <a:pt x="3930393" y="498617"/>
                  </a:lnTo>
                  <a:lnTo>
                    <a:pt x="3950653" y="488496"/>
                  </a:lnTo>
                  <a:lnTo>
                    <a:pt x="3970913" y="478524"/>
                  </a:lnTo>
                  <a:lnTo>
                    <a:pt x="3991173" y="468621"/>
                  </a:lnTo>
                  <a:lnTo>
                    <a:pt x="4011433" y="458781"/>
                  </a:lnTo>
                  <a:lnTo>
                    <a:pt x="4031692" y="447820"/>
                  </a:lnTo>
                  <a:lnTo>
                    <a:pt x="4051952" y="436418"/>
                  </a:lnTo>
                  <a:lnTo>
                    <a:pt x="4072212" y="423526"/>
                  </a:lnTo>
                  <a:lnTo>
                    <a:pt x="4092472" y="409701"/>
                  </a:lnTo>
                  <a:lnTo>
                    <a:pt x="4112731" y="395949"/>
                  </a:lnTo>
                  <a:lnTo>
                    <a:pt x="4132991" y="382252"/>
                  </a:lnTo>
                  <a:lnTo>
                    <a:pt x="4153251" y="368612"/>
                  </a:lnTo>
                  <a:lnTo>
                    <a:pt x="4173511" y="355032"/>
                  </a:lnTo>
                  <a:lnTo>
                    <a:pt x="4193770" y="341551"/>
                  </a:lnTo>
                  <a:lnTo>
                    <a:pt x="4214030" y="328139"/>
                  </a:lnTo>
                  <a:lnTo>
                    <a:pt x="4234290" y="316165"/>
                  </a:lnTo>
                  <a:lnTo>
                    <a:pt x="4254550" y="306523"/>
                  </a:lnTo>
                  <a:lnTo>
                    <a:pt x="4274809" y="297540"/>
                  </a:lnTo>
                  <a:lnTo>
                    <a:pt x="4295069" y="288205"/>
                  </a:lnTo>
                  <a:lnTo>
                    <a:pt x="4315329" y="275089"/>
                  </a:lnTo>
                  <a:lnTo>
                    <a:pt x="4335589" y="261998"/>
                  </a:lnTo>
                  <a:lnTo>
                    <a:pt x="4355848" y="250923"/>
                  </a:lnTo>
                  <a:lnTo>
                    <a:pt x="4376108" y="240497"/>
                  </a:lnTo>
                  <a:lnTo>
                    <a:pt x="4396368" y="230098"/>
                  </a:lnTo>
                  <a:lnTo>
                    <a:pt x="4416628" y="219650"/>
                  </a:lnTo>
                  <a:lnTo>
                    <a:pt x="4436888" y="206888"/>
                  </a:lnTo>
                  <a:lnTo>
                    <a:pt x="4457147" y="196920"/>
                  </a:lnTo>
                  <a:lnTo>
                    <a:pt x="4477407" y="187310"/>
                  </a:lnTo>
                  <a:lnTo>
                    <a:pt x="4497667" y="178176"/>
                  </a:lnTo>
                  <a:lnTo>
                    <a:pt x="4517927" y="167776"/>
                  </a:lnTo>
                  <a:lnTo>
                    <a:pt x="4538186" y="156360"/>
                  </a:lnTo>
                  <a:lnTo>
                    <a:pt x="4558446" y="146527"/>
                  </a:lnTo>
                  <a:lnTo>
                    <a:pt x="4578706" y="136802"/>
                  </a:lnTo>
                  <a:lnTo>
                    <a:pt x="4598966" y="124394"/>
                  </a:lnTo>
                  <a:lnTo>
                    <a:pt x="4619225" y="116248"/>
                  </a:lnTo>
                  <a:lnTo>
                    <a:pt x="4639485" y="103965"/>
                  </a:lnTo>
                  <a:lnTo>
                    <a:pt x="4659745" y="90932"/>
                  </a:lnTo>
                  <a:lnTo>
                    <a:pt x="4680005" y="81058"/>
                  </a:lnTo>
                  <a:lnTo>
                    <a:pt x="4700264" y="71246"/>
                  </a:lnTo>
                  <a:lnTo>
                    <a:pt x="4720524" y="61484"/>
                  </a:lnTo>
                  <a:lnTo>
                    <a:pt x="4740784" y="51771"/>
                  </a:lnTo>
                  <a:lnTo>
                    <a:pt x="4761044" y="41233"/>
                  </a:lnTo>
                  <a:lnTo>
                    <a:pt x="4781304" y="29980"/>
                  </a:lnTo>
                  <a:lnTo>
                    <a:pt x="4801563" y="18805"/>
                  </a:lnTo>
                  <a:lnTo>
                    <a:pt x="4821823" y="8916"/>
                  </a:lnTo>
                  <a:lnTo>
                    <a:pt x="484208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390632" y="4898091"/>
              <a:ext cx="4842083" cy="244771"/>
            </a:xfrm>
            <a:custGeom>
              <a:avLst/>
              <a:pathLst>
                <a:path w="4842083" h="244771">
                  <a:moveTo>
                    <a:pt x="4842083" y="52"/>
                  </a:moveTo>
                  <a:lnTo>
                    <a:pt x="4821823" y="0"/>
                  </a:lnTo>
                  <a:lnTo>
                    <a:pt x="4801563" y="1040"/>
                  </a:lnTo>
                  <a:lnTo>
                    <a:pt x="4781304" y="1492"/>
                  </a:lnTo>
                  <a:lnTo>
                    <a:pt x="4761044" y="1930"/>
                  </a:lnTo>
                  <a:lnTo>
                    <a:pt x="4740784" y="2171"/>
                  </a:lnTo>
                  <a:lnTo>
                    <a:pt x="4720524" y="2800"/>
                  </a:lnTo>
                  <a:lnTo>
                    <a:pt x="4700264" y="3340"/>
                  </a:lnTo>
                  <a:lnTo>
                    <a:pt x="4680005" y="6213"/>
                  </a:lnTo>
                  <a:lnTo>
                    <a:pt x="4659745" y="5691"/>
                  </a:lnTo>
                  <a:lnTo>
                    <a:pt x="4639485" y="4476"/>
                  </a:lnTo>
                  <a:lnTo>
                    <a:pt x="4619225" y="5140"/>
                  </a:lnTo>
                  <a:lnTo>
                    <a:pt x="4598966" y="6980"/>
                  </a:lnTo>
                  <a:lnTo>
                    <a:pt x="4578706" y="9652"/>
                  </a:lnTo>
                  <a:lnTo>
                    <a:pt x="4558446" y="11419"/>
                  </a:lnTo>
                  <a:lnTo>
                    <a:pt x="4538186" y="11992"/>
                  </a:lnTo>
                  <a:lnTo>
                    <a:pt x="4517927" y="13845"/>
                  </a:lnTo>
                  <a:lnTo>
                    <a:pt x="4497667" y="15655"/>
                  </a:lnTo>
                  <a:lnTo>
                    <a:pt x="4477407" y="17440"/>
                  </a:lnTo>
                  <a:lnTo>
                    <a:pt x="4457147" y="19954"/>
                  </a:lnTo>
                  <a:lnTo>
                    <a:pt x="4436888" y="20936"/>
                  </a:lnTo>
                  <a:lnTo>
                    <a:pt x="4416628" y="22148"/>
                  </a:lnTo>
                  <a:lnTo>
                    <a:pt x="4396368" y="24293"/>
                  </a:lnTo>
                  <a:lnTo>
                    <a:pt x="4376108" y="26047"/>
                  </a:lnTo>
                  <a:lnTo>
                    <a:pt x="4355848" y="26493"/>
                  </a:lnTo>
                  <a:lnTo>
                    <a:pt x="4335589" y="26284"/>
                  </a:lnTo>
                  <a:lnTo>
                    <a:pt x="4315329" y="27258"/>
                  </a:lnTo>
                  <a:lnTo>
                    <a:pt x="4295069" y="28131"/>
                  </a:lnTo>
                  <a:lnTo>
                    <a:pt x="4274809" y="27194"/>
                  </a:lnTo>
                  <a:lnTo>
                    <a:pt x="4254550" y="28334"/>
                  </a:lnTo>
                  <a:lnTo>
                    <a:pt x="4234290" y="28737"/>
                  </a:lnTo>
                  <a:lnTo>
                    <a:pt x="4214030" y="28018"/>
                  </a:lnTo>
                  <a:lnTo>
                    <a:pt x="4193770" y="26830"/>
                  </a:lnTo>
                  <a:lnTo>
                    <a:pt x="4173511" y="28528"/>
                  </a:lnTo>
                  <a:lnTo>
                    <a:pt x="4153251" y="28401"/>
                  </a:lnTo>
                  <a:lnTo>
                    <a:pt x="4132991" y="27449"/>
                  </a:lnTo>
                  <a:lnTo>
                    <a:pt x="4112731" y="28401"/>
                  </a:lnTo>
                  <a:lnTo>
                    <a:pt x="4092472" y="29044"/>
                  </a:lnTo>
                  <a:lnTo>
                    <a:pt x="4072212" y="30698"/>
                  </a:lnTo>
                  <a:lnTo>
                    <a:pt x="4051952" y="31878"/>
                  </a:lnTo>
                  <a:lnTo>
                    <a:pt x="4031692" y="32924"/>
                  </a:lnTo>
                  <a:lnTo>
                    <a:pt x="4011433" y="33909"/>
                  </a:lnTo>
                  <a:lnTo>
                    <a:pt x="3991173" y="34465"/>
                  </a:lnTo>
                  <a:lnTo>
                    <a:pt x="3970913" y="35836"/>
                  </a:lnTo>
                  <a:lnTo>
                    <a:pt x="3950653" y="36792"/>
                  </a:lnTo>
                  <a:lnTo>
                    <a:pt x="3930393" y="37513"/>
                  </a:lnTo>
                  <a:lnTo>
                    <a:pt x="3910134" y="37317"/>
                  </a:lnTo>
                  <a:lnTo>
                    <a:pt x="3889874" y="37086"/>
                  </a:lnTo>
                  <a:lnTo>
                    <a:pt x="3869614" y="38456"/>
                  </a:lnTo>
                  <a:lnTo>
                    <a:pt x="3849354" y="40411"/>
                  </a:lnTo>
                  <a:lnTo>
                    <a:pt x="3829095" y="39412"/>
                  </a:lnTo>
                  <a:lnTo>
                    <a:pt x="3808835" y="38360"/>
                  </a:lnTo>
                  <a:lnTo>
                    <a:pt x="3788575" y="37361"/>
                  </a:lnTo>
                  <a:lnTo>
                    <a:pt x="3768315" y="38332"/>
                  </a:lnTo>
                  <a:lnTo>
                    <a:pt x="3748056" y="40353"/>
                  </a:lnTo>
                  <a:lnTo>
                    <a:pt x="3727796" y="40932"/>
                  </a:lnTo>
                  <a:lnTo>
                    <a:pt x="3707536" y="37874"/>
                  </a:lnTo>
                  <a:lnTo>
                    <a:pt x="3687276" y="38030"/>
                  </a:lnTo>
                  <a:lnTo>
                    <a:pt x="3667017" y="39453"/>
                  </a:lnTo>
                  <a:lnTo>
                    <a:pt x="3646757" y="41640"/>
                  </a:lnTo>
                  <a:lnTo>
                    <a:pt x="3626497" y="44609"/>
                  </a:lnTo>
                  <a:lnTo>
                    <a:pt x="3606237" y="43395"/>
                  </a:lnTo>
                  <a:lnTo>
                    <a:pt x="3585978" y="41384"/>
                  </a:lnTo>
                  <a:lnTo>
                    <a:pt x="3565718" y="42188"/>
                  </a:lnTo>
                  <a:lnTo>
                    <a:pt x="3545458" y="43710"/>
                  </a:lnTo>
                  <a:lnTo>
                    <a:pt x="3525198" y="42843"/>
                  </a:lnTo>
                  <a:lnTo>
                    <a:pt x="3504938" y="43687"/>
                  </a:lnTo>
                  <a:lnTo>
                    <a:pt x="3484679" y="42716"/>
                  </a:lnTo>
                  <a:lnTo>
                    <a:pt x="3464419" y="43549"/>
                  </a:lnTo>
                  <a:lnTo>
                    <a:pt x="3444159" y="43485"/>
                  </a:lnTo>
                  <a:lnTo>
                    <a:pt x="3423899" y="43572"/>
                  </a:lnTo>
                  <a:lnTo>
                    <a:pt x="3403640" y="41781"/>
                  </a:lnTo>
                  <a:lnTo>
                    <a:pt x="3383380" y="43068"/>
                  </a:lnTo>
                  <a:lnTo>
                    <a:pt x="3363120" y="43182"/>
                  </a:lnTo>
                  <a:lnTo>
                    <a:pt x="3342860" y="42025"/>
                  </a:lnTo>
                  <a:lnTo>
                    <a:pt x="3322601" y="42545"/>
                  </a:lnTo>
                  <a:lnTo>
                    <a:pt x="3302341" y="42295"/>
                  </a:lnTo>
                  <a:lnTo>
                    <a:pt x="3282081" y="43523"/>
                  </a:lnTo>
                  <a:lnTo>
                    <a:pt x="3261821" y="44250"/>
                  </a:lnTo>
                  <a:lnTo>
                    <a:pt x="3241562" y="45100"/>
                  </a:lnTo>
                  <a:lnTo>
                    <a:pt x="3221302" y="45080"/>
                  </a:lnTo>
                  <a:lnTo>
                    <a:pt x="3201042" y="45051"/>
                  </a:lnTo>
                  <a:lnTo>
                    <a:pt x="3180782" y="44848"/>
                  </a:lnTo>
                  <a:lnTo>
                    <a:pt x="3160522" y="45426"/>
                  </a:lnTo>
                  <a:lnTo>
                    <a:pt x="3140263" y="44438"/>
                  </a:lnTo>
                  <a:lnTo>
                    <a:pt x="3120003" y="44137"/>
                  </a:lnTo>
                  <a:lnTo>
                    <a:pt x="3099743" y="43860"/>
                  </a:lnTo>
                  <a:lnTo>
                    <a:pt x="3079483" y="42481"/>
                  </a:lnTo>
                  <a:lnTo>
                    <a:pt x="3059224" y="43142"/>
                  </a:lnTo>
                  <a:lnTo>
                    <a:pt x="3038964" y="42754"/>
                  </a:lnTo>
                  <a:lnTo>
                    <a:pt x="3018704" y="42318"/>
                  </a:lnTo>
                  <a:lnTo>
                    <a:pt x="2998444" y="42365"/>
                  </a:lnTo>
                  <a:lnTo>
                    <a:pt x="2978185" y="43520"/>
                  </a:lnTo>
                  <a:lnTo>
                    <a:pt x="2957925" y="41881"/>
                  </a:lnTo>
                  <a:lnTo>
                    <a:pt x="2937665" y="40850"/>
                  </a:lnTo>
                  <a:lnTo>
                    <a:pt x="2917405" y="41101"/>
                  </a:lnTo>
                  <a:lnTo>
                    <a:pt x="2897146" y="41793"/>
                  </a:lnTo>
                  <a:lnTo>
                    <a:pt x="2876886" y="42545"/>
                  </a:lnTo>
                  <a:lnTo>
                    <a:pt x="2856626" y="44396"/>
                  </a:lnTo>
                  <a:lnTo>
                    <a:pt x="2836366" y="46069"/>
                  </a:lnTo>
                  <a:lnTo>
                    <a:pt x="2816107" y="47879"/>
                  </a:lnTo>
                  <a:lnTo>
                    <a:pt x="2795847" y="46565"/>
                  </a:lnTo>
                  <a:lnTo>
                    <a:pt x="2775587" y="47585"/>
                  </a:lnTo>
                  <a:lnTo>
                    <a:pt x="2755327" y="47329"/>
                  </a:lnTo>
                  <a:lnTo>
                    <a:pt x="2735067" y="44877"/>
                  </a:lnTo>
                  <a:lnTo>
                    <a:pt x="2714808" y="44900"/>
                  </a:lnTo>
                  <a:lnTo>
                    <a:pt x="2694548" y="44898"/>
                  </a:lnTo>
                  <a:lnTo>
                    <a:pt x="2674288" y="44814"/>
                  </a:lnTo>
                  <a:lnTo>
                    <a:pt x="2654028" y="44747"/>
                  </a:lnTo>
                  <a:lnTo>
                    <a:pt x="2633769" y="46031"/>
                  </a:lnTo>
                  <a:lnTo>
                    <a:pt x="2613509" y="45036"/>
                  </a:lnTo>
                  <a:lnTo>
                    <a:pt x="2593249" y="44663"/>
                  </a:lnTo>
                  <a:lnTo>
                    <a:pt x="2572989" y="45518"/>
                  </a:lnTo>
                  <a:lnTo>
                    <a:pt x="2552730" y="46142"/>
                  </a:lnTo>
                  <a:lnTo>
                    <a:pt x="2532470" y="46835"/>
                  </a:lnTo>
                  <a:lnTo>
                    <a:pt x="2512210" y="47867"/>
                  </a:lnTo>
                  <a:lnTo>
                    <a:pt x="2491950" y="48167"/>
                  </a:lnTo>
                  <a:lnTo>
                    <a:pt x="2471691" y="48781"/>
                  </a:lnTo>
                  <a:lnTo>
                    <a:pt x="2451431" y="49740"/>
                  </a:lnTo>
                  <a:lnTo>
                    <a:pt x="2431171" y="49926"/>
                  </a:lnTo>
                  <a:lnTo>
                    <a:pt x="2410911" y="49158"/>
                  </a:lnTo>
                  <a:lnTo>
                    <a:pt x="2390652" y="47874"/>
                  </a:lnTo>
                  <a:lnTo>
                    <a:pt x="2370392" y="47703"/>
                  </a:lnTo>
                  <a:lnTo>
                    <a:pt x="2350132" y="47495"/>
                  </a:lnTo>
                  <a:lnTo>
                    <a:pt x="2329872" y="48598"/>
                  </a:lnTo>
                  <a:lnTo>
                    <a:pt x="2309612" y="49639"/>
                  </a:lnTo>
                  <a:lnTo>
                    <a:pt x="2289353" y="48687"/>
                  </a:lnTo>
                  <a:lnTo>
                    <a:pt x="2269093" y="48720"/>
                  </a:lnTo>
                  <a:lnTo>
                    <a:pt x="2248833" y="49393"/>
                  </a:lnTo>
                  <a:lnTo>
                    <a:pt x="2228573" y="49594"/>
                  </a:lnTo>
                  <a:lnTo>
                    <a:pt x="2208314" y="49372"/>
                  </a:lnTo>
                  <a:lnTo>
                    <a:pt x="2188054" y="50690"/>
                  </a:lnTo>
                  <a:lnTo>
                    <a:pt x="2167794" y="50713"/>
                  </a:lnTo>
                  <a:lnTo>
                    <a:pt x="2147534" y="51294"/>
                  </a:lnTo>
                  <a:lnTo>
                    <a:pt x="2127275" y="51866"/>
                  </a:lnTo>
                  <a:lnTo>
                    <a:pt x="2107015" y="51953"/>
                  </a:lnTo>
                  <a:lnTo>
                    <a:pt x="2086755" y="52901"/>
                  </a:lnTo>
                  <a:lnTo>
                    <a:pt x="2066495" y="52566"/>
                  </a:lnTo>
                  <a:lnTo>
                    <a:pt x="2046236" y="55310"/>
                  </a:lnTo>
                  <a:lnTo>
                    <a:pt x="2025976" y="54306"/>
                  </a:lnTo>
                  <a:lnTo>
                    <a:pt x="2005716" y="55162"/>
                  </a:lnTo>
                  <a:lnTo>
                    <a:pt x="1985456" y="55284"/>
                  </a:lnTo>
                  <a:lnTo>
                    <a:pt x="1965196" y="55279"/>
                  </a:lnTo>
                  <a:lnTo>
                    <a:pt x="1944937" y="55192"/>
                  </a:lnTo>
                  <a:lnTo>
                    <a:pt x="1924677" y="56400"/>
                  </a:lnTo>
                  <a:lnTo>
                    <a:pt x="1904417" y="56594"/>
                  </a:lnTo>
                  <a:lnTo>
                    <a:pt x="1884157" y="56993"/>
                  </a:lnTo>
                  <a:lnTo>
                    <a:pt x="1863898" y="57870"/>
                  </a:lnTo>
                  <a:lnTo>
                    <a:pt x="1843638" y="59335"/>
                  </a:lnTo>
                  <a:lnTo>
                    <a:pt x="1823378" y="60149"/>
                  </a:lnTo>
                  <a:lnTo>
                    <a:pt x="1803118" y="60666"/>
                  </a:lnTo>
                  <a:lnTo>
                    <a:pt x="1782859" y="60498"/>
                  </a:lnTo>
                  <a:lnTo>
                    <a:pt x="1762599" y="60779"/>
                  </a:lnTo>
                  <a:lnTo>
                    <a:pt x="1742339" y="60806"/>
                  </a:lnTo>
                  <a:lnTo>
                    <a:pt x="1722079" y="61991"/>
                  </a:lnTo>
                  <a:lnTo>
                    <a:pt x="1701820" y="63566"/>
                  </a:lnTo>
                  <a:lnTo>
                    <a:pt x="1681560" y="64122"/>
                  </a:lnTo>
                  <a:lnTo>
                    <a:pt x="1661300" y="64627"/>
                  </a:lnTo>
                  <a:lnTo>
                    <a:pt x="1641040" y="64840"/>
                  </a:lnTo>
                  <a:lnTo>
                    <a:pt x="1620781" y="64693"/>
                  </a:lnTo>
                  <a:lnTo>
                    <a:pt x="1600521" y="67544"/>
                  </a:lnTo>
                  <a:lnTo>
                    <a:pt x="1580261" y="68947"/>
                  </a:lnTo>
                  <a:lnTo>
                    <a:pt x="1560001" y="68960"/>
                  </a:lnTo>
                  <a:lnTo>
                    <a:pt x="1539741" y="70484"/>
                  </a:lnTo>
                  <a:lnTo>
                    <a:pt x="1519482" y="72711"/>
                  </a:lnTo>
                  <a:lnTo>
                    <a:pt x="1499222" y="75131"/>
                  </a:lnTo>
                  <a:lnTo>
                    <a:pt x="1478962" y="76289"/>
                  </a:lnTo>
                  <a:lnTo>
                    <a:pt x="1458702" y="79015"/>
                  </a:lnTo>
                  <a:lnTo>
                    <a:pt x="1438443" y="80938"/>
                  </a:lnTo>
                  <a:lnTo>
                    <a:pt x="1418183" y="81041"/>
                  </a:lnTo>
                  <a:lnTo>
                    <a:pt x="1397923" y="81055"/>
                  </a:lnTo>
                  <a:lnTo>
                    <a:pt x="1377663" y="83942"/>
                  </a:lnTo>
                  <a:lnTo>
                    <a:pt x="1357404" y="85879"/>
                  </a:lnTo>
                  <a:lnTo>
                    <a:pt x="1337144" y="87682"/>
                  </a:lnTo>
                  <a:lnTo>
                    <a:pt x="1316884" y="92318"/>
                  </a:lnTo>
                  <a:lnTo>
                    <a:pt x="1296624" y="96531"/>
                  </a:lnTo>
                  <a:lnTo>
                    <a:pt x="1276365" y="98308"/>
                  </a:lnTo>
                  <a:lnTo>
                    <a:pt x="1256105" y="101667"/>
                  </a:lnTo>
                  <a:lnTo>
                    <a:pt x="1235845" y="101714"/>
                  </a:lnTo>
                  <a:lnTo>
                    <a:pt x="1215585" y="104131"/>
                  </a:lnTo>
                  <a:lnTo>
                    <a:pt x="1195326" y="107210"/>
                  </a:lnTo>
                  <a:lnTo>
                    <a:pt x="1175066" y="108212"/>
                  </a:lnTo>
                  <a:lnTo>
                    <a:pt x="1154806" y="111335"/>
                  </a:lnTo>
                  <a:lnTo>
                    <a:pt x="1134546" y="112805"/>
                  </a:lnTo>
                  <a:lnTo>
                    <a:pt x="1114286" y="116061"/>
                  </a:lnTo>
                  <a:lnTo>
                    <a:pt x="1094027" y="117234"/>
                  </a:lnTo>
                  <a:lnTo>
                    <a:pt x="1073767" y="119852"/>
                  </a:lnTo>
                  <a:lnTo>
                    <a:pt x="1053507" y="122266"/>
                  </a:lnTo>
                  <a:lnTo>
                    <a:pt x="1033247" y="123415"/>
                  </a:lnTo>
                  <a:lnTo>
                    <a:pt x="1012988" y="127393"/>
                  </a:lnTo>
                  <a:lnTo>
                    <a:pt x="992728" y="129142"/>
                  </a:lnTo>
                  <a:lnTo>
                    <a:pt x="972468" y="132939"/>
                  </a:lnTo>
                  <a:lnTo>
                    <a:pt x="952208" y="135545"/>
                  </a:lnTo>
                  <a:lnTo>
                    <a:pt x="931949" y="138141"/>
                  </a:lnTo>
                  <a:lnTo>
                    <a:pt x="911689" y="140704"/>
                  </a:lnTo>
                  <a:lnTo>
                    <a:pt x="891429" y="144286"/>
                  </a:lnTo>
                  <a:lnTo>
                    <a:pt x="871169" y="148021"/>
                  </a:lnTo>
                  <a:lnTo>
                    <a:pt x="850910" y="151638"/>
                  </a:lnTo>
                  <a:lnTo>
                    <a:pt x="830650" y="152723"/>
                  </a:lnTo>
                  <a:lnTo>
                    <a:pt x="810390" y="157138"/>
                  </a:lnTo>
                  <a:lnTo>
                    <a:pt x="790130" y="158745"/>
                  </a:lnTo>
                  <a:lnTo>
                    <a:pt x="769870" y="160920"/>
                  </a:lnTo>
                  <a:lnTo>
                    <a:pt x="749611" y="162747"/>
                  </a:lnTo>
                  <a:lnTo>
                    <a:pt x="729351" y="165498"/>
                  </a:lnTo>
                  <a:lnTo>
                    <a:pt x="709091" y="167763"/>
                  </a:lnTo>
                  <a:lnTo>
                    <a:pt x="688831" y="170861"/>
                  </a:lnTo>
                  <a:lnTo>
                    <a:pt x="668572" y="173901"/>
                  </a:lnTo>
                  <a:lnTo>
                    <a:pt x="648312" y="176867"/>
                  </a:lnTo>
                  <a:lnTo>
                    <a:pt x="628052" y="178589"/>
                  </a:lnTo>
                  <a:lnTo>
                    <a:pt x="607792" y="179014"/>
                  </a:lnTo>
                  <a:lnTo>
                    <a:pt x="587533" y="182224"/>
                  </a:lnTo>
                  <a:lnTo>
                    <a:pt x="567273" y="183121"/>
                  </a:lnTo>
                  <a:lnTo>
                    <a:pt x="547013" y="185623"/>
                  </a:lnTo>
                  <a:lnTo>
                    <a:pt x="526753" y="188493"/>
                  </a:lnTo>
                  <a:lnTo>
                    <a:pt x="506494" y="192445"/>
                  </a:lnTo>
                  <a:lnTo>
                    <a:pt x="486234" y="193662"/>
                  </a:lnTo>
                  <a:lnTo>
                    <a:pt x="465974" y="196562"/>
                  </a:lnTo>
                  <a:lnTo>
                    <a:pt x="445714" y="200209"/>
                  </a:lnTo>
                  <a:lnTo>
                    <a:pt x="425455" y="201588"/>
                  </a:lnTo>
                  <a:lnTo>
                    <a:pt x="405195" y="202455"/>
                  </a:lnTo>
                  <a:lnTo>
                    <a:pt x="384935" y="203910"/>
                  </a:lnTo>
                  <a:lnTo>
                    <a:pt x="364675" y="205354"/>
                  </a:lnTo>
                  <a:lnTo>
                    <a:pt x="344415" y="207707"/>
                  </a:lnTo>
                  <a:lnTo>
                    <a:pt x="324156" y="210058"/>
                  </a:lnTo>
                  <a:lnTo>
                    <a:pt x="303896" y="212384"/>
                  </a:lnTo>
                  <a:lnTo>
                    <a:pt x="283636" y="212170"/>
                  </a:lnTo>
                  <a:lnTo>
                    <a:pt x="263376" y="211980"/>
                  </a:lnTo>
                  <a:lnTo>
                    <a:pt x="243117" y="212959"/>
                  </a:lnTo>
                  <a:lnTo>
                    <a:pt x="222857" y="215288"/>
                  </a:lnTo>
                  <a:lnTo>
                    <a:pt x="202597" y="218684"/>
                  </a:lnTo>
                  <a:lnTo>
                    <a:pt x="182337" y="222634"/>
                  </a:lnTo>
                  <a:lnTo>
                    <a:pt x="162078" y="225437"/>
                  </a:lnTo>
                  <a:lnTo>
                    <a:pt x="141818" y="226479"/>
                  </a:lnTo>
                  <a:lnTo>
                    <a:pt x="121558" y="227488"/>
                  </a:lnTo>
                  <a:lnTo>
                    <a:pt x="101298" y="230606"/>
                  </a:lnTo>
                  <a:lnTo>
                    <a:pt x="81039" y="235611"/>
                  </a:lnTo>
                  <a:lnTo>
                    <a:pt x="60779" y="238149"/>
                  </a:lnTo>
                  <a:lnTo>
                    <a:pt x="40519" y="241353"/>
                  </a:lnTo>
                  <a:lnTo>
                    <a:pt x="20259" y="244771"/>
                  </a:lnTo>
                  <a:lnTo>
                    <a:pt x="0" y="24443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390632" y="3985469"/>
              <a:ext cx="4842083" cy="150759"/>
            </a:xfrm>
            <a:custGeom>
              <a:avLst/>
              <a:pathLst>
                <a:path w="4842083" h="150759">
                  <a:moveTo>
                    <a:pt x="0" y="150759"/>
                  </a:moveTo>
                  <a:lnTo>
                    <a:pt x="20259" y="150449"/>
                  </a:lnTo>
                  <a:lnTo>
                    <a:pt x="40519" y="150136"/>
                  </a:lnTo>
                  <a:lnTo>
                    <a:pt x="60779" y="149821"/>
                  </a:lnTo>
                  <a:lnTo>
                    <a:pt x="81039" y="149502"/>
                  </a:lnTo>
                  <a:lnTo>
                    <a:pt x="101298" y="149181"/>
                  </a:lnTo>
                  <a:lnTo>
                    <a:pt x="121558" y="148857"/>
                  </a:lnTo>
                  <a:lnTo>
                    <a:pt x="141818" y="148529"/>
                  </a:lnTo>
                  <a:lnTo>
                    <a:pt x="162078" y="148199"/>
                  </a:lnTo>
                  <a:lnTo>
                    <a:pt x="182337" y="147866"/>
                  </a:lnTo>
                  <a:lnTo>
                    <a:pt x="202597" y="147530"/>
                  </a:lnTo>
                  <a:lnTo>
                    <a:pt x="222857" y="147192"/>
                  </a:lnTo>
                  <a:lnTo>
                    <a:pt x="243117" y="146850"/>
                  </a:lnTo>
                  <a:lnTo>
                    <a:pt x="263376" y="146505"/>
                  </a:lnTo>
                  <a:lnTo>
                    <a:pt x="283636" y="146158"/>
                  </a:lnTo>
                  <a:lnTo>
                    <a:pt x="303896" y="145807"/>
                  </a:lnTo>
                  <a:lnTo>
                    <a:pt x="324156" y="145454"/>
                  </a:lnTo>
                  <a:lnTo>
                    <a:pt x="344415" y="145098"/>
                  </a:lnTo>
                  <a:lnTo>
                    <a:pt x="364675" y="144739"/>
                  </a:lnTo>
                  <a:lnTo>
                    <a:pt x="384935" y="144377"/>
                  </a:lnTo>
                  <a:lnTo>
                    <a:pt x="405195" y="144012"/>
                  </a:lnTo>
                  <a:lnTo>
                    <a:pt x="425455" y="143645"/>
                  </a:lnTo>
                  <a:lnTo>
                    <a:pt x="445714" y="143274"/>
                  </a:lnTo>
                  <a:lnTo>
                    <a:pt x="465974" y="142901"/>
                  </a:lnTo>
                  <a:lnTo>
                    <a:pt x="486234" y="142524"/>
                  </a:lnTo>
                  <a:lnTo>
                    <a:pt x="506494" y="142145"/>
                  </a:lnTo>
                  <a:lnTo>
                    <a:pt x="526753" y="141763"/>
                  </a:lnTo>
                  <a:lnTo>
                    <a:pt x="547013" y="141378"/>
                  </a:lnTo>
                  <a:lnTo>
                    <a:pt x="567273" y="140990"/>
                  </a:lnTo>
                  <a:lnTo>
                    <a:pt x="587533" y="140599"/>
                  </a:lnTo>
                  <a:lnTo>
                    <a:pt x="607792" y="140206"/>
                  </a:lnTo>
                  <a:lnTo>
                    <a:pt x="628052" y="139809"/>
                  </a:lnTo>
                  <a:lnTo>
                    <a:pt x="648312" y="139410"/>
                  </a:lnTo>
                  <a:lnTo>
                    <a:pt x="668572" y="139007"/>
                  </a:lnTo>
                  <a:lnTo>
                    <a:pt x="688831" y="138602"/>
                  </a:lnTo>
                  <a:lnTo>
                    <a:pt x="709091" y="138194"/>
                  </a:lnTo>
                  <a:lnTo>
                    <a:pt x="729351" y="137783"/>
                  </a:lnTo>
                  <a:lnTo>
                    <a:pt x="749611" y="137370"/>
                  </a:lnTo>
                  <a:lnTo>
                    <a:pt x="769870" y="136953"/>
                  </a:lnTo>
                  <a:lnTo>
                    <a:pt x="790130" y="136533"/>
                  </a:lnTo>
                  <a:lnTo>
                    <a:pt x="810390" y="136111"/>
                  </a:lnTo>
                  <a:lnTo>
                    <a:pt x="830650" y="135686"/>
                  </a:lnTo>
                  <a:lnTo>
                    <a:pt x="850910" y="135258"/>
                  </a:lnTo>
                  <a:lnTo>
                    <a:pt x="871169" y="134827"/>
                  </a:lnTo>
                  <a:lnTo>
                    <a:pt x="891429" y="134393"/>
                  </a:lnTo>
                  <a:lnTo>
                    <a:pt x="911689" y="133956"/>
                  </a:lnTo>
                  <a:lnTo>
                    <a:pt x="931949" y="133517"/>
                  </a:lnTo>
                  <a:lnTo>
                    <a:pt x="952208" y="133074"/>
                  </a:lnTo>
                  <a:lnTo>
                    <a:pt x="972468" y="132629"/>
                  </a:lnTo>
                  <a:lnTo>
                    <a:pt x="992728" y="132181"/>
                  </a:lnTo>
                  <a:lnTo>
                    <a:pt x="1012988" y="131730"/>
                  </a:lnTo>
                  <a:lnTo>
                    <a:pt x="1033247" y="131276"/>
                  </a:lnTo>
                  <a:lnTo>
                    <a:pt x="1053507" y="130819"/>
                  </a:lnTo>
                  <a:lnTo>
                    <a:pt x="1073767" y="130360"/>
                  </a:lnTo>
                  <a:lnTo>
                    <a:pt x="1094027" y="129898"/>
                  </a:lnTo>
                  <a:lnTo>
                    <a:pt x="1114286" y="129432"/>
                  </a:lnTo>
                  <a:lnTo>
                    <a:pt x="1134546" y="128964"/>
                  </a:lnTo>
                  <a:lnTo>
                    <a:pt x="1154806" y="128493"/>
                  </a:lnTo>
                  <a:lnTo>
                    <a:pt x="1175066" y="128020"/>
                  </a:lnTo>
                  <a:lnTo>
                    <a:pt x="1195326" y="127543"/>
                  </a:lnTo>
                  <a:lnTo>
                    <a:pt x="1215585" y="127064"/>
                  </a:lnTo>
                  <a:lnTo>
                    <a:pt x="1235845" y="126582"/>
                  </a:lnTo>
                  <a:lnTo>
                    <a:pt x="1256105" y="126097"/>
                  </a:lnTo>
                  <a:lnTo>
                    <a:pt x="1276365" y="125609"/>
                  </a:lnTo>
                  <a:lnTo>
                    <a:pt x="1296624" y="125118"/>
                  </a:lnTo>
                  <a:lnTo>
                    <a:pt x="1316884" y="124625"/>
                  </a:lnTo>
                  <a:lnTo>
                    <a:pt x="1337144" y="124129"/>
                  </a:lnTo>
                  <a:lnTo>
                    <a:pt x="1357404" y="123629"/>
                  </a:lnTo>
                  <a:lnTo>
                    <a:pt x="1377663" y="123128"/>
                  </a:lnTo>
                  <a:lnTo>
                    <a:pt x="1397923" y="122623"/>
                  </a:lnTo>
                  <a:lnTo>
                    <a:pt x="1418183" y="122115"/>
                  </a:lnTo>
                  <a:lnTo>
                    <a:pt x="1438443" y="121605"/>
                  </a:lnTo>
                  <a:lnTo>
                    <a:pt x="1458702" y="121092"/>
                  </a:lnTo>
                  <a:lnTo>
                    <a:pt x="1478962" y="120576"/>
                  </a:lnTo>
                  <a:lnTo>
                    <a:pt x="1499222" y="120057"/>
                  </a:lnTo>
                  <a:lnTo>
                    <a:pt x="1519482" y="119536"/>
                  </a:lnTo>
                  <a:lnTo>
                    <a:pt x="1539741" y="119012"/>
                  </a:lnTo>
                  <a:lnTo>
                    <a:pt x="1560001" y="118485"/>
                  </a:lnTo>
                  <a:lnTo>
                    <a:pt x="1580261" y="117955"/>
                  </a:lnTo>
                  <a:lnTo>
                    <a:pt x="1600521" y="117422"/>
                  </a:lnTo>
                  <a:lnTo>
                    <a:pt x="1620781" y="116887"/>
                  </a:lnTo>
                  <a:lnTo>
                    <a:pt x="1641040" y="116349"/>
                  </a:lnTo>
                  <a:lnTo>
                    <a:pt x="1661300" y="115808"/>
                  </a:lnTo>
                  <a:lnTo>
                    <a:pt x="1681560" y="115264"/>
                  </a:lnTo>
                  <a:lnTo>
                    <a:pt x="1701820" y="114718"/>
                  </a:lnTo>
                  <a:lnTo>
                    <a:pt x="1722079" y="114169"/>
                  </a:lnTo>
                  <a:lnTo>
                    <a:pt x="1742339" y="113617"/>
                  </a:lnTo>
                  <a:lnTo>
                    <a:pt x="1762599" y="113062"/>
                  </a:lnTo>
                  <a:lnTo>
                    <a:pt x="1782859" y="112505"/>
                  </a:lnTo>
                  <a:lnTo>
                    <a:pt x="1803118" y="111945"/>
                  </a:lnTo>
                  <a:lnTo>
                    <a:pt x="1823378" y="111382"/>
                  </a:lnTo>
                  <a:lnTo>
                    <a:pt x="1843638" y="110817"/>
                  </a:lnTo>
                  <a:lnTo>
                    <a:pt x="1863898" y="110248"/>
                  </a:lnTo>
                  <a:lnTo>
                    <a:pt x="1884157" y="109677"/>
                  </a:lnTo>
                  <a:lnTo>
                    <a:pt x="1904417" y="109104"/>
                  </a:lnTo>
                  <a:lnTo>
                    <a:pt x="1924677" y="108527"/>
                  </a:lnTo>
                  <a:lnTo>
                    <a:pt x="1944937" y="107948"/>
                  </a:lnTo>
                  <a:lnTo>
                    <a:pt x="1965196" y="107366"/>
                  </a:lnTo>
                  <a:lnTo>
                    <a:pt x="1985456" y="106782"/>
                  </a:lnTo>
                  <a:lnTo>
                    <a:pt x="2005716" y="106194"/>
                  </a:lnTo>
                  <a:lnTo>
                    <a:pt x="2025976" y="105604"/>
                  </a:lnTo>
                  <a:lnTo>
                    <a:pt x="2046236" y="105012"/>
                  </a:lnTo>
                  <a:lnTo>
                    <a:pt x="2066495" y="104416"/>
                  </a:lnTo>
                  <a:lnTo>
                    <a:pt x="2086755" y="103818"/>
                  </a:lnTo>
                  <a:lnTo>
                    <a:pt x="2107015" y="103218"/>
                  </a:lnTo>
                  <a:lnTo>
                    <a:pt x="2127275" y="102614"/>
                  </a:lnTo>
                  <a:lnTo>
                    <a:pt x="2147534" y="102008"/>
                  </a:lnTo>
                  <a:lnTo>
                    <a:pt x="2167794" y="101400"/>
                  </a:lnTo>
                  <a:lnTo>
                    <a:pt x="2188054" y="100788"/>
                  </a:lnTo>
                  <a:lnTo>
                    <a:pt x="2208314" y="100174"/>
                  </a:lnTo>
                  <a:lnTo>
                    <a:pt x="2228573" y="99558"/>
                  </a:lnTo>
                  <a:lnTo>
                    <a:pt x="2248833" y="98938"/>
                  </a:lnTo>
                  <a:lnTo>
                    <a:pt x="2269093" y="98317"/>
                  </a:lnTo>
                  <a:lnTo>
                    <a:pt x="2289353" y="97692"/>
                  </a:lnTo>
                  <a:lnTo>
                    <a:pt x="2309612" y="97065"/>
                  </a:lnTo>
                  <a:lnTo>
                    <a:pt x="2329872" y="96435"/>
                  </a:lnTo>
                  <a:lnTo>
                    <a:pt x="2350132" y="95803"/>
                  </a:lnTo>
                  <a:lnTo>
                    <a:pt x="2370392" y="95168"/>
                  </a:lnTo>
                  <a:lnTo>
                    <a:pt x="2390652" y="94530"/>
                  </a:lnTo>
                  <a:lnTo>
                    <a:pt x="2410911" y="93890"/>
                  </a:lnTo>
                  <a:lnTo>
                    <a:pt x="2431171" y="93247"/>
                  </a:lnTo>
                  <a:lnTo>
                    <a:pt x="2451431" y="92602"/>
                  </a:lnTo>
                  <a:lnTo>
                    <a:pt x="2471691" y="91953"/>
                  </a:lnTo>
                  <a:lnTo>
                    <a:pt x="2491950" y="91303"/>
                  </a:lnTo>
                  <a:lnTo>
                    <a:pt x="2512210" y="90650"/>
                  </a:lnTo>
                  <a:lnTo>
                    <a:pt x="2532470" y="89994"/>
                  </a:lnTo>
                  <a:lnTo>
                    <a:pt x="2552730" y="89336"/>
                  </a:lnTo>
                  <a:lnTo>
                    <a:pt x="2572989" y="88675"/>
                  </a:lnTo>
                  <a:lnTo>
                    <a:pt x="2593249" y="88011"/>
                  </a:lnTo>
                  <a:lnTo>
                    <a:pt x="2613509" y="87345"/>
                  </a:lnTo>
                  <a:lnTo>
                    <a:pt x="2633769" y="86677"/>
                  </a:lnTo>
                  <a:lnTo>
                    <a:pt x="2654028" y="86006"/>
                  </a:lnTo>
                  <a:lnTo>
                    <a:pt x="2674288" y="85332"/>
                  </a:lnTo>
                  <a:lnTo>
                    <a:pt x="2694548" y="84656"/>
                  </a:lnTo>
                  <a:lnTo>
                    <a:pt x="2714808" y="83977"/>
                  </a:lnTo>
                  <a:lnTo>
                    <a:pt x="2735067" y="83296"/>
                  </a:lnTo>
                  <a:lnTo>
                    <a:pt x="2755327" y="82613"/>
                  </a:lnTo>
                  <a:lnTo>
                    <a:pt x="2775587" y="81926"/>
                  </a:lnTo>
                  <a:lnTo>
                    <a:pt x="2795847" y="81238"/>
                  </a:lnTo>
                  <a:lnTo>
                    <a:pt x="2816107" y="80547"/>
                  </a:lnTo>
                  <a:lnTo>
                    <a:pt x="2836366" y="79853"/>
                  </a:lnTo>
                  <a:lnTo>
                    <a:pt x="2856626" y="79157"/>
                  </a:lnTo>
                  <a:lnTo>
                    <a:pt x="2876886" y="78458"/>
                  </a:lnTo>
                  <a:lnTo>
                    <a:pt x="2897146" y="77757"/>
                  </a:lnTo>
                  <a:lnTo>
                    <a:pt x="2917405" y="77054"/>
                  </a:lnTo>
                  <a:lnTo>
                    <a:pt x="2937665" y="76348"/>
                  </a:lnTo>
                  <a:lnTo>
                    <a:pt x="2957925" y="75639"/>
                  </a:lnTo>
                  <a:lnTo>
                    <a:pt x="2978185" y="74928"/>
                  </a:lnTo>
                  <a:lnTo>
                    <a:pt x="2998444" y="74215"/>
                  </a:lnTo>
                  <a:lnTo>
                    <a:pt x="3018704" y="73499"/>
                  </a:lnTo>
                  <a:lnTo>
                    <a:pt x="3038964" y="72781"/>
                  </a:lnTo>
                  <a:lnTo>
                    <a:pt x="3059224" y="72060"/>
                  </a:lnTo>
                  <a:lnTo>
                    <a:pt x="3079483" y="71337"/>
                  </a:lnTo>
                  <a:lnTo>
                    <a:pt x="3099743" y="70612"/>
                  </a:lnTo>
                  <a:lnTo>
                    <a:pt x="3120003" y="69884"/>
                  </a:lnTo>
                  <a:lnTo>
                    <a:pt x="3140263" y="69154"/>
                  </a:lnTo>
                  <a:lnTo>
                    <a:pt x="3160522" y="68421"/>
                  </a:lnTo>
                  <a:lnTo>
                    <a:pt x="3180782" y="67686"/>
                  </a:lnTo>
                  <a:lnTo>
                    <a:pt x="3201042" y="66949"/>
                  </a:lnTo>
                  <a:lnTo>
                    <a:pt x="3221302" y="66209"/>
                  </a:lnTo>
                  <a:lnTo>
                    <a:pt x="3241562" y="65467"/>
                  </a:lnTo>
                  <a:lnTo>
                    <a:pt x="3261821" y="64723"/>
                  </a:lnTo>
                  <a:lnTo>
                    <a:pt x="3282081" y="63976"/>
                  </a:lnTo>
                  <a:lnTo>
                    <a:pt x="3302341" y="63227"/>
                  </a:lnTo>
                  <a:lnTo>
                    <a:pt x="3322601" y="62475"/>
                  </a:lnTo>
                  <a:lnTo>
                    <a:pt x="3342860" y="61722"/>
                  </a:lnTo>
                  <a:lnTo>
                    <a:pt x="3363120" y="60965"/>
                  </a:lnTo>
                  <a:lnTo>
                    <a:pt x="3383380" y="60207"/>
                  </a:lnTo>
                  <a:lnTo>
                    <a:pt x="3403640" y="59446"/>
                  </a:lnTo>
                  <a:lnTo>
                    <a:pt x="3423899" y="58683"/>
                  </a:lnTo>
                  <a:lnTo>
                    <a:pt x="3444159" y="57918"/>
                  </a:lnTo>
                  <a:lnTo>
                    <a:pt x="3464419" y="57150"/>
                  </a:lnTo>
                  <a:lnTo>
                    <a:pt x="3484679" y="56380"/>
                  </a:lnTo>
                  <a:lnTo>
                    <a:pt x="3504938" y="55608"/>
                  </a:lnTo>
                  <a:lnTo>
                    <a:pt x="3525198" y="54834"/>
                  </a:lnTo>
                  <a:lnTo>
                    <a:pt x="3545458" y="54057"/>
                  </a:lnTo>
                  <a:lnTo>
                    <a:pt x="3565718" y="53278"/>
                  </a:lnTo>
                  <a:lnTo>
                    <a:pt x="3585978" y="52497"/>
                  </a:lnTo>
                  <a:lnTo>
                    <a:pt x="3606237" y="51714"/>
                  </a:lnTo>
                  <a:lnTo>
                    <a:pt x="3626497" y="50928"/>
                  </a:lnTo>
                  <a:lnTo>
                    <a:pt x="3646757" y="50140"/>
                  </a:lnTo>
                  <a:lnTo>
                    <a:pt x="3667017" y="49350"/>
                  </a:lnTo>
                  <a:lnTo>
                    <a:pt x="3687276" y="48558"/>
                  </a:lnTo>
                  <a:lnTo>
                    <a:pt x="3707536" y="47763"/>
                  </a:lnTo>
                  <a:lnTo>
                    <a:pt x="3727796" y="46967"/>
                  </a:lnTo>
                  <a:lnTo>
                    <a:pt x="3748056" y="46168"/>
                  </a:lnTo>
                  <a:lnTo>
                    <a:pt x="3768315" y="45367"/>
                  </a:lnTo>
                  <a:lnTo>
                    <a:pt x="3788575" y="44564"/>
                  </a:lnTo>
                  <a:lnTo>
                    <a:pt x="3808835" y="43758"/>
                  </a:lnTo>
                  <a:lnTo>
                    <a:pt x="3829095" y="42951"/>
                  </a:lnTo>
                  <a:lnTo>
                    <a:pt x="3849354" y="42141"/>
                  </a:lnTo>
                  <a:lnTo>
                    <a:pt x="3869614" y="41329"/>
                  </a:lnTo>
                  <a:lnTo>
                    <a:pt x="3889874" y="40515"/>
                  </a:lnTo>
                  <a:lnTo>
                    <a:pt x="3910134" y="39699"/>
                  </a:lnTo>
                  <a:lnTo>
                    <a:pt x="3930393" y="38881"/>
                  </a:lnTo>
                  <a:lnTo>
                    <a:pt x="3950653" y="38061"/>
                  </a:lnTo>
                  <a:lnTo>
                    <a:pt x="3970913" y="37239"/>
                  </a:lnTo>
                  <a:lnTo>
                    <a:pt x="3991173" y="36414"/>
                  </a:lnTo>
                  <a:lnTo>
                    <a:pt x="4011433" y="35587"/>
                  </a:lnTo>
                  <a:lnTo>
                    <a:pt x="4031692" y="34759"/>
                  </a:lnTo>
                  <a:lnTo>
                    <a:pt x="4051952" y="33928"/>
                  </a:lnTo>
                  <a:lnTo>
                    <a:pt x="4072212" y="33095"/>
                  </a:lnTo>
                  <a:lnTo>
                    <a:pt x="4092472" y="32261"/>
                  </a:lnTo>
                  <a:lnTo>
                    <a:pt x="4112731" y="31424"/>
                  </a:lnTo>
                  <a:lnTo>
                    <a:pt x="4132991" y="30585"/>
                  </a:lnTo>
                  <a:lnTo>
                    <a:pt x="4153251" y="29744"/>
                  </a:lnTo>
                  <a:lnTo>
                    <a:pt x="4173511" y="28901"/>
                  </a:lnTo>
                  <a:lnTo>
                    <a:pt x="4193770" y="28056"/>
                  </a:lnTo>
                  <a:lnTo>
                    <a:pt x="4214030" y="27209"/>
                  </a:lnTo>
                  <a:lnTo>
                    <a:pt x="4234290" y="26360"/>
                  </a:lnTo>
                  <a:lnTo>
                    <a:pt x="4254550" y="25509"/>
                  </a:lnTo>
                  <a:lnTo>
                    <a:pt x="4274809" y="24656"/>
                  </a:lnTo>
                  <a:lnTo>
                    <a:pt x="4295069" y="23801"/>
                  </a:lnTo>
                  <a:lnTo>
                    <a:pt x="4315329" y="22944"/>
                  </a:lnTo>
                  <a:lnTo>
                    <a:pt x="4335589" y="22085"/>
                  </a:lnTo>
                  <a:lnTo>
                    <a:pt x="4355848" y="21224"/>
                  </a:lnTo>
                  <a:lnTo>
                    <a:pt x="4376108" y="20361"/>
                  </a:lnTo>
                  <a:lnTo>
                    <a:pt x="4396368" y="19497"/>
                  </a:lnTo>
                  <a:lnTo>
                    <a:pt x="4416628" y="18630"/>
                  </a:lnTo>
                  <a:lnTo>
                    <a:pt x="4436888" y="17761"/>
                  </a:lnTo>
                  <a:lnTo>
                    <a:pt x="4457147" y="16891"/>
                  </a:lnTo>
                  <a:lnTo>
                    <a:pt x="4477407" y="16019"/>
                  </a:lnTo>
                  <a:lnTo>
                    <a:pt x="4497667" y="15144"/>
                  </a:lnTo>
                  <a:lnTo>
                    <a:pt x="4517927" y="14268"/>
                  </a:lnTo>
                  <a:lnTo>
                    <a:pt x="4538186" y="13390"/>
                  </a:lnTo>
                  <a:lnTo>
                    <a:pt x="4558446" y="12510"/>
                  </a:lnTo>
                  <a:lnTo>
                    <a:pt x="4578706" y="11628"/>
                  </a:lnTo>
                  <a:lnTo>
                    <a:pt x="4598966" y="10745"/>
                  </a:lnTo>
                  <a:lnTo>
                    <a:pt x="4619225" y="9859"/>
                  </a:lnTo>
                  <a:lnTo>
                    <a:pt x="4639485" y="8972"/>
                  </a:lnTo>
                  <a:lnTo>
                    <a:pt x="4659745" y="8083"/>
                  </a:lnTo>
                  <a:lnTo>
                    <a:pt x="4680005" y="7192"/>
                  </a:lnTo>
                  <a:lnTo>
                    <a:pt x="4700264" y="6299"/>
                  </a:lnTo>
                  <a:lnTo>
                    <a:pt x="4720524" y="5404"/>
                  </a:lnTo>
                  <a:lnTo>
                    <a:pt x="4740784" y="4508"/>
                  </a:lnTo>
                  <a:lnTo>
                    <a:pt x="4761044" y="3610"/>
                  </a:lnTo>
                  <a:lnTo>
                    <a:pt x="4781304" y="2710"/>
                  </a:lnTo>
                  <a:lnTo>
                    <a:pt x="4801563" y="1808"/>
                  </a:lnTo>
                  <a:lnTo>
                    <a:pt x="4821823" y="905"/>
                  </a:lnTo>
                  <a:lnTo>
                    <a:pt x="4842083" y="0"/>
                  </a:lnTo>
                </a:path>
              </a:pathLst>
            </a:custGeom>
            <a:ln w="28456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90632" y="3950045"/>
              <a:ext cx="4842083" cy="508470"/>
            </a:xfrm>
            <a:custGeom>
              <a:avLst/>
              <a:pathLst>
                <a:path w="4842083" h="508470">
                  <a:moveTo>
                    <a:pt x="0" y="508470"/>
                  </a:moveTo>
                  <a:lnTo>
                    <a:pt x="20259" y="506783"/>
                  </a:lnTo>
                  <a:lnTo>
                    <a:pt x="40519" y="505093"/>
                  </a:lnTo>
                  <a:lnTo>
                    <a:pt x="60779" y="503398"/>
                  </a:lnTo>
                  <a:lnTo>
                    <a:pt x="81039" y="501700"/>
                  </a:lnTo>
                  <a:lnTo>
                    <a:pt x="101298" y="499998"/>
                  </a:lnTo>
                  <a:lnTo>
                    <a:pt x="121558" y="498293"/>
                  </a:lnTo>
                  <a:lnTo>
                    <a:pt x="141818" y="496583"/>
                  </a:lnTo>
                  <a:lnTo>
                    <a:pt x="162078" y="494870"/>
                  </a:lnTo>
                  <a:lnTo>
                    <a:pt x="182337" y="493153"/>
                  </a:lnTo>
                  <a:lnTo>
                    <a:pt x="202597" y="491433"/>
                  </a:lnTo>
                  <a:lnTo>
                    <a:pt x="222857" y="489709"/>
                  </a:lnTo>
                  <a:lnTo>
                    <a:pt x="243117" y="487980"/>
                  </a:lnTo>
                  <a:lnTo>
                    <a:pt x="263376" y="486249"/>
                  </a:lnTo>
                  <a:lnTo>
                    <a:pt x="283636" y="484513"/>
                  </a:lnTo>
                  <a:lnTo>
                    <a:pt x="303896" y="482774"/>
                  </a:lnTo>
                  <a:lnTo>
                    <a:pt x="324156" y="481031"/>
                  </a:lnTo>
                  <a:lnTo>
                    <a:pt x="344415" y="479284"/>
                  </a:lnTo>
                  <a:lnTo>
                    <a:pt x="364675" y="477533"/>
                  </a:lnTo>
                  <a:lnTo>
                    <a:pt x="384935" y="475779"/>
                  </a:lnTo>
                  <a:lnTo>
                    <a:pt x="405195" y="474020"/>
                  </a:lnTo>
                  <a:lnTo>
                    <a:pt x="425455" y="472258"/>
                  </a:lnTo>
                  <a:lnTo>
                    <a:pt x="445714" y="470493"/>
                  </a:lnTo>
                  <a:lnTo>
                    <a:pt x="465974" y="468723"/>
                  </a:lnTo>
                  <a:lnTo>
                    <a:pt x="486234" y="466950"/>
                  </a:lnTo>
                  <a:lnTo>
                    <a:pt x="506494" y="465173"/>
                  </a:lnTo>
                  <a:lnTo>
                    <a:pt x="526753" y="463392"/>
                  </a:lnTo>
                  <a:lnTo>
                    <a:pt x="547013" y="461607"/>
                  </a:lnTo>
                  <a:lnTo>
                    <a:pt x="567273" y="459819"/>
                  </a:lnTo>
                  <a:lnTo>
                    <a:pt x="587533" y="458027"/>
                  </a:lnTo>
                  <a:lnTo>
                    <a:pt x="607792" y="456231"/>
                  </a:lnTo>
                  <a:lnTo>
                    <a:pt x="628052" y="454431"/>
                  </a:lnTo>
                  <a:lnTo>
                    <a:pt x="648312" y="452628"/>
                  </a:lnTo>
                  <a:lnTo>
                    <a:pt x="668572" y="450820"/>
                  </a:lnTo>
                  <a:lnTo>
                    <a:pt x="688831" y="449009"/>
                  </a:lnTo>
                  <a:lnTo>
                    <a:pt x="709091" y="447194"/>
                  </a:lnTo>
                  <a:lnTo>
                    <a:pt x="729351" y="445376"/>
                  </a:lnTo>
                  <a:lnTo>
                    <a:pt x="749611" y="443553"/>
                  </a:lnTo>
                  <a:lnTo>
                    <a:pt x="769870" y="441727"/>
                  </a:lnTo>
                  <a:lnTo>
                    <a:pt x="790130" y="439897"/>
                  </a:lnTo>
                  <a:lnTo>
                    <a:pt x="810390" y="438063"/>
                  </a:lnTo>
                  <a:lnTo>
                    <a:pt x="830650" y="436225"/>
                  </a:lnTo>
                  <a:lnTo>
                    <a:pt x="850910" y="434384"/>
                  </a:lnTo>
                  <a:lnTo>
                    <a:pt x="871169" y="432538"/>
                  </a:lnTo>
                  <a:lnTo>
                    <a:pt x="891429" y="430689"/>
                  </a:lnTo>
                  <a:lnTo>
                    <a:pt x="911689" y="428836"/>
                  </a:lnTo>
                  <a:lnTo>
                    <a:pt x="931949" y="426980"/>
                  </a:lnTo>
                  <a:lnTo>
                    <a:pt x="952208" y="425119"/>
                  </a:lnTo>
                  <a:lnTo>
                    <a:pt x="972468" y="423255"/>
                  </a:lnTo>
                  <a:lnTo>
                    <a:pt x="992728" y="421387"/>
                  </a:lnTo>
                  <a:lnTo>
                    <a:pt x="1012988" y="419515"/>
                  </a:lnTo>
                  <a:lnTo>
                    <a:pt x="1033247" y="417639"/>
                  </a:lnTo>
                  <a:lnTo>
                    <a:pt x="1053507" y="415760"/>
                  </a:lnTo>
                  <a:lnTo>
                    <a:pt x="1073767" y="413876"/>
                  </a:lnTo>
                  <a:lnTo>
                    <a:pt x="1094027" y="411989"/>
                  </a:lnTo>
                  <a:lnTo>
                    <a:pt x="1114286" y="410098"/>
                  </a:lnTo>
                  <a:lnTo>
                    <a:pt x="1134546" y="408204"/>
                  </a:lnTo>
                  <a:lnTo>
                    <a:pt x="1154806" y="406305"/>
                  </a:lnTo>
                  <a:lnTo>
                    <a:pt x="1175066" y="404403"/>
                  </a:lnTo>
                  <a:lnTo>
                    <a:pt x="1195326" y="402497"/>
                  </a:lnTo>
                  <a:lnTo>
                    <a:pt x="1215585" y="400587"/>
                  </a:lnTo>
                  <a:lnTo>
                    <a:pt x="1235845" y="398673"/>
                  </a:lnTo>
                  <a:lnTo>
                    <a:pt x="1256105" y="396755"/>
                  </a:lnTo>
                  <a:lnTo>
                    <a:pt x="1276365" y="394834"/>
                  </a:lnTo>
                  <a:lnTo>
                    <a:pt x="1296624" y="392909"/>
                  </a:lnTo>
                  <a:lnTo>
                    <a:pt x="1316884" y="390980"/>
                  </a:lnTo>
                  <a:lnTo>
                    <a:pt x="1337144" y="389047"/>
                  </a:lnTo>
                  <a:lnTo>
                    <a:pt x="1357404" y="387111"/>
                  </a:lnTo>
                  <a:lnTo>
                    <a:pt x="1377663" y="385170"/>
                  </a:lnTo>
                  <a:lnTo>
                    <a:pt x="1397923" y="383226"/>
                  </a:lnTo>
                  <a:lnTo>
                    <a:pt x="1418183" y="381278"/>
                  </a:lnTo>
                  <a:lnTo>
                    <a:pt x="1438443" y="379326"/>
                  </a:lnTo>
                  <a:lnTo>
                    <a:pt x="1458702" y="377371"/>
                  </a:lnTo>
                  <a:lnTo>
                    <a:pt x="1478962" y="375411"/>
                  </a:lnTo>
                  <a:lnTo>
                    <a:pt x="1499222" y="373448"/>
                  </a:lnTo>
                  <a:lnTo>
                    <a:pt x="1519482" y="371481"/>
                  </a:lnTo>
                  <a:lnTo>
                    <a:pt x="1539741" y="369511"/>
                  </a:lnTo>
                  <a:lnTo>
                    <a:pt x="1560001" y="367536"/>
                  </a:lnTo>
                  <a:lnTo>
                    <a:pt x="1580261" y="365558"/>
                  </a:lnTo>
                  <a:lnTo>
                    <a:pt x="1600521" y="363575"/>
                  </a:lnTo>
                  <a:lnTo>
                    <a:pt x="1620781" y="361589"/>
                  </a:lnTo>
                  <a:lnTo>
                    <a:pt x="1641040" y="359600"/>
                  </a:lnTo>
                  <a:lnTo>
                    <a:pt x="1661300" y="357606"/>
                  </a:lnTo>
                  <a:lnTo>
                    <a:pt x="1681560" y="355609"/>
                  </a:lnTo>
                  <a:lnTo>
                    <a:pt x="1701820" y="353608"/>
                  </a:lnTo>
                  <a:lnTo>
                    <a:pt x="1722079" y="351603"/>
                  </a:lnTo>
                  <a:lnTo>
                    <a:pt x="1742339" y="349594"/>
                  </a:lnTo>
                  <a:lnTo>
                    <a:pt x="1762599" y="347582"/>
                  </a:lnTo>
                  <a:lnTo>
                    <a:pt x="1782859" y="345565"/>
                  </a:lnTo>
                  <a:lnTo>
                    <a:pt x="1803118" y="343545"/>
                  </a:lnTo>
                  <a:lnTo>
                    <a:pt x="1823378" y="341522"/>
                  </a:lnTo>
                  <a:lnTo>
                    <a:pt x="1843638" y="339494"/>
                  </a:lnTo>
                  <a:lnTo>
                    <a:pt x="1863898" y="337463"/>
                  </a:lnTo>
                  <a:lnTo>
                    <a:pt x="1884157" y="335428"/>
                  </a:lnTo>
                  <a:lnTo>
                    <a:pt x="1904417" y="333389"/>
                  </a:lnTo>
                  <a:lnTo>
                    <a:pt x="1924677" y="331346"/>
                  </a:lnTo>
                  <a:lnTo>
                    <a:pt x="1944937" y="329299"/>
                  </a:lnTo>
                  <a:lnTo>
                    <a:pt x="1965196" y="327249"/>
                  </a:lnTo>
                  <a:lnTo>
                    <a:pt x="1985456" y="325195"/>
                  </a:lnTo>
                  <a:lnTo>
                    <a:pt x="2005716" y="323138"/>
                  </a:lnTo>
                  <a:lnTo>
                    <a:pt x="2025976" y="321076"/>
                  </a:lnTo>
                  <a:lnTo>
                    <a:pt x="2046236" y="319011"/>
                  </a:lnTo>
                  <a:lnTo>
                    <a:pt x="2066495" y="316942"/>
                  </a:lnTo>
                  <a:lnTo>
                    <a:pt x="2086755" y="314869"/>
                  </a:lnTo>
                  <a:lnTo>
                    <a:pt x="2107015" y="312792"/>
                  </a:lnTo>
                  <a:lnTo>
                    <a:pt x="2127275" y="310712"/>
                  </a:lnTo>
                  <a:lnTo>
                    <a:pt x="2147534" y="308628"/>
                  </a:lnTo>
                  <a:lnTo>
                    <a:pt x="2167794" y="306540"/>
                  </a:lnTo>
                  <a:lnTo>
                    <a:pt x="2188054" y="304449"/>
                  </a:lnTo>
                  <a:lnTo>
                    <a:pt x="2208314" y="302354"/>
                  </a:lnTo>
                  <a:lnTo>
                    <a:pt x="2228573" y="300255"/>
                  </a:lnTo>
                  <a:lnTo>
                    <a:pt x="2248833" y="298152"/>
                  </a:lnTo>
                  <a:lnTo>
                    <a:pt x="2269093" y="296046"/>
                  </a:lnTo>
                  <a:lnTo>
                    <a:pt x="2289353" y="293936"/>
                  </a:lnTo>
                  <a:lnTo>
                    <a:pt x="2309612" y="291822"/>
                  </a:lnTo>
                  <a:lnTo>
                    <a:pt x="2329872" y="289704"/>
                  </a:lnTo>
                  <a:lnTo>
                    <a:pt x="2350132" y="287583"/>
                  </a:lnTo>
                  <a:lnTo>
                    <a:pt x="2370392" y="285458"/>
                  </a:lnTo>
                  <a:lnTo>
                    <a:pt x="2390652" y="283329"/>
                  </a:lnTo>
                  <a:lnTo>
                    <a:pt x="2410911" y="281197"/>
                  </a:lnTo>
                  <a:lnTo>
                    <a:pt x="2431171" y="279061"/>
                  </a:lnTo>
                  <a:lnTo>
                    <a:pt x="2451431" y="276921"/>
                  </a:lnTo>
                  <a:lnTo>
                    <a:pt x="2471691" y="274777"/>
                  </a:lnTo>
                  <a:lnTo>
                    <a:pt x="2491950" y="272630"/>
                  </a:lnTo>
                  <a:lnTo>
                    <a:pt x="2512210" y="270479"/>
                  </a:lnTo>
                  <a:lnTo>
                    <a:pt x="2532470" y="268325"/>
                  </a:lnTo>
                  <a:lnTo>
                    <a:pt x="2552730" y="266166"/>
                  </a:lnTo>
                  <a:lnTo>
                    <a:pt x="2572989" y="264004"/>
                  </a:lnTo>
                  <a:lnTo>
                    <a:pt x="2593249" y="261839"/>
                  </a:lnTo>
                  <a:lnTo>
                    <a:pt x="2613509" y="259670"/>
                  </a:lnTo>
                  <a:lnTo>
                    <a:pt x="2633769" y="257497"/>
                  </a:lnTo>
                  <a:lnTo>
                    <a:pt x="2654028" y="255320"/>
                  </a:lnTo>
                  <a:lnTo>
                    <a:pt x="2674288" y="253140"/>
                  </a:lnTo>
                  <a:lnTo>
                    <a:pt x="2694548" y="250956"/>
                  </a:lnTo>
                  <a:lnTo>
                    <a:pt x="2714808" y="248768"/>
                  </a:lnTo>
                  <a:lnTo>
                    <a:pt x="2735067" y="246577"/>
                  </a:lnTo>
                  <a:lnTo>
                    <a:pt x="2755327" y="244382"/>
                  </a:lnTo>
                  <a:lnTo>
                    <a:pt x="2775587" y="242184"/>
                  </a:lnTo>
                  <a:lnTo>
                    <a:pt x="2795847" y="239982"/>
                  </a:lnTo>
                  <a:lnTo>
                    <a:pt x="2816107" y="237776"/>
                  </a:lnTo>
                  <a:lnTo>
                    <a:pt x="2836366" y="235567"/>
                  </a:lnTo>
                  <a:lnTo>
                    <a:pt x="2856626" y="233354"/>
                  </a:lnTo>
                  <a:lnTo>
                    <a:pt x="2876886" y="231137"/>
                  </a:lnTo>
                  <a:lnTo>
                    <a:pt x="2897146" y="228917"/>
                  </a:lnTo>
                  <a:lnTo>
                    <a:pt x="2917405" y="226693"/>
                  </a:lnTo>
                  <a:lnTo>
                    <a:pt x="2937665" y="224466"/>
                  </a:lnTo>
                  <a:lnTo>
                    <a:pt x="2957925" y="222235"/>
                  </a:lnTo>
                  <a:lnTo>
                    <a:pt x="2978185" y="220001"/>
                  </a:lnTo>
                  <a:lnTo>
                    <a:pt x="2998444" y="217763"/>
                  </a:lnTo>
                  <a:lnTo>
                    <a:pt x="3018704" y="215521"/>
                  </a:lnTo>
                  <a:lnTo>
                    <a:pt x="3038964" y="213276"/>
                  </a:lnTo>
                  <a:lnTo>
                    <a:pt x="3059224" y="211027"/>
                  </a:lnTo>
                  <a:lnTo>
                    <a:pt x="3079483" y="208775"/>
                  </a:lnTo>
                  <a:lnTo>
                    <a:pt x="3099743" y="206519"/>
                  </a:lnTo>
                  <a:lnTo>
                    <a:pt x="3120003" y="204259"/>
                  </a:lnTo>
                  <a:lnTo>
                    <a:pt x="3140263" y="201996"/>
                  </a:lnTo>
                  <a:lnTo>
                    <a:pt x="3160522" y="199730"/>
                  </a:lnTo>
                  <a:lnTo>
                    <a:pt x="3180782" y="197460"/>
                  </a:lnTo>
                  <a:lnTo>
                    <a:pt x="3201042" y="195186"/>
                  </a:lnTo>
                  <a:lnTo>
                    <a:pt x="3221302" y="192909"/>
                  </a:lnTo>
                  <a:lnTo>
                    <a:pt x="3241562" y="190628"/>
                  </a:lnTo>
                  <a:lnTo>
                    <a:pt x="3261821" y="188344"/>
                  </a:lnTo>
                  <a:lnTo>
                    <a:pt x="3282081" y="186057"/>
                  </a:lnTo>
                  <a:lnTo>
                    <a:pt x="3302341" y="183766"/>
                  </a:lnTo>
                  <a:lnTo>
                    <a:pt x="3322601" y="181471"/>
                  </a:lnTo>
                  <a:lnTo>
                    <a:pt x="3342860" y="179173"/>
                  </a:lnTo>
                  <a:lnTo>
                    <a:pt x="3363120" y="176872"/>
                  </a:lnTo>
                  <a:lnTo>
                    <a:pt x="3383380" y="174567"/>
                  </a:lnTo>
                  <a:lnTo>
                    <a:pt x="3403640" y="172258"/>
                  </a:lnTo>
                  <a:lnTo>
                    <a:pt x="3423899" y="169946"/>
                  </a:lnTo>
                  <a:lnTo>
                    <a:pt x="3444159" y="167631"/>
                  </a:lnTo>
                  <a:lnTo>
                    <a:pt x="3464419" y="165312"/>
                  </a:lnTo>
                  <a:lnTo>
                    <a:pt x="3484679" y="162990"/>
                  </a:lnTo>
                  <a:lnTo>
                    <a:pt x="3504938" y="160664"/>
                  </a:lnTo>
                  <a:lnTo>
                    <a:pt x="3525198" y="158335"/>
                  </a:lnTo>
                  <a:lnTo>
                    <a:pt x="3545458" y="156003"/>
                  </a:lnTo>
                  <a:lnTo>
                    <a:pt x="3565718" y="153667"/>
                  </a:lnTo>
                  <a:lnTo>
                    <a:pt x="3585978" y="151328"/>
                  </a:lnTo>
                  <a:lnTo>
                    <a:pt x="3606237" y="148985"/>
                  </a:lnTo>
                  <a:lnTo>
                    <a:pt x="3626497" y="146639"/>
                  </a:lnTo>
                  <a:lnTo>
                    <a:pt x="3646757" y="144289"/>
                  </a:lnTo>
                  <a:lnTo>
                    <a:pt x="3667017" y="141937"/>
                  </a:lnTo>
                  <a:lnTo>
                    <a:pt x="3687276" y="139580"/>
                  </a:lnTo>
                  <a:lnTo>
                    <a:pt x="3707536" y="137221"/>
                  </a:lnTo>
                  <a:lnTo>
                    <a:pt x="3727796" y="134858"/>
                  </a:lnTo>
                  <a:lnTo>
                    <a:pt x="3748056" y="132492"/>
                  </a:lnTo>
                  <a:lnTo>
                    <a:pt x="3768315" y="130122"/>
                  </a:lnTo>
                  <a:lnTo>
                    <a:pt x="3788575" y="127750"/>
                  </a:lnTo>
                  <a:lnTo>
                    <a:pt x="3808835" y="125373"/>
                  </a:lnTo>
                  <a:lnTo>
                    <a:pt x="3829095" y="122994"/>
                  </a:lnTo>
                  <a:lnTo>
                    <a:pt x="3849354" y="120611"/>
                  </a:lnTo>
                  <a:lnTo>
                    <a:pt x="3869614" y="118225"/>
                  </a:lnTo>
                  <a:lnTo>
                    <a:pt x="3889874" y="115836"/>
                  </a:lnTo>
                  <a:lnTo>
                    <a:pt x="3910134" y="113443"/>
                  </a:lnTo>
                  <a:lnTo>
                    <a:pt x="3930393" y="111047"/>
                  </a:lnTo>
                  <a:lnTo>
                    <a:pt x="3950653" y="108648"/>
                  </a:lnTo>
                  <a:lnTo>
                    <a:pt x="3970913" y="106246"/>
                  </a:lnTo>
                  <a:lnTo>
                    <a:pt x="3991173" y="103840"/>
                  </a:lnTo>
                  <a:lnTo>
                    <a:pt x="4011433" y="101431"/>
                  </a:lnTo>
                  <a:lnTo>
                    <a:pt x="4031692" y="99019"/>
                  </a:lnTo>
                  <a:lnTo>
                    <a:pt x="4051952" y="96604"/>
                  </a:lnTo>
                  <a:lnTo>
                    <a:pt x="4072212" y="94186"/>
                  </a:lnTo>
                  <a:lnTo>
                    <a:pt x="4092472" y="91764"/>
                  </a:lnTo>
                  <a:lnTo>
                    <a:pt x="4112731" y="89339"/>
                  </a:lnTo>
                  <a:lnTo>
                    <a:pt x="4132991" y="86911"/>
                  </a:lnTo>
                  <a:lnTo>
                    <a:pt x="4153251" y="84480"/>
                  </a:lnTo>
                  <a:lnTo>
                    <a:pt x="4173511" y="82045"/>
                  </a:lnTo>
                  <a:lnTo>
                    <a:pt x="4193770" y="79608"/>
                  </a:lnTo>
                  <a:lnTo>
                    <a:pt x="4214030" y="77167"/>
                  </a:lnTo>
                  <a:lnTo>
                    <a:pt x="4234290" y="74723"/>
                  </a:lnTo>
                  <a:lnTo>
                    <a:pt x="4254550" y="72277"/>
                  </a:lnTo>
                  <a:lnTo>
                    <a:pt x="4274809" y="69826"/>
                  </a:lnTo>
                  <a:lnTo>
                    <a:pt x="4295069" y="67373"/>
                  </a:lnTo>
                  <a:lnTo>
                    <a:pt x="4315329" y="64917"/>
                  </a:lnTo>
                  <a:lnTo>
                    <a:pt x="4335589" y="62458"/>
                  </a:lnTo>
                  <a:lnTo>
                    <a:pt x="4355848" y="59995"/>
                  </a:lnTo>
                  <a:lnTo>
                    <a:pt x="4376108" y="57530"/>
                  </a:lnTo>
                  <a:lnTo>
                    <a:pt x="4396368" y="55061"/>
                  </a:lnTo>
                  <a:lnTo>
                    <a:pt x="4416628" y="52590"/>
                  </a:lnTo>
                  <a:lnTo>
                    <a:pt x="4436888" y="50115"/>
                  </a:lnTo>
                  <a:lnTo>
                    <a:pt x="4457147" y="47637"/>
                  </a:lnTo>
                  <a:lnTo>
                    <a:pt x="4477407" y="45157"/>
                  </a:lnTo>
                  <a:lnTo>
                    <a:pt x="4497667" y="42673"/>
                  </a:lnTo>
                  <a:lnTo>
                    <a:pt x="4517927" y="40186"/>
                  </a:lnTo>
                  <a:lnTo>
                    <a:pt x="4538186" y="37697"/>
                  </a:lnTo>
                  <a:lnTo>
                    <a:pt x="4558446" y="35204"/>
                  </a:lnTo>
                  <a:lnTo>
                    <a:pt x="4578706" y="32708"/>
                  </a:lnTo>
                  <a:lnTo>
                    <a:pt x="4598966" y="30210"/>
                  </a:lnTo>
                  <a:lnTo>
                    <a:pt x="4619225" y="27708"/>
                  </a:lnTo>
                  <a:lnTo>
                    <a:pt x="4639485" y="25204"/>
                  </a:lnTo>
                  <a:lnTo>
                    <a:pt x="4659745" y="22696"/>
                  </a:lnTo>
                  <a:lnTo>
                    <a:pt x="4680005" y="20186"/>
                  </a:lnTo>
                  <a:lnTo>
                    <a:pt x="4700264" y="17673"/>
                  </a:lnTo>
                  <a:lnTo>
                    <a:pt x="4720524" y="15157"/>
                  </a:lnTo>
                  <a:lnTo>
                    <a:pt x="4740784" y="12638"/>
                  </a:lnTo>
                  <a:lnTo>
                    <a:pt x="4761044" y="10116"/>
                  </a:lnTo>
                  <a:lnTo>
                    <a:pt x="4781304" y="7591"/>
                  </a:lnTo>
                  <a:lnTo>
                    <a:pt x="4801563" y="5063"/>
                  </a:lnTo>
                  <a:lnTo>
                    <a:pt x="4821823" y="2533"/>
                  </a:lnTo>
                  <a:lnTo>
                    <a:pt x="4842083" y="0"/>
                  </a:lnTo>
                </a:path>
              </a:pathLst>
            </a:custGeom>
            <a:ln w="28456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90632" y="3353800"/>
              <a:ext cx="4842083" cy="1530187"/>
            </a:xfrm>
            <a:custGeom>
              <a:avLst/>
              <a:pathLst>
                <a:path w="4842083" h="1530187">
                  <a:moveTo>
                    <a:pt x="0" y="1530187"/>
                  </a:moveTo>
                  <a:lnTo>
                    <a:pt x="20259" y="1525699"/>
                  </a:lnTo>
                  <a:lnTo>
                    <a:pt x="40519" y="1521196"/>
                  </a:lnTo>
                  <a:lnTo>
                    <a:pt x="60779" y="1516677"/>
                  </a:lnTo>
                  <a:lnTo>
                    <a:pt x="81039" y="1512143"/>
                  </a:lnTo>
                  <a:lnTo>
                    <a:pt x="101298" y="1507593"/>
                  </a:lnTo>
                  <a:lnTo>
                    <a:pt x="121558" y="1503027"/>
                  </a:lnTo>
                  <a:lnTo>
                    <a:pt x="141818" y="1498446"/>
                  </a:lnTo>
                  <a:lnTo>
                    <a:pt x="162078" y="1493849"/>
                  </a:lnTo>
                  <a:lnTo>
                    <a:pt x="182337" y="1489237"/>
                  </a:lnTo>
                  <a:lnTo>
                    <a:pt x="202597" y="1484609"/>
                  </a:lnTo>
                  <a:lnTo>
                    <a:pt x="222857" y="1479964"/>
                  </a:lnTo>
                  <a:lnTo>
                    <a:pt x="243117" y="1475305"/>
                  </a:lnTo>
                  <a:lnTo>
                    <a:pt x="263376" y="1470629"/>
                  </a:lnTo>
                  <a:lnTo>
                    <a:pt x="283636" y="1465937"/>
                  </a:lnTo>
                  <a:lnTo>
                    <a:pt x="303896" y="1461230"/>
                  </a:lnTo>
                  <a:lnTo>
                    <a:pt x="324156" y="1456507"/>
                  </a:lnTo>
                  <a:lnTo>
                    <a:pt x="344415" y="1451767"/>
                  </a:lnTo>
                  <a:lnTo>
                    <a:pt x="364675" y="1447012"/>
                  </a:lnTo>
                  <a:lnTo>
                    <a:pt x="384935" y="1442241"/>
                  </a:lnTo>
                  <a:lnTo>
                    <a:pt x="405195" y="1437453"/>
                  </a:lnTo>
                  <a:lnTo>
                    <a:pt x="425455" y="1432650"/>
                  </a:lnTo>
                  <a:lnTo>
                    <a:pt x="445714" y="1427831"/>
                  </a:lnTo>
                  <a:lnTo>
                    <a:pt x="465974" y="1422995"/>
                  </a:lnTo>
                  <a:lnTo>
                    <a:pt x="486234" y="1418143"/>
                  </a:lnTo>
                  <a:lnTo>
                    <a:pt x="506494" y="1413276"/>
                  </a:lnTo>
                  <a:lnTo>
                    <a:pt x="526753" y="1408392"/>
                  </a:lnTo>
                  <a:lnTo>
                    <a:pt x="547013" y="1403491"/>
                  </a:lnTo>
                  <a:lnTo>
                    <a:pt x="567273" y="1398575"/>
                  </a:lnTo>
                  <a:lnTo>
                    <a:pt x="587533" y="1393642"/>
                  </a:lnTo>
                  <a:lnTo>
                    <a:pt x="607792" y="1388693"/>
                  </a:lnTo>
                  <a:lnTo>
                    <a:pt x="628052" y="1383728"/>
                  </a:lnTo>
                  <a:lnTo>
                    <a:pt x="648312" y="1378746"/>
                  </a:lnTo>
                  <a:lnTo>
                    <a:pt x="668572" y="1373748"/>
                  </a:lnTo>
                  <a:lnTo>
                    <a:pt x="688831" y="1368734"/>
                  </a:lnTo>
                  <a:lnTo>
                    <a:pt x="709091" y="1363703"/>
                  </a:lnTo>
                  <a:lnTo>
                    <a:pt x="729351" y="1358656"/>
                  </a:lnTo>
                  <a:lnTo>
                    <a:pt x="749611" y="1353592"/>
                  </a:lnTo>
                  <a:lnTo>
                    <a:pt x="769870" y="1348512"/>
                  </a:lnTo>
                  <a:lnTo>
                    <a:pt x="790130" y="1343415"/>
                  </a:lnTo>
                  <a:lnTo>
                    <a:pt x="810390" y="1338302"/>
                  </a:lnTo>
                  <a:lnTo>
                    <a:pt x="830650" y="1333173"/>
                  </a:lnTo>
                  <a:lnTo>
                    <a:pt x="850910" y="1328027"/>
                  </a:lnTo>
                  <a:lnTo>
                    <a:pt x="871169" y="1322864"/>
                  </a:lnTo>
                  <a:lnTo>
                    <a:pt x="891429" y="1317685"/>
                  </a:lnTo>
                  <a:lnTo>
                    <a:pt x="911689" y="1312489"/>
                  </a:lnTo>
                  <a:lnTo>
                    <a:pt x="931949" y="1307276"/>
                  </a:lnTo>
                  <a:lnTo>
                    <a:pt x="952208" y="1302047"/>
                  </a:lnTo>
                  <a:lnTo>
                    <a:pt x="972468" y="1296801"/>
                  </a:lnTo>
                  <a:lnTo>
                    <a:pt x="992728" y="1291538"/>
                  </a:lnTo>
                  <a:lnTo>
                    <a:pt x="1012988" y="1286259"/>
                  </a:lnTo>
                  <a:lnTo>
                    <a:pt x="1033247" y="1280963"/>
                  </a:lnTo>
                  <a:lnTo>
                    <a:pt x="1053507" y="1275651"/>
                  </a:lnTo>
                  <a:lnTo>
                    <a:pt x="1073767" y="1270321"/>
                  </a:lnTo>
                  <a:lnTo>
                    <a:pt x="1094027" y="1264975"/>
                  </a:lnTo>
                  <a:lnTo>
                    <a:pt x="1114286" y="1259612"/>
                  </a:lnTo>
                  <a:lnTo>
                    <a:pt x="1134546" y="1254233"/>
                  </a:lnTo>
                  <a:lnTo>
                    <a:pt x="1154806" y="1248836"/>
                  </a:lnTo>
                  <a:lnTo>
                    <a:pt x="1175066" y="1243423"/>
                  </a:lnTo>
                  <a:lnTo>
                    <a:pt x="1195326" y="1237993"/>
                  </a:lnTo>
                  <a:lnTo>
                    <a:pt x="1215585" y="1232546"/>
                  </a:lnTo>
                  <a:lnTo>
                    <a:pt x="1235845" y="1227082"/>
                  </a:lnTo>
                  <a:lnTo>
                    <a:pt x="1256105" y="1221601"/>
                  </a:lnTo>
                  <a:lnTo>
                    <a:pt x="1276365" y="1216104"/>
                  </a:lnTo>
                  <a:lnTo>
                    <a:pt x="1296624" y="1210589"/>
                  </a:lnTo>
                  <a:lnTo>
                    <a:pt x="1316884" y="1205058"/>
                  </a:lnTo>
                  <a:lnTo>
                    <a:pt x="1337144" y="1199510"/>
                  </a:lnTo>
                  <a:lnTo>
                    <a:pt x="1357404" y="1193944"/>
                  </a:lnTo>
                  <a:lnTo>
                    <a:pt x="1377663" y="1188362"/>
                  </a:lnTo>
                  <a:lnTo>
                    <a:pt x="1397923" y="1182763"/>
                  </a:lnTo>
                  <a:lnTo>
                    <a:pt x="1418183" y="1177147"/>
                  </a:lnTo>
                  <a:lnTo>
                    <a:pt x="1438443" y="1171514"/>
                  </a:lnTo>
                  <a:lnTo>
                    <a:pt x="1458702" y="1165865"/>
                  </a:lnTo>
                  <a:lnTo>
                    <a:pt x="1478962" y="1160198"/>
                  </a:lnTo>
                  <a:lnTo>
                    <a:pt x="1499222" y="1154514"/>
                  </a:lnTo>
                  <a:lnTo>
                    <a:pt x="1519482" y="1148813"/>
                  </a:lnTo>
                  <a:lnTo>
                    <a:pt x="1539741" y="1143096"/>
                  </a:lnTo>
                  <a:lnTo>
                    <a:pt x="1560001" y="1137361"/>
                  </a:lnTo>
                  <a:lnTo>
                    <a:pt x="1580261" y="1131609"/>
                  </a:lnTo>
                  <a:lnTo>
                    <a:pt x="1600521" y="1125841"/>
                  </a:lnTo>
                  <a:lnTo>
                    <a:pt x="1620781" y="1120055"/>
                  </a:lnTo>
                  <a:lnTo>
                    <a:pt x="1641040" y="1114252"/>
                  </a:lnTo>
                  <a:lnTo>
                    <a:pt x="1661300" y="1108433"/>
                  </a:lnTo>
                  <a:lnTo>
                    <a:pt x="1681560" y="1102596"/>
                  </a:lnTo>
                  <a:lnTo>
                    <a:pt x="1701820" y="1096742"/>
                  </a:lnTo>
                  <a:lnTo>
                    <a:pt x="1722079" y="1090872"/>
                  </a:lnTo>
                  <a:lnTo>
                    <a:pt x="1742339" y="1084984"/>
                  </a:lnTo>
                  <a:lnTo>
                    <a:pt x="1762599" y="1079080"/>
                  </a:lnTo>
                  <a:lnTo>
                    <a:pt x="1782859" y="1073158"/>
                  </a:lnTo>
                  <a:lnTo>
                    <a:pt x="1803118" y="1067219"/>
                  </a:lnTo>
                  <a:lnTo>
                    <a:pt x="1823378" y="1061264"/>
                  </a:lnTo>
                  <a:lnTo>
                    <a:pt x="1843638" y="1055291"/>
                  </a:lnTo>
                  <a:lnTo>
                    <a:pt x="1863898" y="1049302"/>
                  </a:lnTo>
                  <a:lnTo>
                    <a:pt x="1884157" y="1043295"/>
                  </a:lnTo>
                  <a:lnTo>
                    <a:pt x="1904417" y="1037272"/>
                  </a:lnTo>
                  <a:lnTo>
                    <a:pt x="1924677" y="1031231"/>
                  </a:lnTo>
                  <a:lnTo>
                    <a:pt x="1944937" y="1025174"/>
                  </a:lnTo>
                  <a:lnTo>
                    <a:pt x="1965196" y="1019100"/>
                  </a:lnTo>
                  <a:lnTo>
                    <a:pt x="1985456" y="1013008"/>
                  </a:lnTo>
                  <a:lnTo>
                    <a:pt x="2005716" y="1006900"/>
                  </a:lnTo>
                  <a:lnTo>
                    <a:pt x="2025976" y="1000775"/>
                  </a:lnTo>
                  <a:lnTo>
                    <a:pt x="2046236" y="994633"/>
                  </a:lnTo>
                  <a:lnTo>
                    <a:pt x="2066495" y="988474"/>
                  </a:lnTo>
                  <a:lnTo>
                    <a:pt x="2086755" y="982298"/>
                  </a:lnTo>
                  <a:lnTo>
                    <a:pt x="2107015" y="976106"/>
                  </a:lnTo>
                  <a:lnTo>
                    <a:pt x="2127275" y="969896"/>
                  </a:lnTo>
                  <a:lnTo>
                    <a:pt x="2147534" y="963670"/>
                  </a:lnTo>
                  <a:lnTo>
                    <a:pt x="2167794" y="957426"/>
                  </a:lnTo>
                  <a:lnTo>
                    <a:pt x="2188054" y="951166"/>
                  </a:lnTo>
                  <a:lnTo>
                    <a:pt x="2208314" y="944890"/>
                  </a:lnTo>
                  <a:lnTo>
                    <a:pt x="2228573" y="938596"/>
                  </a:lnTo>
                  <a:lnTo>
                    <a:pt x="2248833" y="932285"/>
                  </a:lnTo>
                  <a:lnTo>
                    <a:pt x="2269093" y="925958"/>
                  </a:lnTo>
                  <a:lnTo>
                    <a:pt x="2289353" y="919614"/>
                  </a:lnTo>
                  <a:lnTo>
                    <a:pt x="2309612" y="913253"/>
                  </a:lnTo>
                  <a:lnTo>
                    <a:pt x="2329872" y="906876"/>
                  </a:lnTo>
                  <a:lnTo>
                    <a:pt x="2350132" y="900482"/>
                  </a:lnTo>
                  <a:lnTo>
                    <a:pt x="2370392" y="894071"/>
                  </a:lnTo>
                  <a:lnTo>
                    <a:pt x="2390652" y="887644"/>
                  </a:lnTo>
                  <a:lnTo>
                    <a:pt x="2410911" y="881200"/>
                  </a:lnTo>
                  <a:lnTo>
                    <a:pt x="2431171" y="874739"/>
                  </a:lnTo>
                  <a:lnTo>
                    <a:pt x="2451431" y="868262"/>
                  </a:lnTo>
                  <a:lnTo>
                    <a:pt x="2471691" y="861768"/>
                  </a:lnTo>
                  <a:lnTo>
                    <a:pt x="2491950" y="855257"/>
                  </a:lnTo>
                  <a:lnTo>
                    <a:pt x="2512210" y="848731"/>
                  </a:lnTo>
                  <a:lnTo>
                    <a:pt x="2532470" y="842187"/>
                  </a:lnTo>
                  <a:lnTo>
                    <a:pt x="2552730" y="835627"/>
                  </a:lnTo>
                  <a:lnTo>
                    <a:pt x="2572989" y="829051"/>
                  </a:lnTo>
                  <a:lnTo>
                    <a:pt x="2593249" y="822458"/>
                  </a:lnTo>
                  <a:lnTo>
                    <a:pt x="2613509" y="815849"/>
                  </a:lnTo>
                  <a:lnTo>
                    <a:pt x="2633769" y="809224"/>
                  </a:lnTo>
                  <a:lnTo>
                    <a:pt x="2654028" y="802582"/>
                  </a:lnTo>
                  <a:lnTo>
                    <a:pt x="2674288" y="795924"/>
                  </a:lnTo>
                  <a:lnTo>
                    <a:pt x="2694548" y="789250"/>
                  </a:lnTo>
                  <a:lnTo>
                    <a:pt x="2714808" y="782560"/>
                  </a:lnTo>
                  <a:lnTo>
                    <a:pt x="2735067" y="775853"/>
                  </a:lnTo>
                  <a:lnTo>
                    <a:pt x="2755327" y="769130"/>
                  </a:lnTo>
                  <a:lnTo>
                    <a:pt x="2775587" y="762391"/>
                  </a:lnTo>
                  <a:lnTo>
                    <a:pt x="2795847" y="755636"/>
                  </a:lnTo>
                  <a:lnTo>
                    <a:pt x="2816107" y="748865"/>
                  </a:lnTo>
                  <a:lnTo>
                    <a:pt x="2836366" y="742078"/>
                  </a:lnTo>
                  <a:lnTo>
                    <a:pt x="2856626" y="735275"/>
                  </a:lnTo>
                  <a:lnTo>
                    <a:pt x="2876886" y="728456"/>
                  </a:lnTo>
                  <a:lnTo>
                    <a:pt x="2897146" y="721621"/>
                  </a:lnTo>
                  <a:lnTo>
                    <a:pt x="2917405" y="714770"/>
                  </a:lnTo>
                  <a:lnTo>
                    <a:pt x="2937665" y="707903"/>
                  </a:lnTo>
                  <a:lnTo>
                    <a:pt x="2957925" y="701021"/>
                  </a:lnTo>
                  <a:lnTo>
                    <a:pt x="2978185" y="694123"/>
                  </a:lnTo>
                  <a:lnTo>
                    <a:pt x="2998444" y="687209"/>
                  </a:lnTo>
                  <a:lnTo>
                    <a:pt x="3018704" y="680280"/>
                  </a:lnTo>
                  <a:lnTo>
                    <a:pt x="3038964" y="673334"/>
                  </a:lnTo>
                  <a:lnTo>
                    <a:pt x="3059224" y="666374"/>
                  </a:lnTo>
                  <a:lnTo>
                    <a:pt x="3079483" y="659397"/>
                  </a:lnTo>
                  <a:lnTo>
                    <a:pt x="3099743" y="652406"/>
                  </a:lnTo>
                  <a:lnTo>
                    <a:pt x="3120003" y="645399"/>
                  </a:lnTo>
                  <a:lnTo>
                    <a:pt x="3140263" y="638376"/>
                  </a:lnTo>
                  <a:lnTo>
                    <a:pt x="3160522" y="631338"/>
                  </a:lnTo>
                  <a:lnTo>
                    <a:pt x="3180782" y="624285"/>
                  </a:lnTo>
                  <a:lnTo>
                    <a:pt x="3201042" y="617217"/>
                  </a:lnTo>
                  <a:lnTo>
                    <a:pt x="3221302" y="610133"/>
                  </a:lnTo>
                  <a:lnTo>
                    <a:pt x="3241562" y="603034"/>
                  </a:lnTo>
                  <a:lnTo>
                    <a:pt x="3261821" y="595921"/>
                  </a:lnTo>
                  <a:lnTo>
                    <a:pt x="3282081" y="588792"/>
                  </a:lnTo>
                  <a:lnTo>
                    <a:pt x="3302341" y="581648"/>
                  </a:lnTo>
                  <a:lnTo>
                    <a:pt x="3322601" y="574489"/>
                  </a:lnTo>
                  <a:lnTo>
                    <a:pt x="3342860" y="567315"/>
                  </a:lnTo>
                  <a:lnTo>
                    <a:pt x="3363120" y="560127"/>
                  </a:lnTo>
                  <a:lnTo>
                    <a:pt x="3383380" y="552924"/>
                  </a:lnTo>
                  <a:lnTo>
                    <a:pt x="3403640" y="545706"/>
                  </a:lnTo>
                  <a:lnTo>
                    <a:pt x="3423899" y="538473"/>
                  </a:lnTo>
                  <a:lnTo>
                    <a:pt x="3444159" y="531226"/>
                  </a:lnTo>
                  <a:lnTo>
                    <a:pt x="3464419" y="523964"/>
                  </a:lnTo>
                  <a:lnTo>
                    <a:pt x="3484679" y="516688"/>
                  </a:lnTo>
                  <a:lnTo>
                    <a:pt x="3504938" y="509398"/>
                  </a:lnTo>
                  <a:lnTo>
                    <a:pt x="3525198" y="502093"/>
                  </a:lnTo>
                  <a:lnTo>
                    <a:pt x="3545458" y="494774"/>
                  </a:lnTo>
                  <a:lnTo>
                    <a:pt x="3565718" y="487440"/>
                  </a:lnTo>
                  <a:lnTo>
                    <a:pt x="3585978" y="480093"/>
                  </a:lnTo>
                  <a:lnTo>
                    <a:pt x="3606237" y="472731"/>
                  </a:lnTo>
                  <a:lnTo>
                    <a:pt x="3626497" y="465355"/>
                  </a:lnTo>
                  <a:lnTo>
                    <a:pt x="3646757" y="457966"/>
                  </a:lnTo>
                  <a:lnTo>
                    <a:pt x="3667017" y="450562"/>
                  </a:lnTo>
                  <a:lnTo>
                    <a:pt x="3687276" y="443145"/>
                  </a:lnTo>
                  <a:lnTo>
                    <a:pt x="3707536" y="435714"/>
                  </a:lnTo>
                  <a:lnTo>
                    <a:pt x="3727796" y="428269"/>
                  </a:lnTo>
                  <a:lnTo>
                    <a:pt x="3748056" y="420810"/>
                  </a:lnTo>
                  <a:lnTo>
                    <a:pt x="3768315" y="413338"/>
                  </a:lnTo>
                  <a:lnTo>
                    <a:pt x="3788575" y="405853"/>
                  </a:lnTo>
                  <a:lnTo>
                    <a:pt x="3808835" y="398354"/>
                  </a:lnTo>
                  <a:lnTo>
                    <a:pt x="3829095" y="390842"/>
                  </a:lnTo>
                  <a:lnTo>
                    <a:pt x="3849354" y="383316"/>
                  </a:lnTo>
                  <a:lnTo>
                    <a:pt x="3869614" y="375777"/>
                  </a:lnTo>
                  <a:lnTo>
                    <a:pt x="3889874" y="368225"/>
                  </a:lnTo>
                  <a:lnTo>
                    <a:pt x="3910134" y="360661"/>
                  </a:lnTo>
                  <a:lnTo>
                    <a:pt x="3930393" y="353083"/>
                  </a:lnTo>
                  <a:lnTo>
                    <a:pt x="3950653" y="345492"/>
                  </a:lnTo>
                  <a:lnTo>
                    <a:pt x="3970913" y="337888"/>
                  </a:lnTo>
                  <a:lnTo>
                    <a:pt x="3991173" y="330272"/>
                  </a:lnTo>
                  <a:lnTo>
                    <a:pt x="4011433" y="322643"/>
                  </a:lnTo>
                  <a:lnTo>
                    <a:pt x="4031692" y="315001"/>
                  </a:lnTo>
                  <a:lnTo>
                    <a:pt x="4051952" y="307347"/>
                  </a:lnTo>
                  <a:lnTo>
                    <a:pt x="4072212" y="299681"/>
                  </a:lnTo>
                  <a:lnTo>
                    <a:pt x="4092472" y="292002"/>
                  </a:lnTo>
                  <a:lnTo>
                    <a:pt x="4112731" y="284311"/>
                  </a:lnTo>
                  <a:lnTo>
                    <a:pt x="4132991" y="276608"/>
                  </a:lnTo>
                  <a:lnTo>
                    <a:pt x="4153251" y="268892"/>
                  </a:lnTo>
                  <a:lnTo>
                    <a:pt x="4173511" y="261165"/>
                  </a:lnTo>
                  <a:lnTo>
                    <a:pt x="4193770" y="253425"/>
                  </a:lnTo>
                  <a:lnTo>
                    <a:pt x="4214030" y="245674"/>
                  </a:lnTo>
                  <a:lnTo>
                    <a:pt x="4234290" y="237911"/>
                  </a:lnTo>
                  <a:lnTo>
                    <a:pt x="4254550" y="230137"/>
                  </a:lnTo>
                  <a:lnTo>
                    <a:pt x="4274809" y="222350"/>
                  </a:lnTo>
                  <a:lnTo>
                    <a:pt x="4295069" y="214553"/>
                  </a:lnTo>
                  <a:lnTo>
                    <a:pt x="4315329" y="206744"/>
                  </a:lnTo>
                  <a:lnTo>
                    <a:pt x="4335589" y="198923"/>
                  </a:lnTo>
                  <a:lnTo>
                    <a:pt x="4355848" y="191091"/>
                  </a:lnTo>
                  <a:lnTo>
                    <a:pt x="4376108" y="183249"/>
                  </a:lnTo>
                  <a:lnTo>
                    <a:pt x="4396368" y="175395"/>
                  </a:lnTo>
                  <a:lnTo>
                    <a:pt x="4416628" y="167530"/>
                  </a:lnTo>
                  <a:lnTo>
                    <a:pt x="4436888" y="159654"/>
                  </a:lnTo>
                  <a:lnTo>
                    <a:pt x="4457147" y="151768"/>
                  </a:lnTo>
                  <a:lnTo>
                    <a:pt x="4477407" y="143870"/>
                  </a:lnTo>
                  <a:lnTo>
                    <a:pt x="4497667" y="135962"/>
                  </a:lnTo>
                  <a:lnTo>
                    <a:pt x="4517927" y="128044"/>
                  </a:lnTo>
                  <a:lnTo>
                    <a:pt x="4538186" y="120115"/>
                  </a:lnTo>
                  <a:lnTo>
                    <a:pt x="4558446" y="112176"/>
                  </a:lnTo>
                  <a:lnTo>
                    <a:pt x="4578706" y="104227"/>
                  </a:lnTo>
                  <a:lnTo>
                    <a:pt x="4598966" y="96268"/>
                  </a:lnTo>
                  <a:lnTo>
                    <a:pt x="4619225" y="88298"/>
                  </a:lnTo>
                  <a:lnTo>
                    <a:pt x="4639485" y="80319"/>
                  </a:lnTo>
                  <a:lnTo>
                    <a:pt x="4659745" y="72329"/>
                  </a:lnTo>
                  <a:lnTo>
                    <a:pt x="4680005" y="64330"/>
                  </a:lnTo>
                  <a:lnTo>
                    <a:pt x="4700264" y="56322"/>
                  </a:lnTo>
                  <a:lnTo>
                    <a:pt x="4720524" y="48304"/>
                  </a:lnTo>
                  <a:lnTo>
                    <a:pt x="4740784" y="40276"/>
                  </a:lnTo>
                  <a:lnTo>
                    <a:pt x="4761044" y="32239"/>
                  </a:lnTo>
                  <a:lnTo>
                    <a:pt x="4781304" y="24193"/>
                  </a:lnTo>
                  <a:lnTo>
                    <a:pt x="4801563" y="16137"/>
                  </a:lnTo>
                  <a:lnTo>
                    <a:pt x="4821823" y="8073"/>
                  </a:lnTo>
                  <a:lnTo>
                    <a:pt x="4842083" y="0"/>
                  </a:lnTo>
                </a:path>
              </a:pathLst>
            </a:custGeom>
            <a:ln w="28456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390632" y="4116484"/>
              <a:ext cx="4842083" cy="463069"/>
            </a:xfrm>
            <a:custGeom>
              <a:avLst/>
              <a:pathLst>
                <a:path w="4842083" h="463069">
                  <a:moveTo>
                    <a:pt x="0" y="463069"/>
                  </a:moveTo>
                  <a:lnTo>
                    <a:pt x="20259" y="461565"/>
                  </a:lnTo>
                  <a:lnTo>
                    <a:pt x="40519" y="460058"/>
                  </a:lnTo>
                  <a:lnTo>
                    <a:pt x="60779" y="458547"/>
                  </a:lnTo>
                  <a:lnTo>
                    <a:pt x="81039" y="457032"/>
                  </a:lnTo>
                  <a:lnTo>
                    <a:pt x="101298" y="455514"/>
                  </a:lnTo>
                  <a:lnTo>
                    <a:pt x="121558" y="453992"/>
                  </a:lnTo>
                  <a:lnTo>
                    <a:pt x="141818" y="452467"/>
                  </a:lnTo>
                  <a:lnTo>
                    <a:pt x="162078" y="450937"/>
                  </a:lnTo>
                  <a:lnTo>
                    <a:pt x="182337" y="449404"/>
                  </a:lnTo>
                  <a:lnTo>
                    <a:pt x="202597" y="447868"/>
                  </a:lnTo>
                  <a:lnTo>
                    <a:pt x="222857" y="446328"/>
                  </a:lnTo>
                  <a:lnTo>
                    <a:pt x="243117" y="444784"/>
                  </a:lnTo>
                  <a:lnTo>
                    <a:pt x="263376" y="443236"/>
                  </a:lnTo>
                  <a:lnTo>
                    <a:pt x="283636" y="441685"/>
                  </a:lnTo>
                  <a:lnTo>
                    <a:pt x="303896" y="440130"/>
                  </a:lnTo>
                  <a:lnTo>
                    <a:pt x="324156" y="438571"/>
                  </a:lnTo>
                  <a:lnTo>
                    <a:pt x="344415" y="437008"/>
                  </a:lnTo>
                  <a:lnTo>
                    <a:pt x="364675" y="435442"/>
                  </a:lnTo>
                  <a:lnTo>
                    <a:pt x="384935" y="433873"/>
                  </a:lnTo>
                  <a:lnTo>
                    <a:pt x="405195" y="432299"/>
                  </a:lnTo>
                  <a:lnTo>
                    <a:pt x="425455" y="430722"/>
                  </a:lnTo>
                  <a:lnTo>
                    <a:pt x="445714" y="429141"/>
                  </a:lnTo>
                  <a:lnTo>
                    <a:pt x="465974" y="427556"/>
                  </a:lnTo>
                  <a:lnTo>
                    <a:pt x="486234" y="425968"/>
                  </a:lnTo>
                  <a:lnTo>
                    <a:pt x="506494" y="424376"/>
                  </a:lnTo>
                  <a:lnTo>
                    <a:pt x="526753" y="422780"/>
                  </a:lnTo>
                  <a:lnTo>
                    <a:pt x="547013" y="421181"/>
                  </a:lnTo>
                  <a:lnTo>
                    <a:pt x="567273" y="419578"/>
                  </a:lnTo>
                  <a:lnTo>
                    <a:pt x="587533" y="417971"/>
                  </a:lnTo>
                  <a:lnTo>
                    <a:pt x="607792" y="416360"/>
                  </a:lnTo>
                  <a:lnTo>
                    <a:pt x="628052" y="414746"/>
                  </a:lnTo>
                  <a:lnTo>
                    <a:pt x="648312" y="413128"/>
                  </a:lnTo>
                  <a:lnTo>
                    <a:pt x="668572" y="411507"/>
                  </a:lnTo>
                  <a:lnTo>
                    <a:pt x="688831" y="409881"/>
                  </a:lnTo>
                  <a:lnTo>
                    <a:pt x="709091" y="408252"/>
                  </a:lnTo>
                  <a:lnTo>
                    <a:pt x="729351" y="406619"/>
                  </a:lnTo>
                  <a:lnTo>
                    <a:pt x="749611" y="404983"/>
                  </a:lnTo>
                  <a:lnTo>
                    <a:pt x="769870" y="403342"/>
                  </a:lnTo>
                  <a:lnTo>
                    <a:pt x="790130" y="401698"/>
                  </a:lnTo>
                  <a:lnTo>
                    <a:pt x="810390" y="400050"/>
                  </a:lnTo>
                  <a:lnTo>
                    <a:pt x="830650" y="398399"/>
                  </a:lnTo>
                  <a:lnTo>
                    <a:pt x="850910" y="396744"/>
                  </a:lnTo>
                  <a:lnTo>
                    <a:pt x="871169" y="395085"/>
                  </a:lnTo>
                  <a:lnTo>
                    <a:pt x="891429" y="393422"/>
                  </a:lnTo>
                  <a:lnTo>
                    <a:pt x="911689" y="391756"/>
                  </a:lnTo>
                  <a:lnTo>
                    <a:pt x="931949" y="390086"/>
                  </a:lnTo>
                  <a:lnTo>
                    <a:pt x="952208" y="388412"/>
                  </a:lnTo>
                  <a:lnTo>
                    <a:pt x="972468" y="386734"/>
                  </a:lnTo>
                  <a:lnTo>
                    <a:pt x="992728" y="385053"/>
                  </a:lnTo>
                  <a:lnTo>
                    <a:pt x="1012988" y="383368"/>
                  </a:lnTo>
                  <a:lnTo>
                    <a:pt x="1033247" y="381679"/>
                  </a:lnTo>
                  <a:lnTo>
                    <a:pt x="1053507" y="379986"/>
                  </a:lnTo>
                  <a:lnTo>
                    <a:pt x="1073767" y="378290"/>
                  </a:lnTo>
                  <a:lnTo>
                    <a:pt x="1094027" y="376590"/>
                  </a:lnTo>
                  <a:lnTo>
                    <a:pt x="1114286" y="374886"/>
                  </a:lnTo>
                  <a:lnTo>
                    <a:pt x="1134546" y="373179"/>
                  </a:lnTo>
                  <a:lnTo>
                    <a:pt x="1154806" y="371468"/>
                  </a:lnTo>
                  <a:lnTo>
                    <a:pt x="1175066" y="369753"/>
                  </a:lnTo>
                  <a:lnTo>
                    <a:pt x="1195326" y="368034"/>
                  </a:lnTo>
                  <a:lnTo>
                    <a:pt x="1215585" y="366312"/>
                  </a:lnTo>
                  <a:lnTo>
                    <a:pt x="1235845" y="364585"/>
                  </a:lnTo>
                  <a:lnTo>
                    <a:pt x="1256105" y="362855"/>
                  </a:lnTo>
                  <a:lnTo>
                    <a:pt x="1276365" y="361122"/>
                  </a:lnTo>
                  <a:lnTo>
                    <a:pt x="1296624" y="359384"/>
                  </a:lnTo>
                  <a:lnTo>
                    <a:pt x="1316884" y="357643"/>
                  </a:lnTo>
                  <a:lnTo>
                    <a:pt x="1337144" y="355898"/>
                  </a:lnTo>
                  <a:lnTo>
                    <a:pt x="1357404" y="354150"/>
                  </a:lnTo>
                  <a:lnTo>
                    <a:pt x="1377663" y="352398"/>
                  </a:lnTo>
                  <a:lnTo>
                    <a:pt x="1397923" y="350641"/>
                  </a:lnTo>
                  <a:lnTo>
                    <a:pt x="1418183" y="348882"/>
                  </a:lnTo>
                  <a:lnTo>
                    <a:pt x="1438443" y="347118"/>
                  </a:lnTo>
                  <a:lnTo>
                    <a:pt x="1458702" y="345351"/>
                  </a:lnTo>
                  <a:lnTo>
                    <a:pt x="1478962" y="343580"/>
                  </a:lnTo>
                  <a:lnTo>
                    <a:pt x="1499222" y="341805"/>
                  </a:lnTo>
                  <a:lnTo>
                    <a:pt x="1519482" y="340026"/>
                  </a:lnTo>
                  <a:lnTo>
                    <a:pt x="1539741" y="338244"/>
                  </a:lnTo>
                  <a:lnTo>
                    <a:pt x="1560001" y="336458"/>
                  </a:lnTo>
                  <a:lnTo>
                    <a:pt x="1580261" y="334669"/>
                  </a:lnTo>
                  <a:lnTo>
                    <a:pt x="1600521" y="332875"/>
                  </a:lnTo>
                  <a:lnTo>
                    <a:pt x="1620781" y="331078"/>
                  </a:lnTo>
                  <a:lnTo>
                    <a:pt x="1641040" y="329277"/>
                  </a:lnTo>
                  <a:lnTo>
                    <a:pt x="1661300" y="327472"/>
                  </a:lnTo>
                  <a:lnTo>
                    <a:pt x="1681560" y="325664"/>
                  </a:lnTo>
                  <a:lnTo>
                    <a:pt x="1701820" y="323852"/>
                  </a:lnTo>
                  <a:lnTo>
                    <a:pt x="1722079" y="322036"/>
                  </a:lnTo>
                  <a:lnTo>
                    <a:pt x="1742339" y="320217"/>
                  </a:lnTo>
                  <a:lnTo>
                    <a:pt x="1762599" y="318393"/>
                  </a:lnTo>
                  <a:lnTo>
                    <a:pt x="1782859" y="316566"/>
                  </a:lnTo>
                  <a:lnTo>
                    <a:pt x="1803118" y="314736"/>
                  </a:lnTo>
                  <a:lnTo>
                    <a:pt x="1823378" y="312901"/>
                  </a:lnTo>
                  <a:lnTo>
                    <a:pt x="1843638" y="311063"/>
                  </a:lnTo>
                  <a:lnTo>
                    <a:pt x="1863898" y="309221"/>
                  </a:lnTo>
                  <a:lnTo>
                    <a:pt x="1884157" y="307376"/>
                  </a:lnTo>
                  <a:lnTo>
                    <a:pt x="1904417" y="305527"/>
                  </a:lnTo>
                  <a:lnTo>
                    <a:pt x="1924677" y="303674"/>
                  </a:lnTo>
                  <a:lnTo>
                    <a:pt x="1944937" y="301817"/>
                  </a:lnTo>
                  <a:lnTo>
                    <a:pt x="1965196" y="299956"/>
                  </a:lnTo>
                  <a:lnTo>
                    <a:pt x="1985456" y="298092"/>
                  </a:lnTo>
                  <a:lnTo>
                    <a:pt x="2005716" y="296224"/>
                  </a:lnTo>
                  <a:lnTo>
                    <a:pt x="2025976" y="294353"/>
                  </a:lnTo>
                  <a:lnTo>
                    <a:pt x="2046236" y="292478"/>
                  </a:lnTo>
                  <a:lnTo>
                    <a:pt x="2066495" y="290599"/>
                  </a:lnTo>
                  <a:lnTo>
                    <a:pt x="2086755" y="288716"/>
                  </a:lnTo>
                  <a:lnTo>
                    <a:pt x="2107015" y="286830"/>
                  </a:lnTo>
                  <a:lnTo>
                    <a:pt x="2127275" y="284940"/>
                  </a:lnTo>
                  <a:lnTo>
                    <a:pt x="2147534" y="283046"/>
                  </a:lnTo>
                  <a:lnTo>
                    <a:pt x="2167794" y="281149"/>
                  </a:lnTo>
                  <a:lnTo>
                    <a:pt x="2188054" y="279248"/>
                  </a:lnTo>
                  <a:lnTo>
                    <a:pt x="2208314" y="277343"/>
                  </a:lnTo>
                  <a:lnTo>
                    <a:pt x="2228573" y="275434"/>
                  </a:lnTo>
                  <a:lnTo>
                    <a:pt x="2248833" y="273522"/>
                  </a:lnTo>
                  <a:lnTo>
                    <a:pt x="2269093" y="271606"/>
                  </a:lnTo>
                  <a:lnTo>
                    <a:pt x="2289353" y="269687"/>
                  </a:lnTo>
                  <a:lnTo>
                    <a:pt x="2309612" y="267764"/>
                  </a:lnTo>
                  <a:lnTo>
                    <a:pt x="2329872" y="265837"/>
                  </a:lnTo>
                  <a:lnTo>
                    <a:pt x="2350132" y="263906"/>
                  </a:lnTo>
                  <a:lnTo>
                    <a:pt x="2370392" y="261972"/>
                  </a:lnTo>
                  <a:lnTo>
                    <a:pt x="2390652" y="260034"/>
                  </a:lnTo>
                  <a:lnTo>
                    <a:pt x="2410911" y="258093"/>
                  </a:lnTo>
                  <a:lnTo>
                    <a:pt x="2431171" y="256148"/>
                  </a:lnTo>
                  <a:lnTo>
                    <a:pt x="2451431" y="254199"/>
                  </a:lnTo>
                  <a:lnTo>
                    <a:pt x="2471691" y="252247"/>
                  </a:lnTo>
                  <a:lnTo>
                    <a:pt x="2491950" y="250291"/>
                  </a:lnTo>
                  <a:lnTo>
                    <a:pt x="2512210" y="248331"/>
                  </a:lnTo>
                  <a:lnTo>
                    <a:pt x="2532470" y="246368"/>
                  </a:lnTo>
                  <a:lnTo>
                    <a:pt x="2552730" y="244401"/>
                  </a:lnTo>
                  <a:lnTo>
                    <a:pt x="2572989" y="242430"/>
                  </a:lnTo>
                  <a:lnTo>
                    <a:pt x="2593249" y="240456"/>
                  </a:lnTo>
                  <a:lnTo>
                    <a:pt x="2613509" y="238478"/>
                  </a:lnTo>
                  <a:lnTo>
                    <a:pt x="2633769" y="236496"/>
                  </a:lnTo>
                  <a:lnTo>
                    <a:pt x="2654028" y="234511"/>
                  </a:lnTo>
                  <a:lnTo>
                    <a:pt x="2674288" y="232523"/>
                  </a:lnTo>
                  <a:lnTo>
                    <a:pt x="2694548" y="230530"/>
                  </a:lnTo>
                  <a:lnTo>
                    <a:pt x="2714808" y="228534"/>
                  </a:lnTo>
                  <a:lnTo>
                    <a:pt x="2735067" y="226535"/>
                  </a:lnTo>
                  <a:lnTo>
                    <a:pt x="2755327" y="224532"/>
                  </a:lnTo>
                  <a:lnTo>
                    <a:pt x="2775587" y="222525"/>
                  </a:lnTo>
                  <a:lnTo>
                    <a:pt x="2795847" y="220515"/>
                  </a:lnTo>
                  <a:lnTo>
                    <a:pt x="2816107" y="218501"/>
                  </a:lnTo>
                  <a:lnTo>
                    <a:pt x="2836366" y="216483"/>
                  </a:lnTo>
                  <a:lnTo>
                    <a:pt x="2856626" y="214462"/>
                  </a:lnTo>
                  <a:lnTo>
                    <a:pt x="2876886" y="212438"/>
                  </a:lnTo>
                  <a:lnTo>
                    <a:pt x="2897146" y="210410"/>
                  </a:lnTo>
                  <a:lnTo>
                    <a:pt x="2917405" y="208378"/>
                  </a:lnTo>
                  <a:lnTo>
                    <a:pt x="2937665" y="206343"/>
                  </a:lnTo>
                  <a:lnTo>
                    <a:pt x="2957925" y="204304"/>
                  </a:lnTo>
                  <a:lnTo>
                    <a:pt x="2978185" y="202261"/>
                  </a:lnTo>
                  <a:lnTo>
                    <a:pt x="2998444" y="200215"/>
                  </a:lnTo>
                  <a:lnTo>
                    <a:pt x="3018704" y="198166"/>
                  </a:lnTo>
                  <a:lnTo>
                    <a:pt x="3038964" y="196113"/>
                  </a:lnTo>
                  <a:lnTo>
                    <a:pt x="3059224" y="194056"/>
                  </a:lnTo>
                  <a:lnTo>
                    <a:pt x="3079483" y="191996"/>
                  </a:lnTo>
                  <a:lnTo>
                    <a:pt x="3099743" y="189933"/>
                  </a:lnTo>
                  <a:lnTo>
                    <a:pt x="3120003" y="187866"/>
                  </a:lnTo>
                  <a:lnTo>
                    <a:pt x="3140263" y="185795"/>
                  </a:lnTo>
                  <a:lnTo>
                    <a:pt x="3160522" y="183721"/>
                  </a:lnTo>
                  <a:lnTo>
                    <a:pt x="3180782" y="181643"/>
                  </a:lnTo>
                  <a:lnTo>
                    <a:pt x="3201042" y="179562"/>
                  </a:lnTo>
                  <a:lnTo>
                    <a:pt x="3221302" y="177478"/>
                  </a:lnTo>
                  <a:lnTo>
                    <a:pt x="3241562" y="175389"/>
                  </a:lnTo>
                  <a:lnTo>
                    <a:pt x="3261821" y="173298"/>
                  </a:lnTo>
                  <a:lnTo>
                    <a:pt x="3282081" y="171203"/>
                  </a:lnTo>
                  <a:lnTo>
                    <a:pt x="3302341" y="169104"/>
                  </a:lnTo>
                  <a:lnTo>
                    <a:pt x="3322601" y="167002"/>
                  </a:lnTo>
                  <a:lnTo>
                    <a:pt x="3342860" y="164897"/>
                  </a:lnTo>
                  <a:lnTo>
                    <a:pt x="3363120" y="162788"/>
                  </a:lnTo>
                  <a:lnTo>
                    <a:pt x="3383380" y="160676"/>
                  </a:lnTo>
                  <a:lnTo>
                    <a:pt x="3403640" y="158560"/>
                  </a:lnTo>
                  <a:lnTo>
                    <a:pt x="3423899" y="156441"/>
                  </a:lnTo>
                  <a:lnTo>
                    <a:pt x="3444159" y="154318"/>
                  </a:lnTo>
                  <a:lnTo>
                    <a:pt x="3464419" y="152192"/>
                  </a:lnTo>
                  <a:lnTo>
                    <a:pt x="3484679" y="150063"/>
                  </a:lnTo>
                  <a:lnTo>
                    <a:pt x="3504938" y="147930"/>
                  </a:lnTo>
                  <a:lnTo>
                    <a:pt x="3525198" y="145794"/>
                  </a:lnTo>
                  <a:lnTo>
                    <a:pt x="3545458" y="143654"/>
                  </a:lnTo>
                  <a:lnTo>
                    <a:pt x="3565718" y="141511"/>
                  </a:lnTo>
                  <a:lnTo>
                    <a:pt x="3585978" y="139365"/>
                  </a:lnTo>
                  <a:lnTo>
                    <a:pt x="3606237" y="137215"/>
                  </a:lnTo>
                  <a:lnTo>
                    <a:pt x="3626497" y="135062"/>
                  </a:lnTo>
                  <a:lnTo>
                    <a:pt x="3646757" y="132905"/>
                  </a:lnTo>
                  <a:lnTo>
                    <a:pt x="3667017" y="130746"/>
                  </a:lnTo>
                  <a:lnTo>
                    <a:pt x="3687276" y="128582"/>
                  </a:lnTo>
                  <a:lnTo>
                    <a:pt x="3707536" y="126416"/>
                  </a:lnTo>
                  <a:lnTo>
                    <a:pt x="3727796" y="124246"/>
                  </a:lnTo>
                  <a:lnTo>
                    <a:pt x="3748056" y="122073"/>
                  </a:lnTo>
                  <a:lnTo>
                    <a:pt x="3768315" y="119896"/>
                  </a:lnTo>
                  <a:lnTo>
                    <a:pt x="3788575" y="117717"/>
                  </a:lnTo>
                  <a:lnTo>
                    <a:pt x="3808835" y="115533"/>
                  </a:lnTo>
                  <a:lnTo>
                    <a:pt x="3829095" y="113347"/>
                  </a:lnTo>
                  <a:lnTo>
                    <a:pt x="3849354" y="111157"/>
                  </a:lnTo>
                  <a:lnTo>
                    <a:pt x="3869614" y="108964"/>
                  </a:lnTo>
                  <a:lnTo>
                    <a:pt x="3889874" y="106768"/>
                  </a:lnTo>
                  <a:lnTo>
                    <a:pt x="3910134" y="104569"/>
                  </a:lnTo>
                  <a:lnTo>
                    <a:pt x="3930393" y="102366"/>
                  </a:lnTo>
                  <a:lnTo>
                    <a:pt x="3950653" y="100160"/>
                  </a:lnTo>
                  <a:lnTo>
                    <a:pt x="3970913" y="97950"/>
                  </a:lnTo>
                  <a:lnTo>
                    <a:pt x="3991173" y="95738"/>
                  </a:lnTo>
                  <a:lnTo>
                    <a:pt x="4011433" y="93522"/>
                  </a:lnTo>
                  <a:lnTo>
                    <a:pt x="4031692" y="91303"/>
                  </a:lnTo>
                  <a:lnTo>
                    <a:pt x="4051952" y="89081"/>
                  </a:lnTo>
                  <a:lnTo>
                    <a:pt x="4072212" y="86856"/>
                  </a:lnTo>
                  <a:lnTo>
                    <a:pt x="4092472" y="84627"/>
                  </a:lnTo>
                  <a:lnTo>
                    <a:pt x="4112731" y="82395"/>
                  </a:lnTo>
                  <a:lnTo>
                    <a:pt x="4132991" y="80160"/>
                  </a:lnTo>
                  <a:lnTo>
                    <a:pt x="4153251" y="77922"/>
                  </a:lnTo>
                  <a:lnTo>
                    <a:pt x="4173511" y="75681"/>
                  </a:lnTo>
                  <a:lnTo>
                    <a:pt x="4193770" y="73436"/>
                  </a:lnTo>
                  <a:lnTo>
                    <a:pt x="4214030" y="71189"/>
                  </a:lnTo>
                  <a:lnTo>
                    <a:pt x="4234290" y="68938"/>
                  </a:lnTo>
                  <a:lnTo>
                    <a:pt x="4254550" y="66684"/>
                  </a:lnTo>
                  <a:lnTo>
                    <a:pt x="4274809" y="64427"/>
                  </a:lnTo>
                  <a:lnTo>
                    <a:pt x="4295069" y="62167"/>
                  </a:lnTo>
                  <a:lnTo>
                    <a:pt x="4315329" y="59904"/>
                  </a:lnTo>
                  <a:lnTo>
                    <a:pt x="4335589" y="57637"/>
                  </a:lnTo>
                  <a:lnTo>
                    <a:pt x="4355848" y="55368"/>
                  </a:lnTo>
                  <a:lnTo>
                    <a:pt x="4376108" y="53096"/>
                  </a:lnTo>
                  <a:lnTo>
                    <a:pt x="4396368" y="50820"/>
                  </a:lnTo>
                  <a:lnTo>
                    <a:pt x="4416628" y="48541"/>
                  </a:lnTo>
                  <a:lnTo>
                    <a:pt x="4436888" y="46260"/>
                  </a:lnTo>
                  <a:lnTo>
                    <a:pt x="4457147" y="43975"/>
                  </a:lnTo>
                  <a:lnTo>
                    <a:pt x="4477407" y="41687"/>
                  </a:lnTo>
                  <a:lnTo>
                    <a:pt x="4497667" y="39396"/>
                  </a:lnTo>
                  <a:lnTo>
                    <a:pt x="4517927" y="37103"/>
                  </a:lnTo>
                  <a:lnTo>
                    <a:pt x="4538186" y="34806"/>
                  </a:lnTo>
                  <a:lnTo>
                    <a:pt x="4558446" y="32506"/>
                  </a:lnTo>
                  <a:lnTo>
                    <a:pt x="4578706" y="30203"/>
                  </a:lnTo>
                  <a:lnTo>
                    <a:pt x="4598966" y="27897"/>
                  </a:lnTo>
                  <a:lnTo>
                    <a:pt x="4619225" y="25589"/>
                  </a:lnTo>
                  <a:lnTo>
                    <a:pt x="4639485" y="23277"/>
                  </a:lnTo>
                  <a:lnTo>
                    <a:pt x="4659745" y="20962"/>
                  </a:lnTo>
                  <a:lnTo>
                    <a:pt x="4680005" y="18645"/>
                  </a:lnTo>
                  <a:lnTo>
                    <a:pt x="4700264" y="16324"/>
                  </a:lnTo>
                  <a:lnTo>
                    <a:pt x="4720524" y="14001"/>
                  </a:lnTo>
                  <a:lnTo>
                    <a:pt x="4740784" y="11675"/>
                  </a:lnTo>
                  <a:lnTo>
                    <a:pt x="4761044" y="9345"/>
                  </a:lnTo>
                  <a:lnTo>
                    <a:pt x="4781304" y="7013"/>
                  </a:lnTo>
                  <a:lnTo>
                    <a:pt x="4801563" y="4678"/>
                  </a:lnTo>
                  <a:lnTo>
                    <a:pt x="4821823" y="2340"/>
                  </a:lnTo>
                  <a:lnTo>
                    <a:pt x="4842083" y="0"/>
                  </a:lnTo>
                </a:path>
              </a:pathLst>
            </a:custGeom>
            <a:ln w="28456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390632" y="3942941"/>
              <a:ext cx="4842083" cy="691715"/>
            </a:xfrm>
            <a:custGeom>
              <a:avLst/>
              <a:pathLst>
                <a:path w="4842083" h="691715">
                  <a:moveTo>
                    <a:pt x="0" y="652170"/>
                  </a:moveTo>
                  <a:lnTo>
                    <a:pt x="20259" y="653624"/>
                  </a:lnTo>
                  <a:lnTo>
                    <a:pt x="40519" y="655055"/>
                  </a:lnTo>
                  <a:lnTo>
                    <a:pt x="60779" y="656463"/>
                  </a:lnTo>
                  <a:lnTo>
                    <a:pt x="81039" y="657847"/>
                  </a:lnTo>
                  <a:lnTo>
                    <a:pt x="101298" y="659206"/>
                  </a:lnTo>
                  <a:lnTo>
                    <a:pt x="121558" y="660541"/>
                  </a:lnTo>
                  <a:lnTo>
                    <a:pt x="141818" y="661852"/>
                  </a:lnTo>
                  <a:lnTo>
                    <a:pt x="162078" y="663137"/>
                  </a:lnTo>
                  <a:lnTo>
                    <a:pt x="182337" y="664398"/>
                  </a:lnTo>
                  <a:lnTo>
                    <a:pt x="202597" y="665634"/>
                  </a:lnTo>
                  <a:lnTo>
                    <a:pt x="222857" y="666844"/>
                  </a:lnTo>
                  <a:lnTo>
                    <a:pt x="243117" y="668028"/>
                  </a:lnTo>
                  <a:lnTo>
                    <a:pt x="263376" y="669187"/>
                  </a:lnTo>
                  <a:lnTo>
                    <a:pt x="283636" y="670319"/>
                  </a:lnTo>
                  <a:lnTo>
                    <a:pt x="303896" y="671426"/>
                  </a:lnTo>
                  <a:lnTo>
                    <a:pt x="324156" y="672505"/>
                  </a:lnTo>
                  <a:lnTo>
                    <a:pt x="344415" y="673558"/>
                  </a:lnTo>
                  <a:lnTo>
                    <a:pt x="364675" y="674584"/>
                  </a:lnTo>
                  <a:lnTo>
                    <a:pt x="384935" y="675582"/>
                  </a:lnTo>
                  <a:lnTo>
                    <a:pt x="405195" y="676553"/>
                  </a:lnTo>
                  <a:lnTo>
                    <a:pt x="425455" y="677497"/>
                  </a:lnTo>
                  <a:lnTo>
                    <a:pt x="445714" y="678412"/>
                  </a:lnTo>
                  <a:lnTo>
                    <a:pt x="465974" y="679299"/>
                  </a:lnTo>
                  <a:lnTo>
                    <a:pt x="486234" y="680158"/>
                  </a:lnTo>
                  <a:lnTo>
                    <a:pt x="506494" y="680988"/>
                  </a:lnTo>
                  <a:lnTo>
                    <a:pt x="526753" y="681790"/>
                  </a:lnTo>
                  <a:lnTo>
                    <a:pt x="547013" y="682562"/>
                  </a:lnTo>
                  <a:lnTo>
                    <a:pt x="567273" y="683304"/>
                  </a:lnTo>
                  <a:lnTo>
                    <a:pt x="587533" y="684018"/>
                  </a:lnTo>
                  <a:lnTo>
                    <a:pt x="607792" y="684701"/>
                  </a:lnTo>
                  <a:lnTo>
                    <a:pt x="628052" y="685354"/>
                  </a:lnTo>
                  <a:lnTo>
                    <a:pt x="648312" y="685977"/>
                  </a:lnTo>
                  <a:lnTo>
                    <a:pt x="668572" y="686569"/>
                  </a:lnTo>
                  <a:lnTo>
                    <a:pt x="688831" y="687130"/>
                  </a:lnTo>
                  <a:lnTo>
                    <a:pt x="709091" y="687661"/>
                  </a:lnTo>
                  <a:lnTo>
                    <a:pt x="729351" y="688160"/>
                  </a:lnTo>
                  <a:lnTo>
                    <a:pt x="749611" y="688627"/>
                  </a:lnTo>
                  <a:lnTo>
                    <a:pt x="769870" y="689063"/>
                  </a:lnTo>
                  <a:lnTo>
                    <a:pt x="790130" y="689466"/>
                  </a:lnTo>
                  <a:lnTo>
                    <a:pt x="810390" y="689837"/>
                  </a:lnTo>
                  <a:lnTo>
                    <a:pt x="830650" y="690176"/>
                  </a:lnTo>
                  <a:lnTo>
                    <a:pt x="850910" y="690481"/>
                  </a:lnTo>
                  <a:lnTo>
                    <a:pt x="871169" y="690754"/>
                  </a:lnTo>
                  <a:lnTo>
                    <a:pt x="891429" y="690993"/>
                  </a:lnTo>
                  <a:lnTo>
                    <a:pt x="911689" y="691199"/>
                  </a:lnTo>
                  <a:lnTo>
                    <a:pt x="931949" y="691371"/>
                  </a:lnTo>
                  <a:lnTo>
                    <a:pt x="952208" y="691509"/>
                  </a:lnTo>
                  <a:lnTo>
                    <a:pt x="972468" y="691612"/>
                  </a:lnTo>
                  <a:lnTo>
                    <a:pt x="992728" y="691681"/>
                  </a:lnTo>
                  <a:lnTo>
                    <a:pt x="1012988" y="691715"/>
                  </a:lnTo>
                  <a:lnTo>
                    <a:pt x="1033247" y="691714"/>
                  </a:lnTo>
                  <a:lnTo>
                    <a:pt x="1053507" y="691677"/>
                  </a:lnTo>
                  <a:lnTo>
                    <a:pt x="1073767" y="691605"/>
                  </a:lnTo>
                  <a:lnTo>
                    <a:pt x="1094027" y="691497"/>
                  </a:lnTo>
                  <a:lnTo>
                    <a:pt x="1114286" y="691353"/>
                  </a:lnTo>
                  <a:lnTo>
                    <a:pt x="1134546" y="691173"/>
                  </a:lnTo>
                  <a:lnTo>
                    <a:pt x="1154806" y="690956"/>
                  </a:lnTo>
                  <a:lnTo>
                    <a:pt x="1175066" y="690702"/>
                  </a:lnTo>
                  <a:lnTo>
                    <a:pt x="1195326" y="690411"/>
                  </a:lnTo>
                  <a:lnTo>
                    <a:pt x="1215585" y="690082"/>
                  </a:lnTo>
                  <a:lnTo>
                    <a:pt x="1235845" y="689716"/>
                  </a:lnTo>
                  <a:lnTo>
                    <a:pt x="1256105" y="689312"/>
                  </a:lnTo>
                  <a:lnTo>
                    <a:pt x="1276365" y="688870"/>
                  </a:lnTo>
                  <a:lnTo>
                    <a:pt x="1296624" y="688389"/>
                  </a:lnTo>
                  <a:lnTo>
                    <a:pt x="1316884" y="687870"/>
                  </a:lnTo>
                  <a:lnTo>
                    <a:pt x="1337144" y="687312"/>
                  </a:lnTo>
                  <a:lnTo>
                    <a:pt x="1357404" y="686715"/>
                  </a:lnTo>
                  <a:lnTo>
                    <a:pt x="1377663" y="686078"/>
                  </a:lnTo>
                  <a:lnTo>
                    <a:pt x="1397923" y="685402"/>
                  </a:lnTo>
                  <a:lnTo>
                    <a:pt x="1418183" y="684686"/>
                  </a:lnTo>
                  <a:lnTo>
                    <a:pt x="1438443" y="683930"/>
                  </a:lnTo>
                  <a:lnTo>
                    <a:pt x="1458702" y="683134"/>
                  </a:lnTo>
                  <a:lnTo>
                    <a:pt x="1478962" y="682297"/>
                  </a:lnTo>
                  <a:lnTo>
                    <a:pt x="1499222" y="681419"/>
                  </a:lnTo>
                  <a:lnTo>
                    <a:pt x="1519482" y="680501"/>
                  </a:lnTo>
                  <a:lnTo>
                    <a:pt x="1539741" y="679541"/>
                  </a:lnTo>
                  <a:lnTo>
                    <a:pt x="1560001" y="678539"/>
                  </a:lnTo>
                  <a:lnTo>
                    <a:pt x="1580261" y="677496"/>
                  </a:lnTo>
                  <a:lnTo>
                    <a:pt x="1600521" y="676411"/>
                  </a:lnTo>
                  <a:lnTo>
                    <a:pt x="1620781" y="675284"/>
                  </a:lnTo>
                  <a:lnTo>
                    <a:pt x="1641040" y="674114"/>
                  </a:lnTo>
                  <a:lnTo>
                    <a:pt x="1661300" y="672902"/>
                  </a:lnTo>
                  <a:lnTo>
                    <a:pt x="1681560" y="671647"/>
                  </a:lnTo>
                  <a:lnTo>
                    <a:pt x="1701820" y="670349"/>
                  </a:lnTo>
                  <a:lnTo>
                    <a:pt x="1722079" y="669008"/>
                  </a:lnTo>
                  <a:lnTo>
                    <a:pt x="1742339" y="667624"/>
                  </a:lnTo>
                  <a:lnTo>
                    <a:pt x="1762599" y="666196"/>
                  </a:lnTo>
                  <a:lnTo>
                    <a:pt x="1782859" y="664724"/>
                  </a:lnTo>
                  <a:lnTo>
                    <a:pt x="1803118" y="663208"/>
                  </a:lnTo>
                  <a:lnTo>
                    <a:pt x="1823378" y="661648"/>
                  </a:lnTo>
                  <a:lnTo>
                    <a:pt x="1843638" y="660043"/>
                  </a:lnTo>
                  <a:lnTo>
                    <a:pt x="1863898" y="658395"/>
                  </a:lnTo>
                  <a:lnTo>
                    <a:pt x="1884157" y="656701"/>
                  </a:lnTo>
                  <a:lnTo>
                    <a:pt x="1904417" y="654963"/>
                  </a:lnTo>
                  <a:lnTo>
                    <a:pt x="1924677" y="653179"/>
                  </a:lnTo>
                  <a:lnTo>
                    <a:pt x="1944937" y="651351"/>
                  </a:lnTo>
                  <a:lnTo>
                    <a:pt x="1965196" y="649477"/>
                  </a:lnTo>
                  <a:lnTo>
                    <a:pt x="1985456" y="647557"/>
                  </a:lnTo>
                  <a:lnTo>
                    <a:pt x="2005716" y="645592"/>
                  </a:lnTo>
                  <a:lnTo>
                    <a:pt x="2025976" y="643582"/>
                  </a:lnTo>
                  <a:lnTo>
                    <a:pt x="2046236" y="641525"/>
                  </a:lnTo>
                  <a:lnTo>
                    <a:pt x="2066495" y="639422"/>
                  </a:lnTo>
                  <a:lnTo>
                    <a:pt x="2086755" y="637274"/>
                  </a:lnTo>
                  <a:lnTo>
                    <a:pt x="2107015" y="635079"/>
                  </a:lnTo>
                  <a:lnTo>
                    <a:pt x="2127275" y="632837"/>
                  </a:lnTo>
                  <a:lnTo>
                    <a:pt x="2147534" y="630550"/>
                  </a:lnTo>
                  <a:lnTo>
                    <a:pt x="2167794" y="628215"/>
                  </a:lnTo>
                  <a:lnTo>
                    <a:pt x="2188054" y="625835"/>
                  </a:lnTo>
                  <a:lnTo>
                    <a:pt x="2208314" y="623407"/>
                  </a:lnTo>
                  <a:lnTo>
                    <a:pt x="2228573" y="620933"/>
                  </a:lnTo>
                  <a:lnTo>
                    <a:pt x="2248833" y="618412"/>
                  </a:lnTo>
                  <a:lnTo>
                    <a:pt x="2269093" y="615844"/>
                  </a:lnTo>
                  <a:lnTo>
                    <a:pt x="2289353" y="613229"/>
                  </a:lnTo>
                  <a:lnTo>
                    <a:pt x="2309612" y="610567"/>
                  </a:lnTo>
                  <a:lnTo>
                    <a:pt x="2329872" y="607858"/>
                  </a:lnTo>
                  <a:lnTo>
                    <a:pt x="2350132" y="605102"/>
                  </a:lnTo>
                  <a:lnTo>
                    <a:pt x="2370392" y="602299"/>
                  </a:lnTo>
                  <a:lnTo>
                    <a:pt x="2390652" y="599449"/>
                  </a:lnTo>
                  <a:lnTo>
                    <a:pt x="2410911" y="596553"/>
                  </a:lnTo>
                  <a:lnTo>
                    <a:pt x="2431171" y="593609"/>
                  </a:lnTo>
                  <a:lnTo>
                    <a:pt x="2451431" y="590618"/>
                  </a:lnTo>
                  <a:lnTo>
                    <a:pt x="2471691" y="587580"/>
                  </a:lnTo>
                  <a:lnTo>
                    <a:pt x="2491950" y="584495"/>
                  </a:lnTo>
                  <a:lnTo>
                    <a:pt x="2512210" y="581364"/>
                  </a:lnTo>
                  <a:lnTo>
                    <a:pt x="2532470" y="578185"/>
                  </a:lnTo>
                  <a:lnTo>
                    <a:pt x="2552730" y="574960"/>
                  </a:lnTo>
                  <a:lnTo>
                    <a:pt x="2572989" y="571688"/>
                  </a:lnTo>
                  <a:lnTo>
                    <a:pt x="2593249" y="568370"/>
                  </a:lnTo>
                  <a:lnTo>
                    <a:pt x="2613509" y="565005"/>
                  </a:lnTo>
                  <a:lnTo>
                    <a:pt x="2633769" y="561594"/>
                  </a:lnTo>
                  <a:lnTo>
                    <a:pt x="2654028" y="558137"/>
                  </a:lnTo>
                  <a:lnTo>
                    <a:pt x="2674288" y="554633"/>
                  </a:lnTo>
                  <a:lnTo>
                    <a:pt x="2694548" y="551084"/>
                  </a:lnTo>
                  <a:lnTo>
                    <a:pt x="2714808" y="547489"/>
                  </a:lnTo>
                  <a:lnTo>
                    <a:pt x="2735067" y="543848"/>
                  </a:lnTo>
                  <a:lnTo>
                    <a:pt x="2755327" y="540162"/>
                  </a:lnTo>
                  <a:lnTo>
                    <a:pt x="2775587" y="536430"/>
                  </a:lnTo>
                  <a:lnTo>
                    <a:pt x="2795847" y="532654"/>
                  </a:lnTo>
                  <a:lnTo>
                    <a:pt x="2816107" y="528832"/>
                  </a:lnTo>
                  <a:lnTo>
                    <a:pt x="2836366" y="524966"/>
                  </a:lnTo>
                  <a:lnTo>
                    <a:pt x="2856626" y="521056"/>
                  </a:lnTo>
                  <a:lnTo>
                    <a:pt x="2876886" y="517101"/>
                  </a:lnTo>
                  <a:lnTo>
                    <a:pt x="2897146" y="513103"/>
                  </a:lnTo>
                  <a:lnTo>
                    <a:pt x="2917405" y="509061"/>
                  </a:lnTo>
                  <a:lnTo>
                    <a:pt x="2937665" y="504976"/>
                  </a:lnTo>
                  <a:lnTo>
                    <a:pt x="2957925" y="500847"/>
                  </a:lnTo>
                  <a:lnTo>
                    <a:pt x="2978185" y="496676"/>
                  </a:lnTo>
                  <a:lnTo>
                    <a:pt x="2998444" y="492462"/>
                  </a:lnTo>
                  <a:lnTo>
                    <a:pt x="3018704" y="488207"/>
                  </a:lnTo>
                  <a:lnTo>
                    <a:pt x="3038964" y="483909"/>
                  </a:lnTo>
                  <a:lnTo>
                    <a:pt x="3059224" y="479570"/>
                  </a:lnTo>
                  <a:lnTo>
                    <a:pt x="3079483" y="475190"/>
                  </a:lnTo>
                  <a:lnTo>
                    <a:pt x="3099743" y="470770"/>
                  </a:lnTo>
                  <a:lnTo>
                    <a:pt x="3120003" y="466309"/>
                  </a:lnTo>
                  <a:lnTo>
                    <a:pt x="3140263" y="461808"/>
                  </a:lnTo>
                  <a:lnTo>
                    <a:pt x="3160522" y="457268"/>
                  </a:lnTo>
                  <a:lnTo>
                    <a:pt x="3180782" y="452688"/>
                  </a:lnTo>
                  <a:lnTo>
                    <a:pt x="3201042" y="448070"/>
                  </a:lnTo>
                  <a:lnTo>
                    <a:pt x="3221302" y="443414"/>
                  </a:lnTo>
                  <a:lnTo>
                    <a:pt x="3241562" y="438720"/>
                  </a:lnTo>
                  <a:lnTo>
                    <a:pt x="3261821" y="433988"/>
                  </a:lnTo>
                  <a:lnTo>
                    <a:pt x="3282081" y="429220"/>
                  </a:lnTo>
                  <a:lnTo>
                    <a:pt x="3302341" y="424415"/>
                  </a:lnTo>
                  <a:lnTo>
                    <a:pt x="3322601" y="419575"/>
                  </a:lnTo>
                  <a:lnTo>
                    <a:pt x="3342860" y="414699"/>
                  </a:lnTo>
                  <a:lnTo>
                    <a:pt x="3363120" y="409789"/>
                  </a:lnTo>
                  <a:lnTo>
                    <a:pt x="3383380" y="404844"/>
                  </a:lnTo>
                  <a:lnTo>
                    <a:pt x="3403640" y="399865"/>
                  </a:lnTo>
                  <a:lnTo>
                    <a:pt x="3423899" y="394853"/>
                  </a:lnTo>
                  <a:lnTo>
                    <a:pt x="3444159" y="389808"/>
                  </a:lnTo>
                  <a:lnTo>
                    <a:pt x="3464419" y="384731"/>
                  </a:lnTo>
                  <a:lnTo>
                    <a:pt x="3484679" y="379623"/>
                  </a:lnTo>
                  <a:lnTo>
                    <a:pt x="3504938" y="374483"/>
                  </a:lnTo>
                  <a:lnTo>
                    <a:pt x="3525198" y="369314"/>
                  </a:lnTo>
                  <a:lnTo>
                    <a:pt x="3545458" y="364114"/>
                  </a:lnTo>
                  <a:lnTo>
                    <a:pt x="3565718" y="358885"/>
                  </a:lnTo>
                  <a:lnTo>
                    <a:pt x="3585978" y="353628"/>
                  </a:lnTo>
                  <a:lnTo>
                    <a:pt x="3606237" y="348342"/>
                  </a:lnTo>
                  <a:lnTo>
                    <a:pt x="3626497" y="343030"/>
                  </a:lnTo>
                  <a:lnTo>
                    <a:pt x="3646757" y="337690"/>
                  </a:lnTo>
                  <a:lnTo>
                    <a:pt x="3667017" y="332325"/>
                  </a:lnTo>
                  <a:lnTo>
                    <a:pt x="3687276" y="326934"/>
                  </a:lnTo>
                  <a:lnTo>
                    <a:pt x="3707536" y="321518"/>
                  </a:lnTo>
                  <a:lnTo>
                    <a:pt x="3727796" y="316078"/>
                  </a:lnTo>
                  <a:lnTo>
                    <a:pt x="3748056" y="310615"/>
                  </a:lnTo>
                  <a:lnTo>
                    <a:pt x="3768315" y="305129"/>
                  </a:lnTo>
                  <a:lnTo>
                    <a:pt x="3788575" y="299621"/>
                  </a:lnTo>
                  <a:lnTo>
                    <a:pt x="3808835" y="294091"/>
                  </a:lnTo>
                  <a:lnTo>
                    <a:pt x="3829095" y="288541"/>
                  </a:lnTo>
                  <a:lnTo>
                    <a:pt x="3849354" y="282971"/>
                  </a:lnTo>
                  <a:lnTo>
                    <a:pt x="3869614" y="277381"/>
                  </a:lnTo>
                  <a:lnTo>
                    <a:pt x="3889874" y="271772"/>
                  </a:lnTo>
                  <a:lnTo>
                    <a:pt x="3910134" y="266146"/>
                  </a:lnTo>
                  <a:lnTo>
                    <a:pt x="3930393" y="260502"/>
                  </a:lnTo>
                  <a:lnTo>
                    <a:pt x="3950653" y="254842"/>
                  </a:lnTo>
                  <a:lnTo>
                    <a:pt x="3970913" y="249166"/>
                  </a:lnTo>
                  <a:lnTo>
                    <a:pt x="3991173" y="243475"/>
                  </a:lnTo>
                  <a:lnTo>
                    <a:pt x="4011433" y="237769"/>
                  </a:lnTo>
                  <a:lnTo>
                    <a:pt x="4031692" y="232050"/>
                  </a:lnTo>
                  <a:lnTo>
                    <a:pt x="4051952" y="226317"/>
                  </a:lnTo>
                  <a:lnTo>
                    <a:pt x="4072212" y="220572"/>
                  </a:lnTo>
                  <a:lnTo>
                    <a:pt x="4092472" y="214816"/>
                  </a:lnTo>
                  <a:lnTo>
                    <a:pt x="4112731" y="209049"/>
                  </a:lnTo>
                  <a:lnTo>
                    <a:pt x="4132991" y="203271"/>
                  </a:lnTo>
                  <a:lnTo>
                    <a:pt x="4153251" y="197484"/>
                  </a:lnTo>
                  <a:lnTo>
                    <a:pt x="4173511" y="191689"/>
                  </a:lnTo>
                  <a:lnTo>
                    <a:pt x="4193770" y="185885"/>
                  </a:lnTo>
                  <a:lnTo>
                    <a:pt x="4214030" y="180074"/>
                  </a:lnTo>
                  <a:lnTo>
                    <a:pt x="4234290" y="174256"/>
                  </a:lnTo>
                  <a:lnTo>
                    <a:pt x="4254550" y="168433"/>
                  </a:lnTo>
                  <a:lnTo>
                    <a:pt x="4274809" y="162604"/>
                  </a:lnTo>
                  <a:lnTo>
                    <a:pt x="4295069" y="156771"/>
                  </a:lnTo>
                  <a:lnTo>
                    <a:pt x="4315329" y="150933"/>
                  </a:lnTo>
                  <a:lnTo>
                    <a:pt x="4335589" y="145093"/>
                  </a:lnTo>
                  <a:lnTo>
                    <a:pt x="4355848" y="139250"/>
                  </a:lnTo>
                  <a:lnTo>
                    <a:pt x="4376108" y="133406"/>
                  </a:lnTo>
                  <a:lnTo>
                    <a:pt x="4396368" y="127560"/>
                  </a:lnTo>
                  <a:lnTo>
                    <a:pt x="4416628" y="121714"/>
                  </a:lnTo>
                  <a:lnTo>
                    <a:pt x="4436888" y="115869"/>
                  </a:lnTo>
                  <a:lnTo>
                    <a:pt x="4457147" y="110024"/>
                  </a:lnTo>
                  <a:lnTo>
                    <a:pt x="4477407" y="104181"/>
                  </a:lnTo>
                  <a:lnTo>
                    <a:pt x="4497667" y="98340"/>
                  </a:lnTo>
                  <a:lnTo>
                    <a:pt x="4517927" y="92502"/>
                  </a:lnTo>
                  <a:lnTo>
                    <a:pt x="4538186" y="86667"/>
                  </a:lnTo>
                  <a:lnTo>
                    <a:pt x="4558446" y="80837"/>
                  </a:lnTo>
                  <a:lnTo>
                    <a:pt x="4578706" y="75012"/>
                  </a:lnTo>
                  <a:lnTo>
                    <a:pt x="4598966" y="69192"/>
                  </a:lnTo>
                  <a:lnTo>
                    <a:pt x="4619225" y="63378"/>
                  </a:lnTo>
                  <a:lnTo>
                    <a:pt x="4639485" y="57571"/>
                  </a:lnTo>
                  <a:lnTo>
                    <a:pt x="4659745" y="51771"/>
                  </a:lnTo>
                  <a:lnTo>
                    <a:pt x="4680005" y="45980"/>
                  </a:lnTo>
                  <a:lnTo>
                    <a:pt x="4700264" y="40196"/>
                  </a:lnTo>
                  <a:lnTo>
                    <a:pt x="4720524" y="34422"/>
                  </a:lnTo>
                  <a:lnTo>
                    <a:pt x="4740784" y="28657"/>
                  </a:lnTo>
                  <a:lnTo>
                    <a:pt x="4761044" y="22903"/>
                  </a:lnTo>
                  <a:lnTo>
                    <a:pt x="4781304" y="17160"/>
                  </a:lnTo>
                  <a:lnTo>
                    <a:pt x="4801563" y="11427"/>
                  </a:lnTo>
                  <a:lnTo>
                    <a:pt x="4821823" y="5707"/>
                  </a:lnTo>
                  <a:lnTo>
                    <a:pt x="4842083" y="0"/>
                  </a:lnTo>
                </a:path>
              </a:pathLst>
            </a:custGeom>
            <a:ln w="28456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148528" y="2238751"/>
              <a:ext cx="0" cy="3205128"/>
            </a:xfrm>
            <a:custGeom>
              <a:avLst/>
              <a:pathLst>
                <a:path w="0" h="3205128">
                  <a:moveTo>
                    <a:pt x="0" y="3205128"/>
                  </a:moveTo>
                  <a:lnTo>
                    <a:pt x="0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890901" y="5325846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890901" y="4535859"/>
              <a:ext cx="183609" cy="951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890901" y="3746387"/>
              <a:ext cx="183609" cy="949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890901" y="2956594"/>
              <a:ext cx="183609" cy="95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1107407" y="5373345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07407" y="4583680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07407" y="3794015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07407" y="3004350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48528" y="5443879"/>
              <a:ext cx="5326291" cy="0"/>
            </a:xfrm>
            <a:custGeom>
              <a:avLst/>
              <a:pathLst>
                <a:path w="5326291" h="0">
                  <a:moveTo>
                    <a:pt x="0" y="0"/>
                  </a:moveTo>
                  <a:lnTo>
                    <a:pt x="5326291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162819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367077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571336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775594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2104099" y="5520670"/>
              <a:ext cx="117440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330349" y="5517768"/>
              <a:ext cx="73456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534607" y="5520670"/>
              <a:ext cx="73456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5738866" y="5519960"/>
              <a:ext cx="73456" cy="926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51979" y="5704053"/>
              <a:ext cx="5119389" cy="1578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Standardised mean temperature anomaly (StdTmeanAnomalyRS)</a:t>
              </a:r>
            </a:p>
          </p:txBody>
        </p:sp>
        <p:sp>
          <p:nvSpPr>
            <p:cNvPr id="45" name="tx45"/>
            <p:cNvSpPr/>
            <p:nvPr/>
          </p:nvSpPr>
          <p:spPr>
            <a:xfrm rot="-5400000">
              <a:off x="-613467" y="3763763"/>
              <a:ext cx="2578155" cy="1551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occurrence probability</a:t>
              </a:r>
            </a:p>
          </p:txBody>
        </p:sp>
        <p:sp>
          <p:nvSpPr>
            <p:cNvPr id="46" name="rc46"/>
            <p:cNvSpPr/>
            <p:nvPr/>
          </p:nvSpPr>
          <p:spPr>
            <a:xfrm>
              <a:off x="6639303" y="3091640"/>
              <a:ext cx="1743835" cy="14993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6721544" y="3156590"/>
              <a:ext cx="1119181" cy="1543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Land-use type</a:t>
              </a:r>
            </a:p>
          </p:txBody>
        </p:sp>
        <p:sp>
          <p:nvSpPr>
            <p:cNvPr id="48" name="rc48"/>
            <p:cNvSpPr/>
            <p:nvPr/>
          </p:nvSpPr>
          <p:spPr>
            <a:xfrm>
              <a:off x="6721544" y="3411469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6732181" y="3422105"/>
              <a:ext cx="198183" cy="198183"/>
            </a:xfrm>
            <a:prstGeom prst="rect">
              <a:avLst/>
            </a:prstGeom>
            <a:solidFill>
              <a:srgbClr val="009E73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6743490" y="352119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8456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6721544" y="3630925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6732181" y="3641561"/>
              <a:ext cx="198183" cy="198183"/>
            </a:xfrm>
            <a:prstGeom prst="rect">
              <a:avLst/>
            </a:prstGeom>
            <a:solidFill>
              <a:srgbClr val="0072B2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6743490" y="374065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8456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6721544" y="3850381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6732181" y="3861017"/>
              <a:ext cx="198183" cy="198183"/>
            </a:xfrm>
            <a:prstGeom prst="rect">
              <a:avLst/>
            </a:prstGeom>
            <a:solidFill>
              <a:srgbClr val="E69F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6743490" y="396010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8456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6721544" y="406983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6732181" y="4080473"/>
              <a:ext cx="198183" cy="198183"/>
            </a:xfrm>
            <a:prstGeom prst="rect">
              <a:avLst/>
            </a:prstGeom>
            <a:solidFill>
              <a:srgbClr val="D55E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6743490" y="417956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8456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6721544" y="428929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6732181" y="4299929"/>
              <a:ext cx="198183" cy="198183"/>
            </a:xfrm>
            <a:prstGeom prst="rect">
              <a:avLst/>
            </a:prstGeom>
            <a:solidFill>
              <a:srgbClr val="CC79A7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6743490" y="439902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8456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tx63"/>
            <p:cNvSpPr/>
            <p:nvPr/>
          </p:nvSpPr>
          <p:spPr>
            <a:xfrm>
              <a:off x="7023242" y="3444612"/>
              <a:ext cx="1101139" cy="123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Primary vegetation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023242" y="3661488"/>
              <a:ext cx="1277654" cy="126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Secondary vegetation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023242" y="3883524"/>
              <a:ext cx="947067" cy="123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Agriculture_Low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023242" y="4102658"/>
              <a:ext cx="976411" cy="1242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Agriculture_High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7023242" y="4348813"/>
              <a:ext cx="359737" cy="97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Urban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1148528" y="1961824"/>
              <a:ext cx="5404284" cy="158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glmmTMB fixed effects; fast 95% CI. (Average over FG within each draw.)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148528" y="1710011"/>
              <a:ext cx="4727413" cy="1699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Two-way interaction: land use × warming (FG-averaged)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2026-03-26T19:10:43Z</dcterms:modified>
  <cp:category/>
</cp:coreProperties>
</file>